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Actor"/>
      <p:regular r:id="rId24"/>
    </p:embeddedFont>
    <p:embeddedFont>
      <p:font typeface="Archivo Black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Actor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Archivo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5e8a7d6805_1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5e8a7d6805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5c768b74b2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5c768b74b2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5c768b74b2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5c768b74b2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ff8f93dc60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ff8f93dc60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15c768b74b2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15c768b74b2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9c6a7447e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9c6a7447e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ff8f93dc60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ff8f93dc60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9c6a7447e4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9c6a7447e4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ff8f93dc6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ff8f93dc6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9c6a7447e4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9c6a7447e4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9c6a7447e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39c6a7447e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9c6a7447e4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39c6a7447e4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39c6a7447e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39c6a7447e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39c6a7447e4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39c6a7447e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15c768b74b2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15c768b74b2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ff8f93dc60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ff8f93dc60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ff8f93dc60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" name="Google Shape;1625;gff8f93dc60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1643b90305a_1_1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1643b90305a_1_1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0" name="Shape 2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1" name="Google Shape;2371;g1643b90305a_1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2" name="Google Shape;2372;g1643b90305a_1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>
            <a:off x="-382850" y="1314750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13225" y="727375"/>
            <a:ext cx="4815900" cy="26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13225" y="3553950"/>
            <a:ext cx="28947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title"/>
          </p:nvPr>
        </p:nvSpPr>
        <p:spPr>
          <a:xfrm flipH="1">
            <a:off x="3896275" y="2055475"/>
            <a:ext cx="4534500" cy="95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 flipH="1">
            <a:off x="5117575" y="3211711"/>
            <a:ext cx="3313200" cy="66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 flipH="1">
            <a:off x="6478075" y="980224"/>
            <a:ext cx="1952700" cy="1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8900"/>
              <a:buNone/>
              <a:defRPr b="1" sz="8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/>
          <p:nvPr/>
        </p:nvSpPr>
        <p:spPr>
          <a:xfrm>
            <a:off x="4353350" y="3789575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/>
          <p:nvPr>
            <p:ph idx="1" type="body"/>
          </p:nvPr>
        </p:nvSpPr>
        <p:spPr>
          <a:xfrm>
            <a:off x="710350" y="1152475"/>
            <a:ext cx="772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720000" y="4817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3" name="Google Shape;23;p4"/>
          <p:cNvSpPr/>
          <p:nvPr/>
        </p:nvSpPr>
        <p:spPr>
          <a:xfrm>
            <a:off x="7876625" y="2120550"/>
            <a:ext cx="1734900" cy="21327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/>
          <p:nvPr>
            <p:ph type="title"/>
          </p:nvPr>
        </p:nvSpPr>
        <p:spPr>
          <a:xfrm>
            <a:off x="1351588" y="2629700"/>
            <a:ext cx="26025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351588" y="2990749"/>
            <a:ext cx="2602500" cy="10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2" type="title"/>
          </p:nvPr>
        </p:nvSpPr>
        <p:spPr>
          <a:xfrm>
            <a:off x="5189913" y="2629700"/>
            <a:ext cx="26025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5"/>
          <p:cNvSpPr txBox="1"/>
          <p:nvPr>
            <p:ph idx="3" type="subTitle"/>
          </p:nvPr>
        </p:nvSpPr>
        <p:spPr>
          <a:xfrm>
            <a:off x="5189912" y="2990749"/>
            <a:ext cx="2602500" cy="10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4" type="title"/>
          </p:nvPr>
        </p:nvSpPr>
        <p:spPr>
          <a:xfrm>
            <a:off x="720000" y="4808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>
            <a:off x="-514350" y="820150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/>
          <p:nvPr/>
        </p:nvSpPr>
        <p:spPr>
          <a:xfrm>
            <a:off x="7429800" y="-358587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722400" y="4812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7"/>
          <p:cNvSpPr/>
          <p:nvPr>
            <p:ph idx="2" type="pic"/>
          </p:nvPr>
        </p:nvSpPr>
        <p:spPr>
          <a:xfrm>
            <a:off x="4742750" y="748950"/>
            <a:ext cx="3744000" cy="364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720000" y="1166475"/>
            <a:ext cx="3697800" cy="17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720000" y="2806300"/>
            <a:ext cx="3697800" cy="117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8"/>
          <p:cNvSpPr txBox="1"/>
          <p:nvPr>
            <p:ph type="title"/>
          </p:nvPr>
        </p:nvSpPr>
        <p:spPr>
          <a:xfrm flipH="1">
            <a:off x="3478025" y="1543125"/>
            <a:ext cx="4944600" cy="19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/>
          <p:nvPr/>
        </p:nvSpPr>
        <p:spPr>
          <a:xfrm>
            <a:off x="-105775" y="342550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713225" y="1470275"/>
            <a:ext cx="40452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713225" y="2154325"/>
            <a:ext cx="4045200" cy="15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0"/>
          <p:cNvPicPr preferRelativeResize="0"/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0"/>
          <p:cNvSpPr txBox="1"/>
          <p:nvPr>
            <p:ph type="title"/>
          </p:nvPr>
        </p:nvSpPr>
        <p:spPr>
          <a:xfrm>
            <a:off x="713225" y="480875"/>
            <a:ext cx="5714400" cy="13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52" name="Google Shape;52;p10"/>
          <p:cNvSpPr/>
          <p:nvPr/>
        </p:nvSpPr>
        <p:spPr>
          <a:xfrm>
            <a:off x="-452900" y="2441725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1679700" y="1194900"/>
            <a:ext cx="5784600" cy="19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subTitle"/>
          </p:nvPr>
        </p:nvSpPr>
        <p:spPr>
          <a:xfrm>
            <a:off x="2997150" y="3158400"/>
            <a:ext cx="3149700" cy="790200"/>
          </a:xfrm>
          <a:prstGeom prst="rect">
            <a:avLst/>
          </a:prstGeom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7" name="Google Shape;57;p11"/>
          <p:cNvSpPr/>
          <p:nvPr/>
        </p:nvSpPr>
        <p:spPr>
          <a:xfrm>
            <a:off x="-618525" y="484825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6894000" y="-1066075"/>
            <a:ext cx="1593600" cy="2218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>
            <p:ph type="title"/>
          </p:nvPr>
        </p:nvSpPr>
        <p:spPr>
          <a:xfrm>
            <a:off x="720000" y="4808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2" type="title"/>
          </p:nvPr>
        </p:nvSpPr>
        <p:spPr>
          <a:xfrm>
            <a:off x="1740919" y="1928754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740919" y="2289802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3" type="title"/>
          </p:nvPr>
        </p:nvSpPr>
        <p:spPr>
          <a:xfrm>
            <a:off x="1740919" y="3659428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6" name="Google Shape;66;p13"/>
          <p:cNvSpPr txBox="1"/>
          <p:nvPr>
            <p:ph idx="4" type="subTitle"/>
          </p:nvPr>
        </p:nvSpPr>
        <p:spPr>
          <a:xfrm>
            <a:off x="1740919" y="4020481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hasCustomPrompt="1" idx="5" type="title"/>
          </p:nvPr>
        </p:nvSpPr>
        <p:spPr>
          <a:xfrm>
            <a:off x="2482669" y="1411950"/>
            <a:ext cx="8862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7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hasCustomPrompt="1" idx="6" type="title"/>
          </p:nvPr>
        </p:nvSpPr>
        <p:spPr>
          <a:xfrm>
            <a:off x="2482669" y="3145331"/>
            <a:ext cx="8862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7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idx="7" type="title"/>
          </p:nvPr>
        </p:nvSpPr>
        <p:spPr>
          <a:xfrm>
            <a:off x="5033369" y="1928754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0" name="Google Shape;70;p13"/>
          <p:cNvSpPr txBox="1"/>
          <p:nvPr>
            <p:ph idx="8" type="subTitle"/>
          </p:nvPr>
        </p:nvSpPr>
        <p:spPr>
          <a:xfrm>
            <a:off x="5033369" y="2289802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9" type="title"/>
          </p:nvPr>
        </p:nvSpPr>
        <p:spPr>
          <a:xfrm>
            <a:off x="5033369" y="3659428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2" name="Google Shape;72;p13"/>
          <p:cNvSpPr txBox="1"/>
          <p:nvPr>
            <p:ph idx="13" type="subTitle"/>
          </p:nvPr>
        </p:nvSpPr>
        <p:spPr>
          <a:xfrm>
            <a:off x="5033369" y="4020481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hasCustomPrompt="1" idx="14" type="title"/>
          </p:nvPr>
        </p:nvSpPr>
        <p:spPr>
          <a:xfrm>
            <a:off x="5775119" y="1411950"/>
            <a:ext cx="8862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7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hasCustomPrompt="1" idx="15" type="title"/>
          </p:nvPr>
        </p:nvSpPr>
        <p:spPr>
          <a:xfrm>
            <a:off x="5775119" y="3145331"/>
            <a:ext cx="8862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7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>
            <p:ph type="title"/>
          </p:nvPr>
        </p:nvSpPr>
        <p:spPr>
          <a:xfrm>
            <a:off x="3770075" y="3264000"/>
            <a:ext cx="4660500" cy="4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b="0" sz="2400">
                <a:solidFill>
                  <a:schemeClr val="dk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" name="Google Shape;78;p14"/>
          <p:cNvSpPr txBox="1"/>
          <p:nvPr>
            <p:ph idx="1" type="subTitle"/>
          </p:nvPr>
        </p:nvSpPr>
        <p:spPr>
          <a:xfrm>
            <a:off x="3486175" y="1383300"/>
            <a:ext cx="4944600" cy="18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9" name="Google Shape;79;p14"/>
          <p:cNvSpPr/>
          <p:nvPr/>
        </p:nvSpPr>
        <p:spPr>
          <a:xfrm>
            <a:off x="5837500" y="-571450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10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>
            <p:ph type="title"/>
          </p:nvPr>
        </p:nvSpPr>
        <p:spPr>
          <a:xfrm>
            <a:off x="720000" y="4808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2" type="title"/>
          </p:nvPr>
        </p:nvSpPr>
        <p:spPr>
          <a:xfrm>
            <a:off x="851094" y="3531354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5"/>
          <p:cNvSpPr txBox="1"/>
          <p:nvPr>
            <p:ph idx="1" type="subTitle"/>
          </p:nvPr>
        </p:nvSpPr>
        <p:spPr>
          <a:xfrm>
            <a:off x="851094" y="3892402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5" name="Google Shape;85;p15"/>
          <p:cNvSpPr txBox="1"/>
          <p:nvPr>
            <p:ph hasCustomPrompt="1" idx="3" type="title"/>
          </p:nvPr>
        </p:nvSpPr>
        <p:spPr>
          <a:xfrm>
            <a:off x="1392753" y="1350450"/>
            <a:ext cx="12864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7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6" name="Google Shape;86;p15"/>
          <p:cNvSpPr txBox="1"/>
          <p:nvPr>
            <p:ph idx="4" type="title"/>
          </p:nvPr>
        </p:nvSpPr>
        <p:spPr>
          <a:xfrm>
            <a:off x="3387144" y="3531354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15"/>
          <p:cNvSpPr txBox="1"/>
          <p:nvPr>
            <p:ph idx="5" type="subTitle"/>
          </p:nvPr>
        </p:nvSpPr>
        <p:spPr>
          <a:xfrm>
            <a:off x="3387144" y="3892402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hasCustomPrompt="1" idx="6" type="title"/>
          </p:nvPr>
        </p:nvSpPr>
        <p:spPr>
          <a:xfrm>
            <a:off x="3928803" y="1350450"/>
            <a:ext cx="12864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7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9" name="Google Shape;89;p15"/>
          <p:cNvSpPr txBox="1"/>
          <p:nvPr>
            <p:ph idx="7" type="title"/>
          </p:nvPr>
        </p:nvSpPr>
        <p:spPr>
          <a:xfrm>
            <a:off x="5923194" y="3531354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p15"/>
          <p:cNvSpPr txBox="1"/>
          <p:nvPr>
            <p:ph idx="8" type="subTitle"/>
          </p:nvPr>
        </p:nvSpPr>
        <p:spPr>
          <a:xfrm>
            <a:off x="5923194" y="3892402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1" name="Google Shape;91;p15"/>
          <p:cNvSpPr txBox="1"/>
          <p:nvPr>
            <p:ph hasCustomPrompt="1" idx="9" type="title"/>
          </p:nvPr>
        </p:nvSpPr>
        <p:spPr>
          <a:xfrm>
            <a:off x="6464853" y="1350450"/>
            <a:ext cx="12864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7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2" name="Google Shape;92;p15"/>
          <p:cNvSpPr/>
          <p:nvPr/>
        </p:nvSpPr>
        <p:spPr>
          <a:xfrm>
            <a:off x="-734575" y="168375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4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>
            <p:ph type="title"/>
          </p:nvPr>
        </p:nvSpPr>
        <p:spPr>
          <a:xfrm>
            <a:off x="713225" y="1706325"/>
            <a:ext cx="4191600" cy="175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" name="Google Shape;96;p16"/>
          <p:cNvSpPr txBox="1"/>
          <p:nvPr>
            <p:ph idx="1" type="subTitle"/>
          </p:nvPr>
        </p:nvSpPr>
        <p:spPr>
          <a:xfrm>
            <a:off x="713225" y="3694974"/>
            <a:ext cx="3313200" cy="66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hasCustomPrompt="1" idx="2" type="title"/>
          </p:nvPr>
        </p:nvSpPr>
        <p:spPr>
          <a:xfrm>
            <a:off x="713225" y="664186"/>
            <a:ext cx="1952700" cy="1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900"/>
              <a:buNone/>
              <a:defRPr b="1" sz="8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  <p:sp>
        <p:nvSpPr>
          <p:cNvPr id="98" name="Google Shape;98;p16"/>
          <p:cNvSpPr/>
          <p:nvPr/>
        </p:nvSpPr>
        <p:spPr>
          <a:xfrm>
            <a:off x="4331225" y="4519025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8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>
            <p:ph type="title"/>
          </p:nvPr>
        </p:nvSpPr>
        <p:spPr>
          <a:xfrm flipH="1">
            <a:off x="4239175" y="1706325"/>
            <a:ext cx="4191600" cy="175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2" name="Google Shape;102;p17"/>
          <p:cNvSpPr txBox="1"/>
          <p:nvPr>
            <p:ph idx="1" type="subTitle"/>
          </p:nvPr>
        </p:nvSpPr>
        <p:spPr>
          <a:xfrm flipH="1">
            <a:off x="5117575" y="3694974"/>
            <a:ext cx="3313200" cy="66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hasCustomPrompt="1" idx="2" type="title"/>
          </p:nvPr>
        </p:nvSpPr>
        <p:spPr>
          <a:xfrm flipH="1">
            <a:off x="6478075" y="664186"/>
            <a:ext cx="1952700" cy="1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8900"/>
              <a:buNone/>
              <a:defRPr b="1" sz="8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  <p:sp>
        <p:nvSpPr>
          <p:cNvPr id="104" name="Google Shape;104;p17"/>
          <p:cNvSpPr/>
          <p:nvPr/>
        </p:nvSpPr>
        <p:spPr>
          <a:xfrm>
            <a:off x="4239175" y="4175325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6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/>
          <p:nvPr/>
        </p:nvSpPr>
        <p:spPr>
          <a:xfrm>
            <a:off x="1379925" y="-584425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 txBox="1"/>
          <p:nvPr>
            <p:ph type="title"/>
          </p:nvPr>
        </p:nvSpPr>
        <p:spPr>
          <a:xfrm>
            <a:off x="720000" y="4808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5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>
            <p:ph type="title"/>
          </p:nvPr>
        </p:nvSpPr>
        <p:spPr>
          <a:xfrm>
            <a:off x="713225" y="480875"/>
            <a:ext cx="445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713225" y="1694375"/>
            <a:ext cx="4450500" cy="22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■"/>
              <a:defRPr/>
            </a:lvl9pPr>
          </a:lstStyle>
          <a:p/>
        </p:txBody>
      </p:sp>
      <p:sp>
        <p:nvSpPr>
          <p:cNvPr id="113" name="Google Shape;113;p19"/>
          <p:cNvSpPr/>
          <p:nvPr/>
        </p:nvSpPr>
        <p:spPr>
          <a:xfrm>
            <a:off x="-1001675" y="2056175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9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>
            <p:ph type="title"/>
          </p:nvPr>
        </p:nvSpPr>
        <p:spPr>
          <a:xfrm>
            <a:off x="713225" y="1868613"/>
            <a:ext cx="3856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1" type="subTitle"/>
          </p:nvPr>
        </p:nvSpPr>
        <p:spPr>
          <a:xfrm>
            <a:off x="713225" y="2271688"/>
            <a:ext cx="38565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700">
                <a:solidFill>
                  <a:srgbClr val="3A3A3A"/>
                </a:solidFill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8" name="Google Shape;118;p20"/>
          <p:cNvSpPr/>
          <p:nvPr/>
        </p:nvSpPr>
        <p:spPr>
          <a:xfrm>
            <a:off x="1458075" y="4088125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/>
          <p:nvPr/>
        </p:nvSpPr>
        <p:spPr>
          <a:xfrm>
            <a:off x="622250" y="-752300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710350" y="1152475"/>
            <a:ext cx="7723200" cy="13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Didact Gothic"/>
              <a:buChar char="●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720000" y="4817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 txBox="1"/>
          <p:nvPr>
            <p:ph type="title"/>
          </p:nvPr>
        </p:nvSpPr>
        <p:spPr>
          <a:xfrm>
            <a:off x="720000" y="4808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1" type="subTitle"/>
          </p:nvPr>
        </p:nvSpPr>
        <p:spPr>
          <a:xfrm>
            <a:off x="1194088" y="1622025"/>
            <a:ext cx="2970000" cy="24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8" name="Google Shape;128;p22"/>
          <p:cNvSpPr txBox="1"/>
          <p:nvPr>
            <p:ph idx="2" type="subTitle"/>
          </p:nvPr>
        </p:nvSpPr>
        <p:spPr>
          <a:xfrm>
            <a:off x="4979913" y="1622025"/>
            <a:ext cx="2970000" cy="24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9" name="Google Shape;129;p22"/>
          <p:cNvSpPr/>
          <p:nvPr/>
        </p:nvSpPr>
        <p:spPr>
          <a:xfrm>
            <a:off x="-471675" y="317725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8200450" y="3405600"/>
            <a:ext cx="1915800" cy="1812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/>
          <p:nvPr/>
        </p:nvSpPr>
        <p:spPr>
          <a:xfrm>
            <a:off x="1079250" y="-732075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type="title"/>
          </p:nvPr>
        </p:nvSpPr>
        <p:spPr>
          <a:xfrm>
            <a:off x="713235" y="1334300"/>
            <a:ext cx="45573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5" name="Google Shape;135;p23"/>
          <p:cNvSpPr txBox="1"/>
          <p:nvPr>
            <p:ph idx="1" type="subTitle"/>
          </p:nvPr>
        </p:nvSpPr>
        <p:spPr>
          <a:xfrm>
            <a:off x="713235" y="1695352"/>
            <a:ext cx="45573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6" name="Google Shape;136;p23"/>
          <p:cNvSpPr txBox="1"/>
          <p:nvPr>
            <p:ph idx="2" type="title"/>
          </p:nvPr>
        </p:nvSpPr>
        <p:spPr>
          <a:xfrm>
            <a:off x="713235" y="2414937"/>
            <a:ext cx="45573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7" name="Google Shape;137;p23"/>
          <p:cNvSpPr txBox="1"/>
          <p:nvPr>
            <p:ph idx="3" type="subTitle"/>
          </p:nvPr>
        </p:nvSpPr>
        <p:spPr>
          <a:xfrm>
            <a:off x="713235" y="2775988"/>
            <a:ext cx="45573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8" name="Google Shape;138;p23"/>
          <p:cNvSpPr txBox="1"/>
          <p:nvPr>
            <p:ph idx="4" type="title"/>
          </p:nvPr>
        </p:nvSpPr>
        <p:spPr>
          <a:xfrm>
            <a:off x="713235" y="3495598"/>
            <a:ext cx="45573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9" name="Google Shape;139;p23"/>
          <p:cNvSpPr txBox="1"/>
          <p:nvPr>
            <p:ph idx="5" type="subTitle"/>
          </p:nvPr>
        </p:nvSpPr>
        <p:spPr>
          <a:xfrm>
            <a:off x="713235" y="3856650"/>
            <a:ext cx="45573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0" name="Google Shape;140;p23"/>
          <p:cNvSpPr txBox="1"/>
          <p:nvPr>
            <p:ph idx="6" type="title"/>
          </p:nvPr>
        </p:nvSpPr>
        <p:spPr>
          <a:xfrm>
            <a:off x="720000" y="4687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5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/>
          <p:nvPr>
            <p:ph type="title"/>
          </p:nvPr>
        </p:nvSpPr>
        <p:spPr>
          <a:xfrm>
            <a:off x="720000" y="4808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44" name="Google Shape;144;p24"/>
          <p:cNvSpPr txBox="1"/>
          <p:nvPr>
            <p:ph idx="2" type="title"/>
          </p:nvPr>
        </p:nvSpPr>
        <p:spPr>
          <a:xfrm>
            <a:off x="3600044" y="3039578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5" name="Google Shape;145;p24"/>
          <p:cNvSpPr txBox="1"/>
          <p:nvPr>
            <p:ph idx="1" type="subTitle"/>
          </p:nvPr>
        </p:nvSpPr>
        <p:spPr>
          <a:xfrm>
            <a:off x="3600044" y="3400631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6" name="Google Shape;146;p24"/>
          <p:cNvSpPr txBox="1"/>
          <p:nvPr>
            <p:ph idx="3" type="title"/>
          </p:nvPr>
        </p:nvSpPr>
        <p:spPr>
          <a:xfrm>
            <a:off x="6054294" y="3039578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7" name="Google Shape;147;p24"/>
          <p:cNvSpPr txBox="1"/>
          <p:nvPr>
            <p:ph idx="4" type="subTitle"/>
          </p:nvPr>
        </p:nvSpPr>
        <p:spPr>
          <a:xfrm>
            <a:off x="6054294" y="3400631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8" name="Google Shape;148;p24"/>
          <p:cNvSpPr txBox="1"/>
          <p:nvPr>
            <p:ph idx="5" type="title"/>
          </p:nvPr>
        </p:nvSpPr>
        <p:spPr>
          <a:xfrm>
            <a:off x="3600044" y="1613228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9" name="Google Shape;149;p24"/>
          <p:cNvSpPr txBox="1"/>
          <p:nvPr>
            <p:ph idx="6" type="subTitle"/>
          </p:nvPr>
        </p:nvSpPr>
        <p:spPr>
          <a:xfrm>
            <a:off x="3600044" y="1974281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0" name="Google Shape;150;p24"/>
          <p:cNvSpPr txBox="1"/>
          <p:nvPr>
            <p:ph idx="7" type="title"/>
          </p:nvPr>
        </p:nvSpPr>
        <p:spPr>
          <a:xfrm>
            <a:off x="6054294" y="1613228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1" name="Google Shape;151;p24"/>
          <p:cNvSpPr txBox="1"/>
          <p:nvPr>
            <p:ph idx="8" type="subTitle"/>
          </p:nvPr>
        </p:nvSpPr>
        <p:spPr>
          <a:xfrm>
            <a:off x="6054294" y="1974281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2" name="Google Shape;152;p24"/>
          <p:cNvSpPr/>
          <p:nvPr/>
        </p:nvSpPr>
        <p:spPr>
          <a:xfrm>
            <a:off x="5645825" y="4354400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5"/>
          <p:cNvSpPr txBox="1"/>
          <p:nvPr>
            <p:ph type="title"/>
          </p:nvPr>
        </p:nvSpPr>
        <p:spPr>
          <a:xfrm>
            <a:off x="720000" y="4808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56" name="Google Shape;156;p25"/>
          <p:cNvSpPr txBox="1"/>
          <p:nvPr>
            <p:ph idx="2" type="title"/>
          </p:nvPr>
        </p:nvSpPr>
        <p:spPr>
          <a:xfrm>
            <a:off x="932894" y="3098228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7" name="Google Shape;157;p25"/>
          <p:cNvSpPr txBox="1"/>
          <p:nvPr>
            <p:ph idx="1" type="subTitle"/>
          </p:nvPr>
        </p:nvSpPr>
        <p:spPr>
          <a:xfrm>
            <a:off x="932894" y="3459281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3" type="title"/>
          </p:nvPr>
        </p:nvSpPr>
        <p:spPr>
          <a:xfrm>
            <a:off x="3387144" y="3098228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9" name="Google Shape;159;p25"/>
          <p:cNvSpPr txBox="1"/>
          <p:nvPr>
            <p:ph idx="4" type="subTitle"/>
          </p:nvPr>
        </p:nvSpPr>
        <p:spPr>
          <a:xfrm>
            <a:off x="3387144" y="3459281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5" type="title"/>
          </p:nvPr>
        </p:nvSpPr>
        <p:spPr>
          <a:xfrm>
            <a:off x="932894" y="1671878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1" name="Google Shape;161;p25"/>
          <p:cNvSpPr txBox="1"/>
          <p:nvPr>
            <p:ph idx="6" type="subTitle"/>
          </p:nvPr>
        </p:nvSpPr>
        <p:spPr>
          <a:xfrm>
            <a:off x="932894" y="2032931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2" name="Google Shape;162;p25"/>
          <p:cNvSpPr txBox="1"/>
          <p:nvPr>
            <p:ph idx="7" type="title"/>
          </p:nvPr>
        </p:nvSpPr>
        <p:spPr>
          <a:xfrm>
            <a:off x="3387144" y="1671878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3" name="Google Shape;163;p25"/>
          <p:cNvSpPr txBox="1"/>
          <p:nvPr>
            <p:ph idx="8" type="subTitle"/>
          </p:nvPr>
        </p:nvSpPr>
        <p:spPr>
          <a:xfrm>
            <a:off x="3387144" y="2032931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4" name="Google Shape;164;p25"/>
          <p:cNvSpPr txBox="1"/>
          <p:nvPr>
            <p:ph idx="9" type="title"/>
          </p:nvPr>
        </p:nvSpPr>
        <p:spPr>
          <a:xfrm>
            <a:off x="5841394" y="3098228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5" name="Google Shape;165;p25"/>
          <p:cNvSpPr txBox="1"/>
          <p:nvPr>
            <p:ph idx="13" type="subTitle"/>
          </p:nvPr>
        </p:nvSpPr>
        <p:spPr>
          <a:xfrm>
            <a:off x="5841394" y="3459281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6" name="Google Shape;166;p25"/>
          <p:cNvSpPr txBox="1"/>
          <p:nvPr>
            <p:ph idx="14" type="title"/>
          </p:nvPr>
        </p:nvSpPr>
        <p:spPr>
          <a:xfrm>
            <a:off x="5841394" y="1671878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7" name="Google Shape;167;p25"/>
          <p:cNvSpPr txBox="1"/>
          <p:nvPr>
            <p:ph idx="15" type="subTitle"/>
          </p:nvPr>
        </p:nvSpPr>
        <p:spPr>
          <a:xfrm>
            <a:off x="5841394" y="2032931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5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8" name="Google Shape;168;p25"/>
          <p:cNvSpPr/>
          <p:nvPr/>
        </p:nvSpPr>
        <p:spPr>
          <a:xfrm>
            <a:off x="8109650" y="365375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5"/>
          <p:cNvSpPr/>
          <p:nvPr/>
        </p:nvSpPr>
        <p:spPr>
          <a:xfrm>
            <a:off x="-1061900" y="1321025"/>
            <a:ext cx="1734900" cy="3277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/>
          <p:nvPr/>
        </p:nvSpPr>
        <p:spPr>
          <a:xfrm>
            <a:off x="7203225" y="-168400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6"/>
          <p:cNvSpPr txBox="1"/>
          <p:nvPr/>
        </p:nvSpPr>
        <p:spPr>
          <a:xfrm>
            <a:off x="3694975" y="3415463"/>
            <a:ext cx="47358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ctor"/>
                <a:ea typeface="Actor"/>
                <a:cs typeface="Actor"/>
                <a:sym typeface="Acto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ctor"/>
                <a:ea typeface="Actor"/>
                <a:cs typeface="Actor"/>
                <a:sym typeface="Acto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,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ctor"/>
                <a:ea typeface="Actor"/>
                <a:cs typeface="Actor"/>
                <a:sym typeface="Acto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</a:t>
            </a:r>
            <a:endParaRPr sz="12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74" name="Google Shape;174;p26"/>
          <p:cNvSpPr txBox="1"/>
          <p:nvPr>
            <p:ph type="title"/>
          </p:nvPr>
        </p:nvSpPr>
        <p:spPr>
          <a:xfrm>
            <a:off x="4094875" y="868238"/>
            <a:ext cx="4335900" cy="9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 sz="6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75" name="Google Shape;175;p26"/>
          <p:cNvSpPr txBox="1"/>
          <p:nvPr>
            <p:ph idx="1" type="subTitle"/>
          </p:nvPr>
        </p:nvSpPr>
        <p:spPr>
          <a:xfrm>
            <a:off x="4094875" y="1635838"/>
            <a:ext cx="4335900" cy="9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700">
                <a:latin typeface="Actor"/>
                <a:ea typeface="Actor"/>
                <a:cs typeface="Actor"/>
                <a:sym typeface="Acto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4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7"/>
          <p:cNvSpPr/>
          <p:nvPr/>
        </p:nvSpPr>
        <p:spPr>
          <a:xfrm>
            <a:off x="595100" y="-655625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7"/>
          <p:cNvSpPr/>
          <p:nvPr/>
        </p:nvSpPr>
        <p:spPr>
          <a:xfrm>
            <a:off x="7972950" y="3420800"/>
            <a:ext cx="1734900" cy="3277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4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8"/>
          <p:cNvSpPr/>
          <p:nvPr/>
        </p:nvSpPr>
        <p:spPr>
          <a:xfrm>
            <a:off x="5913550" y="4179650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8"/>
          <p:cNvSpPr/>
          <p:nvPr/>
        </p:nvSpPr>
        <p:spPr>
          <a:xfrm>
            <a:off x="593300" y="-2009925"/>
            <a:ext cx="1734900" cy="3277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0350" y="445025"/>
            <a:ext cx="772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chivo Black"/>
              <a:buNone/>
              <a:defRPr b="1" sz="34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chivo Black"/>
              <a:buNone/>
              <a:defRPr b="1" sz="34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chivo Black"/>
              <a:buNone/>
              <a:defRPr b="1" sz="34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chivo Black"/>
              <a:buNone/>
              <a:defRPr b="1" sz="34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chivo Black"/>
              <a:buNone/>
              <a:defRPr b="1" sz="34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chivo Black"/>
              <a:buNone/>
              <a:defRPr b="1" sz="34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chivo Black"/>
              <a:buNone/>
              <a:defRPr b="1" sz="34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chivo Black"/>
              <a:buNone/>
              <a:defRPr b="1" sz="34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chivo Black"/>
              <a:buNone/>
              <a:defRPr b="1" sz="34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0350" y="1152475"/>
            <a:ext cx="7723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●"/>
              <a:defRPr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indent="-3238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○"/>
              <a:defRPr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indent="-3238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■"/>
              <a:defRPr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indent="-3238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●"/>
              <a:defRPr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indent="-3238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○"/>
              <a:defRPr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indent="-3238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■"/>
              <a:defRPr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indent="-3238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●"/>
              <a:defRPr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indent="-3238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○"/>
              <a:defRPr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indent="-3238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■"/>
              <a:defRPr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/>
          <p:nvPr/>
        </p:nvSpPr>
        <p:spPr>
          <a:xfrm>
            <a:off x="-85325" y="3495875"/>
            <a:ext cx="3948900" cy="881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9"/>
          <p:cNvSpPr txBox="1"/>
          <p:nvPr>
            <p:ph type="ctrTitle"/>
          </p:nvPr>
        </p:nvSpPr>
        <p:spPr>
          <a:xfrm>
            <a:off x="1294400" y="683775"/>
            <a:ext cx="4815900" cy="26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Evolución 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anime a lo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largo de la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Historia</a:t>
            </a:r>
            <a:endParaRPr/>
          </a:p>
        </p:txBody>
      </p:sp>
      <p:sp>
        <p:nvSpPr>
          <p:cNvPr id="190" name="Google Shape;190;p29"/>
          <p:cNvSpPr txBox="1"/>
          <p:nvPr>
            <p:ph idx="1" type="subTitle"/>
          </p:nvPr>
        </p:nvSpPr>
        <p:spPr>
          <a:xfrm>
            <a:off x="881700" y="3708625"/>
            <a:ext cx="28947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Andrés Moral</a:t>
            </a:r>
            <a:endParaRPr sz="2300"/>
          </a:p>
        </p:txBody>
      </p:sp>
      <p:grpSp>
        <p:nvGrpSpPr>
          <p:cNvPr id="191" name="Google Shape;191;p29"/>
          <p:cNvGrpSpPr/>
          <p:nvPr/>
        </p:nvGrpSpPr>
        <p:grpSpPr>
          <a:xfrm>
            <a:off x="5374960" y="561891"/>
            <a:ext cx="3310017" cy="1248334"/>
            <a:chOff x="5155700" y="990950"/>
            <a:chExt cx="3595500" cy="1356000"/>
          </a:xfrm>
        </p:grpSpPr>
        <p:sp>
          <p:nvSpPr>
            <p:cNvPr id="192" name="Google Shape;192;p29"/>
            <p:cNvSpPr/>
            <p:nvPr/>
          </p:nvSpPr>
          <p:spPr>
            <a:xfrm>
              <a:off x="5155700" y="990950"/>
              <a:ext cx="3595500" cy="1356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3" name="Google Shape;193;p29"/>
            <p:cNvGrpSpPr/>
            <p:nvPr/>
          </p:nvGrpSpPr>
          <p:grpSpPr>
            <a:xfrm>
              <a:off x="5260899" y="995629"/>
              <a:ext cx="3334106" cy="1346115"/>
              <a:chOff x="2794969" y="2618000"/>
              <a:chExt cx="1530881" cy="618079"/>
            </a:xfrm>
          </p:grpSpPr>
          <p:sp>
            <p:nvSpPr>
              <p:cNvPr id="194" name="Google Shape;194;p29"/>
              <p:cNvSpPr/>
              <p:nvPr/>
            </p:nvSpPr>
            <p:spPr>
              <a:xfrm>
                <a:off x="3773375" y="2618300"/>
                <a:ext cx="13125" cy="25025"/>
              </a:xfrm>
              <a:custGeom>
                <a:rect b="b" l="l" r="r" t="t"/>
                <a:pathLst>
                  <a:path extrusionOk="0" h="1001" w="525">
                    <a:moveTo>
                      <a:pt x="477" y="1"/>
                    </a:moveTo>
                    <a:cubicBezTo>
                      <a:pt x="334" y="287"/>
                      <a:pt x="179" y="572"/>
                      <a:pt x="12" y="858"/>
                    </a:cubicBezTo>
                    <a:cubicBezTo>
                      <a:pt x="12" y="882"/>
                      <a:pt x="12" y="894"/>
                      <a:pt x="1" y="906"/>
                    </a:cubicBezTo>
                    <a:cubicBezTo>
                      <a:pt x="12" y="941"/>
                      <a:pt x="24" y="977"/>
                      <a:pt x="48" y="1001"/>
                    </a:cubicBezTo>
                    <a:cubicBezTo>
                      <a:pt x="227" y="691"/>
                      <a:pt x="382" y="346"/>
                      <a:pt x="52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29"/>
              <p:cNvSpPr/>
              <p:nvPr/>
            </p:nvSpPr>
            <p:spPr>
              <a:xfrm>
                <a:off x="3400425" y="2719225"/>
                <a:ext cx="16075" cy="13400"/>
              </a:xfrm>
              <a:custGeom>
                <a:rect b="b" l="l" r="r" t="t"/>
                <a:pathLst>
                  <a:path extrusionOk="0" h="536" w="643">
                    <a:moveTo>
                      <a:pt x="405" y="0"/>
                    </a:moveTo>
                    <a:cubicBezTo>
                      <a:pt x="274" y="179"/>
                      <a:pt x="143" y="357"/>
                      <a:pt x="0" y="536"/>
                    </a:cubicBezTo>
                    <a:lnTo>
                      <a:pt x="95" y="536"/>
                    </a:lnTo>
                    <a:cubicBezTo>
                      <a:pt x="286" y="381"/>
                      <a:pt x="464" y="238"/>
                      <a:pt x="643" y="71"/>
                    </a:cubicBezTo>
                    <a:cubicBezTo>
                      <a:pt x="631" y="60"/>
                      <a:pt x="619" y="48"/>
                      <a:pt x="607" y="24"/>
                    </a:cubicBezTo>
                    <a:cubicBezTo>
                      <a:pt x="548" y="12"/>
                      <a:pt x="476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29"/>
              <p:cNvSpPr/>
              <p:nvPr/>
            </p:nvSpPr>
            <p:spPr>
              <a:xfrm>
                <a:off x="3418275" y="2679325"/>
                <a:ext cx="40200" cy="29500"/>
              </a:xfrm>
              <a:custGeom>
                <a:rect b="b" l="l" r="r" t="t"/>
                <a:pathLst>
                  <a:path extrusionOk="0" h="1180" w="1608">
                    <a:moveTo>
                      <a:pt x="881" y="1"/>
                    </a:moveTo>
                    <a:cubicBezTo>
                      <a:pt x="596" y="405"/>
                      <a:pt x="298" y="786"/>
                      <a:pt x="0" y="1179"/>
                    </a:cubicBezTo>
                    <a:lnTo>
                      <a:pt x="489" y="1179"/>
                    </a:lnTo>
                    <a:cubicBezTo>
                      <a:pt x="536" y="1132"/>
                      <a:pt x="584" y="1096"/>
                      <a:pt x="631" y="1048"/>
                    </a:cubicBezTo>
                    <a:cubicBezTo>
                      <a:pt x="929" y="739"/>
                      <a:pt x="1251" y="394"/>
                      <a:pt x="16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29"/>
              <p:cNvSpPr/>
              <p:nvPr/>
            </p:nvSpPr>
            <p:spPr>
              <a:xfrm>
                <a:off x="3932925" y="2689450"/>
                <a:ext cx="39900" cy="39025"/>
              </a:xfrm>
              <a:custGeom>
                <a:rect b="b" l="l" r="r" t="t"/>
                <a:pathLst>
                  <a:path extrusionOk="0" h="1561" w="1596">
                    <a:moveTo>
                      <a:pt x="0" y="0"/>
                    </a:moveTo>
                    <a:lnTo>
                      <a:pt x="0" y="0"/>
                    </a:lnTo>
                    <a:cubicBezTo>
                      <a:pt x="143" y="441"/>
                      <a:pt x="262" y="774"/>
                      <a:pt x="393" y="1143"/>
                    </a:cubicBezTo>
                    <a:cubicBezTo>
                      <a:pt x="762" y="1286"/>
                      <a:pt x="1096" y="1405"/>
                      <a:pt x="1512" y="1560"/>
                    </a:cubicBezTo>
                    <a:cubicBezTo>
                      <a:pt x="1536" y="1084"/>
                      <a:pt x="1572" y="667"/>
                      <a:pt x="1596" y="191"/>
                    </a:cubicBezTo>
                    <a:cubicBezTo>
                      <a:pt x="1036" y="120"/>
                      <a:pt x="560" y="72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29"/>
              <p:cNvSpPr/>
              <p:nvPr/>
            </p:nvSpPr>
            <p:spPr>
              <a:xfrm>
                <a:off x="3949875" y="2735000"/>
                <a:ext cx="26225" cy="20250"/>
              </a:xfrm>
              <a:custGeom>
                <a:rect b="b" l="l" r="r" t="t"/>
                <a:pathLst>
                  <a:path extrusionOk="0" h="810" w="1049">
                    <a:moveTo>
                      <a:pt x="1" y="0"/>
                    </a:moveTo>
                    <a:lnTo>
                      <a:pt x="1" y="0"/>
                    </a:lnTo>
                    <a:cubicBezTo>
                      <a:pt x="84" y="191"/>
                      <a:pt x="168" y="357"/>
                      <a:pt x="239" y="524"/>
                    </a:cubicBezTo>
                    <a:lnTo>
                      <a:pt x="251" y="524"/>
                    </a:lnTo>
                    <a:cubicBezTo>
                      <a:pt x="263" y="548"/>
                      <a:pt x="275" y="583"/>
                      <a:pt x="287" y="607"/>
                    </a:cubicBezTo>
                    <a:cubicBezTo>
                      <a:pt x="406" y="655"/>
                      <a:pt x="525" y="714"/>
                      <a:pt x="632" y="774"/>
                    </a:cubicBezTo>
                    <a:cubicBezTo>
                      <a:pt x="751" y="786"/>
                      <a:pt x="870" y="798"/>
                      <a:pt x="989" y="810"/>
                    </a:cubicBezTo>
                    <a:cubicBezTo>
                      <a:pt x="1013" y="703"/>
                      <a:pt x="1025" y="595"/>
                      <a:pt x="1049" y="488"/>
                    </a:cubicBezTo>
                    <a:cubicBezTo>
                      <a:pt x="942" y="393"/>
                      <a:pt x="846" y="274"/>
                      <a:pt x="715" y="238"/>
                    </a:cubicBezTo>
                    <a:cubicBezTo>
                      <a:pt x="477" y="167"/>
                      <a:pt x="239" y="72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29"/>
              <p:cNvSpPr/>
              <p:nvPr/>
            </p:nvSpPr>
            <p:spPr>
              <a:xfrm>
                <a:off x="4262125" y="282457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29"/>
              <p:cNvSpPr/>
              <p:nvPr/>
            </p:nvSpPr>
            <p:spPr>
              <a:xfrm>
                <a:off x="2878025" y="28579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29"/>
              <p:cNvSpPr/>
              <p:nvPr/>
            </p:nvSpPr>
            <p:spPr>
              <a:xfrm>
                <a:off x="2960175" y="3077300"/>
                <a:ext cx="6875" cy="9550"/>
              </a:xfrm>
              <a:custGeom>
                <a:rect b="b" l="l" r="r" t="t"/>
                <a:pathLst>
                  <a:path extrusionOk="0" h="382" w="275">
                    <a:moveTo>
                      <a:pt x="1" y="0"/>
                    </a:moveTo>
                    <a:cubicBezTo>
                      <a:pt x="84" y="131"/>
                      <a:pt x="179" y="250"/>
                      <a:pt x="275" y="381"/>
                    </a:cubicBezTo>
                    <a:lnTo>
                      <a:pt x="275" y="381"/>
                    </a:lnTo>
                    <a:cubicBezTo>
                      <a:pt x="179" y="250"/>
                      <a:pt x="84" y="131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29"/>
              <p:cNvSpPr/>
              <p:nvPr/>
            </p:nvSpPr>
            <p:spPr>
              <a:xfrm>
                <a:off x="3929050" y="3061825"/>
                <a:ext cx="26225" cy="4775"/>
              </a:xfrm>
              <a:custGeom>
                <a:rect b="b" l="l" r="r" t="t"/>
                <a:pathLst>
                  <a:path extrusionOk="0" h="191" w="1049">
                    <a:moveTo>
                      <a:pt x="227" y="0"/>
                    </a:moveTo>
                    <a:cubicBezTo>
                      <a:pt x="84" y="131"/>
                      <a:pt x="1" y="191"/>
                      <a:pt x="1" y="191"/>
                    </a:cubicBezTo>
                    <a:cubicBezTo>
                      <a:pt x="72" y="191"/>
                      <a:pt x="155" y="191"/>
                      <a:pt x="227" y="179"/>
                    </a:cubicBezTo>
                    <a:cubicBezTo>
                      <a:pt x="251" y="179"/>
                      <a:pt x="262" y="179"/>
                      <a:pt x="274" y="167"/>
                    </a:cubicBezTo>
                    <a:cubicBezTo>
                      <a:pt x="358" y="167"/>
                      <a:pt x="429" y="155"/>
                      <a:pt x="512" y="131"/>
                    </a:cubicBezTo>
                    <a:lnTo>
                      <a:pt x="548" y="131"/>
                    </a:lnTo>
                    <a:cubicBezTo>
                      <a:pt x="620" y="119"/>
                      <a:pt x="691" y="95"/>
                      <a:pt x="763" y="83"/>
                    </a:cubicBezTo>
                    <a:cubicBezTo>
                      <a:pt x="786" y="83"/>
                      <a:pt x="798" y="72"/>
                      <a:pt x="810" y="72"/>
                    </a:cubicBezTo>
                    <a:cubicBezTo>
                      <a:pt x="893" y="48"/>
                      <a:pt x="977" y="36"/>
                      <a:pt x="1048" y="12"/>
                    </a:cubicBezTo>
                    <a:cubicBezTo>
                      <a:pt x="1048" y="12"/>
                      <a:pt x="1048" y="0"/>
                      <a:pt x="10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29"/>
              <p:cNvSpPr/>
              <p:nvPr/>
            </p:nvSpPr>
            <p:spPr>
              <a:xfrm>
                <a:off x="3897500" y="2618300"/>
                <a:ext cx="72650" cy="52125"/>
              </a:xfrm>
              <a:custGeom>
                <a:rect b="b" l="l" r="r" t="t"/>
                <a:pathLst>
                  <a:path extrusionOk="0" h="2085" w="2906">
                    <a:moveTo>
                      <a:pt x="0" y="1"/>
                    </a:moveTo>
                    <a:cubicBezTo>
                      <a:pt x="286" y="525"/>
                      <a:pt x="572" y="1049"/>
                      <a:pt x="858" y="1584"/>
                    </a:cubicBezTo>
                    <a:cubicBezTo>
                      <a:pt x="1477" y="1739"/>
                      <a:pt x="2144" y="1906"/>
                      <a:pt x="2906" y="2084"/>
                    </a:cubicBezTo>
                    <a:cubicBezTo>
                      <a:pt x="2858" y="1382"/>
                      <a:pt x="2810" y="680"/>
                      <a:pt x="27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29"/>
              <p:cNvSpPr/>
              <p:nvPr/>
            </p:nvSpPr>
            <p:spPr>
              <a:xfrm>
                <a:off x="3379275" y="2618300"/>
                <a:ext cx="21450" cy="25025"/>
              </a:xfrm>
              <a:custGeom>
                <a:rect b="b" l="l" r="r" t="t"/>
                <a:pathLst>
                  <a:path extrusionOk="0" h="1001" w="858">
                    <a:moveTo>
                      <a:pt x="679" y="1"/>
                    </a:moveTo>
                    <a:cubicBezTo>
                      <a:pt x="453" y="334"/>
                      <a:pt x="227" y="668"/>
                      <a:pt x="1" y="1001"/>
                    </a:cubicBezTo>
                    <a:cubicBezTo>
                      <a:pt x="227" y="882"/>
                      <a:pt x="417" y="703"/>
                      <a:pt x="572" y="453"/>
                    </a:cubicBezTo>
                    <a:cubicBezTo>
                      <a:pt x="667" y="299"/>
                      <a:pt x="763" y="156"/>
                      <a:pt x="85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29"/>
              <p:cNvSpPr/>
              <p:nvPr/>
            </p:nvSpPr>
            <p:spPr>
              <a:xfrm>
                <a:off x="3470075" y="2618300"/>
                <a:ext cx="47050" cy="19375"/>
              </a:xfrm>
              <a:custGeom>
                <a:rect b="b" l="l" r="r" t="t"/>
                <a:pathLst>
                  <a:path extrusionOk="0" h="775" w="1882">
                    <a:moveTo>
                      <a:pt x="536" y="1"/>
                    </a:moveTo>
                    <a:cubicBezTo>
                      <a:pt x="357" y="263"/>
                      <a:pt x="179" y="513"/>
                      <a:pt x="0" y="775"/>
                    </a:cubicBezTo>
                    <a:lnTo>
                      <a:pt x="1072" y="775"/>
                    </a:lnTo>
                    <a:cubicBezTo>
                      <a:pt x="1322" y="680"/>
                      <a:pt x="1596" y="358"/>
                      <a:pt x="18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29"/>
              <p:cNvSpPr/>
              <p:nvPr/>
            </p:nvSpPr>
            <p:spPr>
              <a:xfrm>
                <a:off x="4199925" y="2618300"/>
                <a:ext cx="119075" cy="204525"/>
              </a:xfrm>
              <a:custGeom>
                <a:rect b="b" l="l" r="r" t="t"/>
                <a:pathLst>
                  <a:path extrusionOk="0" h="8181" w="4763">
                    <a:moveTo>
                      <a:pt x="0" y="1"/>
                    </a:moveTo>
                    <a:cubicBezTo>
                      <a:pt x="84" y="60"/>
                      <a:pt x="179" y="132"/>
                      <a:pt x="262" y="215"/>
                    </a:cubicBezTo>
                    <a:cubicBezTo>
                      <a:pt x="1000" y="763"/>
                      <a:pt x="2084" y="1811"/>
                      <a:pt x="2608" y="3477"/>
                    </a:cubicBezTo>
                    <a:cubicBezTo>
                      <a:pt x="2691" y="3680"/>
                      <a:pt x="2774" y="3894"/>
                      <a:pt x="2834" y="4108"/>
                    </a:cubicBezTo>
                    <a:cubicBezTo>
                      <a:pt x="3251" y="5490"/>
                      <a:pt x="3155" y="6847"/>
                      <a:pt x="2643" y="8180"/>
                    </a:cubicBezTo>
                    <a:cubicBezTo>
                      <a:pt x="2834" y="8061"/>
                      <a:pt x="3191" y="7823"/>
                      <a:pt x="3548" y="7395"/>
                    </a:cubicBezTo>
                    <a:cubicBezTo>
                      <a:pt x="4608" y="5418"/>
                      <a:pt x="4763" y="3323"/>
                      <a:pt x="4441" y="1144"/>
                    </a:cubicBezTo>
                    <a:cubicBezTo>
                      <a:pt x="4406" y="930"/>
                      <a:pt x="4370" y="715"/>
                      <a:pt x="4322" y="501"/>
                    </a:cubicBezTo>
                    <a:cubicBezTo>
                      <a:pt x="4286" y="346"/>
                      <a:pt x="4251" y="179"/>
                      <a:pt x="4203" y="13"/>
                    </a:cubicBezTo>
                    <a:cubicBezTo>
                      <a:pt x="4191" y="13"/>
                      <a:pt x="4191" y="1"/>
                      <a:pt x="41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29"/>
              <p:cNvSpPr/>
              <p:nvPr/>
            </p:nvSpPr>
            <p:spPr>
              <a:xfrm>
                <a:off x="3940075" y="2618300"/>
                <a:ext cx="343200" cy="499725"/>
              </a:xfrm>
              <a:custGeom>
                <a:rect b="b" l="l" r="r" t="t"/>
                <a:pathLst>
                  <a:path extrusionOk="0" h="19989" w="13728">
                    <a:moveTo>
                      <a:pt x="2905" y="1"/>
                    </a:moveTo>
                    <a:cubicBezTo>
                      <a:pt x="3393" y="1108"/>
                      <a:pt x="3810" y="2239"/>
                      <a:pt x="4286" y="3347"/>
                    </a:cubicBezTo>
                    <a:cubicBezTo>
                      <a:pt x="4393" y="3608"/>
                      <a:pt x="4584" y="3847"/>
                      <a:pt x="4739" y="4108"/>
                    </a:cubicBezTo>
                    <a:cubicBezTo>
                      <a:pt x="4739" y="4108"/>
                      <a:pt x="4655" y="4132"/>
                      <a:pt x="4584" y="4156"/>
                    </a:cubicBezTo>
                    <a:cubicBezTo>
                      <a:pt x="4584" y="4168"/>
                      <a:pt x="4584" y="4180"/>
                      <a:pt x="4584" y="4180"/>
                    </a:cubicBezTo>
                    <a:cubicBezTo>
                      <a:pt x="4846" y="5502"/>
                      <a:pt x="5108" y="6787"/>
                      <a:pt x="5370" y="8085"/>
                    </a:cubicBezTo>
                    <a:cubicBezTo>
                      <a:pt x="5334" y="8097"/>
                      <a:pt x="5286" y="8109"/>
                      <a:pt x="5239" y="8121"/>
                    </a:cubicBezTo>
                    <a:cubicBezTo>
                      <a:pt x="5167" y="7835"/>
                      <a:pt x="5084" y="7537"/>
                      <a:pt x="5013" y="7252"/>
                    </a:cubicBezTo>
                    <a:lnTo>
                      <a:pt x="5013" y="7252"/>
                    </a:lnTo>
                    <a:cubicBezTo>
                      <a:pt x="5024" y="9192"/>
                      <a:pt x="4751" y="11050"/>
                      <a:pt x="3798" y="12752"/>
                    </a:cubicBezTo>
                    <a:cubicBezTo>
                      <a:pt x="3465" y="13360"/>
                      <a:pt x="3072" y="13931"/>
                      <a:pt x="2631" y="14443"/>
                    </a:cubicBezTo>
                    <a:cubicBezTo>
                      <a:pt x="2548" y="14574"/>
                      <a:pt x="2477" y="14693"/>
                      <a:pt x="2393" y="14824"/>
                    </a:cubicBezTo>
                    <a:cubicBezTo>
                      <a:pt x="2357" y="14872"/>
                      <a:pt x="2322" y="14919"/>
                      <a:pt x="2286" y="14955"/>
                    </a:cubicBezTo>
                    <a:cubicBezTo>
                      <a:pt x="2215" y="15074"/>
                      <a:pt x="2131" y="15181"/>
                      <a:pt x="2060" y="15277"/>
                    </a:cubicBezTo>
                    <a:cubicBezTo>
                      <a:pt x="2036" y="15324"/>
                      <a:pt x="2000" y="15360"/>
                      <a:pt x="1976" y="15396"/>
                    </a:cubicBezTo>
                    <a:cubicBezTo>
                      <a:pt x="1893" y="15503"/>
                      <a:pt x="1810" y="15610"/>
                      <a:pt x="1726" y="15717"/>
                    </a:cubicBezTo>
                    <a:cubicBezTo>
                      <a:pt x="1655" y="15800"/>
                      <a:pt x="1584" y="15896"/>
                      <a:pt x="1512" y="15979"/>
                    </a:cubicBezTo>
                    <a:cubicBezTo>
                      <a:pt x="1429" y="16086"/>
                      <a:pt x="1334" y="16193"/>
                      <a:pt x="1250" y="16289"/>
                    </a:cubicBezTo>
                    <a:cubicBezTo>
                      <a:pt x="1191" y="16360"/>
                      <a:pt x="1119" y="16431"/>
                      <a:pt x="1060" y="16503"/>
                    </a:cubicBezTo>
                    <a:cubicBezTo>
                      <a:pt x="976" y="16598"/>
                      <a:pt x="881" y="16693"/>
                      <a:pt x="798" y="16789"/>
                    </a:cubicBezTo>
                    <a:cubicBezTo>
                      <a:pt x="786" y="16789"/>
                      <a:pt x="786" y="16801"/>
                      <a:pt x="786" y="16801"/>
                    </a:cubicBezTo>
                    <a:cubicBezTo>
                      <a:pt x="691" y="16896"/>
                      <a:pt x="607" y="16991"/>
                      <a:pt x="524" y="17074"/>
                    </a:cubicBezTo>
                    <a:lnTo>
                      <a:pt x="512" y="17074"/>
                    </a:lnTo>
                    <a:cubicBezTo>
                      <a:pt x="417" y="17170"/>
                      <a:pt x="322" y="17265"/>
                      <a:pt x="238" y="17348"/>
                    </a:cubicBezTo>
                    <a:cubicBezTo>
                      <a:pt x="155" y="17432"/>
                      <a:pt x="71" y="17503"/>
                      <a:pt x="0" y="17574"/>
                    </a:cubicBezTo>
                    <a:cubicBezTo>
                      <a:pt x="3203" y="16562"/>
                      <a:pt x="5167" y="14384"/>
                      <a:pt x="5882" y="10978"/>
                    </a:cubicBezTo>
                    <a:cubicBezTo>
                      <a:pt x="5906" y="11693"/>
                      <a:pt x="5882" y="12431"/>
                      <a:pt x="5977" y="13145"/>
                    </a:cubicBezTo>
                    <a:cubicBezTo>
                      <a:pt x="6120" y="14205"/>
                      <a:pt x="6298" y="15277"/>
                      <a:pt x="6560" y="16312"/>
                    </a:cubicBezTo>
                    <a:cubicBezTo>
                      <a:pt x="6775" y="17146"/>
                      <a:pt x="6644" y="17836"/>
                      <a:pt x="6227" y="18563"/>
                    </a:cubicBezTo>
                    <a:cubicBezTo>
                      <a:pt x="5882" y="19158"/>
                      <a:pt x="5465" y="19634"/>
                      <a:pt x="4894" y="19968"/>
                    </a:cubicBezTo>
                    <a:cubicBezTo>
                      <a:pt x="4894" y="19968"/>
                      <a:pt x="5035" y="19989"/>
                      <a:pt x="5261" y="19989"/>
                    </a:cubicBezTo>
                    <a:cubicBezTo>
                      <a:pt x="5448" y="19989"/>
                      <a:pt x="5694" y="19974"/>
                      <a:pt x="5965" y="19920"/>
                    </a:cubicBezTo>
                    <a:cubicBezTo>
                      <a:pt x="6048" y="19872"/>
                      <a:pt x="6132" y="19825"/>
                      <a:pt x="6215" y="19777"/>
                    </a:cubicBezTo>
                    <a:cubicBezTo>
                      <a:pt x="7715" y="18967"/>
                      <a:pt x="8477" y="17360"/>
                      <a:pt x="8084" y="15777"/>
                    </a:cubicBezTo>
                    <a:cubicBezTo>
                      <a:pt x="8013" y="15443"/>
                      <a:pt x="7882" y="15110"/>
                      <a:pt x="7680" y="14848"/>
                    </a:cubicBezTo>
                    <a:cubicBezTo>
                      <a:pt x="6918" y="13836"/>
                      <a:pt x="6668" y="12669"/>
                      <a:pt x="6453" y="11467"/>
                    </a:cubicBezTo>
                    <a:cubicBezTo>
                      <a:pt x="6120" y="9454"/>
                      <a:pt x="6501" y="7514"/>
                      <a:pt x="6918" y="5573"/>
                    </a:cubicBezTo>
                    <a:cubicBezTo>
                      <a:pt x="7263" y="3978"/>
                      <a:pt x="7549" y="2358"/>
                      <a:pt x="7894" y="739"/>
                    </a:cubicBezTo>
                    <a:cubicBezTo>
                      <a:pt x="7894" y="1013"/>
                      <a:pt x="7930" y="1299"/>
                      <a:pt x="7894" y="1561"/>
                    </a:cubicBezTo>
                    <a:cubicBezTo>
                      <a:pt x="7537" y="3775"/>
                      <a:pt x="7168" y="5978"/>
                      <a:pt x="6799" y="8192"/>
                    </a:cubicBezTo>
                    <a:cubicBezTo>
                      <a:pt x="6596" y="9347"/>
                      <a:pt x="6620" y="10502"/>
                      <a:pt x="6858" y="11657"/>
                    </a:cubicBezTo>
                    <a:cubicBezTo>
                      <a:pt x="6977" y="12252"/>
                      <a:pt x="6834" y="12883"/>
                      <a:pt x="7168" y="13443"/>
                    </a:cubicBezTo>
                    <a:cubicBezTo>
                      <a:pt x="7299" y="13669"/>
                      <a:pt x="7418" y="13907"/>
                      <a:pt x="7596" y="14134"/>
                    </a:cubicBezTo>
                    <a:cubicBezTo>
                      <a:pt x="7227" y="12645"/>
                      <a:pt x="7060" y="11145"/>
                      <a:pt x="7180" y="9847"/>
                    </a:cubicBezTo>
                    <a:lnTo>
                      <a:pt x="7180" y="9847"/>
                    </a:lnTo>
                    <a:cubicBezTo>
                      <a:pt x="7227" y="10252"/>
                      <a:pt x="7299" y="10705"/>
                      <a:pt x="7358" y="11169"/>
                    </a:cubicBezTo>
                    <a:cubicBezTo>
                      <a:pt x="7370" y="11193"/>
                      <a:pt x="7382" y="11217"/>
                      <a:pt x="7394" y="11240"/>
                    </a:cubicBezTo>
                    <a:cubicBezTo>
                      <a:pt x="7418" y="11300"/>
                      <a:pt x="7453" y="11359"/>
                      <a:pt x="7501" y="11443"/>
                    </a:cubicBezTo>
                    <a:cubicBezTo>
                      <a:pt x="7537" y="11514"/>
                      <a:pt x="7584" y="11598"/>
                      <a:pt x="7644" y="11693"/>
                    </a:cubicBezTo>
                    <a:cubicBezTo>
                      <a:pt x="7870" y="12086"/>
                      <a:pt x="8227" y="12610"/>
                      <a:pt x="8787" y="13133"/>
                    </a:cubicBezTo>
                    <a:cubicBezTo>
                      <a:pt x="9215" y="13550"/>
                      <a:pt x="9763" y="13955"/>
                      <a:pt x="10418" y="14265"/>
                    </a:cubicBezTo>
                    <a:cubicBezTo>
                      <a:pt x="9287" y="13431"/>
                      <a:pt x="8501" y="12312"/>
                      <a:pt x="7953" y="11002"/>
                    </a:cubicBezTo>
                    <a:lnTo>
                      <a:pt x="7953" y="11002"/>
                    </a:lnTo>
                    <a:cubicBezTo>
                      <a:pt x="8382" y="11621"/>
                      <a:pt x="8763" y="12300"/>
                      <a:pt x="9275" y="12860"/>
                    </a:cubicBezTo>
                    <a:cubicBezTo>
                      <a:pt x="9787" y="13443"/>
                      <a:pt x="10382" y="13967"/>
                      <a:pt x="11025" y="14419"/>
                    </a:cubicBezTo>
                    <a:cubicBezTo>
                      <a:pt x="11144" y="14503"/>
                      <a:pt x="11287" y="14586"/>
                      <a:pt x="11418" y="14646"/>
                    </a:cubicBezTo>
                    <a:cubicBezTo>
                      <a:pt x="12012" y="14824"/>
                      <a:pt x="12655" y="14919"/>
                      <a:pt x="13320" y="14919"/>
                    </a:cubicBezTo>
                    <a:cubicBezTo>
                      <a:pt x="13455" y="14919"/>
                      <a:pt x="13591" y="14915"/>
                      <a:pt x="13728" y="14907"/>
                    </a:cubicBezTo>
                    <a:cubicBezTo>
                      <a:pt x="12156" y="14229"/>
                      <a:pt x="11085" y="12967"/>
                      <a:pt x="10216" y="11443"/>
                    </a:cubicBezTo>
                    <a:cubicBezTo>
                      <a:pt x="10156" y="11490"/>
                      <a:pt x="10108" y="11526"/>
                      <a:pt x="10013" y="11609"/>
                    </a:cubicBezTo>
                    <a:cubicBezTo>
                      <a:pt x="9751" y="10728"/>
                      <a:pt x="9466" y="9895"/>
                      <a:pt x="9263" y="9026"/>
                    </a:cubicBezTo>
                    <a:cubicBezTo>
                      <a:pt x="8656" y="6466"/>
                      <a:pt x="8644" y="3870"/>
                      <a:pt x="9061" y="1287"/>
                    </a:cubicBezTo>
                    <a:cubicBezTo>
                      <a:pt x="9132" y="846"/>
                      <a:pt x="9251" y="429"/>
                      <a:pt x="93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29"/>
              <p:cNvSpPr/>
              <p:nvPr/>
            </p:nvSpPr>
            <p:spPr>
              <a:xfrm>
                <a:off x="3670675" y="2618300"/>
                <a:ext cx="88725" cy="106000"/>
              </a:xfrm>
              <a:custGeom>
                <a:rect b="b" l="l" r="r" t="t"/>
                <a:pathLst>
                  <a:path extrusionOk="0" h="4240" w="3549">
                    <a:moveTo>
                      <a:pt x="1739" y="1"/>
                    </a:moveTo>
                    <a:cubicBezTo>
                      <a:pt x="1525" y="870"/>
                      <a:pt x="1227" y="1692"/>
                      <a:pt x="799" y="2465"/>
                    </a:cubicBezTo>
                    <a:cubicBezTo>
                      <a:pt x="370" y="3513"/>
                      <a:pt x="1" y="4239"/>
                      <a:pt x="1" y="4239"/>
                    </a:cubicBezTo>
                    <a:cubicBezTo>
                      <a:pt x="1692" y="3406"/>
                      <a:pt x="2811" y="1668"/>
                      <a:pt x="3549" y="1"/>
                    </a:cubicBezTo>
                    <a:lnTo>
                      <a:pt x="3466" y="1"/>
                    </a:lnTo>
                    <a:cubicBezTo>
                      <a:pt x="2751" y="1620"/>
                      <a:pt x="1727" y="3025"/>
                      <a:pt x="430" y="3906"/>
                    </a:cubicBezTo>
                    <a:cubicBezTo>
                      <a:pt x="1775" y="2549"/>
                      <a:pt x="2656" y="1287"/>
                      <a:pt x="32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29"/>
              <p:cNvSpPr/>
              <p:nvPr/>
            </p:nvSpPr>
            <p:spPr>
              <a:xfrm>
                <a:off x="3661750" y="2618300"/>
                <a:ext cx="22050" cy="24450"/>
              </a:xfrm>
              <a:custGeom>
                <a:rect b="b" l="l" r="r" t="t"/>
                <a:pathLst>
                  <a:path extrusionOk="0" h="978" w="882">
                    <a:moveTo>
                      <a:pt x="441" y="1"/>
                    </a:moveTo>
                    <a:cubicBezTo>
                      <a:pt x="406" y="48"/>
                      <a:pt x="370" y="108"/>
                      <a:pt x="322" y="156"/>
                    </a:cubicBezTo>
                    <a:cubicBezTo>
                      <a:pt x="215" y="429"/>
                      <a:pt x="108" y="703"/>
                      <a:pt x="1" y="977"/>
                    </a:cubicBezTo>
                    <a:cubicBezTo>
                      <a:pt x="322" y="644"/>
                      <a:pt x="620" y="322"/>
                      <a:pt x="8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9"/>
              <p:cNvSpPr/>
              <p:nvPr/>
            </p:nvSpPr>
            <p:spPr>
              <a:xfrm>
                <a:off x="4182950" y="2842750"/>
                <a:ext cx="43175" cy="92575"/>
              </a:xfrm>
              <a:custGeom>
                <a:rect b="b" l="l" r="r" t="t"/>
                <a:pathLst>
                  <a:path extrusionOk="0" h="3703" w="1727">
                    <a:moveTo>
                      <a:pt x="1" y="0"/>
                    </a:moveTo>
                    <a:lnTo>
                      <a:pt x="1" y="0"/>
                    </a:lnTo>
                    <a:cubicBezTo>
                      <a:pt x="12" y="72"/>
                      <a:pt x="24" y="155"/>
                      <a:pt x="48" y="226"/>
                    </a:cubicBezTo>
                    <a:cubicBezTo>
                      <a:pt x="322" y="1596"/>
                      <a:pt x="905" y="2739"/>
                      <a:pt x="1727" y="3703"/>
                    </a:cubicBezTo>
                    <a:cubicBezTo>
                      <a:pt x="1048" y="2810"/>
                      <a:pt x="405" y="1596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9"/>
              <p:cNvSpPr/>
              <p:nvPr/>
            </p:nvSpPr>
            <p:spPr>
              <a:xfrm>
                <a:off x="4124325" y="2899600"/>
                <a:ext cx="1200" cy="3300"/>
              </a:xfrm>
              <a:custGeom>
                <a:rect b="b" l="l" r="r" t="t"/>
                <a:pathLst>
                  <a:path extrusionOk="0" h="132" w="48">
                    <a:moveTo>
                      <a:pt x="0" y="0"/>
                    </a:moveTo>
                    <a:cubicBezTo>
                      <a:pt x="0" y="24"/>
                      <a:pt x="0" y="48"/>
                      <a:pt x="12" y="60"/>
                    </a:cubicBezTo>
                    <a:cubicBezTo>
                      <a:pt x="12" y="84"/>
                      <a:pt x="36" y="107"/>
                      <a:pt x="48" y="131"/>
                    </a:cubicBezTo>
                    <a:cubicBezTo>
                      <a:pt x="36" y="84"/>
                      <a:pt x="12" y="48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9"/>
              <p:cNvSpPr/>
              <p:nvPr/>
            </p:nvSpPr>
            <p:spPr>
              <a:xfrm>
                <a:off x="4127875" y="2925500"/>
                <a:ext cx="7475" cy="37225"/>
              </a:xfrm>
              <a:custGeom>
                <a:rect b="b" l="l" r="r" t="t"/>
                <a:pathLst>
                  <a:path extrusionOk="0" h="1489" w="299">
                    <a:moveTo>
                      <a:pt x="1" y="0"/>
                    </a:moveTo>
                    <a:lnTo>
                      <a:pt x="1" y="0"/>
                    </a:lnTo>
                    <a:cubicBezTo>
                      <a:pt x="37" y="274"/>
                      <a:pt x="84" y="548"/>
                      <a:pt x="120" y="822"/>
                    </a:cubicBezTo>
                    <a:cubicBezTo>
                      <a:pt x="156" y="1048"/>
                      <a:pt x="239" y="1274"/>
                      <a:pt x="299" y="1488"/>
                    </a:cubicBezTo>
                    <a:cubicBezTo>
                      <a:pt x="203" y="1012"/>
                      <a:pt x="96" y="476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29"/>
              <p:cNvSpPr/>
              <p:nvPr/>
            </p:nvSpPr>
            <p:spPr>
              <a:xfrm>
                <a:off x="2807775" y="2982350"/>
                <a:ext cx="925" cy="2400"/>
              </a:xfrm>
              <a:custGeom>
                <a:rect b="b" l="l" r="r" t="t"/>
                <a:pathLst>
                  <a:path extrusionOk="0" h="96" w="37">
                    <a:moveTo>
                      <a:pt x="24" y="0"/>
                    </a:moveTo>
                    <a:cubicBezTo>
                      <a:pt x="1" y="60"/>
                      <a:pt x="1" y="95"/>
                      <a:pt x="36" y="95"/>
                    </a:cubicBezTo>
                    <a:cubicBezTo>
                      <a:pt x="1" y="95"/>
                      <a:pt x="13" y="60"/>
                      <a:pt x="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29"/>
              <p:cNvSpPr/>
              <p:nvPr/>
            </p:nvSpPr>
            <p:spPr>
              <a:xfrm>
                <a:off x="3402800" y="2721000"/>
                <a:ext cx="15500" cy="11925"/>
              </a:xfrm>
              <a:custGeom>
                <a:rect b="b" l="l" r="r" t="t"/>
                <a:pathLst>
                  <a:path extrusionOk="0" h="477" w="620">
                    <a:moveTo>
                      <a:pt x="548" y="0"/>
                    </a:moveTo>
                    <a:cubicBezTo>
                      <a:pt x="369" y="167"/>
                      <a:pt x="191" y="310"/>
                      <a:pt x="0" y="465"/>
                    </a:cubicBezTo>
                    <a:cubicBezTo>
                      <a:pt x="24" y="477"/>
                      <a:pt x="36" y="477"/>
                      <a:pt x="60" y="477"/>
                    </a:cubicBezTo>
                    <a:cubicBezTo>
                      <a:pt x="286" y="310"/>
                      <a:pt x="453" y="203"/>
                      <a:pt x="619" y="84"/>
                    </a:cubicBezTo>
                    <a:cubicBezTo>
                      <a:pt x="596" y="60"/>
                      <a:pt x="572" y="36"/>
                      <a:pt x="548" y="0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9"/>
              <p:cNvSpPr/>
              <p:nvPr/>
            </p:nvSpPr>
            <p:spPr>
              <a:xfrm>
                <a:off x="3239975" y="2741550"/>
                <a:ext cx="73850" cy="65200"/>
              </a:xfrm>
              <a:custGeom>
                <a:rect b="b" l="l" r="r" t="t"/>
                <a:pathLst>
                  <a:path extrusionOk="0" h="2608" w="2954">
                    <a:moveTo>
                      <a:pt x="2953" y="0"/>
                    </a:moveTo>
                    <a:lnTo>
                      <a:pt x="2953" y="0"/>
                    </a:lnTo>
                    <a:cubicBezTo>
                      <a:pt x="2501" y="226"/>
                      <a:pt x="1953" y="274"/>
                      <a:pt x="1667" y="762"/>
                    </a:cubicBezTo>
                    <a:cubicBezTo>
                      <a:pt x="1598" y="740"/>
                      <a:pt x="1534" y="730"/>
                      <a:pt x="1475" y="730"/>
                    </a:cubicBezTo>
                    <a:cubicBezTo>
                      <a:pt x="1180" y="730"/>
                      <a:pt x="1007" y="976"/>
                      <a:pt x="858" y="1214"/>
                    </a:cubicBezTo>
                    <a:cubicBezTo>
                      <a:pt x="548" y="1655"/>
                      <a:pt x="274" y="2143"/>
                      <a:pt x="1" y="2607"/>
                    </a:cubicBezTo>
                    <a:cubicBezTo>
                      <a:pt x="203" y="2548"/>
                      <a:pt x="405" y="2477"/>
                      <a:pt x="596" y="2393"/>
                    </a:cubicBezTo>
                    <a:cubicBezTo>
                      <a:pt x="917" y="1893"/>
                      <a:pt x="1251" y="1405"/>
                      <a:pt x="1572" y="917"/>
                    </a:cubicBezTo>
                    <a:lnTo>
                      <a:pt x="1572" y="917"/>
                    </a:lnTo>
                    <a:cubicBezTo>
                      <a:pt x="1405" y="1238"/>
                      <a:pt x="1251" y="1572"/>
                      <a:pt x="1084" y="1905"/>
                    </a:cubicBezTo>
                    <a:cubicBezTo>
                      <a:pt x="1024" y="2024"/>
                      <a:pt x="953" y="2143"/>
                      <a:pt x="894" y="2274"/>
                    </a:cubicBezTo>
                    <a:cubicBezTo>
                      <a:pt x="965" y="2238"/>
                      <a:pt x="1048" y="2203"/>
                      <a:pt x="1120" y="2155"/>
                    </a:cubicBezTo>
                    <a:cubicBezTo>
                      <a:pt x="1846" y="1548"/>
                      <a:pt x="2596" y="953"/>
                      <a:pt x="29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29"/>
              <p:cNvSpPr/>
              <p:nvPr/>
            </p:nvSpPr>
            <p:spPr>
              <a:xfrm>
                <a:off x="3221225" y="2810600"/>
                <a:ext cx="27700" cy="27400"/>
              </a:xfrm>
              <a:custGeom>
                <a:rect b="b" l="l" r="r" t="t"/>
                <a:pathLst>
                  <a:path extrusionOk="0" h="1096" w="1108">
                    <a:moveTo>
                      <a:pt x="1108" y="0"/>
                    </a:moveTo>
                    <a:lnTo>
                      <a:pt x="1108" y="0"/>
                    </a:lnTo>
                    <a:cubicBezTo>
                      <a:pt x="941" y="36"/>
                      <a:pt x="774" y="60"/>
                      <a:pt x="608" y="84"/>
                    </a:cubicBezTo>
                    <a:lnTo>
                      <a:pt x="0" y="1096"/>
                    </a:lnTo>
                    <a:cubicBezTo>
                      <a:pt x="322" y="941"/>
                      <a:pt x="631" y="762"/>
                      <a:pt x="929" y="584"/>
                    </a:cubicBezTo>
                    <a:cubicBezTo>
                      <a:pt x="953" y="500"/>
                      <a:pt x="989" y="429"/>
                      <a:pt x="1012" y="346"/>
                    </a:cubicBezTo>
                    <a:cubicBezTo>
                      <a:pt x="1036" y="238"/>
                      <a:pt x="1036" y="119"/>
                      <a:pt x="1096" y="24"/>
                    </a:cubicBezTo>
                    <a:cubicBezTo>
                      <a:pt x="1096" y="12"/>
                      <a:pt x="1108" y="12"/>
                      <a:pt x="11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29"/>
              <p:cNvSpPr/>
              <p:nvPr/>
            </p:nvSpPr>
            <p:spPr>
              <a:xfrm>
                <a:off x="3328542" y="2720444"/>
                <a:ext cx="69375" cy="23900"/>
              </a:xfrm>
              <a:custGeom>
                <a:rect b="b" l="l" r="r" t="t"/>
                <a:pathLst>
                  <a:path extrusionOk="0" h="956" w="2775">
                    <a:moveTo>
                      <a:pt x="2269" y="1"/>
                    </a:moveTo>
                    <a:cubicBezTo>
                      <a:pt x="1602" y="1"/>
                      <a:pt x="807" y="116"/>
                      <a:pt x="358" y="313"/>
                    </a:cubicBezTo>
                    <a:cubicBezTo>
                      <a:pt x="239" y="539"/>
                      <a:pt x="120" y="753"/>
                      <a:pt x="1" y="956"/>
                    </a:cubicBezTo>
                    <a:cubicBezTo>
                      <a:pt x="679" y="733"/>
                      <a:pt x="1358" y="545"/>
                      <a:pt x="2022" y="545"/>
                    </a:cubicBezTo>
                    <a:cubicBezTo>
                      <a:pt x="2138" y="545"/>
                      <a:pt x="2254" y="550"/>
                      <a:pt x="2370" y="563"/>
                    </a:cubicBezTo>
                    <a:cubicBezTo>
                      <a:pt x="2513" y="384"/>
                      <a:pt x="2644" y="206"/>
                      <a:pt x="2775" y="27"/>
                    </a:cubicBezTo>
                    <a:cubicBezTo>
                      <a:pt x="2622" y="9"/>
                      <a:pt x="2450" y="1"/>
                      <a:pt x="22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29"/>
              <p:cNvSpPr/>
              <p:nvPr/>
            </p:nvSpPr>
            <p:spPr>
              <a:xfrm>
                <a:off x="3153950" y="2684400"/>
                <a:ext cx="199750" cy="242300"/>
              </a:xfrm>
              <a:custGeom>
                <a:rect b="b" l="l" r="r" t="t"/>
                <a:pathLst>
                  <a:path extrusionOk="0" h="9692" w="7990">
                    <a:moveTo>
                      <a:pt x="7906" y="0"/>
                    </a:moveTo>
                    <a:cubicBezTo>
                      <a:pt x="7537" y="83"/>
                      <a:pt x="7144" y="131"/>
                      <a:pt x="6775" y="238"/>
                    </a:cubicBezTo>
                    <a:cubicBezTo>
                      <a:pt x="5668" y="583"/>
                      <a:pt x="4573" y="964"/>
                      <a:pt x="3465" y="1322"/>
                    </a:cubicBezTo>
                    <a:cubicBezTo>
                      <a:pt x="3192" y="1417"/>
                      <a:pt x="2989" y="1584"/>
                      <a:pt x="2834" y="1810"/>
                    </a:cubicBezTo>
                    <a:cubicBezTo>
                      <a:pt x="2549" y="2465"/>
                      <a:pt x="2263" y="3119"/>
                      <a:pt x="1989" y="3774"/>
                    </a:cubicBezTo>
                    <a:cubicBezTo>
                      <a:pt x="1441" y="5108"/>
                      <a:pt x="929" y="6441"/>
                      <a:pt x="513" y="7799"/>
                    </a:cubicBezTo>
                    <a:cubicBezTo>
                      <a:pt x="322" y="8430"/>
                      <a:pt x="144" y="9061"/>
                      <a:pt x="1" y="9692"/>
                    </a:cubicBezTo>
                    <a:cubicBezTo>
                      <a:pt x="358" y="9037"/>
                      <a:pt x="763" y="8406"/>
                      <a:pt x="1144" y="7763"/>
                    </a:cubicBezTo>
                    <a:lnTo>
                      <a:pt x="1798" y="6668"/>
                    </a:lnTo>
                    <a:lnTo>
                      <a:pt x="1798" y="6668"/>
                    </a:lnTo>
                    <a:cubicBezTo>
                      <a:pt x="1668" y="6679"/>
                      <a:pt x="1525" y="6691"/>
                      <a:pt x="1394" y="6691"/>
                    </a:cubicBezTo>
                    <a:cubicBezTo>
                      <a:pt x="1560" y="6632"/>
                      <a:pt x="1727" y="6572"/>
                      <a:pt x="1894" y="6501"/>
                    </a:cubicBezTo>
                    <a:cubicBezTo>
                      <a:pt x="2168" y="6060"/>
                      <a:pt x="2430" y="5620"/>
                      <a:pt x="2691" y="5167"/>
                    </a:cubicBezTo>
                    <a:lnTo>
                      <a:pt x="2287" y="5167"/>
                    </a:lnTo>
                    <a:cubicBezTo>
                      <a:pt x="2441" y="5144"/>
                      <a:pt x="2596" y="5108"/>
                      <a:pt x="2751" y="5084"/>
                    </a:cubicBezTo>
                    <a:lnTo>
                      <a:pt x="2953" y="4727"/>
                    </a:lnTo>
                    <a:cubicBezTo>
                      <a:pt x="3049" y="4572"/>
                      <a:pt x="3108" y="4405"/>
                      <a:pt x="3192" y="4239"/>
                    </a:cubicBezTo>
                    <a:cubicBezTo>
                      <a:pt x="3168" y="4203"/>
                      <a:pt x="3132" y="4179"/>
                      <a:pt x="3108" y="4155"/>
                    </a:cubicBezTo>
                    <a:cubicBezTo>
                      <a:pt x="2870" y="4310"/>
                      <a:pt x="2620" y="4477"/>
                      <a:pt x="2382" y="4643"/>
                    </a:cubicBezTo>
                    <a:cubicBezTo>
                      <a:pt x="2358" y="4620"/>
                      <a:pt x="2334" y="4596"/>
                      <a:pt x="2310" y="4572"/>
                    </a:cubicBezTo>
                    <a:cubicBezTo>
                      <a:pt x="3144" y="3846"/>
                      <a:pt x="3977" y="3108"/>
                      <a:pt x="4656" y="2512"/>
                    </a:cubicBezTo>
                    <a:cubicBezTo>
                      <a:pt x="5597" y="2072"/>
                      <a:pt x="6406" y="1786"/>
                      <a:pt x="7109" y="1322"/>
                    </a:cubicBezTo>
                    <a:cubicBezTo>
                      <a:pt x="7502" y="1072"/>
                      <a:pt x="7704" y="524"/>
                      <a:pt x="7990" y="119"/>
                    </a:cubicBezTo>
                    <a:cubicBezTo>
                      <a:pt x="7966" y="71"/>
                      <a:pt x="7942" y="36"/>
                      <a:pt x="79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29"/>
              <p:cNvSpPr/>
              <p:nvPr/>
            </p:nvSpPr>
            <p:spPr>
              <a:xfrm>
                <a:off x="3418575" y="2618300"/>
                <a:ext cx="64900" cy="19375"/>
              </a:xfrm>
              <a:custGeom>
                <a:rect b="b" l="l" r="r" t="t"/>
                <a:pathLst>
                  <a:path extrusionOk="0" h="775" w="2596">
                    <a:moveTo>
                      <a:pt x="393" y="1"/>
                    </a:moveTo>
                    <a:cubicBezTo>
                      <a:pt x="262" y="251"/>
                      <a:pt x="131" y="513"/>
                      <a:pt x="0" y="775"/>
                    </a:cubicBezTo>
                    <a:lnTo>
                      <a:pt x="2060" y="775"/>
                    </a:lnTo>
                    <a:cubicBezTo>
                      <a:pt x="2239" y="513"/>
                      <a:pt x="2417" y="263"/>
                      <a:pt x="25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29"/>
              <p:cNvSpPr/>
              <p:nvPr/>
            </p:nvSpPr>
            <p:spPr>
              <a:xfrm>
                <a:off x="3430475" y="2705525"/>
                <a:ext cx="3600" cy="3300"/>
              </a:xfrm>
              <a:custGeom>
                <a:rect b="b" l="l" r="r" t="t"/>
                <a:pathLst>
                  <a:path extrusionOk="0" h="132" w="144">
                    <a:moveTo>
                      <a:pt x="143" y="0"/>
                    </a:moveTo>
                    <a:cubicBezTo>
                      <a:pt x="96" y="48"/>
                      <a:pt x="48" y="84"/>
                      <a:pt x="1" y="131"/>
                    </a:cubicBezTo>
                    <a:lnTo>
                      <a:pt x="24" y="131"/>
                    </a:lnTo>
                    <a:cubicBezTo>
                      <a:pt x="60" y="96"/>
                      <a:pt x="108" y="48"/>
                      <a:pt x="143" y="0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29"/>
              <p:cNvSpPr/>
              <p:nvPr/>
            </p:nvSpPr>
            <p:spPr>
              <a:xfrm>
                <a:off x="3519475" y="2618300"/>
                <a:ext cx="18775" cy="21475"/>
              </a:xfrm>
              <a:custGeom>
                <a:rect b="b" l="l" r="r" t="t"/>
                <a:pathLst>
                  <a:path extrusionOk="0" h="859" w="751">
                    <a:moveTo>
                      <a:pt x="405" y="1"/>
                    </a:moveTo>
                    <a:cubicBezTo>
                      <a:pt x="358" y="72"/>
                      <a:pt x="310" y="144"/>
                      <a:pt x="251" y="215"/>
                    </a:cubicBezTo>
                    <a:cubicBezTo>
                      <a:pt x="96" y="429"/>
                      <a:pt x="1" y="620"/>
                      <a:pt x="24" y="858"/>
                    </a:cubicBezTo>
                    <a:cubicBezTo>
                      <a:pt x="274" y="572"/>
                      <a:pt x="512" y="275"/>
                      <a:pt x="7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29"/>
              <p:cNvSpPr/>
              <p:nvPr/>
            </p:nvSpPr>
            <p:spPr>
              <a:xfrm>
                <a:off x="3656100" y="2622175"/>
                <a:ext cx="13725" cy="25325"/>
              </a:xfrm>
              <a:custGeom>
                <a:rect b="b" l="l" r="r" t="t"/>
                <a:pathLst>
                  <a:path extrusionOk="0" h="1013" w="549">
                    <a:moveTo>
                      <a:pt x="548" y="1"/>
                    </a:moveTo>
                    <a:lnTo>
                      <a:pt x="548" y="1"/>
                    </a:lnTo>
                    <a:cubicBezTo>
                      <a:pt x="381" y="239"/>
                      <a:pt x="191" y="465"/>
                      <a:pt x="0" y="679"/>
                    </a:cubicBezTo>
                    <a:cubicBezTo>
                      <a:pt x="12" y="882"/>
                      <a:pt x="24" y="1013"/>
                      <a:pt x="24" y="1013"/>
                    </a:cubicBezTo>
                    <a:cubicBezTo>
                      <a:pt x="96" y="953"/>
                      <a:pt x="155" y="882"/>
                      <a:pt x="227" y="822"/>
                    </a:cubicBezTo>
                    <a:cubicBezTo>
                      <a:pt x="334" y="548"/>
                      <a:pt x="441" y="274"/>
                      <a:pt x="5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29"/>
              <p:cNvSpPr/>
              <p:nvPr/>
            </p:nvSpPr>
            <p:spPr>
              <a:xfrm>
                <a:off x="3501625" y="2618300"/>
                <a:ext cx="136925" cy="205125"/>
              </a:xfrm>
              <a:custGeom>
                <a:rect b="b" l="l" r="r" t="t"/>
                <a:pathLst>
                  <a:path extrusionOk="0" h="8205" w="5477">
                    <a:moveTo>
                      <a:pt x="2905" y="1"/>
                    </a:moveTo>
                    <a:cubicBezTo>
                      <a:pt x="2167" y="2251"/>
                      <a:pt x="1393" y="4489"/>
                      <a:pt x="536" y="6704"/>
                    </a:cubicBezTo>
                    <a:cubicBezTo>
                      <a:pt x="310" y="7347"/>
                      <a:pt x="119" y="7871"/>
                      <a:pt x="0" y="8204"/>
                    </a:cubicBezTo>
                    <a:cubicBezTo>
                      <a:pt x="24" y="8192"/>
                      <a:pt x="48" y="8169"/>
                      <a:pt x="83" y="8157"/>
                    </a:cubicBezTo>
                    <a:cubicBezTo>
                      <a:pt x="191" y="8073"/>
                      <a:pt x="357" y="7954"/>
                      <a:pt x="536" y="7764"/>
                    </a:cubicBezTo>
                    <a:cubicBezTo>
                      <a:pt x="917" y="7383"/>
                      <a:pt x="1310" y="6740"/>
                      <a:pt x="1834" y="5954"/>
                    </a:cubicBezTo>
                    <a:cubicBezTo>
                      <a:pt x="2822" y="4430"/>
                      <a:pt x="4120" y="2334"/>
                      <a:pt x="54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29"/>
              <p:cNvSpPr/>
              <p:nvPr/>
            </p:nvSpPr>
            <p:spPr>
              <a:xfrm>
                <a:off x="3498050" y="2618300"/>
                <a:ext cx="149450" cy="215250"/>
              </a:xfrm>
              <a:custGeom>
                <a:rect b="b" l="l" r="r" t="t"/>
                <a:pathLst>
                  <a:path extrusionOk="0" h="8610" w="5978">
                    <a:moveTo>
                      <a:pt x="5644" y="1"/>
                    </a:moveTo>
                    <a:cubicBezTo>
                      <a:pt x="5584" y="132"/>
                      <a:pt x="5501" y="299"/>
                      <a:pt x="5394" y="525"/>
                    </a:cubicBezTo>
                    <a:cubicBezTo>
                      <a:pt x="5156" y="1013"/>
                      <a:pt x="4798" y="1715"/>
                      <a:pt x="4334" y="2549"/>
                    </a:cubicBezTo>
                    <a:cubicBezTo>
                      <a:pt x="3870" y="3382"/>
                      <a:pt x="3286" y="4347"/>
                      <a:pt x="2608" y="5359"/>
                    </a:cubicBezTo>
                    <a:cubicBezTo>
                      <a:pt x="2262" y="5871"/>
                      <a:pt x="1905" y="6394"/>
                      <a:pt x="1512" y="6918"/>
                    </a:cubicBezTo>
                    <a:cubicBezTo>
                      <a:pt x="1322" y="7180"/>
                      <a:pt x="1108" y="7442"/>
                      <a:pt x="869" y="7680"/>
                    </a:cubicBezTo>
                    <a:cubicBezTo>
                      <a:pt x="655" y="7895"/>
                      <a:pt x="405" y="8085"/>
                      <a:pt x="143" y="8216"/>
                    </a:cubicBezTo>
                    <a:cubicBezTo>
                      <a:pt x="48" y="8466"/>
                      <a:pt x="0" y="8609"/>
                      <a:pt x="0" y="8609"/>
                    </a:cubicBezTo>
                    <a:cubicBezTo>
                      <a:pt x="1858" y="7133"/>
                      <a:pt x="4929" y="2025"/>
                      <a:pt x="59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29"/>
              <p:cNvSpPr/>
              <p:nvPr/>
            </p:nvSpPr>
            <p:spPr>
              <a:xfrm>
                <a:off x="3655200" y="2618300"/>
                <a:ext cx="13725" cy="19975"/>
              </a:xfrm>
              <a:custGeom>
                <a:rect b="b" l="l" r="r" t="t"/>
                <a:pathLst>
                  <a:path extrusionOk="0" h="799" w="549">
                    <a:moveTo>
                      <a:pt x="1" y="1"/>
                    </a:moveTo>
                    <a:cubicBezTo>
                      <a:pt x="1" y="275"/>
                      <a:pt x="25" y="572"/>
                      <a:pt x="36" y="799"/>
                    </a:cubicBezTo>
                    <a:cubicBezTo>
                      <a:pt x="203" y="525"/>
                      <a:pt x="382" y="263"/>
                      <a:pt x="5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29"/>
              <p:cNvSpPr/>
              <p:nvPr/>
            </p:nvSpPr>
            <p:spPr>
              <a:xfrm>
                <a:off x="3506375" y="2641525"/>
                <a:ext cx="7175" cy="13425"/>
              </a:xfrm>
              <a:custGeom>
                <a:rect b="b" l="l" r="r" t="t"/>
                <a:pathLst>
                  <a:path extrusionOk="0" h="537" w="287">
                    <a:moveTo>
                      <a:pt x="251" y="1"/>
                    </a:moveTo>
                    <a:cubicBezTo>
                      <a:pt x="96" y="167"/>
                      <a:pt x="36" y="346"/>
                      <a:pt x="1" y="536"/>
                    </a:cubicBezTo>
                    <a:cubicBezTo>
                      <a:pt x="96" y="429"/>
                      <a:pt x="191" y="334"/>
                      <a:pt x="286" y="227"/>
                    </a:cubicBezTo>
                    <a:cubicBezTo>
                      <a:pt x="286" y="155"/>
                      <a:pt x="274" y="72"/>
                      <a:pt x="251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29"/>
              <p:cNvSpPr/>
              <p:nvPr/>
            </p:nvSpPr>
            <p:spPr>
              <a:xfrm>
                <a:off x="3482275" y="2678725"/>
                <a:ext cx="1200" cy="625"/>
              </a:xfrm>
              <a:custGeom>
                <a:rect b="b" l="l" r="r" t="t"/>
                <a:pathLst>
                  <a:path extrusionOk="0" h="25" w="48">
                    <a:moveTo>
                      <a:pt x="48" y="1"/>
                    </a:moveTo>
                    <a:cubicBezTo>
                      <a:pt x="24" y="1"/>
                      <a:pt x="12" y="1"/>
                      <a:pt x="0" y="13"/>
                    </a:cubicBezTo>
                    <a:cubicBezTo>
                      <a:pt x="12" y="13"/>
                      <a:pt x="12" y="13"/>
                      <a:pt x="24" y="25"/>
                    </a:cubicBezTo>
                    <a:cubicBezTo>
                      <a:pt x="24" y="13"/>
                      <a:pt x="36" y="1"/>
                      <a:pt x="48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29"/>
              <p:cNvSpPr/>
              <p:nvPr/>
            </p:nvSpPr>
            <p:spPr>
              <a:xfrm>
                <a:off x="3359625" y="2679325"/>
                <a:ext cx="80700" cy="29500"/>
              </a:xfrm>
              <a:custGeom>
                <a:rect b="b" l="l" r="r" t="t"/>
                <a:pathLst>
                  <a:path extrusionOk="0" h="1180" w="3228">
                    <a:moveTo>
                      <a:pt x="1001" y="1"/>
                    </a:moveTo>
                    <a:cubicBezTo>
                      <a:pt x="644" y="405"/>
                      <a:pt x="358" y="739"/>
                      <a:pt x="60" y="1084"/>
                    </a:cubicBezTo>
                    <a:cubicBezTo>
                      <a:pt x="37" y="1108"/>
                      <a:pt x="25" y="1144"/>
                      <a:pt x="1" y="1179"/>
                    </a:cubicBezTo>
                    <a:lnTo>
                      <a:pt x="2346" y="1179"/>
                    </a:lnTo>
                    <a:cubicBezTo>
                      <a:pt x="2644" y="786"/>
                      <a:pt x="2942" y="405"/>
                      <a:pt x="32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29"/>
              <p:cNvSpPr/>
              <p:nvPr/>
            </p:nvSpPr>
            <p:spPr>
              <a:xfrm>
                <a:off x="3107825" y="3079675"/>
                <a:ext cx="22350" cy="5675"/>
              </a:xfrm>
              <a:custGeom>
                <a:rect b="b" l="l" r="r" t="t"/>
                <a:pathLst>
                  <a:path extrusionOk="0" h="227" w="894">
                    <a:moveTo>
                      <a:pt x="0" y="1"/>
                    </a:moveTo>
                    <a:lnTo>
                      <a:pt x="0" y="1"/>
                    </a:lnTo>
                    <a:cubicBezTo>
                      <a:pt x="72" y="72"/>
                      <a:pt x="143" y="131"/>
                      <a:pt x="226" y="203"/>
                    </a:cubicBezTo>
                    <a:lnTo>
                      <a:pt x="893" y="227"/>
                    </a:lnTo>
                    <a:cubicBezTo>
                      <a:pt x="595" y="155"/>
                      <a:pt x="298" y="72"/>
                      <a:pt x="0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29"/>
              <p:cNvSpPr/>
              <p:nvPr/>
            </p:nvSpPr>
            <p:spPr>
              <a:xfrm>
                <a:off x="2854800" y="2618300"/>
                <a:ext cx="26825" cy="191425"/>
              </a:xfrm>
              <a:custGeom>
                <a:rect b="b" l="l" r="r" t="t"/>
                <a:pathLst>
                  <a:path extrusionOk="0" h="7657" w="1073">
                    <a:moveTo>
                      <a:pt x="179" y="1"/>
                    </a:moveTo>
                    <a:cubicBezTo>
                      <a:pt x="1" y="2573"/>
                      <a:pt x="299" y="5192"/>
                      <a:pt x="1072" y="7657"/>
                    </a:cubicBezTo>
                    <a:cubicBezTo>
                      <a:pt x="1072" y="7549"/>
                      <a:pt x="1072" y="7454"/>
                      <a:pt x="1072" y="7347"/>
                    </a:cubicBezTo>
                    <a:cubicBezTo>
                      <a:pt x="1061" y="7299"/>
                      <a:pt x="1049" y="7240"/>
                      <a:pt x="1025" y="7180"/>
                    </a:cubicBezTo>
                    <a:cubicBezTo>
                      <a:pt x="989" y="7049"/>
                      <a:pt x="941" y="6906"/>
                      <a:pt x="894" y="6728"/>
                    </a:cubicBezTo>
                    <a:cubicBezTo>
                      <a:pt x="691" y="6049"/>
                      <a:pt x="441" y="5037"/>
                      <a:pt x="299" y="3775"/>
                    </a:cubicBezTo>
                    <a:cubicBezTo>
                      <a:pt x="168" y="2692"/>
                      <a:pt x="108" y="1394"/>
                      <a:pt x="215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29"/>
              <p:cNvSpPr/>
              <p:nvPr/>
            </p:nvSpPr>
            <p:spPr>
              <a:xfrm>
                <a:off x="2865825" y="2618300"/>
                <a:ext cx="252425" cy="472425"/>
              </a:xfrm>
              <a:custGeom>
                <a:rect b="b" l="l" r="r" t="t"/>
                <a:pathLst>
                  <a:path extrusionOk="0" h="18897" w="10097">
                    <a:moveTo>
                      <a:pt x="84" y="1"/>
                    </a:moveTo>
                    <a:cubicBezTo>
                      <a:pt x="24" y="822"/>
                      <a:pt x="0" y="1703"/>
                      <a:pt x="48" y="2632"/>
                    </a:cubicBezTo>
                    <a:cubicBezTo>
                      <a:pt x="72" y="3442"/>
                      <a:pt x="155" y="4287"/>
                      <a:pt x="274" y="5156"/>
                    </a:cubicBezTo>
                    <a:cubicBezTo>
                      <a:pt x="310" y="5371"/>
                      <a:pt x="334" y="5597"/>
                      <a:pt x="369" y="5811"/>
                    </a:cubicBezTo>
                    <a:cubicBezTo>
                      <a:pt x="405" y="6025"/>
                      <a:pt x="453" y="6252"/>
                      <a:pt x="489" y="6466"/>
                    </a:cubicBezTo>
                    <a:cubicBezTo>
                      <a:pt x="536" y="6692"/>
                      <a:pt x="584" y="6906"/>
                      <a:pt x="631" y="7121"/>
                    </a:cubicBezTo>
                    <a:cubicBezTo>
                      <a:pt x="631" y="7133"/>
                      <a:pt x="631" y="7145"/>
                      <a:pt x="631" y="7156"/>
                    </a:cubicBezTo>
                    <a:cubicBezTo>
                      <a:pt x="679" y="5609"/>
                      <a:pt x="881" y="4073"/>
                      <a:pt x="1227" y="2561"/>
                    </a:cubicBezTo>
                    <a:cubicBezTo>
                      <a:pt x="1227" y="2525"/>
                      <a:pt x="1239" y="2489"/>
                      <a:pt x="1239" y="2465"/>
                    </a:cubicBezTo>
                    <a:lnTo>
                      <a:pt x="1251" y="2465"/>
                    </a:lnTo>
                    <a:cubicBezTo>
                      <a:pt x="1310" y="2215"/>
                      <a:pt x="1370" y="1965"/>
                      <a:pt x="1441" y="1727"/>
                    </a:cubicBezTo>
                    <a:lnTo>
                      <a:pt x="1441" y="1727"/>
                    </a:lnTo>
                    <a:cubicBezTo>
                      <a:pt x="1643" y="3561"/>
                      <a:pt x="1560" y="5430"/>
                      <a:pt x="1191" y="7240"/>
                    </a:cubicBezTo>
                    <a:cubicBezTo>
                      <a:pt x="1977" y="5359"/>
                      <a:pt x="2251" y="3335"/>
                      <a:pt x="2596" y="1299"/>
                    </a:cubicBezTo>
                    <a:cubicBezTo>
                      <a:pt x="2620" y="1418"/>
                      <a:pt x="2620" y="1549"/>
                      <a:pt x="2632" y="1680"/>
                    </a:cubicBezTo>
                    <a:cubicBezTo>
                      <a:pt x="2667" y="1430"/>
                      <a:pt x="2703" y="1180"/>
                      <a:pt x="2739" y="930"/>
                    </a:cubicBezTo>
                    <a:lnTo>
                      <a:pt x="2739" y="930"/>
                    </a:lnTo>
                    <a:cubicBezTo>
                      <a:pt x="2965" y="3656"/>
                      <a:pt x="2501" y="6454"/>
                      <a:pt x="1417" y="8978"/>
                    </a:cubicBezTo>
                    <a:cubicBezTo>
                      <a:pt x="2465" y="7990"/>
                      <a:pt x="3370" y="6847"/>
                      <a:pt x="4096" y="5609"/>
                    </a:cubicBezTo>
                    <a:lnTo>
                      <a:pt x="4096" y="5609"/>
                    </a:lnTo>
                    <a:cubicBezTo>
                      <a:pt x="3894" y="6454"/>
                      <a:pt x="3846" y="7323"/>
                      <a:pt x="3906" y="8192"/>
                    </a:cubicBezTo>
                    <a:cubicBezTo>
                      <a:pt x="3918" y="8192"/>
                      <a:pt x="3929" y="8180"/>
                      <a:pt x="3929" y="8169"/>
                    </a:cubicBezTo>
                    <a:lnTo>
                      <a:pt x="3929" y="8169"/>
                    </a:lnTo>
                    <a:cubicBezTo>
                      <a:pt x="3929" y="8192"/>
                      <a:pt x="3918" y="8216"/>
                      <a:pt x="3906" y="8240"/>
                    </a:cubicBezTo>
                    <a:cubicBezTo>
                      <a:pt x="4037" y="10014"/>
                      <a:pt x="4596" y="11800"/>
                      <a:pt x="5156" y="13514"/>
                    </a:cubicBezTo>
                    <a:cubicBezTo>
                      <a:pt x="5703" y="15217"/>
                      <a:pt x="6287" y="16955"/>
                      <a:pt x="7430" y="18313"/>
                    </a:cubicBezTo>
                    <a:cubicBezTo>
                      <a:pt x="7597" y="18515"/>
                      <a:pt x="7775" y="18706"/>
                      <a:pt x="7942" y="18896"/>
                    </a:cubicBezTo>
                    <a:cubicBezTo>
                      <a:pt x="7989" y="18872"/>
                      <a:pt x="8025" y="18848"/>
                      <a:pt x="8073" y="18825"/>
                    </a:cubicBezTo>
                    <a:cubicBezTo>
                      <a:pt x="7894" y="18515"/>
                      <a:pt x="7751" y="18182"/>
                      <a:pt x="7537" y="17884"/>
                    </a:cubicBezTo>
                    <a:cubicBezTo>
                      <a:pt x="6799" y="16896"/>
                      <a:pt x="6573" y="15741"/>
                      <a:pt x="6358" y="14562"/>
                    </a:cubicBezTo>
                    <a:cubicBezTo>
                      <a:pt x="6358" y="14562"/>
                      <a:pt x="6346" y="14550"/>
                      <a:pt x="6346" y="14550"/>
                    </a:cubicBezTo>
                    <a:cubicBezTo>
                      <a:pt x="6346" y="14538"/>
                      <a:pt x="6346" y="14526"/>
                      <a:pt x="6346" y="14526"/>
                    </a:cubicBezTo>
                    <a:cubicBezTo>
                      <a:pt x="6192" y="14193"/>
                      <a:pt x="6084" y="13836"/>
                      <a:pt x="5882" y="13526"/>
                    </a:cubicBezTo>
                    <a:cubicBezTo>
                      <a:pt x="4977" y="12169"/>
                      <a:pt x="4620" y="10633"/>
                      <a:pt x="4287" y="9061"/>
                    </a:cubicBezTo>
                    <a:cubicBezTo>
                      <a:pt x="3977" y="7561"/>
                      <a:pt x="4096" y="6109"/>
                      <a:pt x="4549" y="4668"/>
                    </a:cubicBezTo>
                    <a:cubicBezTo>
                      <a:pt x="4715" y="4108"/>
                      <a:pt x="5001" y="3632"/>
                      <a:pt x="5442" y="3251"/>
                    </a:cubicBezTo>
                    <a:cubicBezTo>
                      <a:pt x="5767" y="2983"/>
                      <a:pt x="6115" y="2800"/>
                      <a:pt x="6542" y="2800"/>
                    </a:cubicBezTo>
                    <a:cubicBezTo>
                      <a:pt x="6646" y="2800"/>
                      <a:pt x="6756" y="2811"/>
                      <a:pt x="6870" y="2835"/>
                    </a:cubicBezTo>
                    <a:cubicBezTo>
                      <a:pt x="6811" y="2906"/>
                      <a:pt x="6787" y="2954"/>
                      <a:pt x="6775" y="2954"/>
                    </a:cubicBezTo>
                    <a:cubicBezTo>
                      <a:pt x="5751" y="3073"/>
                      <a:pt x="5192" y="3728"/>
                      <a:pt x="4870" y="4609"/>
                    </a:cubicBezTo>
                    <a:cubicBezTo>
                      <a:pt x="4394" y="5883"/>
                      <a:pt x="4215" y="7204"/>
                      <a:pt x="4489" y="8550"/>
                    </a:cubicBezTo>
                    <a:cubicBezTo>
                      <a:pt x="4739" y="9835"/>
                      <a:pt x="4965" y="11121"/>
                      <a:pt x="5537" y="12336"/>
                    </a:cubicBezTo>
                    <a:cubicBezTo>
                      <a:pt x="6275" y="13895"/>
                      <a:pt x="7466" y="14836"/>
                      <a:pt x="9121" y="15205"/>
                    </a:cubicBezTo>
                    <a:cubicBezTo>
                      <a:pt x="9394" y="15277"/>
                      <a:pt x="9680" y="15253"/>
                      <a:pt x="10097" y="15288"/>
                    </a:cubicBezTo>
                    <a:cubicBezTo>
                      <a:pt x="9109" y="13419"/>
                      <a:pt x="8561" y="11526"/>
                      <a:pt x="7954" y="9657"/>
                    </a:cubicBezTo>
                    <a:cubicBezTo>
                      <a:pt x="7394" y="9823"/>
                      <a:pt x="7180" y="10324"/>
                      <a:pt x="7156" y="11514"/>
                    </a:cubicBezTo>
                    <a:cubicBezTo>
                      <a:pt x="6680" y="10764"/>
                      <a:pt x="6966" y="9931"/>
                      <a:pt x="7882" y="9454"/>
                    </a:cubicBezTo>
                    <a:cubicBezTo>
                      <a:pt x="7680" y="8442"/>
                      <a:pt x="7466" y="7418"/>
                      <a:pt x="7263" y="6406"/>
                    </a:cubicBezTo>
                    <a:cubicBezTo>
                      <a:pt x="7145" y="6365"/>
                      <a:pt x="7024" y="6344"/>
                      <a:pt x="6905" y="6344"/>
                    </a:cubicBezTo>
                    <a:cubicBezTo>
                      <a:pt x="6542" y="6344"/>
                      <a:pt x="6192" y="6536"/>
                      <a:pt x="5977" y="6930"/>
                    </a:cubicBezTo>
                    <a:cubicBezTo>
                      <a:pt x="5811" y="7240"/>
                      <a:pt x="5739" y="7633"/>
                      <a:pt x="5668" y="7990"/>
                    </a:cubicBezTo>
                    <a:cubicBezTo>
                      <a:pt x="5620" y="8240"/>
                      <a:pt x="5632" y="8490"/>
                      <a:pt x="5620" y="8823"/>
                    </a:cubicBezTo>
                    <a:cubicBezTo>
                      <a:pt x="5168" y="7276"/>
                      <a:pt x="5775" y="6156"/>
                      <a:pt x="7216" y="5835"/>
                    </a:cubicBezTo>
                    <a:cubicBezTo>
                      <a:pt x="7216" y="5644"/>
                      <a:pt x="7227" y="5442"/>
                      <a:pt x="7216" y="5240"/>
                    </a:cubicBezTo>
                    <a:cubicBezTo>
                      <a:pt x="7144" y="4311"/>
                      <a:pt x="7156" y="3382"/>
                      <a:pt x="7216" y="2465"/>
                    </a:cubicBezTo>
                    <a:cubicBezTo>
                      <a:pt x="7216" y="2430"/>
                      <a:pt x="7204" y="2406"/>
                      <a:pt x="7192" y="2370"/>
                    </a:cubicBezTo>
                    <a:cubicBezTo>
                      <a:pt x="7180" y="2311"/>
                      <a:pt x="7156" y="2239"/>
                      <a:pt x="7144" y="2168"/>
                    </a:cubicBezTo>
                    <a:cubicBezTo>
                      <a:pt x="7120" y="2096"/>
                      <a:pt x="7108" y="2013"/>
                      <a:pt x="7085" y="1930"/>
                    </a:cubicBezTo>
                    <a:cubicBezTo>
                      <a:pt x="6977" y="1442"/>
                      <a:pt x="6858" y="787"/>
                      <a:pt x="67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9"/>
              <p:cNvSpPr/>
              <p:nvPr/>
            </p:nvSpPr>
            <p:spPr>
              <a:xfrm>
                <a:off x="3097400" y="2618300"/>
                <a:ext cx="60450" cy="244700"/>
              </a:xfrm>
              <a:custGeom>
                <a:rect b="b" l="l" r="r" t="t"/>
                <a:pathLst>
                  <a:path extrusionOk="0" h="9788" w="2418">
                    <a:moveTo>
                      <a:pt x="358" y="1"/>
                    </a:moveTo>
                    <a:cubicBezTo>
                      <a:pt x="24" y="2549"/>
                      <a:pt x="0" y="5121"/>
                      <a:pt x="250" y="7657"/>
                    </a:cubicBezTo>
                    <a:cubicBezTo>
                      <a:pt x="346" y="6299"/>
                      <a:pt x="560" y="4942"/>
                      <a:pt x="929" y="3585"/>
                    </a:cubicBezTo>
                    <a:lnTo>
                      <a:pt x="929" y="3585"/>
                    </a:lnTo>
                    <a:cubicBezTo>
                      <a:pt x="929" y="3870"/>
                      <a:pt x="965" y="4168"/>
                      <a:pt x="917" y="4454"/>
                    </a:cubicBezTo>
                    <a:cubicBezTo>
                      <a:pt x="655" y="6228"/>
                      <a:pt x="655" y="8002"/>
                      <a:pt x="810" y="9776"/>
                    </a:cubicBezTo>
                    <a:lnTo>
                      <a:pt x="917" y="9788"/>
                    </a:lnTo>
                    <a:cubicBezTo>
                      <a:pt x="1012" y="8704"/>
                      <a:pt x="1096" y="7621"/>
                      <a:pt x="1227" y="6537"/>
                    </a:cubicBezTo>
                    <a:cubicBezTo>
                      <a:pt x="1358" y="5442"/>
                      <a:pt x="1513" y="4335"/>
                      <a:pt x="1715" y="3239"/>
                    </a:cubicBezTo>
                    <a:cubicBezTo>
                      <a:pt x="1917" y="2156"/>
                      <a:pt x="2179" y="1084"/>
                      <a:pt x="2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29"/>
              <p:cNvSpPr/>
              <p:nvPr/>
            </p:nvSpPr>
            <p:spPr>
              <a:xfrm>
                <a:off x="3123000" y="2618300"/>
                <a:ext cx="145575" cy="330425"/>
              </a:xfrm>
              <a:custGeom>
                <a:rect b="b" l="l" r="r" t="t"/>
                <a:pathLst>
                  <a:path extrusionOk="0" h="13217" w="5823">
                    <a:moveTo>
                      <a:pt x="1429" y="1"/>
                    </a:moveTo>
                    <a:cubicBezTo>
                      <a:pt x="1453" y="1"/>
                      <a:pt x="1477" y="13"/>
                      <a:pt x="1501" y="13"/>
                    </a:cubicBezTo>
                    <a:cubicBezTo>
                      <a:pt x="1310" y="941"/>
                      <a:pt x="1096" y="1870"/>
                      <a:pt x="929" y="2811"/>
                    </a:cubicBezTo>
                    <a:cubicBezTo>
                      <a:pt x="417" y="5692"/>
                      <a:pt x="0" y="8597"/>
                      <a:pt x="48" y="11538"/>
                    </a:cubicBezTo>
                    <a:cubicBezTo>
                      <a:pt x="60" y="11967"/>
                      <a:pt x="131" y="12407"/>
                      <a:pt x="191" y="12836"/>
                    </a:cubicBezTo>
                    <a:cubicBezTo>
                      <a:pt x="215" y="12967"/>
                      <a:pt x="250" y="13098"/>
                      <a:pt x="286" y="13217"/>
                    </a:cubicBezTo>
                    <a:cubicBezTo>
                      <a:pt x="512" y="12205"/>
                      <a:pt x="822" y="11217"/>
                      <a:pt x="1167" y="10252"/>
                    </a:cubicBezTo>
                    <a:cubicBezTo>
                      <a:pt x="1655" y="8883"/>
                      <a:pt x="2239" y="7561"/>
                      <a:pt x="2858" y="6264"/>
                    </a:cubicBezTo>
                    <a:cubicBezTo>
                      <a:pt x="3096" y="5752"/>
                      <a:pt x="3334" y="5240"/>
                      <a:pt x="3584" y="4740"/>
                    </a:cubicBezTo>
                    <a:cubicBezTo>
                      <a:pt x="3632" y="4644"/>
                      <a:pt x="3668" y="4549"/>
                      <a:pt x="3715" y="4454"/>
                    </a:cubicBezTo>
                    <a:lnTo>
                      <a:pt x="3715" y="4454"/>
                    </a:lnTo>
                    <a:lnTo>
                      <a:pt x="2429" y="4918"/>
                    </a:lnTo>
                    <a:cubicBezTo>
                      <a:pt x="2405" y="4894"/>
                      <a:pt x="2394" y="4859"/>
                      <a:pt x="2382" y="4835"/>
                    </a:cubicBezTo>
                    <a:cubicBezTo>
                      <a:pt x="2417" y="4775"/>
                      <a:pt x="2465" y="4704"/>
                      <a:pt x="2513" y="4656"/>
                    </a:cubicBezTo>
                    <a:cubicBezTo>
                      <a:pt x="2632" y="4549"/>
                      <a:pt x="2751" y="4454"/>
                      <a:pt x="2894" y="4382"/>
                    </a:cubicBezTo>
                    <a:cubicBezTo>
                      <a:pt x="3417" y="4108"/>
                      <a:pt x="3870" y="3775"/>
                      <a:pt x="4251" y="3370"/>
                    </a:cubicBezTo>
                    <a:cubicBezTo>
                      <a:pt x="4799" y="2263"/>
                      <a:pt x="5334" y="1132"/>
                      <a:pt x="58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29"/>
              <p:cNvSpPr/>
              <p:nvPr/>
            </p:nvSpPr>
            <p:spPr>
              <a:xfrm>
                <a:off x="3049475" y="2618300"/>
                <a:ext cx="59850" cy="323875"/>
              </a:xfrm>
              <a:custGeom>
                <a:rect b="b" l="l" r="r" t="t"/>
                <a:pathLst>
                  <a:path extrusionOk="0" h="12955" w="2394">
                    <a:moveTo>
                      <a:pt x="251" y="1"/>
                    </a:moveTo>
                    <a:cubicBezTo>
                      <a:pt x="96" y="1334"/>
                      <a:pt x="1" y="2680"/>
                      <a:pt x="36" y="4037"/>
                    </a:cubicBezTo>
                    <a:cubicBezTo>
                      <a:pt x="48" y="4609"/>
                      <a:pt x="108" y="5192"/>
                      <a:pt x="227" y="5775"/>
                    </a:cubicBezTo>
                    <a:lnTo>
                      <a:pt x="298" y="5335"/>
                    </a:lnTo>
                    <a:cubicBezTo>
                      <a:pt x="715" y="7823"/>
                      <a:pt x="1667" y="11252"/>
                      <a:pt x="2394" y="12955"/>
                    </a:cubicBezTo>
                    <a:cubicBezTo>
                      <a:pt x="1489" y="8680"/>
                      <a:pt x="1441" y="4251"/>
                      <a:pt x="22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29"/>
              <p:cNvSpPr/>
              <p:nvPr/>
            </p:nvSpPr>
            <p:spPr>
              <a:xfrm>
                <a:off x="3041450" y="2618300"/>
                <a:ext cx="11325" cy="56300"/>
              </a:xfrm>
              <a:custGeom>
                <a:rect b="b" l="l" r="r" t="t"/>
                <a:pathLst>
                  <a:path extrusionOk="0" h="2252" w="453">
                    <a:moveTo>
                      <a:pt x="0" y="1"/>
                    </a:moveTo>
                    <a:cubicBezTo>
                      <a:pt x="0" y="144"/>
                      <a:pt x="0" y="287"/>
                      <a:pt x="12" y="429"/>
                    </a:cubicBezTo>
                    <a:cubicBezTo>
                      <a:pt x="48" y="1025"/>
                      <a:pt x="107" y="1632"/>
                      <a:pt x="202" y="2251"/>
                    </a:cubicBezTo>
                    <a:cubicBezTo>
                      <a:pt x="262" y="1501"/>
                      <a:pt x="345" y="751"/>
                      <a:pt x="4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29"/>
              <p:cNvSpPr/>
              <p:nvPr/>
            </p:nvSpPr>
            <p:spPr>
              <a:xfrm>
                <a:off x="3243850" y="2618300"/>
                <a:ext cx="152425" cy="76225"/>
              </a:xfrm>
              <a:custGeom>
                <a:rect b="b" l="l" r="r" t="t"/>
                <a:pathLst>
                  <a:path extrusionOk="0" h="3049" w="6097">
                    <a:moveTo>
                      <a:pt x="1072" y="1"/>
                    </a:moveTo>
                    <a:cubicBezTo>
                      <a:pt x="739" y="894"/>
                      <a:pt x="369" y="1775"/>
                      <a:pt x="0" y="2656"/>
                    </a:cubicBezTo>
                    <a:cubicBezTo>
                      <a:pt x="238" y="2311"/>
                      <a:pt x="429" y="1942"/>
                      <a:pt x="596" y="1549"/>
                    </a:cubicBezTo>
                    <a:cubicBezTo>
                      <a:pt x="762" y="1156"/>
                      <a:pt x="989" y="799"/>
                      <a:pt x="1191" y="418"/>
                    </a:cubicBezTo>
                    <a:cubicBezTo>
                      <a:pt x="1227" y="441"/>
                      <a:pt x="1250" y="453"/>
                      <a:pt x="1286" y="465"/>
                    </a:cubicBezTo>
                    <a:lnTo>
                      <a:pt x="24" y="2977"/>
                    </a:lnTo>
                    <a:cubicBezTo>
                      <a:pt x="48" y="3001"/>
                      <a:pt x="72" y="3025"/>
                      <a:pt x="96" y="3049"/>
                    </a:cubicBezTo>
                    <a:cubicBezTo>
                      <a:pt x="596" y="2811"/>
                      <a:pt x="1108" y="2596"/>
                      <a:pt x="1596" y="2323"/>
                    </a:cubicBezTo>
                    <a:cubicBezTo>
                      <a:pt x="2632" y="1763"/>
                      <a:pt x="3727" y="1406"/>
                      <a:pt x="4882" y="1191"/>
                    </a:cubicBezTo>
                    <a:cubicBezTo>
                      <a:pt x="5084" y="1156"/>
                      <a:pt x="5263" y="1084"/>
                      <a:pt x="5418" y="1001"/>
                    </a:cubicBezTo>
                    <a:cubicBezTo>
                      <a:pt x="5644" y="668"/>
                      <a:pt x="5870" y="334"/>
                      <a:pt x="6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29"/>
              <p:cNvSpPr/>
              <p:nvPr/>
            </p:nvSpPr>
            <p:spPr>
              <a:xfrm>
                <a:off x="3207825" y="2847200"/>
                <a:ext cx="14625" cy="13425"/>
              </a:xfrm>
              <a:custGeom>
                <a:rect b="b" l="l" r="r" t="t"/>
                <a:pathLst>
                  <a:path extrusionOk="0" h="537" w="585">
                    <a:moveTo>
                      <a:pt x="584" y="1"/>
                    </a:moveTo>
                    <a:cubicBezTo>
                      <a:pt x="489" y="25"/>
                      <a:pt x="382" y="48"/>
                      <a:pt x="275" y="72"/>
                    </a:cubicBezTo>
                    <a:cubicBezTo>
                      <a:pt x="179" y="227"/>
                      <a:pt x="96" y="382"/>
                      <a:pt x="1" y="537"/>
                    </a:cubicBezTo>
                    <a:cubicBezTo>
                      <a:pt x="191" y="370"/>
                      <a:pt x="394" y="191"/>
                      <a:pt x="584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29"/>
              <p:cNvSpPr/>
              <p:nvPr/>
            </p:nvSpPr>
            <p:spPr>
              <a:xfrm>
                <a:off x="3024475" y="2972825"/>
                <a:ext cx="215825" cy="113925"/>
              </a:xfrm>
              <a:custGeom>
                <a:rect b="b" l="l" r="r" t="t"/>
                <a:pathLst>
                  <a:path extrusionOk="0" h="4557" w="8633">
                    <a:moveTo>
                      <a:pt x="48" y="0"/>
                    </a:moveTo>
                    <a:cubicBezTo>
                      <a:pt x="24" y="155"/>
                      <a:pt x="12" y="250"/>
                      <a:pt x="0" y="345"/>
                    </a:cubicBezTo>
                    <a:cubicBezTo>
                      <a:pt x="0" y="345"/>
                      <a:pt x="0" y="345"/>
                      <a:pt x="12" y="357"/>
                    </a:cubicBezTo>
                    <a:cubicBezTo>
                      <a:pt x="12" y="369"/>
                      <a:pt x="12" y="369"/>
                      <a:pt x="12" y="381"/>
                    </a:cubicBezTo>
                    <a:cubicBezTo>
                      <a:pt x="215" y="703"/>
                      <a:pt x="405" y="1036"/>
                      <a:pt x="620" y="1357"/>
                    </a:cubicBezTo>
                    <a:cubicBezTo>
                      <a:pt x="679" y="1441"/>
                      <a:pt x="774" y="1488"/>
                      <a:pt x="917" y="1608"/>
                    </a:cubicBezTo>
                    <a:cubicBezTo>
                      <a:pt x="1322" y="2631"/>
                      <a:pt x="2263" y="3239"/>
                      <a:pt x="3239" y="3763"/>
                    </a:cubicBezTo>
                    <a:cubicBezTo>
                      <a:pt x="4252" y="4319"/>
                      <a:pt x="5323" y="4557"/>
                      <a:pt x="6428" y="4557"/>
                    </a:cubicBezTo>
                    <a:cubicBezTo>
                      <a:pt x="6907" y="4557"/>
                      <a:pt x="7393" y="4512"/>
                      <a:pt x="7882" y="4429"/>
                    </a:cubicBezTo>
                    <a:cubicBezTo>
                      <a:pt x="7978" y="4405"/>
                      <a:pt x="8085" y="4382"/>
                      <a:pt x="8192" y="4370"/>
                    </a:cubicBezTo>
                    <a:cubicBezTo>
                      <a:pt x="8454" y="4239"/>
                      <a:pt x="8585" y="4144"/>
                      <a:pt x="8632" y="4072"/>
                    </a:cubicBezTo>
                    <a:lnTo>
                      <a:pt x="8632" y="4072"/>
                    </a:lnTo>
                    <a:cubicBezTo>
                      <a:pt x="8145" y="4261"/>
                      <a:pt x="7621" y="4355"/>
                      <a:pt x="7097" y="4355"/>
                    </a:cubicBezTo>
                    <a:cubicBezTo>
                      <a:pt x="6071" y="4355"/>
                      <a:pt x="5043" y="3995"/>
                      <a:pt x="4287" y="3286"/>
                    </a:cubicBezTo>
                    <a:lnTo>
                      <a:pt x="4287" y="3286"/>
                    </a:lnTo>
                    <a:cubicBezTo>
                      <a:pt x="5160" y="3770"/>
                      <a:pt x="6077" y="4012"/>
                      <a:pt x="7031" y="4012"/>
                    </a:cubicBezTo>
                    <a:cubicBezTo>
                      <a:pt x="7416" y="4012"/>
                      <a:pt x="7807" y="3972"/>
                      <a:pt x="8204" y="3894"/>
                    </a:cubicBezTo>
                    <a:cubicBezTo>
                      <a:pt x="8144" y="3882"/>
                      <a:pt x="8073" y="3858"/>
                      <a:pt x="8013" y="3846"/>
                    </a:cubicBezTo>
                    <a:cubicBezTo>
                      <a:pt x="7347" y="3751"/>
                      <a:pt x="6727" y="3536"/>
                      <a:pt x="6156" y="3179"/>
                    </a:cubicBezTo>
                    <a:cubicBezTo>
                      <a:pt x="5704" y="2905"/>
                      <a:pt x="5311" y="2548"/>
                      <a:pt x="4846" y="2286"/>
                    </a:cubicBezTo>
                    <a:cubicBezTo>
                      <a:pt x="4584" y="2143"/>
                      <a:pt x="4239" y="2072"/>
                      <a:pt x="3929" y="2072"/>
                    </a:cubicBezTo>
                    <a:cubicBezTo>
                      <a:pt x="2763" y="2072"/>
                      <a:pt x="1751" y="1679"/>
                      <a:pt x="893" y="905"/>
                    </a:cubicBezTo>
                    <a:cubicBezTo>
                      <a:pt x="608" y="643"/>
                      <a:pt x="358" y="334"/>
                      <a:pt x="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29"/>
              <p:cNvSpPr/>
              <p:nvPr/>
            </p:nvSpPr>
            <p:spPr>
              <a:xfrm>
                <a:off x="2807775" y="2981150"/>
                <a:ext cx="4500" cy="3600"/>
              </a:xfrm>
              <a:custGeom>
                <a:rect b="b" l="l" r="r" t="t"/>
                <a:pathLst>
                  <a:path extrusionOk="0" h="144" w="180">
                    <a:moveTo>
                      <a:pt x="179" y="1"/>
                    </a:moveTo>
                    <a:lnTo>
                      <a:pt x="179" y="1"/>
                    </a:lnTo>
                    <a:cubicBezTo>
                      <a:pt x="132" y="12"/>
                      <a:pt x="84" y="24"/>
                      <a:pt x="24" y="36"/>
                    </a:cubicBezTo>
                    <a:cubicBezTo>
                      <a:pt x="13" y="108"/>
                      <a:pt x="1" y="143"/>
                      <a:pt x="36" y="143"/>
                    </a:cubicBezTo>
                    <a:cubicBezTo>
                      <a:pt x="60" y="132"/>
                      <a:pt x="108" y="96"/>
                      <a:pt x="179" y="1"/>
                    </a:cubicBezTo>
                    <a:close/>
                  </a:path>
                </a:pathLst>
              </a:custGeom>
              <a:solidFill>
                <a:srgbClr val="0300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29"/>
              <p:cNvSpPr/>
              <p:nvPr/>
            </p:nvSpPr>
            <p:spPr>
              <a:xfrm>
                <a:off x="2812250" y="2641225"/>
                <a:ext cx="156000" cy="332200"/>
              </a:xfrm>
              <a:custGeom>
                <a:rect b="b" l="l" r="r" t="t"/>
                <a:pathLst>
                  <a:path extrusionOk="0" h="13288" w="6240">
                    <a:moveTo>
                      <a:pt x="4882" y="1"/>
                    </a:moveTo>
                    <a:lnTo>
                      <a:pt x="4882" y="1"/>
                    </a:lnTo>
                    <a:cubicBezTo>
                      <a:pt x="4846" y="263"/>
                      <a:pt x="4810" y="513"/>
                      <a:pt x="4775" y="763"/>
                    </a:cubicBezTo>
                    <a:cubicBezTo>
                      <a:pt x="4822" y="2596"/>
                      <a:pt x="3858" y="5942"/>
                      <a:pt x="2632" y="8668"/>
                    </a:cubicBezTo>
                    <a:cubicBezTo>
                      <a:pt x="2036" y="9966"/>
                      <a:pt x="1381" y="11133"/>
                      <a:pt x="750" y="11907"/>
                    </a:cubicBezTo>
                    <a:cubicBezTo>
                      <a:pt x="679" y="12026"/>
                      <a:pt x="619" y="12133"/>
                      <a:pt x="560" y="12240"/>
                    </a:cubicBezTo>
                    <a:cubicBezTo>
                      <a:pt x="524" y="12300"/>
                      <a:pt x="488" y="12359"/>
                      <a:pt x="465" y="12419"/>
                    </a:cubicBezTo>
                    <a:cubicBezTo>
                      <a:pt x="417" y="12490"/>
                      <a:pt x="381" y="12562"/>
                      <a:pt x="346" y="12633"/>
                    </a:cubicBezTo>
                    <a:cubicBezTo>
                      <a:pt x="310" y="12693"/>
                      <a:pt x="286" y="12740"/>
                      <a:pt x="262" y="12800"/>
                    </a:cubicBezTo>
                    <a:cubicBezTo>
                      <a:pt x="191" y="12919"/>
                      <a:pt x="131" y="13026"/>
                      <a:pt x="84" y="13133"/>
                    </a:cubicBezTo>
                    <a:cubicBezTo>
                      <a:pt x="72" y="13169"/>
                      <a:pt x="48" y="13193"/>
                      <a:pt x="36" y="13217"/>
                    </a:cubicBezTo>
                    <a:cubicBezTo>
                      <a:pt x="24" y="13240"/>
                      <a:pt x="12" y="13264"/>
                      <a:pt x="0" y="13288"/>
                    </a:cubicBezTo>
                    <a:cubicBezTo>
                      <a:pt x="988" y="12538"/>
                      <a:pt x="1905" y="11740"/>
                      <a:pt x="2643" y="10728"/>
                    </a:cubicBezTo>
                    <a:cubicBezTo>
                      <a:pt x="3441" y="9645"/>
                      <a:pt x="4239" y="8561"/>
                      <a:pt x="5037" y="7478"/>
                    </a:cubicBezTo>
                    <a:cubicBezTo>
                      <a:pt x="5060" y="7490"/>
                      <a:pt x="5096" y="7513"/>
                      <a:pt x="5132" y="7525"/>
                    </a:cubicBezTo>
                    <a:cubicBezTo>
                      <a:pt x="5025" y="7728"/>
                      <a:pt x="4929" y="7942"/>
                      <a:pt x="4810" y="8144"/>
                    </a:cubicBezTo>
                    <a:cubicBezTo>
                      <a:pt x="4548" y="8561"/>
                      <a:pt x="4263" y="8966"/>
                      <a:pt x="3989" y="9371"/>
                    </a:cubicBezTo>
                    <a:cubicBezTo>
                      <a:pt x="4334" y="9026"/>
                      <a:pt x="4703" y="8692"/>
                      <a:pt x="5037" y="8335"/>
                    </a:cubicBezTo>
                    <a:cubicBezTo>
                      <a:pt x="5358" y="7990"/>
                      <a:pt x="5668" y="7621"/>
                      <a:pt x="6049" y="7275"/>
                    </a:cubicBezTo>
                    <a:cubicBezTo>
                      <a:pt x="5989" y="6406"/>
                      <a:pt x="6037" y="5537"/>
                      <a:pt x="6239" y="4680"/>
                    </a:cubicBezTo>
                    <a:lnTo>
                      <a:pt x="6239" y="4680"/>
                    </a:lnTo>
                    <a:cubicBezTo>
                      <a:pt x="5513" y="5930"/>
                      <a:pt x="4608" y="7061"/>
                      <a:pt x="3560" y="8061"/>
                    </a:cubicBezTo>
                    <a:cubicBezTo>
                      <a:pt x="4644" y="5537"/>
                      <a:pt x="5108" y="2739"/>
                      <a:pt x="4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29"/>
              <p:cNvSpPr/>
              <p:nvPr/>
            </p:nvSpPr>
            <p:spPr>
              <a:xfrm>
                <a:off x="2800050" y="2618300"/>
                <a:ext cx="96750" cy="234300"/>
              </a:xfrm>
              <a:custGeom>
                <a:rect b="b" l="l" r="r" t="t"/>
                <a:pathLst>
                  <a:path extrusionOk="0" h="9372" w="3870">
                    <a:moveTo>
                      <a:pt x="3550" y="7470"/>
                    </a:moveTo>
                    <a:lnTo>
                      <a:pt x="3550" y="7470"/>
                    </a:lnTo>
                    <a:cubicBezTo>
                      <a:pt x="3550" y="7482"/>
                      <a:pt x="3547" y="7496"/>
                      <a:pt x="3536" y="7514"/>
                    </a:cubicBezTo>
                    <a:cubicBezTo>
                      <a:pt x="3542" y="7501"/>
                      <a:pt x="3549" y="7486"/>
                      <a:pt x="3550" y="7470"/>
                    </a:cubicBezTo>
                    <a:close/>
                    <a:moveTo>
                      <a:pt x="0" y="1"/>
                    </a:moveTo>
                    <a:cubicBezTo>
                      <a:pt x="12" y="1882"/>
                      <a:pt x="238" y="3751"/>
                      <a:pt x="750" y="5609"/>
                    </a:cubicBezTo>
                    <a:cubicBezTo>
                      <a:pt x="881" y="6085"/>
                      <a:pt x="1048" y="6549"/>
                      <a:pt x="1203" y="7014"/>
                    </a:cubicBezTo>
                    <a:cubicBezTo>
                      <a:pt x="1417" y="7430"/>
                      <a:pt x="1655" y="7835"/>
                      <a:pt x="1929" y="8204"/>
                    </a:cubicBezTo>
                    <a:cubicBezTo>
                      <a:pt x="2024" y="8347"/>
                      <a:pt x="2131" y="8490"/>
                      <a:pt x="2238" y="8621"/>
                    </a:cubicBezTo>
                    <a:cubicBezTo>
                      <a:pt x="2274" y="8669"/>
                      <a:pt x="2310" y="8716"/>
                      <a:pt x="2346" y="8752"/>
                    </a:cubicBezTo>
                    <a:cubicBezTo>
                      <a:pt x="2524" y="8966"/>
                      <a:pt x="2715" y="9181"/>
                      <a:pt x="2905" y="9371"/>
                    </a:cubicBezTo>
                    <a:cubicBezTo>
                      <a:pt x="3000" y="9192"/>
                      <a:pt x="3096" y="9014"/>
                      <a:pt x="3191" y="8823"/>
                    </a:cubicBezTo>
                    <a:cubicBezTo>
                      <a:pt x="3453" y="8299"/>
                      <a:pt x="3560" y="7752"/>
                      <a:pt x="3584" y="7156"/>
                    </a:cubicBezTo>
                    <a:cubicBezTo>
                      <a:pt x="3643" y="5621"/>
                      <a:pt x="3762" y="4085"/>
                      <a:pt x="3870" y="2561"/>
                    </a:cubicBezTo>
                    <a:lnTo>
                      <a:pt x="3870" y="2561"/>
                    </a:lnTo>
                    <a:cubicBezTo>
                      <a:pt x="3512" y="4061"/>
                      <a:pt x="3310" y="5609"/>
                      <a:pt x="3274" y="7156"/>
                    </a:cubicBezTo>
                    <a:cubicBezTo>
                      <a:pt x="3298" y="7252"/>
                      <a:pt x="3310" y="7359"/>
                      <a:pt x="3346" y="7454"/>
                    </a:cubicBezTo>
                    <a:cubicBezTo>
                      <a:pt x="3357" y="7498"/>
                      <a:pt x="3397" y="7551"/>
                      <a:pt x="3449" y="7551"/>
                    </a:cubicBezTo>
                    <a:cubicBezTo>
                      <a:pt x="3454" y="7551"/>
                      <a:pt x="3460" y="7550"/>
                      <a:pt x="3465" y="7549"/>
                    </a:cubicBezTo>
                    <a:cubicBezTo>
                      <a:pt x="3489" y="7549"/>
                      <a:pt x="3512" y="7537"/>
                      <a:pt x="3536" y="7514"/>
                    </a:cubicBezTo>
                    <a:lnTo>
                      <a:pt x="3536" y="7514"/>
                    </a:lnTo>
                    <a:cubicBezTo>
                      <a:pt x="3524" y="7537"/>
                      <a:pt x="3501" y="7561"/>
                      <a:pt x="3465" y="7573"/>
                    </a:cubicBezTo>
                    <a:cubicBezTo>
                      <a:pt x="3459" y="7575"/>
                      <a:pt x="3452" y="7576"/>
                      <a:pt x="3446" y="7576"/>
                    </a:cubicBezTo>
                    <a:cubicBezTo>
                      <a:pt x="3413" y="7576"/>
                      <a:pt x="3375" y="7553"/>
                      <a:pt x="3346" y="7514"/>
                    </a:cubicBezTo>
                    <a:cubicBezTo>
                      <a:pt x="3310" y="7466"/>
                      <a:pt x="3286" y="7418"/>
                      <a:pt x="3262" y="7347"/>
                    </a:cubicBezTo>
                    <a:cubicBezTo>
                      <a:pt x="3262" y="7454"/>
                      <a:pt x="3262" y="7549"/>
                      <a:pt x="3262" y="7657"/>
                    </a:cubicBezTo>
                    <a:cubicBezTo>
                      <a:pt x="2489" y="5192"/>
                      <a:pt x="2203" y="2573"/>
                      <a:pt x="2369" y="1"/>
                    </a:cubicBezTo>
                    <a:lnTo>
                      <a:pt x="762" y="1"/>
                    </a:lnTo>
                    <a:cubicBezTo>
                      <a:pt x="917" y="2977"/>
                      <a:pt x="1536" y="5883"/>
                      <a:pt x="2584" y="8752"/>
                    </a:cubicBezTo>
                    <a:cubicBezTo>
                      <a:pt x="1929" y="7895"/>
                      <a:pt x="1607" y="6930"/>
                      <a:pt x="1369" y="5954"/>
                    </a:cubicBezTo>
                    <a:cubicBezTo>
                      <a:pt x="893" y="3989"/>
                      <a:pt x="548" y="2001"/>
                      <a:pt x="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29"/>
              <p:cNvSpPr/>
              <p:nvPr/>
            </p:nvSpPr>
            <p:spPr>
              <a:xfrm>
                <a:off x="2894100" y="2661475"/>
                <a:ext cx="12825" cy="142000"/>
              </a:xfrm>
              <a:custGeom>
                <a:rect b="b" l="l" r="r" t="t"/>
                <a:pathLst>
                  <a:path extrusionOk="0" h="5680" w="513">
                    <a:moveTo>
                      <a:pt x="310" y="0"/>
                    </a:moveTo>
                    <a:cubicBezTo>
                      <a:pt x="239" y="238"/>
                      <a:pt x="179" y="488"/>
                      <a:pt x="120" y="738"/>
                    </a:cubicBezTo>
                    <a:cubicBezTo>
                      <a:pt x="155" y="738"/>
                      <a:pt x="191" y="738"/>
                      <a:pt x="227" y="750"/>
                    </a:cubicBezTo>
                    <a:cubicBezTo>
                      <a:pt x="143" y="2393"/>
                      <a:pt x="72" y="4036"/>
                      <a:pt x="0" y="5680"/>
                    </a:cubicBezTo>
                    <a:cubicBezTo>
                      <a:pt x="24" y="5620"/>
                      <a:pt x="36" y="5572"/>
                      <a:pt x="60" y="5513"/>
                    </a:cubicBezTo>
                    <a:cubicBezTo>
                      <a:pt x="429" y="3703"/>
                      <a:pt x="512" y="1834"/>
                      <a:pt x="3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29"/>
              <p:cNvSpPr/>
              <p:nvPr/>
            </p:nvSpPr>
            <p:spPr>
              <a:xfrm>
                <a:off x="2920600" y="2824275"/>
                <a:ext cx="143775" cy="266725"/>
              </a:xfrm>
              <a:custGeom>
                <a:rect b="b" l="l" r="r" t="t"/>
                <a:pathLst>
                  <a:path extrusionOk="0" h="10669" w="5751">
                    <a:moveTo>
                      <a:pt x="1715" y="1"/>
                    </a:moveTo>
                    <a:cubicBezTo>
                      <a:pt x="1548" y="489"/>
                      <a:pt x="1405" y="989"/>
                      <a:pt x="1203" y="1465"/>
                    </a:cubicBezTo>
                    <a:cubicBezTo>
                      <a:pt x="1096" y="1727"/>
                      <a:pt x="988" y="2001"/>
                      <a:pt x="905" y="2263"/>
                    </a:cubicBezTo>
                    <a:cubicBezTo>
                      <a:pt x="0" y="4942"/>
                      <a:pt x="179" y="7561"/>
                      <a:pt x="1584" y="10121"/>
                    </a:cubicBezTo>
                    <a:cubicBezTo>
                      <a:pt x="1667" y="10252"/>
                      <a:pt x="1762" y="10371"/>
                      <a:pt x="1858" y="10502"/>
                    </a:cubicBezTo>
                    <a:cubicBezTo>
                      <a:pt x="1893" y="10538"/>
                      <a:pt x="1929" y="10574"/>
                      <a:pt x="1965" y="10597"/>
                    </a:cubicBezTo>
                    <a:cubicBezTo>
                      <a:pt x="1655" y="9490"/>
                      <a:pt x="1346" y="8395"/>
                      <a:pt x="1357" y="7240"/>
                    </a:cubicBezTo>
                    <a:cubicBezTo>
                      <a:pt x="1369" y="6073"/>
                      <a:pt x="1774" y="5002"/>
                      <a:pt x="2084" y="3918"/>
                    </a:cubicBezTo>
                    <a:cubicBezTo>
                      <a:pt x="2119" y="6823"/>
                      <a:pt x="3143" y="9169"/>
                      <a:pt x="5715" y="10669"/>
                    </a:cubicBezTo>
                    <a:cubicBezTo>
                      <a:pt x="5727" y="10669"/>
                      <a:pt x="5739" y="10657"/>
                      <a:pt x="5751" y="10657"/>
                    </a:cubicBezTo>
                    <a:cubicBezTo>
                      <a:pt x="5584" y="10455"/>
                      <a:pt x="5406" y="10264"/>
                      <a:pt x="5239" y="10074"/>
                    </a:cubicBezTo>
                    <a:cubicBezTo>
                      <a:pt x="4096" y="8716"/>
                      <a:pt x="3512" y="6978"/>
                      <a:pt x="2965" y="5275"/>
                    </a:cubicBezTo>
                    <a:cubicBezTo>
                      <a:pt x="2405" y="3561"/>
                      <a:pt x="1846" y="1775"/>
                      <a:pt x="17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9"/>
              <p:cNvSpPr/>
              <p:nvPr/>
            </p:nvSpPr>
            <p:spPr>
              <a:xfrm>
                <a:off x="3689425" y="2653150"/>
                <a:ext cx="8675" cy="18175"/>
              </a:xfrm>
              <a:custGeom>
                <a:rect b="b" l="l" r="r" t="t"/>
                <a:pathLst>
                  <a:path extrusionOk="0" h="727" w="347">
                    <a:moveTo>
                      <a:pt x="346" y="0"/>
                    </a:moveTo>
                    <a:lnTo>
                      <a:pt x="346" y="0"/>
                    </a:lnTo>
                    <a:cubicBezTo>
                      <a:pt x="239" y="238"/>
                      <a:pt x="120" y="476"/>
                      <a:pt x="1" y="726"/>
                    </a:cubicBezTo>
                    <a:cubicBezTo>
                      <a:pt x="132" y="488"/>
                      <a:pt x="239" y="238"/>
                      <a:pt x="346" y="0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29"/>
              <p:cNvSpPr/>
              <p:nvPr/>
            </p:nvSpPr>
            <p:spPr>
              <a:xfrm>
                <a:off x="3956125" y="2748075"/>
                <a:ext cx="925" cy="2125"/>
              </a:xfrm>
              <a:custGeom>
                <a:rect b="b" l="l" r="r" t="t"/>
                <a:pathLst>
                  <a:path extrusionOk="0" h="85" w="37">
                    <a:moveTo>
                      <a:pt x="37" y="84"/>
                    </a:moveTo>
                    <a:cubicBezTo>
                      <a:pt x="25" y="60"/>
                      <a:pt x="13" y="37"/>
                      <a:pt x="1" y="1"/>
                    </a:cubicBezTo>
                    <a:cubicBezTo>
                      <a:pt x="13" y="37"/>
                      <a:pt x="25" y="60"/>
                      <a:pt x="37" y="84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29"/>
              <p:cNvSpPr/>
              <p:nvPr/>
            </p:nvSpPr>
            <p:spPr>
              <a:xfrm>
                <a:off x="3999900" y="2979375"/>
                <a:ext cx="5975" cy="9550"/>
              </a:xfrm>
              <a:custGeom>
                <a:rect b="b" l="l" r="r" t="t"/>
                <a:pathLst>
                  <a:path extrusionOk="0" h="382" w="239">
                    <a:moveTo>
                      <a:pt x="238" y="0"/>
                    </a:moveTo>
                    <a:cubicBezTo>
                      <a:pt x="155" y="131"/>
                      <a:pt x="83" y="250"/>
                      <a:pt x="0" y="381"/>
                    </a:cubicBezTo>
                    <a:cubicBezTo>
                      <a:pt x="83" y="262"/>
                      <a:pt x="155" y="131"/>
                      <a:pt x="238" y="0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9"/>
              <p:cNvSpPr/>
              <p:nvPr/>
            </p:nvSpPr>
            <p:spPr>
              <a:xfrm>
                <a:off x="3774575" y="2618300"/>
                <a:ext cx="134250" cy="37025"/>
              </a:xfrm>
              <a:custGeom>
                <a:rect b="b" l="l" r="r" t="t"/>
                <a:pathLst>
                  <a:path extrusionOk="0" h="1481" w="5370">
                    <a:moveTo>
                      <a:pt x="476" y="1"/>
                    </a:moveTo>
                    <a:cubicBezTo>
                      <a:pt x="334" y="346"/>
                      <a:pt x="179" y="691"/>
                      <a:pt x="0" y="1001"/>
                    </a:cubicBezTo>
                    <a:cubicBezTo>
                      <a:pt x="12" y="1037"/>
                      <a:pt x="24" y="1072"/>
                      <a:pt x="36" y="1108"/>
                    </a:cubicBezTo>
                    <a:cubicBezTo>
                      <a:pt x="131" y="1061"/>
                      <a:pt x="214" y="1013"/>
                      <a:pt x="250" y="1001"/>
                    </a:cubicBezTo>
                    <a:cubicBezTo>
                      <a:pt x="484" y="1045"/>
                      <a:pt x="666" y="1121"/>
                      <a:pt x="844" y="1121"/>
                    </a:cubicBezTo>
                    <a:cubicBezTo>
                      <a:pt x="856" y="1121"/>
                      <a:pt x="869" y="1121"/>
                      <a:pt x="881" y="1120"/>
                    </a:cubicBezTo>
                    <a:cubicBezTo>
                      <a:pt x="1243" y="1088"/>
                      <a:pt x="1603" y="1072"/>
                      <a:pt x="1961" y="1072"/>
                    </a:cubicBezTo>
                    <a:cubicBezTo>
                      <a:pt x="3052" y="1072"/>
                      <a:pt x="4127" y="1217"/>
                      <a:pt x="5203" y="1477"/>
                    </a:cubicBezTo>
                    <a:cubicBezTo>
                      <a:pt x="5208" y="1479"/>
                      <a:pt x="5212" y="1480"/>
                      <a:pt x="5218" y="1480"/>
                    </a:cubicBezTo>
                    <a:cubicBezTo>
                      <a:pt x="5243" y="1480"/>
                      <a:pt x="5282" y="1461"/>
                      <a:pt x="5370" y="1442"/>
                    </a:cubicBezTo>
                    <a:cubicBezTo>
                      <a:pt x="5298" y="1275"/>
                      <a:pt x="5239" y="1108"/>
                      <a:pt x="5156" y="953"/>
                    </a:cubicBezTo>
                    <a:cubicBezTo>
                      <a:pt x="4989" y="632"/>
                      <a:pt x="4810" y="322"/>
                      <a:pt x="46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29"/>
              <p:cNvSpPr/>
              <p:nvPr/>
            </p:nvSpPr>
            <p:spPr>
              <a:xfrm>
                <a:off x="3773375" y="2639750"/>
                <a:ext cx="325" cy="1200"/>
              </a:xfrm>
              <a:custGeom>
                <a:rect b="b" l="l" r="r" t="t"/>
                <a:pathLst>
                  <a:path extrusionOk="0" h="48" w="13">
                    <a:moveTo>
                      <a:pt x="12" y="0"/>
                    </a:moveTo>
                    <a:cubicBezTo>
                      <a:pt x="12" y="12"/>
                      <a:pt x="1" y="24"/>
                      <a:pt x="1" y="36"/>
                    </a:cubicBezTo>
                    <a:lnTo>
                      <a:pt x="1" y="48"/>
                    </a:lnTo>
                    <a:cubicBezTo>
                      <a:pt x="12" y="36"/>
                      <a:pt x="12" y="24"/>
                      <a:pt x="12" y="0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29"/>
              <p:cNvSpPr/>
              <p:nvPr/>
            </p:nvSpPr>
            <p:spPr>
              <a:xfrm>
                <a:off x="3929050" y="3061825"/>
                <a:ext cx="5675" cy="4775"/>
              </a:xfrm>
              <a:custGeom>
                <a:rect b="b" l="l" r="r" t="t"/>
                <a:pathLst>
                  <a:path extrusionOk="0" h="191" w="227">
                    <a:moveTo>
                      <a:pt x="1" y="191"/>
                    </a:moveTo>
                    <a:cubicBezTo>
                      <a:pt x="1" y="191"/>
                      <a:pt x="84" y="131"/>
                      <a:pt x="227" y="0"/>
                    </a:cubicBezTo>
                    <a:cubicBezTo>
                      <a:pt x="84" y="131"/>
                      <a:pt x="1" y="191"/>
                      <a:pt x="1" y="19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9"/>
              <p:cNvSpPr/>
              <p:nvPr/>
            </p:nvSpPr>
            <p:spPr>
              <a:xfrm>
                <a:off x="3939775" y="3052000"/>
                <a:ext cx="6275" cy="5675"/>
              </a:xfrm>
              <a:custGeom>
                <a:rect b="b" l="l" r="r" t="t"/>
                <a:pathLst>
                  <a:path extrusionOk="0" h="227" w="251">
                    <a:moveTo>
                      <a:pt x="0" y="226"/>
                    </a:moveTo>
                    <a:lnTo>
                      <a:pt x="0" y="226"/>
                    </a:lnTo>
                    <a:cubicBezTo>
                      <a:pt x="72" y="155"/>
                      <a:pt x="155" y="84"/>
                      <a:pt x="250" y="0"/>
                    </a:cubicBezTo>
                    <a:cubicBezTo>
                      <a:pt x="155" y="84"/>
                      <a:pt x="72" y="155"/>
                      <a:pt x="0" y="226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29"/>
              <p:cNvSpPr/>
              <p:nvPr/>
            </p:nvSpPr>
            <p:spPr>
              <a:xfrm>
                <a:off x="3952875" y="3038300"/>
                <a:ext cx="6550" cy="6875"/>
              </a:xfrm>
              <a:custGeom>
                <a:rect b="b" l="l" r="r" t="t"/>
                <a:pathLst>
                  <a:path extrusionOk="0" h="275" w="262">
                    <a:moveTo>
                      <a:pt x="0" y="274"/>
                    </a:moveTo>
                    <a:cubicBezTo>
                      <a:pt x="83" y="191"/>
                      <a:pt x="179" y="96"/>
                      <a:pt x="262" y="1"/>
                    </a:cubicBezTo>
                    <a:cubicBezTo>
                      <a:pt x="179" y="96"/>
                      <a:pt x="83" y="191"/>
                      <a:pt x="0" y="274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9"/>
              <p:cNvSpPr/>
              <p:nvPr/>
            </p:nvSpPr>
            <p:spPr>
              <a:xfrm>
                <a:off x="3113475" y="2618300"/>
                <a:ext cx="842675" cy="617075"/>
              </a:xfrm>
              <a:custGeom>
                <a:rect b="b" l="l" r="r" t="t"/>
                <a:pathLst>
                  <a:path extrusionOk="0" h="24683" w="33707">
                    <a:moveTo>
                      <a:pt x="4608" y="10371"/>
                    </a:moveTo>
                    <a:lnTo>
                      <a:pt x="4608" y="10371"/>
                    </a:lnTo>
                    <a:cubicBezTo>
                      <a:pt x="4596" y="10383"/>
                      <a:pt x="4584" y="10407"/>
                      <a:pt x="4572" y="10419"/>
                    </a:cubicBezTo>
                    <a:cubicBezTo>
                      <a:pt x="4584" y="10395"/>
                      <a:pt x="4596" y="10383"/>
                      <a:pt x="4608" y="10371"/>
                    </a:cubicBezTo>
                    <a:close/>
                    <a:moveTo>
                      <a:pt x="11585" y="14372"/>
                    </a:moveTo>
                    <a:cubicBezTo>
                      <a:pt x="11585" y="14372"/>
                      <a:pt x="11311" y="14598"/>
                      <a:pt x="10835" y="14860"/>
                    </a:cubicBezTo>
                    <a:cubicBezTo>
                      <a:pt x="10597" y="14991"/>
                      <a:pt x="10311" y="15134"/>
                      <a:pt x="9978" y="15253"/>
                    </a:cubicBezTo>
                    <a:cubicBezTo>
                      <a:pt x="9823" y="15324"/>
                      <a:pt x="9644" y="15384"/>
                      <a:pt x="9466" y="15431"/>
                    </a:cubicBezTo>
                    <a:cubicBezTo>
                      <a:pt x="9383" y="15455"/>
                      <a:pt x="9275" y="15479"/>
                      <a:pt x="9204" y="15503"/>
                    </a:cubicBezTo>
                    <a:cubicBezTo>
                      <a:pt x="9168" y="15515"/>
                      <a:pt x="9132" y="15538"/>
                      <a:pt x="9132" y="15586"/>
                    </a:cubicBezTo>
                    <a:cubicBezTo>
                      <a:pt x="9132" y="15598"/>
                      <a:pt x="9144" y="15622"/>
                      <a:pt x="9168" y="15622"/>
                    </a:cubicBezTo>
                    <a:cubicBezTo>
                      <a:pt x="9180" y="15634"/>
                      <a:pt x="9192" y="15634"/>
                      <a:pt x="9192" y="15634"/>
                    </a:cubicBezTo>
                    <a:cubicBezTo>
                      <a:pt x="9202" y="15624"/>
                      <a:pt x="9203" y="15607"/>
                      <a:pt x="9204" y="15607"/>
                    </a:cubicBezTo>
                    <a:cubicBezTo>
                      <a:pt x="9204" y="15607"/>
                      <a:pt x="9204" y="15608"/>
                      <a:pt x="9204" y="15610"/>
                    </a:cubicBezTo>
                    <a:cubicBezTo>
                      <a:pt x="9216" y="15622"/>
                      <a:pt x="9204" y="15622"/>
                      <a:pt x="9192" y="15634"/>
                    </a:cubicBezTo>
                    <a:cubicBezTo>
                      <a:pt x="9192" y="15634"/>
                      <a:pt x="9168" y="15646"/>
                      <a:pt x="9144" y="15646"/>
                    </a:cubicBezTo>
                    <a:cubicBezTo>
                      <a:pt x="9121" y="15634"/>
                      <a:pt x="9097" y="15622"/>
                      <a:pt x="9073" y="15586"/>
                    </a:cubicBezTo>
                    <a:cubicBezTo>
                      <a:pt x="9049" y="15562"/>
                      <a:pt x="9061" y="15503"/>
                      <a:pt x="9085" y="15467"/>
                    </a:cubicBezTo>
                    <a:cubicBezTo>
                      <a:pt x="9121" y="15419"/>
                      <a:pt x="9156" y="15384"/>
                      <a:pt x="9204" y="15360"/>
                    </a:cubicBezTo>
                    <a:cubicBezTo>
                      <a:pt x="9240" y="15336"/>
                      <a:pt x="9287" y="15312"/>
                      <a:pt x="9335" y="15288"/>
                    </a:cubicBezTo>
                    <a:cubicBezTo>
                      <a:pt x="9418" y="15229"/>
                      <a:pt x="9525" y="15169"/>
                      <a:pt x="9644" y="15098"/>
                    </a:cubicBezTo>
                    <a:cubicBezTo>
                      <a:pt x="10121" y="14848"/>
                      <a:pt x="10787" y="14550"/>
                      <a:pt x="11585" y="14372"/>
                    </a:cubicBezTo>
                    <a:close/>
                    <a:moveTo>
                      <a:pt x="13311" y="14503"/>
                    </a:moveTo>
                    <a:lnTo>
                      <a:pt x="13311" y="14503"/>
                    </a:lnTo>
                    <a:cubicBezTo>
                      <a:pt x="13276" y="14522"/>
                      <a:pt x="12286" y="15377"/>
                      <a:pt x="10883" y="15646"/>
                    </a:cubicBezTo>
                    <a:cubicBezTo>
                      <a:pt x="10883" y="15646"/>
                      <a:pt x="11847" y="14824"/>
                      <a:pt x="13311" y="14503"/>
                    </a:cubicBezTo>
                    <a:close/>
                    <a:moveTo>
                      <a:pt x="9394" y="14134"/>
                    </a:moveTo>
                    <a:lnTo>
                      <a:pt x="9394" y="14134"/>
                    </a:lnTo>
                    <a:cubicBezTo>
                      <a:pt x="9394" y="14134"/>
                      <a:pt x="8287" y="15205"/>
                      <a:pt x="6692" y="15729"/>
                    </a:cubicBezTo>
                    <a:cubicBezTo>
                      <a:pt x="6692" y="15729"/>
                      <a:pt x="7751" y="14729"/>
                      <a:pt x="9394" y="14134"/>
                    </a:cubicBezTo>
                    <a:close/>
                    <a:moveTo>
                      <a:pt x="22944" y="17324"/>
                    </a:moveTo>
                    <a:lnTo>
                      <a:pt x="22968" y="17694"/>
                    </a:lnTo>
                    <a:lnTo>
                      <a:pt x="23134" y="18622"/>
                    </a:lnTo>
                    <a:cubicBezTo>
                      <a:pt x="22896" y="18801"/>
                      <a:pt x="22658" y="18979"/>
                      <a:pt x="22408" y="19158"/>
                    </a:cubicBezTo>
                    <a:cubicBezTo>
                      <a:pt x="22333" y="19218"/>
                      <a:pt x="22235" y="19268"/>
                      <a:pt x="22149" y="19268"/>
                    </a:cubicBezTo>
                    <a:cubicBezTo>
                      <a:pt x="22098" y="19268"/>
                      <a:pt x="22051" y="19250"/>
                      <a:pt x="22015" y="19206"/>
                    </a:cubicBezTo>
                    <a:cubicBezTo>
                      <a:pt x="21967" y="19134"/>
                      <a:pt x="21991" y="19039"/>
                      <a:pt x="22015" y="18956"/>
                    </a:cubicBezTo>
                    <a:cubicBezTo>
                      <a:pt x="22229" y="18360"/>
                      <a:pt x="22539" y="17801"/>
                      <a:pt x="22944" y="17324"/>
                    </a:cubicBezTo>
                    <a:close/>
                    <a:moveTo>
                      <a:pt x="23515" y="17443"/>
                    </a:moveTo>
                    <a:cubicBezTo>
                      <a:pt x="23718" y="17777"/>
                      <a:pt x="23932" y="18098"/>
                      <a:pt x="24111" y="18444"/>
                    </a:cubicBezTo>
                    <a:cubicBezTo>
                      <a:pt x="24242" y="18706"/>
                      <a:pt x="24122" y="18944"/>
                      <a:pt x="23908" y="19122"/>
                    </a:cubicBezTo>
                    <a:cubicBezTo>
                      <a:pt x="23682" y="19301"/>
                      <a:pt x="23444" y="19456"/>
                      <a:pt x="23206" y="19622"/>
                    </a:cubicBezTo>
                    <a:cubicBezTo>
                      <a:pt x="23182" y="19598"/>
                      <a:pt x="23158" y="19575"/>
                      <a:pt x="23134" y="19551"/>
                    </a:cubicBezTo>
                    <a:cubicBezTo>
                      <a:pt x="23349" y="19253"/>
                      <a:pt x="23575" y="18967"/>
                      <a:pt x="23801" y="18658"/>
                    </a:cubicBezTo>
                    <a:cubicBezTo>
                      <a:pt x="23670" y="18253"/>
                      <a:pt x="23551" y="17872"/>
                      <a:pt x="23432" y="17491"/>
                    </a:cubicBezTo>
                    <a:cubicBezTo>
                      <a:pt x="23468" y="17479"/>
                      <a:pt x="23491" y="17455"/>
                      <a:pt x="23515" y="17443"/>
                    </a:cubicBezTo>
                    <a:close/>
                    <a:moveTo>
                      <a:pt x="16979" y="1"/>
                    </a:moveTo>
                    <a:cubicBezTo>
                      <a:pt x="16752" y="287"/>
                      <a:pt x="16514" y="572"/>
                      <a:pt x="16264" y="870"/>
                    </a:cubicBezTo>
                    <a:cubicBezTo>
                      <a:pt x="16264" y="930"/>
                      <a:pt x="16276" y="989"/>
                      <a:pt x="16300" y="1061"/>
                    </a:cubicBezTo>
                    <a:cubicBezTo>
                      <a:pt x="16407" y="1430"/>
                      <a:pt x="16383" y="1799"/>
                      <a:pt x="16121" y="2168"/>
                    </a:cubicBezTo>
                    <a:cubicBezTo>
                      <a:pt x="15871" y="1846"/>
                      <a:pt x="16014" y="1513"/>
                      <a:pt x="16002" y="1156"/>
                    </a:cubicBezTo>
                    <a:lnTo>
                      <a:pt x="16002" y="1156"/>
                    </a:lnTo>
                    <a:cubicBezTo>
                      <a:pt x="15907" y="1263"/>
                      <a:pt x="15812" y="1370"/>
                      <a:pt x="15717" y="1465"/>
                    </a:cubicBezTo>
                    <a:cubicBezTo>
                      <a:pt x="15681" y="1703"/>
                      <a:pt x="15669" y="1942"/>
                      <a:pt x="15586" y="2192"/>
                    </a:cubicBezTo>
                    <a:cubicBezTo>
                      <a:pt x="15359" y="2251"/>
                      <a:pt x="15074" y="2334"/>
                      <a:pt x="14800" y="2418"/>
                    </a:cubicBezTo>
                    <a:cubicBezTo>
                      <a:pt x="14788" y="2430"/>
                      <a:pt x="14776" y="2430"/>
                      <a:pt x="14776" y="2442"/>
                    </a:cubicBezTo>
                    <a:cubicBezTo>
                      <a:pt x="14788" y="2454"/>
                      <a:pt x="14800" y="2454"/>
                      <a:pt x="14812" y="2465"/>
                    </a:cubicBezTo>
                    <a:cubicBezTo>
                      <a:pt x="14288" y="2930"/>
                      <a:pt x="13764" y="3382"/>
                      <a:pt x="13181" y="3894"/>
                    </a:cubicBezTo>
                    <a:cubicBezTo>
                      <a:pt x="13466" y="4120"/>
                      <a:pt x="13704" y="4311"/>
                      <a:pt x="13931" y="4489"/>
                    </a:cubicBezTo>
                    <a:cubicBezTo>
                      <a:pt x="13907" y="4525"/>
                      <a:pt x="13883" y="4561"/>
                      <a:pt x="13847" y="4597"/>
                    </a:cubicBezTo>
                    <a:cubicBezTo>
                      <a:pt x="13574" y="4454"/>
                      <a:pt x="13288" y="4311"/>
                      <a:pt x="12990" y="4156"/>
                    </a:cubicBezTo>
                    <a:cubicBezTo>
                      <a:pt x="12764" y="4347"/>
                      <a:pt x="12550" y="4513"/>
                      <a:pt x="12300" y="4728"/>
                    </a:cubicBezTo>
                    <a:cubicBezTo>
                      <a:pt x="13312" y="5251"/>
                      <a:pt x="14228" y="5799"/>
                      <a:pt x="14502" y="6942"/>
                    </a:cubicBezTo>
                    <a:lnTo>
                      <a:pt x="14490" y="6942"/>
                    </a:lnTo>
                    <a:cubicBezTo>
                      <a:pt x="14645" y="7407"/>
                      <a:pt x="14717" y="7847"/>
                      <a:pt x="14740" y="8169"/>
                    </a:cubicBezTo>
                    <a:cubicBezTo>
                      <a:pt x="14859" y="9407"/>
                      <a:pt x="14919" y="13895"/>
                      <a:pt x="10609" y="14014"/>
                    </a:cubicBezTo>
                    <a:cubicBezTo>
                      <a:pt x="10508" y="14017"/>
                      <a:pt x="10410" y="14018"/>
                      <a:pt x="10314" y="14018"/>
                    </a:cubicBezTo>
                    <a:cubicBezTo>
                      <a:pt x="7371" y="14018"/>
                      <a:pt x="6478" y="12807"/>
                      <a:pt x="6144" y="11931"/>
                    </a:cubicBezTo>
                    <a:cubicBezTo>
                      <a:pt x="6108" y="11859"/>
                      <a:pt x="6061" y="11776"/>
                      <a:pt x="6001" y="11705"/>
                    </a:cubicBezTo>
                    <a:lnTo>
                      <a:pt x="6001" y="11705"/>
                    </a:lnTo>
                    <a:cubicBezTo>
                      <a:pt x="6025" y="11967"/>
                      <a:pt x="6037" y="12121"/>
                      <a:pt x="6049" y="12288"/>
                    </a:cubicBezTo>
                    <a:lnTo>
                      <a:pt x="5989" y="12288"/>
                    </a:lnTo>
                    <a:cubicBezTo>
                      <a:pt x="5846" y="11943"/>
                      <a:pt x="5715" y="11586"/>
                      <a:pt x="5501" y="11062"/>
                    </a:cubicBezTo>
                    <a:lnTo>
                      <a:pt x="5501" y="9919"/>
                    </a:lnTo>
                    <a:cubicBezTo>
                      <a:pt x="5477" y="9907"/>
                      <a:pt x="5442" y="9883"/>
                      <a:pt x="5418" y="9859"/>
                    </a:cubicBezTo>
                    <a:cubicBezTo>
                      <a:pt x="5287" y="10014"/>
                      <a:pt x="5144" y="10169"/>
                      <a:pt x="5013" y="10324"/>
                    </a:cubicBezTo>
                    <a:cubicBezTo>
                      <a:pt x="4882" y="10478"/>
                      <a:pt x="4751" y="10633"/>
                      <a:pt x="4549" y="10871"/>
                    </a:cubicBezTo>
                    <a:cubicBezTo>
                      <a:pt x="4572" y="10705"/>
                      <a:pt x="4584" y="10538"/>
                      <a:pt x="4608" y="10371"/>
                    </a:cubicBezTo>
                    <a:cubicBezTo>
                      <a:pt x="4668" y="9883"/>
                      <a:pt x="4727" y="9431"/>
                      <a:pt x="4906" y="9002"/>
                    </a:cubicBezTo>
                    <a:lnTo>
                      <a:pt x="4906" y="9002"/>
                    </a:lnTo>
                    <a:cubicBezTo>
                      <a:pt x="4727" y="9061"/>
                      <a:pt x="4549" y="9121"/>
                      <a:pt x="4370" y="9169"/>
                    </a:cubicBezTo>
                    <a:cubicBezTo>
                      <a:pt x="4168" y="9347"/>
                      <a:pt x="3965" y="9526"/>
                      <a:pt x="3775" y="9704"/>
                    </a:cubicBezTo>
                    <a:cubicBezTo>
                      <a:pt x="3251" y="10585"/>
                      <a:pt x="2727" y="11467"/>
                      <a:pt x="2215" y="12360"/>
                    </a:cubicBezTo>
                    <a:cubicBezTo>
                      <a:pt x="1870" y="12967"/>
                      <a:pt x="1584" y="13598"/>
                      <a:pt x="1286" y="14229"/>
                    </a:cubicBezTo>
                    <a:cubicBezTo>
                      <a:pt x="1262" y="14348"/>
                      <a:pt x="1251" y="14467"/>
                      <a:pt x="1239" y="14586"/>
                    </a:cubicBezTo>
                    <a:lnTo>
                      <a:pt x="1120" y="14574"/>
                    </a:lnTo>
                    <a:lnTo>
                      <a:pt x="1120" y="14574"/>
                    </a:lnTo>
                    <a:cubicBezTo>
                      <a:pt x="1001" y="14824"/>
                      <a:pt x="1024" y="15050"/>
                      <a:pt x="1167" y="15300"/>
                    </a:cubicBezTo>
                    <a:cubicBezTo>
                      <a:pt x="1679" y="16193"/>
                      <a:pt x="2382" y="16872"/>
                      <a:pt x="3358" y="17205"/>
                    </a:cubicBezTo>
                    <a:cubicBezTo>
                      <a:pt x="4156" y="17479"/>
                      <a:pt x="4989" y="17682"/>
                      <a:pt x="5775" y="17908"/>
                    </a:cubicBezTo>
                    <a:cubicBezTo>
                      <a:pt x="5561" y="18051"/>
                      <a:pt x="5322" y="18170"/>
                      <a:pt x="5072" y="18265"/>
                    </a:cubicBezTo>
                    <a:cubicBezTo>
                      <a:pt x="5025" y="18325"/>
                      <a:pt x="4906" y="18420"/>
                      <a:pt x="4632" y="18551"/>
                    </a:cubicBezTo>
                    <a:cubicBezTo>
                      <a:pt x="4751" y="18539"/>
                      <a:pt x="4858" y="18515"/>
                      <a:pt x="4977" y="18491"/>
                    </a:cubicBezTo>
                    <a:lnTo>
                      <a:pt x="4977" y="18491"/>
                    </a:lnTo>
                    <a:cubicBezTo>
                      <a:pt x="4637" y="18801"/>
                      <a:pt x="3792" y="19069"/>
                      <a:pt x="2895" y="19069"/>
                    </a:cubicBezTo>
                    <a:cubicBezTo>
                      <a:pt x="2725" y="19069"/>
                      <a:pt x="2553" y="19060"/>
                      <a:pt x="2382" y="19039"/>
                    </a:cubicBezTo>
                    <a:cubicBezTo>
                      <a:pt x="1798" y="18979"/>
                      <a:pt x="1239" y="18836"/>
                      <a:pt x="667" y="18694"/>
                    </a:cubicBezTo>
                    <a:lnTo>
                      <a:pt x="0" y="18670"/>
                    </a:lnTo>
                    <a:lnTo>
                      <a:pt x="0" y="18670"/>
                    </a:lnTo>
                    <a:cubicBezTo>
                      <a:pt x="108" y="18753"/>
                      <a:pt x="203" y="18836"/>
                      <a:pt x="310" y="18932"/>
                    </a:cubicBezTo>
                    <a:cubicBezTo>
                      <a:pt x="227" y="18956"/>
                      <a:pt x="155" y="18979"/>
                      <a:pt x="84" y="18991"/>
                    </a:cubicBezTo>
                    <a:cubicBezTo>
                      <a:pt x="511" y="19368"/>
                      <a:pt x="1215" y="19612"/>
                      <a:pt x="2290" y="19612"/>
                    </a:cubicBezTo>
                    <a:cubicBezTo>
                      <a:pt x="2984" y="19612"/>
                      <a:pt x="3831" y="19510"/>
                      <a:pt x="4858" y="19277"/>
                    </a:cubicBezTo>
                    <a:cubicBezTo>
                      <a:pt x="5004" y="19448"/>
                      <a:pt x="5165" y="19487"/>
                      <a:pt x="5333" y="19487"/>
                    </a:cubicBezTo>
                    <a:cubicBezTo>
                      <a:pt x="5476" y="19487"/>
                      <a:pt x="5625" y="19459"/>
                      <a:pt x="5775" y="19459"/>
                    </a:cubicBezTo>
                    <a:cubicBezTo>
                      <a:pt x="5866" y="19459"/>
                      <a:pt x="5958" y="19469"/>
                      <a:pt x="6049" y="19503"/>
                    </a:cubicBezTo>
                    <a:cubicBezTo>
                      <a:pt x="5358" y="19741"/>
                      <a:pt x="4668" y="19979"/>
                      <a:pt x="3989" y="20218"/>
                    </a:cubicBezTo>
                    <a:cubicBezTo>
                      <a:pt x="3989" y="20241"/>
                      <a:pt x="3977" y="20265"/>
                      <a:pt x="3977" y="20289"/>
                    </a:cubicBezTo>
                    <a:lnTo>
                      <a:pt x="5180" y="20289"/>
                    </a:lnTo>
                    <a:cubicBezTo>
                      <a:pt x="5192" y="20349"/>
                      <a:pt x="5192" y="20396"/>
                      <a:pt x="5203" y="20444"/>
                    </a:cubicBezTo>
                    <a:cubicBezTo>
                      <a:pt x="4846" y="20563"/>
                      <a:pt x="4501" y="20682"/>
                      <a:pt x="4144" y="20801"/>
                    </a:cubicBezTo>
                    <a:cubicBezTo>
                      <a:pt x="4144" y="20825"/>
                      <a:pt x="4144" y="20861"/>
                      <a:pt x="4132" y="20896"/>
                    </a:cubicBezTo>
                    <a:cubicBezTo>
                      <a:pt x="4727" y="20944"/>
                      <a:pt x="5311" y="21003"/>
                      <a:pt x="5894" y="21051"/>
                    </a:cubicBezTo>
                    <a:cubicBezTo>
                      <a:pt x="5894" y="21099"/>
                      <a:pt x="5894" y="21134"/>
                      <a:pt x="5894" y="21182"/>
                    </a:cubicBezTo>
                    <a:cubicBezTo>
                      <a:pt x="5573" y="21194"/>
                      <a:pt x="5251" y="21218"/>
                      <a:pt x="4918" y="21230"/>
                    </a:cubicBezTo>
                    <a:cubicBezTo>
                      <a:pt x="4918" y="21265"/>
                      <a:pt x="4918" y="21289"/>
                      <a:pt x="4918" y="21325"/>
                    </a:cubicBezTo>
                    <a:cubicBezTo>
                      <a:pt x="5418" y="21396"/>
                      <a:pt x="5918" y="21456"/>
                      <a:pt x="6501" y="21539"/>
                    </a:cubicBezTo>
                    <a:cubicBezTo>
                      <a:pt x="6180" y="21694"/>
                      <a:pt x="5918" y="21813"/>
                      <a:pt x="5596" y="21956"/>
                    </a:cubicBezTo>
                    <a:cubicBezTo>
                      <a:pt x="5811" y="22099"/>
                      <a:pt x="5977" y="22194"/>
                      <a:pt x="6144" y="22301"/>
                    </a:cubicBezTo>
                    <a:lnTo>
                      <a:pt x="6120" y="22373"/>
                    </a:lnTo>
                    <a:cubicBezTo>
                      <a:pt x="5465" y="22123"/>
                      <a:pt x="4811" y="21873"/>
                      <a:pt x="4156" y="21623"/>
                    </a:cubicBezTo>
                    <a:cubicBezTo>
                      <a:pt x="4132" y="21670"/>
                      <a:pt x="4108" y="21706"/>
                      <a:pt x="4084" y="21742"/>
                    </a:cubicBezTo>
                    <a:cubicBezTo>
                      <a:pt x="5025" y="22385"/>
                      <a:pt x="5977" y="23016"/>
                      <a:pt x="6918" y="23659"/>
                    </a:cubicBezTo>
                    <a:lnTo>
                      <a:pt x="6858" y="23766"/>
                    </a:lnTo>
                    <a:cubicBezTo>
                      <a:pt x="6263" y="23432"/>
                      <a:pt x="5668" y="23087"/>
                      <a:pt x="4977" y="22694"/>
                    </a:cubicBezTo>
                    <a:lnTo>
                      <a:pt x="4977" y="22694"/>
                    </a:lnTo>
                    <a:cubicBezTo>
                      <a:pt x="5049" y="22873"/>
                      <a:pt x="5049" y="22944"/>
                      <a:pt x="5096" y="23004"/>
                    </a:cubicBezTo>
                    <a:cubicBezTo>
                      <a:pt x="5513" y="23563"/>
                      <a:pt x="5930" y="24123"/>
                      <a:pt x="6346" y="24682"/>
                    </a:cubicBezTo>
                    <a:lnTo>
                      <a:pt x="18491" y="24682"/>
                    </a:lnTo>
                    <a:cubicBezTo>
                      <a:pt x="18193" y="24599"/>
                      <a:pt x="17895" y="24504"/>
                      <a:pt x="17598" y="24421"/>
                    </a:cubicBezTo>
                    <a:cubicBezTo>
                      <a:pt x="17610" y="24385"/>
                      <a:pt x="17610" y="24361"/>
                      <a:pt x="17622" y="24325"/>
                    </a:cubicBezTo>
                    <a:cubicBezTo>
                      <a:pt x="18312" y="24409"/>
                      <a:pt x="18991" y="24492"/>
                      <a:pt x="19705" y="24575"/>
                    </a:cubicBezTo>
                    <a:cubicBezTo>
                      <a:pt x="19693" y="24623"/>
                      <a:pt x="19670" y="24659"/>
                      <a:pt x="19658" y="24682"/>
                    </a:cubicBezTo>
                    <a:lnTo>
                      <a:pt x="21944" y="24682"/>
                    </a:lnTo>
                    <a:cubicBezTo>
                      <a:pt x="22194" y="24671"/>
                      <a:pt x="22575" y="24659"/>
                      <a:pt x="23158" y="24647"/>
                    </a:cubicBezTo>
                    <a:lnTo>
                      <a:pt x="23158" y="24647"/>
                    </a:lnTo>
                    <a:cubicBezTo>
                      <a:pt x="23134" y="24659"/>
                      <a:pt x="23099" y="24671"/>
                      <a:pt x="23075" y="24682"/>
                    </a:cubicBezTo>
                    <a:lnTo>
                      <a:pt x="29945" y="24682"/>
                    </a:lnTo>
                    <a:cubicBezTo>
                      <a:pt x="31338" y="21682"/>
                      <a:pt x="31421" y="18098"/>
                      <a:pt x="30195" y="15038"/>
                    </a:cubicBezTo>
                    <a:lnTo>
                      <a:pt x="30195" y="15038"/>
                    </a:lnTo>
                    <a:cubicBezTo>
                      <a:pt x="29754" y="15253"/>
                      <a:pt x="29230" y="15431"/>
                      <a:pt x="28635" y="15479"/>
                    </a:cubicBezTo>
                    <a:cubicBezTo>
                      <a:pt x="28635" y="15479"/>
                      <a:pt x="28718" y="15431"/>
                      <a:pt x="28849" y="15360"/>
                    </a:cubicBezTo>
                    <a:cubicBezTo>
                      <a:pt x="28992" y="15288"/>
                      <a:pt x="29195" y="15181"/>
                      <a:pt x="29433" y="15062"/>
                    </a:cubicBezTo>
                    <a:cubicBezTo>
                      <a:pt x="29623" y="14967"/>
                      <a:pt x="29837" y="14860"/>
                      <a:pt x="30076" y="14753"/>
                    </a:cubicBezTo>
                    <a:cubicBezTo>
                      <a:pt x="30016" y="14622"/>
                      <a:pt x="29957" y="14491"/>
                      <a:pt x="29897" y="14360"/>
                    </a:cubicBezTo>
                    <a:cubicBezTo>
                      <a:pt x="30242" y="14253"/>
                      <a:pt x="30588" y="14134"/>
                      <a:pt x="30933" y="13991"/>
                    </a:cubicBezTo>
                    <a:lnTo>
                      <a:pt x="30933" y="13991"/>
                    </a:lnTo>
                    <a:cubicBezTo>
                      <a:pt x="30861" y="14003"/>
                      <a:pt x="30802" y="14003"/>
                      <a:pt x="30742" y="14014"/>
                    </a:cubicBezTo>
                    <a:cubicBezTo>
                      <a:pt x="30645" y="14017"/>
                      <a:pt x="30550" y="14018"/>
                      <a:pt x="30457" y="14018"/>
                    </a:cubicBezTo>
                    <a:cubicBezTo>
                      <a:pt x="26494" y="14018"/>
                      <a:pt x="26298" y="11834"/>
                      <a:pt x="26158" y="11264"/>
                    </a:cubicBezTo>
                    <a:cubicBezTo>
                      <a:pt x="26099" y="10990"/>
                      <a:pt x="26027" y="10597"/>
                      <a:pt x="26027" y="10157"/>
                    </a:cubicBezTo>
                    <a:cubicBezTo>
                      <a:pt x="26004" y="10216"/>
                      <a:pt x="25980" y="10264"/>
                      <a:pt x="25956" y="10324"/>
                    </a:cubicBezTo>
                    <a:cubicBezTo>
                      <a:pt x="25789" y="9312"/>
                      <a:pt x="25980" y="8407"/>
                      <a:pt x="26492" y="7561"/>
                    </a:cubicBezTo>
                    <a:cubicBezTo>
                      <a:pt x="27689" y="5581"/>
                      <a:pt x="29451" y="4812"/>
                      <a:pt x="31259" y="4812"/>
                    </a:cubicBezTo>
                    <a:cubicBezTo>
                      <a:pt x="31842" y="4812"/>
                      <a:pt x="32429" y="4892"/>
                      <a:pt x="33005" y="5037"/>
                    </a:cubicBezTo>
                    <a:cubicBezTo>
                      <a:pt x="33255" y="5097"/>
                      <a:pt x="33481" y="5168"/>
                      <a:pt x="33707" y="5263"/>
                    </a:cubicBezTo>
                    <a:cubicBezTo>
                      <a:pt x="33707" y="5240"/>
                      <a:pt x="33707" y="5216"/>
                      <a:pt x="33707" y="5192"/>
                    </a:cubicBezTo>
                    <a:cubicBezTo>
                      <a:pt x="33624" y="5025"/>
                      <a:pt x="33540" y="4859"/>
                      <a:pt x="33457" y="4668"/>
                    </a:cubicBezTo>
                    <a:cubicBezTo>
                      <a:pt x="33159" y="4573"/>
                      <a:pt x="32862" y="4489"/>
                      <a:pt x="32552" y="4478"/>
                    </a:cubicBezTo>
                    <a:cubicBezTo>
                      <a:pt x="32384" y="4468"/>
                      <a:pt x="32217" y="4463"/>
                      <a:pt x="32051" y="4463"/>
                    </a:cubicBezTo>
                    <a:cubicBezTo>
                      <a:pt x="30382" y="4463"/>
                      <a:pt x="28815" y="4950"/>
                      <a:pt x="27397" y="5871"/>
                    </a:cubicBezTo>
                    <a:cubicBezTo>
                      <a:pt x="26968" y="6144"/>
                      <a:pt x="26635" y="6549"/>
                      <a:pt x="26182" y="6954"/>
                    </a:cubicBezTo>
                    <a:cubicBezTo>
                      <a:pt x="26516" y="6299"/>
                      <a:pt x="26873" y="5787"/>
                      <a:pt x="27409" y="5418"/>
                    </a:cubicBezTo>
                    <a:cubicBezTo>
                      <a:pt x="28873" y="4406"/>
                      <a:pt x="30492" y="3954"/>
                      <a:pt x="32243" y="3942"/>
                    </a:cubicBezTo>
                    <a:lnTo>
                      <a:pt x="32993" y="3942"/>
                    </a:lnTo>
                    <a:cubicBezTo>
                      <a:pt x="32802" y="3525"/>
                      <a:pt x="32647" y="3180"/>
                      <a:pt x="32493" y="2823"/>
                    </a:cubicBezTo>
                    <a:cubicBezTo>
                      <a:pt x="31537" y="2715"/>
                      <a:pt x="30590" y="2669"/>
                      <a:pt x="29657" y="2669"/>
                    </a:cubicBezTo>
                    <a:cubicBezTo>
                      <a:pt x="28428" y="2669"/>
                      <a:pt x="27222" y="2748"/>
                      <a:pt x="26051" y="2870"/>
                    </a:cubicBezTo>
                    <a:cubicBezTo>
                      <a:pt x="25789" y="2704"/>
                      <a:pt x="25599" y="2585"/>
                      <a:pt x="25385" y="2454"/>
                    </a:cubicBezTo>
                    <a:cubicBezTo>
                      <a:pt x="25325" y="2549"/>
                      <a:pt x="25254" y="2632"/>
                      <a:pt x="25194" y="2727"/>
                    </a:cubicBezTo>
                    <a:cubicBezTo>
                      <a:pt x="25194" y="2727"/>
                      <a:pt x="25230" y="2656"/>
                      <a:pt x="25301" y="2525"/>
                    </a:cubicBezTo>
                    <a:cubicBezTo>
                      <a:pt x="25313" y="2501"/>
                      <a:pt x="25337" y="2465"/>
                      <a:pt x="25349" y="2442"/>
                    </a:cubicBezTo>
                    <a:cubicBezTo>
                      <a:pt x="25349" y="2430"/>
                      <a:pt x="25337" y="2430"/>
                      <a:pt x="25325" y="2418"/>
                    </a:cubicBezTo>
                    <a:cubicBezTo>
                      <a:pt x="25063" y="1811"/>
                      <a:pt x="25313" y="1275"/>
                      <a:pt x="25682" y="751"/>
                    </a:cubicBezTo>
                    <a:lnTo>
                      <a:pt x="25682" y="751"/>
                    </a:lnTo>
                    <a:cubicBezTo>
                      <a:pt x="25670" y="930"/>
                      <a:pt x="25658" y="1108"/>
                      <a:pt x="25646" y="1287"/>
                    </a:cubicBezTo>
                    <a:lnTo>
                      <a:pt x="25730" y="1334"/>
                    </a:lnTo>
                    <a:cubicBezTo>
                      <a:pt x="25813" y="1203"/>
                      <a:pt x="25885" y="1084"/>
                      <a:pt x="25968" y="953"/>
                    </a:cubicBezTo>
                    <a:cubicBezTo>
                      <a:pt x="26016" y="941"/>
                      <a:pt x="26051" y="941"/>
                      <a:pt x="26099" y="930"/>
                    </a:cubicBezTo>
                    <a:cubicBezTo>
                      <a:pt x="26194" y="680"/>
                      <a:pt x="26313" y="370"/>
                      <a:pt x="26408" y="1"/>
                    </a:cubicBezTo>
                    <a:lnTo>
                      <a:pt x="25837" y="1"/>
                    </a:lnTo>
                    <a:cubicBezTo>
                      <a:pt x="25099" y="1668"/>
                      <a:pt x="23980" y="3418"/>
                      <a:pt x="22289" y="4239"/>
                    </a:cubicBezTo>
                    <a:cubicBezTo>
                      <a:pt x="22289" y="4239"/>
                      <a:pt x="22658" y="3513"/>
                      <a:pt x="23087" y="2465"/>
                    </a:cubicBezTo>
                    <a:lnTo>
                      <a:pt x="23087" y="2465"/>
                    </a:lnTo>
                    <a:cubicBezTo>
                      <a:pt x="22825" y="2954"/>
                      <a:pt x="22503" y="3418"/>
                      <a:pt x="22122" y="3858"/>
                    </a:cubicBezTo>
                    <a:cubicBezTo>
                      <a:pt x="22086" y="3894"/>
                      <a:pt x="22063" y="3930"/>
                      <a:pt x="22027" y="3966"/>
                    </a:cubicBezTo>
                    <a:cubicBezTo>
                      <a:pt x="22086" y="3847"/>
                      <a:pt x="22158" y="3739"/>
                      <a:pt x="22217" y="3620"/>
                    </a:cubicBezTo>
                    <a:cubicBezTo>
                      <a:pt x="22265" y="3501"/>
                      <a:pt x="22325" y="3335"/>
                      <a:pt x="22408" y="3132"/>
                    </a:cubicBezTo>
                    <a:cubicBezTo>
                      <a:pt x="22598" y="2656"/>
                      <a:pt x="22884" y="1989"/>
                      <a:pt x="23206" y="1156"/>
                    </a:cubicBezTo>
                    <a:cubicBezTo>
                      <a:pt x="23349" y="799"/>
                      <a:pt x="23491" y="418"/>
                      <a:pt x="23646" y="1"/>
                    </a:cubicBezTo>
                    <a:lnTo>
                      <a:pt x="22801" y="1"/>
                    </a:lnTo>
                    <a:cubicBezTo>
                      <a:pt x="22539" y="322"/>
                      <a:pt x="22253" y="656"/>
                      <a:pt x="21920" y="977"/>
                    </a:cubicBezTo>
                    <a:cubicBezTo>
                      <a:pt x="21860" y="1037"/>
                      <a:pt x="21789" y="1108"/>
                      <a:pt x="21729" y="1168"/>
                    </a:cubicBezTo>
                    <a:cubicBezTo>
                      <a:pt x="21729" y="1168"/>
                      <a:pt x="21717" y="1037"/>
                      <a:pt x="21705" y="834"/>
                    </a:cubicBezTo>
                    <a:cubicBezTo>
                      <a:pt x="21670" y="870"/>
                      <a:pt x="21646" y="906"/>
                      <a:pt x="21610" y="941"/>
                    </a:cubicBezTo>
                    <a:cubicBezTo>
                      <a:pt x="21646" y="894"/>
                      <a:pt x="21670" y="846"/>
                      <a:pt x="21705" y="799"/>
                    </a:cubicBezTo>
                    <a:cubicBezTo>
                      <a:pt x="21682" y="572"/>
                      <a:pt x="21670" y="287"/>
                      <a:pt x="21658" y="1"/>
                    </a:cubicBezTo>
                    <a:lnTo>
                      <a:pt x="21360" y="1"/>
                    </a:lnTo>
                    <a:cubicBezTo>
                      <a:pt x="20312" y="2025"/>
                      <a:pt x="17241" y="7133"/>
                      <a:pt x="15383" y="8609"/>
                    </a:cubicBezTo>
                    <a:cubicBezTo>
                      <a:pt x="15383" y="8609"/>
                      <a:pt x="15431" y="8478"/>
                      <a:pt x="15526" y="8216"/>
                    </a:cubicBezTo>
                    <a:lnTo>
                      <a:pt x="15526" y="8216"/>
                    </a:lnTo>
                    <a:cubicBezTo>
                      <a:pt x="15490" y="8240"/>
                      <a:pt x="15467" y="8252"/>
                      <a:pt x="15431" y="8264"/>
                    </a:cubicBezTo>
                    <a:cubicBezTo>
                      <a:pt x="15431" y="8264"/>
                      <a:pt x="15431" y="8276"/>
                      <a:pt x="15431" y="8276"/>
                    </a:cubicBezTo>
                    <a:cubicBezTo>
                      <a:pt x="15348" y="8454"/>
                      <a:pt x="15252" y="8633"/>
                      <a:pt x="15086" y="8788"/>
                    </a:cubicBezTo>
                    <a:cubicBezTo>
                      <a:pt x="15145" y="8621"/>
                      <a:pt x="15181" y="8442"/>
                      <a:pt x="15252" y="8288"/>
                    </a:cubicBezTo>
                    <a:cubicBezTo>
                      <a:pt x="15621" y="7478"/>
                      <a:pt x="15669" y="6573"/>
                      <a:pt x="15955" y="5740"/>
                    </a:cubicBezTo>
                    <a:cubicBezTo>
                      <a:pt x="16610" y="3811"/>
                      <a:pt x="17336" y="1918"/>
                      <a:pt x="18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9"/>
              <p:cNvSpPr/>
              <p:nvPr/>
            </p:nvSpPr>
            <p:spPr>
              <a:xfrm>
                <a:off x="3499225" y="2785900"/>
                <a:ext cx="15800" cy="39000"/>
              </a:xfrm>
              <a:custGeom>
                <a:rect b="b" l="l" r="r" t="t"/>
                <a:pathLst>
                  <a:path extrusionOk="0" h="1560" w="632">
                    <a:moveTo>
                      <a:pt x="632" y="0"/>
                    </a:moveTo>
                    <a:lnTo>
                      <a:pt x="632" y="0"/>
                    </a:lnTo>
                    <a:cubicBezTo>
                      <a:pt x="430" y="512"/>
                      <a:pt x="215" y="1036"/>
                      <a:pt x="1" y="1560"/>
                    </a:cubicBezTo>
                    <a:cubicBezTo>
                      <a:pt x="13" y="1560"/>
                      <a:pt x="25" y="1548"/>
                      <a:pt x="49" y="1536"/>
                    </a:cubicBezTo>
                    <a:cubicBezTo>
                      <a:pt x="60" y="1524"/>
                      <a:pt x="84" y="1512"/>
                      <a:pt x="96" y="1500"/>
                    </a:cubicBezTo>
                    <a:cubicBezTo>
                      <a:pt x="215" y="1167"/>
                      <a:pt x="406" y="643"/>
                      <a:pt x="632" y="0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29"/>
              <p:cNvSpPr/>
              <p:nvPr/>
            </p:nvSpPr>
            <p:spPr>
              <a:xfrm>
                <a:off x="3235225" y="2841250"/>
                <a:ext cx="15800" cy="27700"/>
              </a:xfrm>
              <a:custGeom>
                <a:rect b="b" l="l" r="r" t="t"/>
                <a:pathLst>
                  <a:path extrusionOk="0" h="1108" w="632">
                    <a:moveTo>
                      <a:pt x="607" y="1"/>
                    </a:moveTo>
                    <a:cubicBezTo>
                      <a:pt x="381" y="405"/>
                      <a:pt x="191" y="763"/>
                      <a:pt x="0" y="1108"/>
                    </a:cubicBezTo>
                    <a:cubicBezTo>
                      <a:pt x="202" y="858"/>
                      <a:pt x="405" y="608"/>
                      <a:pt x="607" y="358"/>
                    </a:cubicBezTo>
                    <a:cubicBezTo>
                      <a:pt x="631" y="251"/>
                      <a:pt x="619" y="143"/>
                      <a:pt x="6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29"/>
              <p:cNvSpPr/>
              <p:nvPr/>
            </p:nvSpPr>
            <p:spPr>
              <a:xfrm>
                <a:off x="3224800" y="3068950"/>
                <a:ext cx="7175" cy="1225"/>
              </a:xfrm>
              <a:custGeom>
                <a:rect b="b" l="l" r="r" t="t"/>
                <a:pathLst>
                  <a:path extrusionOk="0" h="49" w="287">
                    <a:moveTo>
                      <a:pt x="0" y="1"/>
                    </a:moveTo>
                    <a:lnTo>
                      <a:pt x="0" y="1"/>
                    </a:lnTo>
                    <a:cubicBezTo>
                      <a:pt x="60" y="13"/>
                      <a:pt x="131" y="37"/>
                      <a:pt x="191" y="49"/>
                    </a:cubicBezTo>
                    <a:cubicBezTo>
                      <a:pt x="227" y="37"/>
                      <a:pt x="250" y="37"/>
                      <a:pt x="286" y="37"/>
                    </a:cubicBezTo>
                    <a:cubicBezTo>
                      <a:pt x="191" y="25"/>
                      <a:pt x="96" y="13"/>
                      <a:pt x="0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9"/>
              <p:cNvSpPr/>
              <p:nvPr/>
            </p:nvSpPr>
            <p:spPr>
              <a:xfrm>
                <a:off x="3358750" y="2706425"/>
                <a:ext cx="2400" cy="2400"/>
              </a:xfrm>
              <a:custGeom>
                <a:rect b="b" l="l" r="r" t="t"/>
                <a:pathLst>
                  <a:path extrusionOk="0" h="96" w="96">
                    <a:moveTo>
                      <a:pt x="95" y="0"/>
                    </a:moveTo>
                    <a:lnTo>
                      <a:pt x="95" y="0"/>
                    </a:lnTo>
                    <a:cubicBezTo>
                      <a:pt x="60" y="24"/>
                      <a:pt x="36" y="60"/>
                      <a:pt x="0" y="95"/>
                    </a:cubicBezTo>
                    <a:lnTo>
                      <a:pt x="36" y="95"/>
                    </a:lnTo>
                    <a:cubicBezTo>
                      <a:pt x="60" y="60"/>
                      <a:pt x="72" y="24"/>
                      <a:pt x="95" y="0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9"/>
              <p:cNvSpPr/>
              <p:nvPr/>
            </p:nvSpPr>
            <p:spPr>
              <a:xfrm>
                <a:off x="3334625" y="2726350"/>
                <a:ext cx="15500" cy="16400"/>
              </a:xfrm>
              <a:custGeom>
                <a:rect b="b" l="l" r="r" t="t"/>
                <a:pathLst>
                  <a:path extrusionOk="0" h="656" w="620">
                    <a:moveTo>
                      <a:pt x="620" y="1"/>
                    </a:moveTo>
                    <a:cubicBezTo>
                      <a:pt x="596" y="13"/>
                      <a:pt x="560" y="25"/>
                      <a:pt x="537" y="37"/>
                    </a:cubicBezTo>
                    <a:cubicBezTo>
                      <a:pt x="322" y="144"/>
                      <a:pt x="179" y="394"/>
                      <a:pt x="1" y="572"/>
                    </a:cubicBezTo>
                    <a:lnTo>
                      <a:pt x="132" y="560"/>
                    </a:lnTo>
                    <a:lnTo>
                      <a:pt x="132" y="560"/>
                    </a:lnTo>
                    <a:cubicBezTo>
                      <a:pt x="108" y="584"/>
                      <a:pt x="84" y="608"/>
                      <a:pt x="72" y="632"/>
                    </a:cubicBezTo>
                    <a:cubicBezTo>
                      <a:pt x="120" y="644"/>
                      <a:pt x="167" y="656"/>
                      <a:pt x="227" y="656"/>
                    </a:cubicBezTo>
                    <a:cubicBezTo>
                      <a:pt x="239" y="656"/>
                      <a:pt x="251" y="656"/>
                      <a:pt x="263" y="644"/>
                    </a:cubicBezTo>
                    <a:cubicBezTo>
                      <a:pt x="382" y="441"/>
                      <a:pt x="501" y="227"/>
                      <a:pt x="6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9"/>
              <p:cNvSpPr/>
              <p:nvPr/>
            </p:nvSpPr>
            <p:spPr>
              <a:xfrm>
                <a:off x="3335525" y="2741825"/>
                <a:ext cx="925" cy="625"/>
              </a:xfrm>
              <a:custGeom>
                <a:rect b="b" l="l" r="r" t="t"/>
                <a:pathLst>
                  <a:path extrusionOk="0" h="25" w="37">
                    <a:moveTo>
                      <a:pt x="0" y="1"/>
                    </a:moveTo>
                    <a:lnTo>
                      <a:pt x="12" y="25"/>
                    </a:lnTo>
                    <a:cubicBezTo>
                      <a:pt x="24" y="13"/>
                      <a:pt x="24" y="13"/>
                      <a:pt x="36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9"/>
              <p:cNvSpPr/>
              <p:nvPr/>
            </p:nvSpPr>
            <p:spPr>
              <a:xfrm>
                <a:off x="3241175" y="2859400"/>
                <a:ext cx="4775" cy="5400"/>
              </a:xfrm>
              <a:custGeom>
                <a:rect b="b" l="l" r="r" t="t"/>
                <a:pathLst>
                  <a:path extrusionOk="0" h="216" w="191">
                    <a:moveTo>
                      <a:pt x="191" y="1"/>
                    </a:moveTo>
                    <a:lnTo>
                      <a:pt x="191" y="1"/>
                    </a:lnTo>
                    <a:cubicBezTo>
                      <a:pt x="131" y="72"/>
                      <a:pt x="72" y="144"/>
                      <a:pt x="0" y="215"/>
                    </a:cubicBezTo>
                    <a:cubicBezTo>
                      <a:pt x="84" y="132"/>
                      <a:pt x="143" y="60"/>
                      <a:pt x="191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29"/>
              <p:cNvSpPr/>
              <p:nvPr/>
            </p:nvSpPr>
            <p:spPr>
              <a:xfrm>
                <a:off x="3662650" y="3051400"/>
                <a:ext cx="29200" cy="48525"/>
              </a:xfrm>
              <a:custGeom>
                <a:rect b="b" l="l" r="r" t="t"/>
                <a:pathLst>
                  <a:path extrusionOk="0" h="1941" w="1168">
                    <a:moveTo>
                      <a:pt x="977" y="0"/>
                    </a:moveTo>
                    <a:cubicBezTo>
                      <a:pt x="572" y="477"/>
                      <a:pt x="262" y="1036"/>
                      <a:pt x="48" y="1632"/>
                    </a:cubicBezTo>
                    <a:cubicBezTo>
                      <a:pt x="24" y="1715"/>
                      <a:pt x="0" y="1810"/>
                      <a:pt x="48" y="1882"/>
                    </a:cubicBezTo>
                    <a:cubicBezTo>
                      <a:pt x="82" y="1924"/>
                      <a:pt x="127" y="1941"/>
                      <a:pt x="176" y="1941"/>
                    </a:cubicBezTo>
                    <a:cubicBezTo>
                      <a:pt x="264" y="1941"/>
                      <a:pt x="365" y="1887"/>
                      <a:pt x="441" y="1834"/>
                    </a:cubicBezTo>
                    <a:cubicBezTo>
                      <a:pt x="679" y="1655"/>
                      <a:pt x="929" y="1477"/>
                      <a:pt x="1167" y="1298"/>
                    </a:cubicBezTo>
                    <a:cubicBezTo>
                      <a:pt x="1108" y="989"/>
                      <a:pt x="1048" y="679"/>
                      <a:pt x="1001" y="370"/>
                    </a:cubicBezTo>
                    <a:lnTo>
                      <a:pt x="9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29"/>
              <p:cNvSpPr/>
              <p:nvPr/>
            </p:nvSpPr>
            <p:spPr>
              <a:xfrm>
                <a:off x="4054650" y="2722200"/>
                <a:ext cx="25" cy="600"/>
              </a:xfrm>
              <a:custGeom>
                <a:rect b="b" l="l" r="r" t="t"/>
                <a:pathLst>
                  <a:path extrusionOk="0" h="24" w="1">
                    <a:moveTo>
                      <a:pt x="1" y="12"/>
                    </a:moveTo>
                    <a:lnTo>
                      <a:pt x="1" y="24"/>
                    </a:lnTo>
                    <a:cubicBezTo>
                      <a:pt x="1" y="24"/>
                      <a:pt x="1" y="12"/>
                      <a:pt x="1" y="0"/>
                    </a:cubicBezTo>
                    <a:cubicBezTo>
                      <a:pt x="1" y="0"/>
                      <a:pt x="1" y="12"/>
                      <a:pt x="1" y="1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29"/>
              <p:cNvSpPr/>
              <p:nvPr/>
            </p:nvSpPr>
            <p:spPr>
              <a:xfrm>
                <a:off x="3860875" y="2695700"/>
                <a:ext cx="185775" cy="539675"/>
              </a:xfrm>
              <a:custGeom>
                <a:rect b="b" l="l" r="r" t="t"/>
                <a:pathLst>
                  <a:path extrusionOk="0" h="21587" w="7431">
                    <a:moveTo>
                      <a:pt x="4990" y="11157"/>
                    </a:moveTo>
                    <a:cubicBezTo>
                      <a:pt x="4990" y="11157"/>
                      <a:pt x="4621" y="11859"/>
                      <a:pt x="3763" y="12014"/>
                    </a:cubicBezTo>
                    <a:cubicBezTo>
                      <a:pt x="3763" y="12014"/>
                      <a:pt x="4144" y="11359"/>
                      <a:pt x="4990" y="11157"/>
                    </a:cubicBezTo>
                    <a:close/>
                    <a:moveTo>
                      <a:pt x="3894" y="10907"/>
                    </a:moveTo>
                    <a:cubicBezTo>
                      <a:pt x="3894" y="10907"/>
                      <a:pt x="2739" y="11954"/>
                      <a:pt x="1096" y="12431"/>
                    </a:cubicBezTo>
                    <a:cubicBezTo>
                      <a:pt x="1096" y="12431"/>
                      <a:pt x="2216" y="11454"/>
                      <a:pt x="3894" y="10907"/>
                    </a:cubicBezTo>
                    <a:close/>
                    <a:moveTo>
                      <a:pt x="4847" y="0"/>
                    </a:moveTo>
                    <a:cubicBezTo>
                      <a:pt x="4799" y="572"/>
                      <a:pt x="4763" y="1048"/>
                      <a:pt x="4716" y="1703"/>
                    </a:cubicBezTo>
                    <a:cubicBezTo>
                      <a:pt x="4942" y="1870"/>
                      <a:pt x="5252" y="2096"/>
                      <a:pt x="5549" y="2310"/>
                    </a:cubicBezTo>
                    <a:cubicBezTo>
                      <a:pt x="5514" y="2319"/>
                      <a:pt x="5480" y="2323"/>
                      <a:pt x="5448" y="2323"/>
                    </a:cubicBezTo>
                    <a:cubicBezTo>
                      <a:pt x="5193" y="2323"/>
                      <a:pt x="5030" y="2074"/>
                      <a:pt x="4821" y="2074"/>
                    </a:cubicBezTo>
                    <a:cubicBezTo>
                      <a:pt x="4773" y="2074"/>
                      <a:pt x="4723" y="2087"/>
                      <a:pt x="4668" y="2120"/>
                    </a:cubicBezTo>
                    <a:cubicBezTo>
                      <a:pt x="4644" y="2096"/>
                      <a:pt x="4621" y="2084"/>
                      <a:pt x="4597" y="2060"/>
                    </a:cubicBezTo>
                    <a:cubicBezTo>
                      <a:pt x="4585" y="2167"/>
                      <a:pt x="4573" y="2275"/>
                      <a:pt x="4549" y="2382"/>
                    </a:cubicBezTo>
                    <a:cubicBezTo>
                      <a:pt x="4765" y="2403"/>
                      <a:pt x="4980" y="2415"/>
                      <a:pt x="5195" y="2415"/>
                    </a:cubicBezTo>
                    <a:cubicBezTo>
                      <a:pt x="5574" y="2415"/>
                      <a:pt x="5951" y="2378"/>
                      <a:pt x="6323" y="2286"/>
                    </a:cubicBezTo>
                    <a:lnTo>
                      <a:pt x="6323" y="2286"/>
                    </a:lnTo>
                    <a:cubicBezTo>
                      <a:pt x="5847" y="2525"/>
                      <a:pt x="5347" y="2691"/>
                      <a:pt x="4835" y="2810"/>
                    </a:cubicBezTo>
                    <a:cubicBezTo>
                      <a:pt x="5025" y="2977"/>
                      <a:pt x="5192" y="3179"/>
                      <a:pt x="5335" y="3418"/>
                    </a:cubicBezTo>
                    <a:cubicBezTo>
                      <a:pt x="5537" y="3739"/>
                      <a:pt x="5621" y="4132"/>
                      <a:pt x="5752" y="4489"/>
                    </a:cubicBezTo>
                    <a:cubicBezTo>
                      <a:pt x="5728" y="4501"/>
                      <a:pt x="5692" y="4513"/>
                      <a:pt x="5656" y="4525"/>
                    </a:cubicBezTo>
                    <a:cubicBezTo>
                      <a:pt x="5323" y="4060"/>
                      <a:pt x="4978" y="3596"/>
                      <a:pt x="4644" y="3144"/>
                    </a:cubicBezTo>
                    <a:cubicBezTo>
                      <a:pt x="4609" y="3156"/>
                      <a:pt x="4585" y="3156"/>
                      <a:pt x="4561" y="3168"/>
                    </a:cubicBezTo>
                    <a:cubicBezTo>
                      <a:pt x="4906" y="3441"/>
                      <a:pt x="5168" y="3846"/>
                      <a:pt x="5311" y="4275"/>
                    </a:cubicBezTo>
                    <a:cubicBezTo>
                      <a:pt x="5502" y="4870"/>
                      <a:pt x="5502" y="5501"/>
                      <a:pt x="5478" y="6120"/>
                    </a:cubicBezTo>
                    <a:cubicBezTo>
                      <a:pt x="5442" y="5823"/>
                      <a:pt x="5347" y="5537"/>
                      <a:pt x="5204" y="5275"/>
                    </a:cubicBezTo>
                    <a:lnTo>
                      <a:pt x="5204" y="5275"/>
                    </a:lnTo>
                    <a:cubicBezTo>
                      <a:pt x="5323" y="6370"/>
                      <a:pt x="5085" y="7466"/>
                      <a:pt x="4656" y="8561"/>
                    </a:cubicBezTo>
                    <a:cubicBezTo>
                      <a:pt x="4716" y="8228"/>
                      <a:pt x="4752" y="7906"/>
                      <a:pt x="4763" y="7585"/>
                    </a:cubicBezTo>
                    <a:lnTo>
                      <a:pt x="4763" y="7585"/>
                    </a:lnTo>
                    <a:cubicBezTo>
                      <a:pt x="4442" y="9109"/>
                      <a:pt x="3501" y="10752"/>
                      <a:pt x="1025" y="10907"/>
                    </a:cubicBezTo>
                    <a:cubicBezTo>
                      <a:pt x="692" y="11038"/>
                      <a:pt x="334" y="11157"/>
                      <a:pt x="1" y="11264"/>
                    </a:cubicBezTo>
                    <a:cubicBezTo>
                      <a:pt x="61" y="11395"/>
                      <a:pt x="120" y="11526"/>
                      <a:pt x="168" y="11657"/>
                    </a:cubicBezTo>
                    <a:cubicBezTo>
                      <a:pt x="549" y="11478"/>
                      <a:pt x="989" y="11276"/>
                      <a:pt x="1465" y="11085"/>
                    </a:cubicBezTo>
                    <a:lnTo>
                      <a:pt x="1465" y="11085"/>
                    </a:lnTo>
                    <a:cubicBezTo>
                      <a:pt x="1465" y="11085"/>
                      <a:pt x="1406" y="11157"/>
                      <a:pt x="1287" y="11264"/>
                    </a:cubicBezTo>
                    <a:cubicBezTo>
                      <a:pt x="1168" y="11371"/>
                      <a:pt x="989" y="11526"/>
                      <a:pt x="751" y="11680"/>
                    </a:cubicBezTo>
                    <a:cubicBezTo>
                      <a:pt x="620" y="11764"/>
                      <a:pt x="465" y="11859"/>
                      <a:pt x="287" y="11942"/>
                    </a:cubicBezTo>
                    <a:cubicBezTo>
                      <a:pt x="1525" y="15002"/>
                      <a:pt x="1442" y="18586"/>
                      <a:pt x="37" y="21586"/>
                    </a:cubicBezTo>
                    <a:lnTo>
                      <a:pt x="2204" y="21586"/>
                    </a:lnTo>
                    <a:cubicBezTo>
                      <a:pt x="2894" y="20705"/>
                      <a:pt x="3335" y="19729"/>
                      <a:pt x="3644" y="18669"/>
                    </a:cubicBezTo>
                    <a:cubicBezTo>
                      <a:pt x="3871" y="17907"/>
                      <a:pt x="4097" y="17157"/>
                      <a:pt x="4323" y="16407"/>
                    </a:cubicBezTo>
                    <a:cubicBezTo>
                      <a:pt x="4359" y="16276"/>
                      <a:pt x="4382" y="16145"/>
                      <a:pt x="4418" y="15943"/>
                    </a:cubicBezTo>
                    <a:lnTo>
                      <a:pt x="4418" y="15943"/>
                    </a:lnTo>
                    <a:cubicBezTo>
                      <a:pt x="4049" y="16086"/>
                      <a:pt x="3740" y="16205"/>
                      <a:pt x="3430" y="16312"/>
                    </a:cubicBezTo>
                    <a:cubicBezTo>
                      <a:pt x="3406" y="16288"/>
                      <a:pt x="3382" y="16264"/>
                      <a:pt x="3370" y="16229"/>
                    </a:cubicBezTo>
                    <a:cubicBezTo>
                      <a:pt x="3728" y="15979"/>
                      <a:pt x="4085" y="15729"/>
                      <a:pt x="4442" y="15467"/>
                    </a:cubicBezTo>
                    <a:cubicBezTo>
                      <a:pt x="4430" y="15455"/>
                      <a:pt x="4430" y="15431"/>
                      <a:pt x="4418" y="15407"/>
                    </a:cubicBezTo>
                    <a:cubicBezTo>
                      <a:pt x="3859" y="15514"/>
                      <a:pt x="3287" y="15621"/>
                      <a:pt x="2751" y="15729"/>
                    </a:cubicBezTo>
                    <a:cubicBezTo>
                      <a:pt x="2763" y="15717"/>
                      <a:pt x="2823" y="15657"/>
                      <a:pt x="2906" y="15562"/>
                    </a:cubicBezTo>
                    <a:cubicBezTo>
                      <a:pt x="2799" y="15526"/>
                      <a:pt x="2704" y="15502"/>
                      <a:pt x="2585" y="15467"/>
                    </a:cubicBezTo>
                    <a:cubicBezTo>
                      <a:pt x="2870" y="15348"/>
                      <a:pt x="3120" y="15240"/>
                      <a:pt x="3382" y="15133"/>
                    </a:cubicBezTo>
                    <a:cubicBezTo>
                      <a:pt x="3382" y="15098"/>
                      <a:pt x="3370" y="15074"/>
                      <a:pt x="3370" y="15038"/>
                    </a:cubicBezTo>
                    <a:cubicBezTo>
                      <a:pt x="3228" y="15062"/>
                      <a:pt x="3073" y="15074"/>
                      <a:pt x="2930" y="15086"/>
                    </a:cubicBezTo>
                    <a:cubicBezTo>
                      <a:pt x="2918" y="15074"/>
                      <a:pt x="2918" y="15062"/>
                      <a:pt x="2906" y="15050"/>
                    </a:cubicBezTo>
                    <a:cubicBezTo>
                      <a:pt x="3204" y="14931"/>
                      <a:pt x="3501" y="14824"/>
                      <a:pt x="3799" y="14705"/>
                    </a:cubicBezTo>
                    <a:cubicBezTo>
                      <a:pt x="3787" y="14693"/>
                      <a:pt x="3787" y="14669"/>
                      <a:pt x="3775" y="14657"/>
                    </a:cubicBezTo>
                    <a:cubicBezTo>
                      <a:pt x="3704" y="14681"/>
                      <a:pt x="3620" y="14693"/>
                      <a:pt x="3537" y="14717"/>
                    </a:cubicBezTo>
                    <a:cubicBezTo>
                      <a:pt x="3525" y="14717"/>
                      <a:pt x="3513" y="14728"/>
                      <a:pt x="3490" y="14728"/>
                    </a:cubicBezTo>
                    <a:cubicBezTo>
                      <a:pt x="3418" y="14740"/>
                      <a:pt x="3347" y="14764"/>
                      <a:pt x="3275" y="14776"/>
                    </a:cubicBezTo>
                    <a:lnTo>
                      <a:pt x="3239" y="14776"/>
                    </a:lnTo>
                    <a:cubicBezTo>
                      <a:pt x="3156" y="14800"/>
                      <a:pt x="3085" y="14800"/>
                      <a:pt x="3001" y="14812"/>
                    </a:cubicBezTo>
                    <a:cubicBezTo>
                      <a:pt x="2989" y="14824"/>
                      <a:pt x="2978" y="14824"/>
                      <a:pt x="2954" y="14824"/>
                    </a:cubicBezTo>
                    <a:cubicBezTo>
                      <a:pt x="2882" y="14836"/>
                      <a:pt x="2799" y="14836"/>
                      <a:pt x="2728" y="14836"/>
                    </a:cubicBezTo>
                    <a:cubicBezTo>
                      <a:pt x="2728" y="14836"/>
                      <a:pt x="2811" y="14776"/>
                      <a:pt x="2954" y="14645"/>
                    </a:cubicBezTo>
                    <a:lnTo>
                      <a:pt x="2537" y="14645"/>
                    </a:lnTo>
                    <a:cubicBezTo>
                      <a:pt x="2751" y="14598"/>
                      <a:pt x="2954" y="14538"/>
                      <a:pt x="3156" y="14467"/>
                    </a:cubicBezTo>
                    <a:cubicBezTo>
                      <a:pt x="3228" y="14407"/>
                      <a:pt x="3311" y="14336"/>
                      <a:pt x="3394" y="14252"/>
                    </a:cubicBezTo>
                    <a:cubicBezTo>
                      <a:pt x="3490" y="14169"/>
                      <a:pt x="3585" y="14074"/>
                      <a:pt x="3680" y="13978"/>
                    </a:cubicBezTo>
                    <a:cubicBezTo>
                      <a:pt x="3763" y="13895"/>
                      <a:pt x="3859" y="13800"/>
                      <a:pt x="3942" y="13705"/>
                    </a:cubicBezTo>
                    <a:cubicBezTo>
                      <a:pt x="3954" y="13705"/>
                      <a:pt x="3954" y="13693"/>
                      <a:pt x="3954" y="13693"/>
                    </a:cubicBezTo>
                    <a:cubicBezTo>
                      <a:pt x="4049" y="13597"/>
                      <a:pt x="4132" y="13502"/>
                      <a:pt x="4228" y="13407"/>
                    </a:cubicBezTo>
                    <a:cubicBezTo>
                      <a:pt x="4287" y="13335"/>
                      <a:pt x="4347" y="13264"/>
                      <a:pt x="4406" y="13193"/>
                    </a:cubicBezTo>
                    <a:cubicBezTo>
                      <a:pt x="4502" y="13097"/>
                      <a:pt x="4585" y="12990"/>
                      <a:pt x="4680" y="12883"/>
                    </a:cubicBezTo>
                    <a:cubicBezTo>
                      <a:pt x="4752" y="12800"/>
                      <a:pt x="4823" y="12704"/>
                      <a:pt x="4894" y="12609"/>
                    </a:cubicBezTo>
                    <a:cubicBezTo>
                      <a:pt x="4978" y="12514"/>
                      <a:pt x="5061" y="12407"/>
                      <a:pt x="5144" y="12288"/>
                    </a:cubicBezTo>
                    <a:cubicBezTo>
                      <a:pt x="5168" y="12252"/>
                      <a:pt x="5192" y="12216"/>
                      <a:pt x="5228" y="12181"/>
                    </a:cubicBezTo>
                    <a:cubicBezTo>
                      <a:pt x="5299" y="12085"/>
                      <a:pt x="5383" y="11978"/>
                      <a:pt x="5454" y="11859"/>
                    </a:cubicBezTo>
                    <a:cubicBezTo>
                      <a:pt x="5490" y="11823"/>
                      <a:pt x="5525" y="11776"/>
                      <a:pt x="5549" y="11716"/>
                    </a:cubicBezTo>
                    <a:cubicBezTo>
                      <a:pt x="5633" y="11597"/>
                      <a:pt x="5716" y="11478"/>
                      <a:pt x="5799" y="11347"/>
                    </a:cubicBezTo>
                    <a:lnTo>
                      <a:pt x="5799" y="11347"/>
                    </a:lnTo>
                    <a:cubicBezTo>
                      <a:pt x="5025" y="12276"/>
                      <a:pt x="4085" y="13074"/>
                      <a:pt x="3001" y="13728"/>
                    </a:cubicBezTo>
                    <a:cubicBezTo>
                      <a:pt x="3906" y="12752"/>
                      <a:pt x="4787" y="11823"/>
                      <a:pt x="5645" y="10859"/>
                    </a:cubicBezTo>
                    <a:cubicBezTo>
                      <a:pt x="5823" y="10668"/>
                      <a:pt x="5930" y="10383"/>
                      <a:pt x="5978" y="10133"/>
                    </a:cubicBezTo>
                    <a:cubicBezTo>
                      <a:pt x="6264" y="8513"/>
                      <a:pt x="6526" y="6894"/>
                      <a:pt x="6788" y="5275"/>
                    </a:cubicBezTo>
                    <a:cubicBezTo>
                      <a:pt x="7002" y="4001"/>
                      <a:pt x="7192" y="2715"/>
                      <a:pt x="7359" y="1441"/>
                    </a:cubicBezTo>
                    <a:cubicBezTo>
                      <a:pt x="7430" y="929"/>
                      <a:pt x="7311" y="798"/>
                      <a:pt x="6835" y="643"/>
                    </a:cubicBezTo>
                    <a:cubicBezTo>
                      <a:pt x="6204" y="441"/>
                      <a:pt x="5573" y="239"/>
                      <a:pt x="48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9"/>
              <p:cNvSpPr/>
              <p:nvPr/>
            </p:nvSpPr>
            <p:spPr>
              <a:xfrm>
                <a:off x="3981150" y="2618300"/>
                <a:ext cx="57750" cy="87250"/>
              </a:xfrm>
              <a:custGeom>
                <a:rect b="b" l="l" r="r" t="t"/>
                <a:pathLst>
                  <a:path extrusionOk="0" h="3490" w="2310">
                    <a:moveTo>
                      <a:pt x="0" y="1"/>
                    </a:moveTo>
                    <a:cubicBezTo>
                      <a:pt x="83" y="739"/>
                      <a:pt x="107" y="1477"/>
                      <a:pt x="60" y="2204"/>
                    </a:cubicBezTo>
                    <a:cubicBezTo>
                      <a:pt x="822" y="2644"/>
                      <a:pt x="1512" y="3025"/>
                      <a:pt x="2310" y="3489"/>
                    </a:cubicBezTo>
                    <a:cubicBezTo>
                      <a:pt x="1929" y="2263"/>
                      <a:pt x="1453" y="1108"/>
                      <a:pt x="9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29"/>
              <p:cNvSpPr/>
              <p:nvPr/>
            </p:nvSpPr>
            <p:spPr>
              <a:xfrm>
                <a:off x="3956125" y="2748075"/>
                <a:ext cx="925" cy="2125"/>
              </a:xfrm>
              <a:custGeom>
                <a:rect b="b" l="l" r="r" t="t"/>
                <a:pathLst>
                  <a:path extrusionOk="0" h="85" w="37">
                    <a:moveTo>
                      <a:pt x="1" y="1"/>
                    </a:moveTo>
                    <a:cubicBezTo>
                      <a:pt x="1" y="25"/>
                      <a:pt x="1" y="49"/>
                      <a:pt x="1" y="72"/>
                    </a:cubicBezTo>
                    <a:cubicBezTo>
                      <a:pt x="13" y="72"/>
                      <a:pt x="25" y="84"/>
                      <a:pt x="37" y="84"/>
                    </a:cubicBezTo>
                    <a:cubicBezTo>
                      <a:pt x="25" y="60"/>
                      <a:pt x="13" y="37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29"/>
              <p:cNvSpPr/>
              <p:nvPr/>
            </p:nvSpPr>
            <p:spPr>
              <a:xfrm>
                <a:off x="3267075" y="2755975"/>
                <a:ext cx="219375" cy="212525"/>
              </a:xfrm>
              <a:custGeom>
                <a:rect b="b" l="l" r="r" t="t"/>
                <a:pathLst>
                  <a:path extrusionOk="0" h="8501" w="8775">
                    <a:moveTo>
                      <a:pt x="5758" y="1"/>
                    </a:moveTo>
                    <a:cubicBezTo>
                      <a:pt x="5641" y="1"/>
                      <a:pt x="5519" y="10"/>
                      <a:pt x="5394" y="30"/>
                    </a:cubicBezTo>
                    <a:cubicBezTo>
                      <a:pt x="6084" y="304"/>
                      <a:pt x="6584" y="721"/>
                      <a:pt x="6929" y="1280"/>
                    </a:cubicBezTo>
                    <a:lnTo>
                      <a:pt x="6620" y="1280"/>
                    </a:lnTo>
                    <a:cubicBezTo>
                      <a:pt x="7203" y="2007"/>
                      <a:pt x="7537" y="3054"/>
                      <a:pt x="7537" y="4126"/>
                    </a:cubicBezTo>
                    <a:cubicBezTo>
                      <a:pt x="7537" y="6150"/>
                      <a:pt x="6179" y="7805"/>
                      <a:pt x="4477" y="7912"/>
                    </a:cubicBezTo>
                    <a:cubicBezTo>
                      <a:pt x="4201" y="7999"/>
                      <a:pt x="3925" y="8065"/>
                      <a:pt x="3628" y="8065"/>
                    </a:cubicBezTo>
                    <a:cubicBezTo>
                      <a:pt x="3477" y="8065"/>
                      <a:pt x="3320" y="8048"/>
                      <a:pt x="3155" y="8007"/>
                    </a:cubicBezTo>
                    <a:cubicBezTo>
                      <a:pt x="2155" y="7745"/>
                      <a:pt x="1631" y="7091"/>
                      <a:pt x="1298" y="6186"/>
                    </a:cubicBezTo>
                    <a:cubicBezTo>
                      <a:pt x="1000" y="5388"/>
                      <a:pt x="953" y="4590"/>
                      <a:pt x="1060" y="3793"/>
                    </a:cubicBezTo>
                    <a:cubicBezTo>
                      <a:pt x="1095" y="3376"/>
                      <a:pt x="1179" y="2983"/>
                      <a:pt x="1322" y="2638"/>
                    </a:cubicBezTo>
                    <a:cubicBezTo>
                      <a:pt x="1322" y="2626"/>
                      <a:pt x="1322" y="2626"/>
                      <a:pt x="1334" y="2614"/>
                    </a:cubicBezTo>
                    <a:cubicBezTo>
                      <a:pt x="1381" y="2447"/>
                      <a:pt x="1417" y="2269"/>
                      <a:pt x="1464" y="2090"/>
                    </a:cubicBezTo>
                    <a:cubicBezTo>
                      <a:pt x="1429" y="2066"/>
                      <a:pt x="1381" y="2042"/>
                      <a:pt x="1345" y="2007"/>
                    </a:cubicBezTo>
                    <a:cubicBezTo>
                      <a:pt x="1167" y="2197"/>
                      <a:pt x="953" y="2364"/>
                      <a:pt x="822" y="2578"/>
                    </a:cubicBezTo>
                    <a:cubicBezTo>
                      <a:pt x="143" y="3626"/>
                      <a:pt x="95" y="4805"/>
                      <a:pt x="202" y="5995"/>
                    </a:cubicBezTo>
                    <a:cubicBezTo>
                      <a:pt x="226" y="6364"/>
                      <a:pt x="357" y="6722"/>
                      <a:pt x="452" y="7162"/>
                    </a:cubicBezTo>
                    <a:cubicBezTo>
                      <a:pt x="298" y="6912"/>
                      <a:pt x="167" y="6686"/>
                      <a:pt x="0" y="6424"/>
                    </a:cubicBezTo>
                    <a:lnTo>
                      <a:pt x="0" y="6424"/>
                    </a:lnTo>
                    <a:cubicBezTo>
                      <a:pt x="333" y="7296"/>
                      <a:pt x="1219" y="8501"/>
                      <a:pt x="4131" y="8501"/>
                    </a:cubicBezTo>
                    <a:cubicBezTo>
                      <a:pt x="4239" y="8501"/>
                      <a:pt x="4351" y="8499"/>
                      <a:pt x="4465" y="8496"/>
                    </a:cubicBezTo>
                    <a:cubicBezTo>
                      <a:pt x="8775" y="8377"/>
                      <a:pt x="8715" y="3900"/>
                      <a:pt x="8596" y="2650"/>
                    </a:cubicBezTo>
                    <a:cubicBezTo>
                      <a:pt x="8573" y="2328"/>
                      <a:pt x="8501" y="1888"/>
                      <a:pt x="8346" y="1435"/>
                    </a:cubicBezTo>
                    <a:cubicBezTo>
                      <a:pt x="8322" y="1459"/>
                      <a:pt x="8287" y="1495"/>
                      <a:pt x="8263" y="1519"/>
                    </a:cubicBezTo>
                    <a:cubicBezTo>
                      <a:pt x="7930" y="1221"/>
                      <a:pt x="7596" y="911"/>
                      <a:pt x="7251" y="614"/>
                    </a:cubicBezTo>
                    <a:cubicBezTo>
                      <a:pt x="6825" y="237"/>
                      <a:pt x="6341" y="1"/>
                      <a:pt x="57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29"/>
              <p:cNvSpPr/>
              <p:nvPr/>
            </p:nvSpPr>
            <p:spPr>
              <a:xfrm>
                <a:off x="3342675" y="2762975"/>
                <a:ext cx="28000" cy="11625"/>
              </a:xfrm>
              <a:custGeom>
                <a:rect b="b" l="l" r="r" t="t"/>
                <a:pathLst>
                  <a:path extrusionOk="0" h="465" w="1120">
                    <a:moveTo>
                      <a:pt x="1072" y="0"/>
                    </a:moveTo>
                    <a:cubicBezTo>
                      <a:pt x="679" y="96"/>
                      <a:pt x="310" y="238"/>
                      <a:pt x="0" y="465"/>
                    </a:cubicBezTo>
                    <a:cubicBezTo>
                      <a:pt x="345" y="274"/>
                      <a:pt x="726" y="155"/>
                      <a:pt x="1119" y="84"/>
                    </a:cubicBezTo>
                    <a:cubicBezTo>
                      <a:pt x="1107" y="60"/>
                      <a:pt x="1084" y="24"/>
                      <a:pt x="107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29"/>
              <p:cNvSpPr/>
              <p:nvPr/>
            </p:nvSpPr>
            <p:spPr>
              <a:xfrm>
                <a:off x="3764150" y="2779925"/>
                <a:ext cx="217300" cy="188850"/>
              </a:xfrm>
              <a:custGeom>
                <a:rect b="b" l="l" r="r" t="t"/>
                <a:pathLst>
                  <a:path extrusionOk="0" h="7554" w="8692">
                    <a:moveTo>
                      <a:pt x="6346" y="1"/>
                    </a:moveTo>
                    <a:lnTo>
                      <a:pt x="6346" y="1"/>
                    </a:lnTo>
                    <a:cubicBezTo>
                      <a:pt x="7037" y="977"/>
                      <a:pt x="7394" y="1954"/>
                      <a:pt x="7323" y="3013"/>
                    </a:cubicBezTo>
                    <a:cubicBezTo>
                      <a:pt x="7323" y="3061"/>
                      <a:pt x="7323" y="3120"/>
                      <a:pt x="7323" y="3168"/>
                    </a:cubicBezTo>
                    <a:cubicBezTo>
                      <a:pt x="7323" y="5263"/>
                      <a:pt x="5942" y="6966"/>
                      <a:pt x="4239" y="6966"/>
                    </a:cubicBezTo>
                    <a:cubicBezTo>
                      <a:pt x="4144" y="6966"/>
                      <a:pt x="4037" y="6954"/>
                      <a:pt x="3941" y="6942"/>
                    </a:cubicBezTo>
                    <a:lnTo>
                      <a:pt x="2941" y="6942"/>
                    </a:lnTo>
                    <a:cubicBezTo>
                      <a:pt x="2953" y="6918"/>
                      <a:pt x="2965" y="6895"/>
                      <a:pt x="2965" y="6871"/>
                    </a:cubicBezTo>
                    <a:lnTo>
                      <a:pt x="3560" y="6871"/>
                    </a:lnTo>
                    <a:cubicBezTo>
                      <a:pt x="2906" y="6692"/>
                      <a:pt x="2346" y="6264"/>
                      <a:pt x="1917" y="5668"/>
                    </a:cubicBezTo>
                    <a:cubicBezTo>
                      <a:pt x="1834" y="5549"/>
                      <a:pt x="1751" y="5430"/>
                      <a:pt x="1679" y="5299"/>
                    </a:cubicBezTo>
                    <a:cubicBezTo>
                      <a:pt x="1346" y="4692"/>
                      <a:pt x="1155" y="3954"/>
                      <a:pt x="1155" y="3168"/>
                    </a:cubicBezTo>
                    <a:cubicBezTo>
                      <a:pt x="1155" y="2108"/>
                      <a:pt x="1513" y="1203"/>
                      <a:pt x="2096" y="537"/>
                    </a:cubicBezTo>
                    <a:cubicBezTo>
                      <a:pt x="2132" y="477"/>
                      <a:pt x="2167" y="406"/>
                      <a:pt x="2203" y="334"/>
                    </a:cubicBezTo>
                    <a:cubicBezTo>
                      <a:pt x="2167" y="310"/>
                      <a:pt x="2144" y="287"/>
                      <a:pt x="2108" y="263"/>
                    </a:cubicBezTo>
                    <a:cubicBezTo>
                      <a:pt x="1298" y="1013"/>
                      <a:pt x="810" y="1954"/>
                      <a:pt x="524" y="3108"/>
                    </a:cubicBezTo>
                    <a:cubicBezTo>
                      <a:pt x="453" y="2989"/>
                      <a:pt x="417" y="2930"/>
                      <a:pt x="358" y="2847"/>
                    </a:cubicBezTo>
                    <a:cubicBezTo>
                      <a:pt x="239" y="3144"/>
                      <a:pt x="120" y="3418"/>
                      <a:pt x="0" y="3692"/>
                    </a:cubicBezTo>
                    <a:cubicBezTo>
                      <a:pt x="0" y="4132"/>
                      <a:pt x="72" y="4525"/>
                      <a:pt x="131" y="4799"/>
                    </a:cubicBezTo>
                    <a:cubicBezTo>
                      <a:pt x="271" y="5369"/>
                      <a:pt x="467" y="7553"/>
                      <a:pt x="4430" y="7553"/>
                    </a:cubicBezTo>
                    <a:cubicBezTo>
                      <a:pt x="4523" y="7553"/>
                      <a:pt x="4618" y="7552"/>
                      <a:pt x="4715" y="7549"/>
                    </a:cubicBezTo>
                    <a:cubicBezTo>
                      <a:pt x="4775" y="7549"/>
                      <a:pt x="4834" y="7538"/>
                      <a:pt x="4894" y="7538"/>
                    </a:cubicBezTo>
                    <a:cubicBezTo>
                      <a:pt x="7370" y="7383"/>
                      <a:pt x="8311" y="5740"/>
                      <a:pt x="8644" y="4216"/>
                    </a:cubicBezTo>
                    <a:cubicBezTo>
                      <a:pt x="8692" y="2918"/>
                      <a:pt x="8299" y="1715"/>
                      <a:pt x="7430" y="632"/>
                    </a:cubicBezTo>
                    <a:cubicBezTo>
                      <a:pt x="7192" y="310"/>
                      <a:pt x="6858" y="132"/>
                      <a:pt x="63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9"/>
              <p:cNvSpPr/>
              <p:nvPr/>
            </p:nvSpPr>
            <p:spPr>
              <a:xfrm>
                <a:off x="3298325" y="2764775"/>
                <a:ext cx="157175" cy="189025"/>
              </a:xfrm>
              <a:custGeom>
                <a:rect b="b" l="l" r="r" t="t"/>
                <a:pathLst>
                  <a:path extrusionOk="0" h="7561" w="6287">
                    <a:moveTo>
                      <a:pt x="1536" y="1500"/>
                    </a:moveTo>
                    <a:cubicBezTo>
                      <a:pt x="1953" y="1500"/>
                      <a:pt x="2298" y="1833"/>
                      <a:pt x="2298" y="2262"/>
                    </a:cubicBezTo>
                    <a:cubicBezTo>
                      <a:pt x="2298" y="2333"/>
                      <a:pt x="2286" y="2405"/>
                      <a:pt x="2262" y="2476"/>
                    </a:cubicBezTo>
                    <a:cubicBezTo>
                      <a:pt x="2489" y="2345"/>
                      <a:pt x="2751" y="2262"/>
                      <a:pt x="3048" y="2262"/>
                    </a:cubicBezTo>
                    <a:cubicBezTo>
                      <a:pt x="3870" y="2262"/>
                      <a:pt x="4548" y="2929"/>
                      <a:pt x="4548" y="3762"/>
                    </a:cubicBezTo>
                    <a:cubicBezTo>
                      <a:pt x="4548" y="4596"/>
                      <a:pt x="3870" y="5274"/>
                      <a:pt x="3048" y="5274"/>
                    </a:cubicBezTo>
                    <a:cubicBezTo>
                      <a:pt x="2215" y="5274"/>
                      <a:pt x="1536" y="4596"/>
                      <a:pt x="1536" y="3762"/>
                    </a:cubicBezTo>
                    <a:cubicBezTo>
                      <a:pt x="1536" y="3476"/>
                      <a:pt x="1619" y="3214"/>
                      <a:pt x="1762" y="2976"/>
                    </a:cubicBezTo>
                    <a:lnTo>
                      <a:pt x="1762" y="2976"/>
                    </a:lnTo>
                    <a:cubicBezTo>
                      <a:pt x="1691" y="3000"/>
                      <a:pt x="1619" y="3012"/>
                      <a:pt x="1536" y="3012"/>
                    </a:cubicBezTo>
                    <a:cubicBezTo>
                      <a:pt x="1119" y="3012"/>
                      <a:pt x="774" y="2679"/>
                      <a:pt x="774" y="2262"/>
                    </a:cubicBezTo>
                    <a:cubicBezTo>
                      <a:pt x="774" y="1833"/>
                      <a:pt x="1119" y="1500"/>
                      <a:pt x="1536" y="1500"/>
                    </a:cubicBezTo>
                    <a:close/>
                    <a:moveTo>
                      <a:pt x="5179" y="4512"/>
                    </a:moveTo>
                    <a:cubicBezTo>
                      <a:pt x="5525" y="4512"/>
                      <a:pt x="5810" y="4786"/>
                      <a:pt x="5810" y="5143"/>
                    </a:cubicBezTo>
                    <a:cubicBezTo>
                      <a:pt x="5810" y="5488"/>
                      <a:pt x="5525" y="5762"/>
                      <a:pt x="5179" y="5762"/>
                    </a:cubicBezTo>
                    <a:cubicBezTo>
                      <a:pt x="4834" y="5762"/>
                      <a:pt x="4548" y="5488"/>
                      <a:pt x="4548" y="5143"/>
                    </a:cubicBezTo>
                    <a:cubicBezTo>
                      <a:pt x="4548" y="4786"/>
                      <a:pt x="4834" y="4512"/>
                      <a:pt x="5179" y="4512"/>
                    </a:cubicBezTo>
                    <a:close/>
                    <a:moveTo>
                      <a:pt x="3663" y="0"/>
                    </a:moveTo>
                    <a:cubicBezTo>
                      <a:pt x="3514" y="0"/>
                      <a:pt x="3372" y="46"/>
                      <a:pt x="3215" y="143"/>
                    </a:cubicBezTo>
                    <a:cubicBezTo>
                      <a:pt x="2572" y="524"/>
                      <a:pt x="1905" y="869"/>
                      <a:pt x="1262" y="1262"/>
                    </a:cubicBezTo>
                    <a:cubicBezTo>
                      <a:pt x="1096" y="1357"/>
                      <a:pt x="917" y="1500"/>
                      <a:pt x="834" y="1678"/>
                    </a:cubicBezTo>
                    <a:cubicBezTo>
                      <a:pt x="250" y="2952"/>
                      <a:pt x="0" y="4274"/>
                      <a:pt x="417" y="5655"/>
                    </a:cubicBezTo>
                    <a:cubicBezTo>
                      <a:pt x="737" y="6710"/>
                      <a:pt x="1804" y="7433"/>
                      <a:pt x="2882" y="7433"/>
                    </a:cubicBezTo>
                    <a:cubicBezTo>
                      <a:pt x="3045" y="7433"/>
                      <a:pt x="3208" y="7416"/>
                      <a:pt x="3370" y="7382"/>
                    </a:cubicBezTo>
                    <a:lnTo>
                      <a:pt x="3370" y="7489"/>
                    </a:lnTo>
                    <a:lnTo>
                      <a:pt x="3441" y="7489"/>
                    </a:lnTo>
                    <a:cubicBezTo>
                      <a:pt x="3370" y="7513"/>
                      <a:pt x="3298" y="7536"/>
                      <a:pt x="3227" y="7560"/>
                    </a:cubicBezTo>
                    <a:cubicBezTo>
                      <a:pt x="4929" y="7453"/>
                      <a:pt x="6287" y="5798"/>
                      <a:pt x="6287" y="3774"/>
                    </a:cubicBezTo>
                    <a:cubicBezTo>
                      <a:pt x="6287" y="2702"/>
                      <a:pt x="5953" y="1655"/>
                      <a:pt x="5370" y="928"/>
                    </a:cubicBezTo>
                    <a:lnTo>
                      <a:pt x="5215" y="928"/>
                    </a:lnTo>
                    <a:cubicBezTo>
                      <a:pt x="4894" y="524"/>
                      <a:pt x="4477" y="238"/>
                      <a:pt x="3941" y="47"/>
                    </a:cubicBezTo>
                    <a:cubicBezTo>
                      <a:pt x="3843" y="16"/>
                      <a:pt x="3752" y="0"/>
                      <a:pt x="36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9"/>
              <p:cNvSpPr/>
              <p:nvPr/>
            </p:nvSpPr>
            <p:spPr>
              <a:xfrm>
                <a:off x="3331650" y="2765050"/>
                <a:ext cx="39925" cy="23550"/>
              </a:xfrm>
              <a:custGeom>
                <a:rect b="b" l="l" r="r" t="t"/>
                <a:pathLst>
                  <a:path extrusionOk="0" h="942" w="1597">
                    <a:moveTo>
                      <a:pt x="1560" y="1"/>
                    </a:moveTo>
                    <a:cubicBezTo>
                      <a:pt x="1167" y="72"/>
                      <a:pt x="786" y="191"/>
                      <a:pt x="441" y="382"/>
                    </a:cubicBezTo>
                    <a:cubicBezTo>
                      <a:pt x="286" y="489"/>
                      <a:pt x="132" y="620"/>
                      <a:pt x="1" y="775"/>
                    </a:cubicBezTo>
                    <a:cubicBezTo>
                      <a:pt x="36" y="834"/>
                      <a:pt x="72" y="882"/>
                      <a:pt x="108" y="941"/>
                    </a:cubicBezTo>
                    <a:cubicBezTo>
                      <a:pt x="608" y="644"/>
                      <a:pt x="1096" y="346"/>
                      <a:pt x="1596" y="48"/>
                    </a:cubicBezTo>
                    <a:cubicBezTo>
                      <a:pt x="1584" y="36"/>
                      <a:pt x="1572" y="13"/>
                      <a:pt x="15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9"/>
              <p:cNvSpPr/>
              <p:nvPr/>
            </p:nvSpPr>
            <p:spPr>
              <a:xfrm>
                <a:off x="3293550" y="2821900"/>
                <a:ext cx="6575" cy="28900"/>
              </a:xfrm>
              <a:custGeom>
                <a:rect b="b" l="l" r="r" t="t"/>
                <a:pathLst>
                  <a:path extrusionOk="0" h="1156" w="263">
                    <a:moveTo>
                      <a:pt x="263" y="1"/>
                    </a:moveTo>
                    <a:cubicBezTo>
                      <a:pt x="120" y="358"/>
                      <a:pt x="36" y="739"/>
                      <a:pt x="1" y="1156"/>
                    </a:cubicBezTo>
                    <a:cubicBezTo>
                      <a:pt x="60" y="763"/>
                      <a:pt x="144" y="382"/>
                      <a:pt x="263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9"/>
              <p:cNvSpPr/>
              <p:nvPr/>
            </p:nvSpPr>
            <p:spPr>
              <a:xfrm>
                <a:off x="3792125" y="2793325"/>
                <a:ext cx="24425" cy="119100"/>
              </a:xfrm>
              <a:custGeom>
                <a:rect b="b" l="l" r="r" t="t"/>
                <a:pathLst>
                  <a:path extrusionOk="0" h="4764" w="977">
                    <a:moveTo>
                      <a:pt x="977" y="1"/>
                    </a:moveTo>
                    <a:lnTo>
                      <a:pt x="977" y="1"/>
                    </a:lnTo>
                    <a:cubicBezTo>
                      <a:pt x="394" y="667"/>
                      <a:pt x="36" y="1572"/>
                      <a:pt x="36" y="2632"/>
                    </a:cubicBezTo>
                    <a:cubicBezTo>
                      <a:pt x="36" y="3418"/>
                      <a:pt x="227" y="4156"/>
                      <a:pt x="560" y="4763"/>
                    </a:cubicBezTo>
                    <a:cubicBezTo>
                      <a:pt x="501" y="4632"/>
                      <a:pt x="441" y="4489"/>
                      <a:pt x="382" y="4346"/>
                    </a:cubicBezTo>
                    <a:cubicBezTo>
                      <a:pt x="1" y="3203"/>
                      <a:pt x="24" y="2060"/>
                      <a:pt x="513" y="941"/>
                    </a:cubicBezTo>
                    <a:cubicBezTo>
                      <a:pt x="655" y="620"/>
                      <a:pt x="810" y="310"/>
                      <a:pt x="9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9"/>
              <p:cNvSpPr/>
              <p:nvPr/>
            </p:nvSpPr>
            <p:spPr>
              <a:xfrm>
                <a:off x="3808800" y="2773775"/>
                <a:ext cx="138425" cy="180325"/>
              </a:xfrm>
              <a:custGeom>
                <a:rect b="b" l="l" r="r" t="t"/>
                <a:pathLst>
                  <a:path extrusionOk="0" h="7213" w="5537">
                    <a:moveTo>
                      <a:pt x="2908" y="0"/>
                    </a:moveTo>
                    <a:cubicBezTo>
                      <a:pt x="2599" y="0"/>
                      <a:pt x="2249" y="91"/>
                      <a:pt x="1846" y="295"/>
                    </a:cubicBezTo>
                    <a:cubicBezTo>
                      <a:pt x="1334" y="545"/>
                      <a:pt x="953" y="890"/>
                      <a:pt x="667" y="1295"/>
                    </a:cubicBezTo>
                    <a:cubicBezTo>
                      <a:pt x="727" y="1283"/>
                      <a:pt x="786" y="1271"/>
                      <a:pt x="858" y="1271"/>
                    </a:cubicBezTo>
                    <a:cubicBezTo>
                      <a:pt x="1274" y="1271"/>
                      <a:pt x="1620" y="1604"/>
                      <a:pt x="1620" y="2033"/>
                    </a:cubicBezTo>
                    <a:cubicBezTo>
                      <a:pt x="1620" y="2104"/>
                      <a:pt x="1608" y="2176"/>
                      <a:pt x="1584" y="2247"/>
                    </a:cubicBezTo>
                    <a:cubicBezTo>
                      <a:pt x="1810" y="2104"/>
                      <a:pt x="2084" y="2033"/>
                      <a:pt x="2370" y="2033"/>
                    </a:cubicBezTo>
                    <a:cubicBezTo>
                      <a:pt x="3203" y="2033"/>
                      <a:pt x="3870" y="2700"/>
                      <a:pt x="3870" y="3533"/>
                    </a:cubicBezTo>
                    <a:cubicBezTo>
                      <a:pt x="3870" y="4366"/>
                      <a:pt x="3203" y="5045"/>
                      <a:pt x="2370" y="5045"/>
                    </a:cubicBezTo>
                    <a:cubicBezTo>
                      <a:pt x="1536" y="5045"/>
                      <a:pt x="858" y="4366"/>
                      <a:pt x="858" y="3533"/>
                    </a:cubicBezTo>
                    <a:cubicBezTo>
                      <a:pt x="858" y="3247"/>
                      <a:pt x="941" y="2985"/>
                      <a:pt x="1084" y="2747"/>
                    </a:cubicBezTo>
                    <a:lnTo>
                      <a:pt x="1084" y="2747"/>
                    </a:lnTo>
                    <a:cubicBezTo>
                      <a:pt x="1012" y="2771"/>
                      <a:pt x="941" y="2783"/>
                      <a:pt x="858" y="2783"/>
                    </a:cubicBezTo>
                    <a:cubicBezTo>
                      <a:pt x="560" y="2783"/>
                      <a:pt x="310" y="2616"/>
                      <a:pt x="191" y="2378"/>
                    </a:cubicBezTo>
                    <a:cubicBezTo>
                      <a:pt x="143" y="2533"/>
                      <a:pt x="108" y="2712"/>
                      <a:pt x="84" y="2890"/>
                    </a:cubicBezTo>
                    <a:cubicBezTo>
                      <a:pt x="24" y="3426"/>
                      <a:pt x="0" y="3974"/>
                      <a:pt x="12" y="4509"/>
                    </a:cubicBezTo>
                    <a:cubicBezTo>
                      <a:pt x="36" y="5259"/>
                      <a:pt x="334" y="5902"/>
                      <a:pt x="870" y="6426"/>
                    </a:cubicBezTo>
                    <a:cubicBezTo>
                      <a:pt x="917" y="6462"/>
                      <a:pt x="941" y="6522"/>
                      <a:pt x="953" y="6593"/>
                    </a:cubicBezTo>
                    <a:cubicBezTo>
                      <a:pt x="608" y="6426"/>
                      <a:pt x="346" y="6188"/>
                      <a:pt x="131" y="5914"/>
                    </a:cubicBezTo>
                    <a:lnTo>
                      <a:pt x="131" y="5914"/>
                    </a:lnTo>
                    <a:cubicBezTo>
                      <a:pt x="560" y="6510"/>
                      <a:pt x="1131" y="6938"/>
                      <a:pt x="1774" y="7117"/>
                    </a:cubicBezTo>
                    <a:lnTo>
                      <a:pt x="2655" y="7117"/>
                    </a:lnTo>
                    <a:cubicBezTo>
                      <a:pt x="2655" y="7141"/>
                      <a:pt x="2655" y="7164"/>
                      <a:pt x="2655" y="7188"/>
                    </a:cubicBezTo>
                    <a:lnTo>
                      <a:pt x="2155" y="7188"/>
                    </a:lnTo>
                    <a:cubicBezTo>
                      <a:pt x="2251" y="7200"/>
                      <a:pt x="2346" y="7212"/>
                      <a:pt x="2453" y="7212"/>
                    </a:cubicBezTo>
                    <a:cubicBezTo>
                      <a:pt x="4156" y="7212"/>
                      <a:pt x="5537" y="5509"/>
                      <a:pt x="5537" y="3414"/>
                    </a:cubicBezTo>
                    <a:cubicBezTo>
                      <a:pt x="5537" y="3366"/>
                      <a:pt x="5537" y="3307"/>
                      <a:pt x="5537" y="3259"/>
                    </a:cubicBezTo>
                    <a:cubicBezTo>
                      <a:pt x="5525" y="3462"/>
                      <a:pt x="5489" y="3664"/>
                      <a:pt x="5442" y="3866"/>
                    </a:cubicBezTo>
                    <a:cubicBezTo>
                      <a:pt x="5358" y="4247"/>
                      <a:pt x="5251" y="4617"/>
                      <a:pt x="5120" y="4950"/>
                    </a:cubicBezTo>
                    <a:cubicBezTo>
                      <a:pt x="5108" y="5117"/>
                      <a:pt x="5049" y="5259"/>
                      <a:pt x="4941" y="5355"/>
                    </a:cubicBezTo>
                    <a:cubicBezTo>
                      <a:pt x="4775" y="5676"/>
                      <a:pt x="4572" y="5926"/>
                      <a:pt x="4322" y="6057"/>
                    </a:cubicBezTo>
                    <a:cubicBezTo>
                      <a:pt x="4418" y="5855"/>
                      <a:pt x="4489" y="5712"/>
                      <a:pt x="4560" y="5569"/>
                    </a:cubicBezTo>
                    <a:cubicBezTo>
                      <a:pt x="4572" y="5557"/>
                      <a:pt x="4572" y="5545"/>
                      <a:pt x="4572" y="5533"/>
                    </a:cubicBezTo>
                    <a:lnTo>
                      <a:pt x="4501" y="5533"/>
                    </a:lnTo>
                    <a:cubicBezTo>
                      <a:pt x="4156" y="5533"/>
                      <a:pt x="3870" y="5259"/>
                      <a:pt x="3870" y="4914"/>
                    </a:cubicBezTo>
                    <a:cubicBezTo>
                      <a:pt x="3870" y="4557"/>
                      <a:pt x="4156" y="4283"/>
                      <a:pt x="4501" y="4283"/>
                    </a:cubicBezTo>
                    <a:cubicBezTo>
                      <a:pt x="4680" y="4283"/>
                      <a:pt x="4834" y="4355"/>
                      <a:pt x="4953" y="4474"/>
                    </a:cubicBezTo>
                    <a:cubicBezTo>
                      <a:pt x="5180" y="3557"/>
                      <a:pt x="5120" y="2628"/>
                      <a:pt x="4787" y="1676"/>
                    </a:cubicBezTo>
                    <a:cubicBezTo>
                      <a:pt x="4739" y="1533"/>
                      <a:pt x="4680" y="1390"/>
                      <a:pt x="4596" y="1259"/>
                    </a:cubicBezTo>
                    <a:cubicBezTo>
                      <a:pt x="4151" y="520"/>
                      <a:pt x="3647" y="0"/>
                      <a:pt x="29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9"/>
              <p:cNvSpPr/>
              <p:nvPr/>
            </p:nvSpPr>
            <p:spPr>
              <a:xfrm>
                <a:off x="3336725" y="2821300"/>
                <a:ext cx="75325" cy="75350"/>
              </a:xfrm>
              <a:custGeom>
                <a:rect b="b" l="l" r="r" t="t"/>
                <a:pathLst>
                  <a:path extrusionOk="0" h="3014" w="3013">
                    <a:moveTo>
                      <a:pt x="1512" y="1"/>
                    </a:moveTo>
                    <a:cubicBezTo>
                      <a:pt x="1226" y="1"/>
                      <a:pt x="953" y="84"/>
                      <a:pt x="726" y="215"/>
                    </a:cubicBezTo>
                    <a:cubicBezTo>
                      <a:pt x="655" y="465"/>
                      <a:pt x="464" y="644"/>
                      <a:pt x="226" y="727"/>
                    </a:cubicBezTo>
                    <a:cubicBezTo>
                      <a:pt x="83" y="953"/>
                      <a:pt x="0" y="1215"/>
                      <a:pt x="0" y="1501"/>
                    </a:cubicBezTo>
                    <a:cubicBezTo>
                      <a:pt x="0" y="2335"/>
                      <a:pt x="679" y="3013"/>
                      <a:pt x="1512" y="3013"/>
                    </a:cubicBezTo>
                    <a:cubicBezTo>
                      <a:pt x="2334" y="3013"/>
                      <a:pt x="3012" y="2335"/>
                      <a:pt x="3012" y="1501"/>
                    </a:cubicBezTo>
                    <a:cubicBezTo>
                      <a:pt x="3012" y="668"/>
                      <a:pt x="2334" y="1"/>
                      <a:pt x="15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29"/>
              <p:cNvSpPr/>
              <p:nvPr/>
            </p:nvSpPr>
            <p:spPr>
              <a:xfrm>
                <a:off x="3317675" y="2802250"/>
                <a:ext cx="38125" cy="38125"/>
              </a:xfrm>
              <a:custGeom>
                <a:rect b="b" l="l" r="r" t="t"/>
                <a:pathLst>
                  <a:path extrusionOk="0" h="1525" w="1525">
                    <a:moveTo>
                      <a:pt x="762" y="1"/>
                    </a:moveTo>
                    <a:cubicBezTo>
                      <a:pt x="345" y="1"/>
                      <a:pt x="0" y="334"/>
                      <a:pt x="0" y="763"/>
                    </a:cubicBezTo>
                    <a:cubicBezTo>
                      <a:pt x="0" y="1180"/>
                      <a:pt x="345" y="1525"/>
                      <a:pt x="762" y="1525"/>
                    </a:cubicBezTo>
                    <a:cubicBezTo>
                      <a:pt x="845" y="1525"/>
                      <a:pt x="917" y="1501"/>
                      <a:pt x="988" y="1489"/>
                    </a:cubicBezTo>
                    <a:cubicBezTo>
                      <a:pt x="1226" y="1406"/>
                      <a:pt x="1417" y="1215"/>
                      <a:pt x="1488" y="977"/>
                    </a:cubicBezTo>
                    <a:cubicBezTo>
                      <a:pt x="1512" y="906"/>
                      <a:pt x="1524" y="834"/>
                      <a:pt x="1524" y="763"/>
                    </a:cubicBezTo>
                    <a:cubicBezTo>
                      <a:pt x="1524" y="334"/>
                      <a:pt x="1179" y="1"/>
                      <a:pt x="76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29"/>
              <p:cNvSpPr/>
              <p:nvPr/>
            </p:nvSpPr>
            <p:spPr>
              <a:xfrm>
                <a:off x="3412025" y="2877575"/>
                <a:ext cx="31575" cy="31275"/>
              </a:xfrm>
              <a:custGeom>
                <a:rect b="b" l="l" r="r" t="t"/>
                <a:pathLst>
                  <a:path extrusionOk="0" h="1251" w="1263">
                    <a:moveTo>
                      <a:pt x="631" y="0"/>
                    </a:moveTo>
                    <a:cubicBezTo>
                      <a:pt x="286" y="0"/>
                      <a:pt x="0" y="274"/>
                      <a:pt x="0" y="631"/>
                    </a:cubicBezTo>
                    <a:cubicBezTo>
                      <a:pt x="0" y="976"/>
                      <a:pt x="286" y="1250"/>
                      <a:pt x="631" y="1250"/>
                    </a:cubicBezTo>
                    <a:cubicBezTo>
                      <a:pt x="977" y="1250"/>
                      <a:pt x="1262" y="976"/>
                      <a:pt x="1262" y="631"/>
                    </a:cubicBezTo>
                    <a:cubicBezTo>
                      <a:pt x="1262" y="274"/>
                      <a:pt x="977" y="0"/>
                      <a:pt x="6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29"/>
              <p:cNvSpPr/>
              <p:nvPr/>
            </p:nvSpPr>
            <p:spPr>
              <a:xfrm>
                <a:off x="3830225" y="2824575"/>
                <a:ext cx="75325" cy="75350"/>
              </a:xfrm>
              <a:custGeom>
                <a:rect b="b" l="l" r="r" t="t"/>
                <a:pathLst>
                  <a:path extrusionOk="0" h="3014" w="3013">
                    <a:moveTo>
                      <a:pt x="1513" y="1"/>
                    </a:moveTo>
                    <a:cubicBezTo>
                      <a:pt x="1227" y="1"/>
                      <a:pt x="953" y="84"/>
                      <a:pt x="727" y="215"/>
                    </a:cubicBezTo>
                    <a:cubicBezTo>
                      <a:pt x="655" y="465"/>
                      <a:pt x="465" y="656"/>
                      <a:pt x="227" y="727"/>
                    </a:cubicBezTo>
                    <a:cubicBezTo>
                      <a:pt x="84" y="953"/>
                      <a:pt x="1" y="1215"/>
                      <a:pt x="1" y="1501"/>
                    </a:cubicBezTo>
                    <a:cubicBezTo>
                      <a:pt x="1" y="2334"/>
                      <a:pt x="679" y="3013"/>
                      <a:pt x="1513" y="3013"/>
                    </a:cubicBezTo>
                    <a:cubicBezTo>
                      <a:pt x="2346" y="3013"/>
                      <a:pt x="3013" y="2334"/>
                      <a:pt x="3013" y="1501"/>
                    </a:cubicBezTo>
                    <a:cubicBezTo>
                      <a:pt x="3013" y="668"/>
                      <a:pt x="2346" y="1"/>
                      <a:pt x="15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29"/>
              <p:cNvSpPr/>
              <p:nvPr/>
            </p:nvSpPr>
            <p:spPr>
              <a:xfrm>
                <a:off x="3813550" y="2805525"/>
                <a:ext cx="35750" cy="38125"/>
              </a:xfrm>
              <a:custGeom>
                <a:rect b="b" l="l" r="r" t="t"/>
                <a:pathLst>
                  <a:path extrusionOk="0" h="1525" w="1430">
                    <a:moveTo>
                      <a:pt x="668" y="1"/>
                    </a:moveTo>
                    <a:cubicBezTo>
                      <a:pt x="596" y="1"/>
                      <a:pt x="537" y="13"/>
                      <a:pt x="477" y="25"/>
                    </a:cubicBezTo>
                    <a:cubicBezTo>
                      <a:pt x="251" y="346"/>
                      <a:pt x="96" y="715"/>
                      <a:pt x="1" y="1108"/>
                    </a:cubicBezTo>
                    <a:cubicBezTo>
                      <a:pt x="120" y="1346"/>
                      <a:pt x="370" y="1525"/>
                      <a:pt x="668" y="1525"/>
                    </a:cubicBezTo>
                    <a:cubicBezTo>
                      <a:pt x="751" y="1525"/>
                      <a:pt x="822" y="1513"/>
                      <a:pt x="894" y="1489"/>
                    </a:cubicBezTo>
                    <a:cubicBezTo>
                      <a:pt x="1132" y="1418"/>
                      <a:pt x="1322" y="1227"/>
                      <a:pt x="1394" y="977"/>
                    </a:cubicBezTo>
                    <a:cubicBezTo>
                      <a:pt x="1418" y="918"/>
                      <a:pt x="1430" y="834"/>
                      <a:pt x="1430" y="763"/>
                    </a:cubicBezTo>
                    <a:cubicBezTo>
                      <a:pt x="1430" y="346"/>
                      <a:pt x="1084" y="1"/>
                      <a:pt x="6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29"/>
              <p:cNvSpPr/>
              <p:nvPr/>
            </p:nvSpPr>
            <p:spPr>
              <a:xfrm>
                <a:off x="3905525" y="2880850"/>
                <a:ext cx="27125" cy="31575"/>
              </a:xfrm>
              <a:custGeom>
                <a:rect b="b" l="l" r="r" t="t"/>
                <a:pathLst>
                  <a:path extrusionOk="0" h="1263" w="1085">
                    <a:moveTo>
                      <a:pt x="632" y="0"/>
                    </a:moveTo>
                    <a:cubicBezTo>
                      <a:pt x="287" y="0"/>
                      <a:pt x="1" y="286"/>
                      <a:pt x="1" y="631"/>
                    </a:cubicBezTo>
                    <a:cubicBezTo>
                      <a:pt x="1" y="976"/>
                      <a:pt x="287" y="1262"/>
                      <a:pt x="632" y="1262"/>
                    </a:cubicBezTo>
                    <a:cubicBezTo>
                      <a:pt x="656" y="1262"/>
                      <a:pt x="680" y="1250"/>
                      <a:pt x="715" y="1250"/>
                    </a:cubicBezTo>
                    <a:cubicBezTo>
                      <a:pt x="882" y="905"/>
                      <a:pt x="1001" y="548"/>
                      <a:pt x="1084" y="191"/>
                    </a:cubicBezTo>
                    <a:cubicBezTo>
                      <a:pt x="965" y="72"/>
                      <a:pt x="811" y="0"/>
                      <a:pt x="6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29"/>
              <p:cNvSpPr/>
              <p:nvPr/>
            </p:nvSpPr>
            <p:spPr>
              <a:xfrm>
                <a:off x="3932325" y="2897500"/>
                <a:ext cx="4500" cy="10150"/>
              </a:xfrm>
              <a:custGeom>
                <a:rect b="b" l="l" r="r" t="t"/>
                <a:pathLst>
                  <a:path extrusionOk="0" h="406" w="180">
                    <a:moveTo>
                      <a:pt x="179" y="1"/>
                    </a:moveTo>
                    <a:lnTo>
                      <a:pt x="179" y="1"/>
                    </a:lnTo>
                    <a:cubicBezTo>
                      <a:pt x="131" y="144"/>
                      <a:pt x="60" y="287"/>
                      <a:pt x="0" y="406"/>
                    </a:cubicBezTo>
                    <a:cubicBezTo>
                      <a:pt x="108" y="310"/>
                      <a:pt x="167" y="168"/>
                      <a:pt x="1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29"/>
              <p:cNvSpPr/>
              <p:nvPr/>
            </p:nvSpPr>
            <p:spPr>
              <a:xfrm>
                <a:off x="2794973" y="2823504"/>
                <a:ext cx="489350" cy="412575"/>
              </a:xfrm>
              <a:custGeom>
                <a:rect b="b" l="l" r="r" t="t"/>
                <a:pathLst>
                  <a:path extrusionOk="0" h="16503" w="19574">
                    <a:moveTo>
                      <a:pt x="6691" y="1"/>
                    </a:moveTo>
                    <a:cubicBezTo>
                      <a:pt x="6680" y="12"/>
                      <a:pt x="6668" y="12"/>
                      <a:pt x="6668" y="24"/>
                    </a:cubicBezTo>
                    <a:cubicBezTo>
                      <a:pt x="6287" y="370"/>
                      <a:pt x="5977" y="739"/>
                      <a:pt x="5644" y="1084"/>
                    </a:cubicBezTo>
                    <a:cubicBezTo>
                      <a:pt x="5310" y="1441"/>
                      <a:pt x="4953" y="1775"/>
                      <a:pt x="4596" y="2120"/>
                    </a:cubicBezTo>
                    <a:cubicBezTo>
                      <a:pt x="4882" y="1715"/>
                      <a:pt x="5156" y="1310"/>
                      <a:pt x="5417" y="893"/>
                    </a:cubicBezTo>
                    <a:cubicBezTo>
                      <a:pt x="5548" y="691"/>
                      <a:pt x="5632" y="477"/>
                      <a:pt x="5739" y="274"/>
                    </a:cubicBezTo>
                    <a:cubicBezTo>
                      <a:pt x="5703" y="262"/>
                      <a:pt x="5679" y="251"/>
                      <a:pt x="5644" y="227"/>
                    </a:cubicBezTo>
                    <a:cubicBezTo>
                      <a:pt x="4846" y="1310"/>
                      <a:pt x="4048" y="2394"/>
                      <a:pt x="3251" y="3477"/>
                    </a:cubicBezTo>
                    <a:cubicBezTo>
                      <a:pt x="2524" y="4489"/>
                      <a:pt x="1596" y="5287"/>
                      <a:pt x="619" y="6037"/>
                    </a:cubicBezTo>
                    <a:cubicBezTo>
                      <a:pt x="417" y="6192"/>
                      <a:pt x="214" y="6347"/>
                      <a:pt x="0" y="6489"/>
                    </a:cubicBezTo>
                    <a:cubicBezTo>
                      <a:pt x="155" y="6466"/>
                      <a:pt x="310" y="6430"/>
                      <a:pt x="464" y="6382"/>
                    </a:cubicBezTo>
                    <a:cubicBezTo>
                      <a:pt x="512" y="6370"/>
                      <a:pt x="572" y="6358"/>
                      <a:pt x="619" y="6347"/>
                    </a:cubicBezTo>
                    <a:cubicBezTo>
                      <a:pt x="1393" y="6132"/>
                      <a:pt x="2131" y="5799"/>
                      <a:pt x="2798" y="5346"/>
                    </a:cubicBezTo>
                    <a:cubicBezTo>
                      <a:pt x="3632" y="4787"/>
                      <a:pt x="4429" y="4144"/>
                      <a:pt x="5287" y="3501"/>
                    </a:cubicBezTo>
                    <a:lnTo>
                      <a:pt x="5287" y="3501"/>
                    </a:lnTo>
                    <a:cubicBezTo>
                      <a:pt x="4977" y="5013"/>
                      <a:pt x="4977" y="6489"/>
                      <a:pt x="5346" y="7954"/>
                    </a:cubicBezTo>
                    <a:cubicBezTo>
                      <a:pt x="5703" y="9442"/>
                      <a:pt x="6477" y="10668"/>
                      <a:pt x="7656" y="11669"/>
                    </a:cubicBezTo>
                    <a:cubicBezTo>
                      <a:pt x="7144" y="10895"/>
                      <a:pt x="7215" y="10002"/>
                      <a:pt x="7096" y="9145"/>
                    </a:cubicBezTo>
                    <a:lnTo>
                      <a:pt x="7096" y="9145"/>
                    </a:lnTo>
                    <a:cubicBezTo>
                      <a:pt x="7394" y="9537"/>
                      <a:pt x="7632" y="9942"/>
                      <a:pt x="7870" y="10359"/>
                    </a:cubicBezTo>
                    <a:cubicBezTo>
                      <a:pt x="8537" y="11538"/>
                      <a:pt x="9418" y="12514"/>
                      <a:pt x="10597" y="13216"/>
                    </a:cubicBezTo>
                    <a:cubicBezTo>
                      <a:pt x="11132" y="13526"/>
                      <a:pt x="11633" y="13883"/>
                      <a:pt x="12145" y="14240"/>
                    </a:cubicBezTo>
                    <a:cubicBezTo>
                      <a:pt x="12716" y="14633"/>
                      <a:pt x="13228" y="15074"/>
                      <a:pt x="13430" y="15776"/>
                    </a:cubicBezTo>
                    <a:cubicBezTo>
                      <a:pt x="13430" y="15788"/>
                      <a:pt x="13478" y="15788"/>
                      <a:pt x="13621" y="15812"/>
                    </a:cubicBezTo>
                    <a:cubicBezTo>
                      <a:pt x="13502" y="15121"/>
                      <a:pt x="13383" y="14455"/>
                      <a:pt x="13264" y="13740"/>
                    </a:cubicBezTo>
                    <a:lnTo>
                      <a:pt x="13264" y="13740"/>
                    </a:lnTo>
                    <a:cubicBezTo>
                      <a:pt x="14204" y="14455"/>
                      <a:pt x="15050" y="15276"/>
                      <a:pt x="16359" y="15360"/>
                    </a:cubicBezTo>
                    <a:cubicBezTo>
                      <a:pt x="15883" y="14729"/>
                      <a:pt x="15466" y="14157"/>
                      <a:pt x="14990" y="13526"/>
                    </a:cubicBezTo>
                    <a:lnTo>
                      <a:pt x="14990" y="13526"/>
                    </a:lnTo>
                    <a:cubicBezTo>
                      <a:pt x="15145" y="13550"/>
                      <a:pt x="15193" y="13538"/>
                      <a:pt x="15228" y="13562"/>
                    </a:cubicBezTo>
                    <a:cubicBezTo>
                      <a:pt x="16097" y="14157"/>
                      <a:pt x="17062" y="14657"/>
                      <a:pt x="17598" y="15633"/>
                    </a:cubicBezTo>
                    <a:cubicBezTo>
                      <a:pt x="17657" y="15741"/>
                      <a:pt x="17729" y="15836"/>
                      <a:pt x="17812" y="15919"/>
                    </a:cubicBezTo>
                    <a:cubicBezTo>
                      <a:pt x="18002" y="16098"/>
                      <a:pt x="18133" y="16300"/>
                      <a:pt x="18241" y="16503"/>
                    </a:cubicBezTo>
                    <a:lnTo>
                      <a:pt x="18991" y="16503"/>
                    </a:lnTo>
                    <a:cubicBezTo>
                      <a:pt x="18574" y="15943"/>
                      <a:pt x="18169" y="15383"/>
                      <a:pt x="17752" y="14824"/>
                    </a:cubicBezTo>
                    <a:cubicBezTo>
                      <a:pt x="17717" y="14764"/>
                      <a:pt x="17705" y="14693"/>
                      <a:pt x="17645" y="14514"/>
                    </a:cubicBezTo>
                    <a:lnTo>
                      <a:pt x="17645" y="14514"/>
                    </a:lnTo>
                    <a:cubicBezTo>
                      <a:pt x="18336" y="14907"/>
                      <a:pt x="18931" y="15252"/>
                      <a:pt x="19514" y="15586"/>
                    </a:cubicBezTo>
                    <a:lnTo>
                      <a:pt x="19574" y="15479"/>
                    </a:lnTo>
                    <a:cubicBezTo>
                      <a:pt x="18633" y="14836"/>
                      <a:pt x="17693" y="14205"/>
                      <a:pt x="16740" y="13562"/>
                    </a:cubicBezTo>
                    <a:cubicBezTo>
                      <a:pt x="16764" y="13526"/>
                      <a:pt x="16788" y="13490"/>
                      <a:pt x="16812" y="13443"/>
                    </a:cubicBezTo>
                    <a:cubicBezTo>
                      <a:pt x="17467" y="13693"/>
                      <a:pt x="18121" y="13943"/>
                      <a:pt x="18788" y="14193"/>
                    </a:cubicBezTo>
                    <a:lnTo>
                      <a:pt x="18800" y="14121"/>
                    </a:lnTo>
                    <a:cubicBezTo>
                      <a:pt x="18645" y="14014"/>
                      <a:pt x="18479" y="13919"/>
                      <a:pt x="18264" y="13776"/>
                    </a:cubicBezTo>
                    <a:cubicBezTo>
                      <a:pt x="18574" y="13633"/>
                      <a:pt x="18836" y="13514"/>
                      <a:pt x="19169" y="13359"/>
                    </a:cubicBezTo>
                    <a:cubicBezTo>
                      <a:pt x="18586" y="13276"/>
                      <a:pt x="18086" y="13216"/>
                      <a:pt x="17574" y="13145"/>
                    </a:cubicBezTo>
                    <a:cubicBezTo>
                      <a:pt x="17586" y="13109"/>
                      <a:pt x="17586" y="13085"/>
                      <a:pt x="17586" y="13050"/>
                    </a:cubicBezTo>
                    <a:cubicBezTo>
                      <a:pt x="17907" y="13038"/>
                      <a:pt x="18229" y="13014"/>
                      <a:pt x="18550" y="13002"/>
                    </a:cubicBezTo>
                    <a:cubicBezTo>
                      <a:pt x="18550" y="12954"/>
                      <a:pt x="18550" y="12919"/>
                      <a:pt x="18562" y="12871"/>
                    </a:cubicBezTo>
                    <a:cubicBezTo>
                      <a:pt x="17967" y="12824"/>
                      <a:pt x="17383" y="12764"/>
                      <a:pt x="16800" y="12716"/>
                    </a:cubicBezTo>
                    <a:cubicBezTo>
                      <a:pt x="16800" y="12681"/>
                      <a:pt x="16800" y="12645"/>
                      <a:pt x="16800" y="12621"/>
                    </a:cubicBezTo>
                    <a:cubicBezTo>
                      <a:pt x="17157" y="12502"/>
                      <a:pt x="17514" y="12383"/>
                      <a:pt x="17860" y="12264"/>
                    </a:cubicBezTo>
                    <a:cubicBezTo>
                      <a:pt x="17860" y="12216"/>
                      <a:pt x="17848" y="12169"/>
                      <a:pt x="17836" y="12109"/>
                    </a:cubicBezTo>
                    <a:lnTo>
                      <a:pt x="16645" y="12109"/>
                    </a:lnTo>
                    <a:cubicBezTo>
                      <a:pt x="16645" y="12085"/>
                      <a:pt x="16645" y="12062"/>
                      <a:pt x="16645" y="12038"/>
                    </a:cubicBezTo>
                    <a:cubicBezTo>
                      <a:pt x="17336" y="11800"/>
                      <a:pt x="18014" y="11561"/>
                      <a:pt x="18705" y="11323"/>
                    </a:cubicBezTo>
                    <a:cubicBezTo>
                      <a:pt x="18614" y="11290"/>
                      <a:pt x="18522" y="11279"/>
                      <a:pt x="18431" y="11279"/>
                    </a:cubicBezTo>
                    <a:cubicBezTo>
                      <a:pt x="18281" y="11279"/>
                      <a:pt x="18132" y="11307"/>
                      <a:pt x="17989" y="11307"/>
                    </a:cubicBezTo>
                    <a:cubicBezTo>
                      <a:pt x="17821" y="11307"/>
                      <a:pt x="17660" y="11268"/>
                      <a:pt x="17514" y="11097"/>
                    </a:cubicBezTo>
                    <a:cubicBezTo>
                      <a:pt x="16492" y="11331"/>
                      <a:pt x="15645" y="11432"/>
                      <a:pt x="14952" y="11432"/>
                    </a:cubicBezTo>
                    <a:cubicBezTo>
                      <a:pt x="13876" y="11432"/>
                      <a:pt x="13167" y="11188"/>
                      <a:pt x="12740" y="10811"/>
                    </a:cubicBezTo>
                    <a:cubicBezTo>
                      <a:pt x="12823" y="10799"/>
                      <a:pt x="12895" y="10776"/>
                      <a:pt x="12978" y="10752"/>
                    </a:cubicBezTo>
                    <a:cubicBezTo>
                      <a:pt x="12871" y="10657"/>
                      <a:pt x="12764" y="10573"/>
                      <a:pt x="12668" y="10490"/>
                    </a:cubicBezTo>
                    <a:cubicBezTo>
                      <a:pt x="12585" y="10418"/>
                      <a:pt x="12502" y="10347"/>
                      <a:pt x="12430" y="10288"/>
                    </a:cubicBezTo>
                    <a:lnTo>
                      <a:pt x="12430" y="10288"/>
                    </a:lnTo>
                    <a:cubicBezTo>
                      <a:pt x="12728" y="10359"/>
                      <a:pt x="13026" y="10430"/>
                      <a:pt x="13323" y="10514"/>
                    </a:cubicBezTo>
                    <a:cubicBezTo>
                      <a:pt x="13895" y="10657"/>
                      <a:pt x="14466" y="10788"/>
                      <a:pt x="15038" y="10859"/>
                    </a:cubicBezTo>
                    <a:cubicBezTo>
                      <a:pt x="15209" y="10880"/>
                      <a:pt x="15381" y="10890"/>
                      <a:pt x="15552" y="10890"/>
                    </a:cubicBezTo>
                    <a:cubicBezTo>
                      <a:pt x="16449" y="10890"/>
                      <a:pt x="17295" y="10621"/>
                      <a:pt x="17645" y="10311"/>
                    </a:cubicBezTo>
                    <a:lnTo>
                      <a:pt x="17645" y="10311"/>
                    </a:lnTo>
                    <a:cubicBezTo>
                      <a:pt x="17526" y="10335"/>
                      <a:pt x="17407" y="10359"/>
                      <a:pt x="17288" y="10371"/>
                    </a:cubicBezTo>
                    <a:cubicBezTo>
                      <a:pt x="17193" y="10395"/>
                      <a:pt x="17086" y="10418"/>
                      <a:pt x="16978" y="10430"/>
                    </a:cubicBezTo>
                    <a:cubicBezTo>
                      <a:pt x="16486" y="10517"/>
                      <a:pt x="15998" y="10563"/>
                      <a:pt x="15518" y="10563"/>
                    </a:cubicBezTo>
                    <a:cubicBezTo>
                      <a:pt x="14420" y="10563"/>
                      <a:pt x="13357" y="10322"/>
                      <a:pt x="12347" y="9776"/>
                    </a:cubicBezTo>
                    <a:cubicBezTo>
                      <a:pt x="11371" y="9252"/>
                      <a:pt x="10430" y="8644"/>
                      <a:pt x="10013" y="7621"/>
                    </a:cubicBezTo>
                    <a:cubicBezTo>
                      <a:pt x="9882" y="7501"/>
                      <a:pt x="9775" y="7442"/>
                      <a:pt x="9728" y="7359"/>
                    </a:cubicBezTo>
                    <a:cubicBezTo>
                      <a:pt x="9513" y="7037"/>
                      <a:pt x="9311" y="6716"/>
                      <a:pt x="9108" y="6394"/>
                    </a:cubicBezTo>
                    <a:lnTo>
                      <a:pt x="9108" y="6394"/>
                    </a:lnTo>
                    <a:cubicBezTo>
                      <a:pt x="9323" y="7561"/>
                      <a:pt x="9561" y="8728"/>
                      <a:pt x="10299" y="9716"/>
                    </a:cubicBezTo>
                    <a:cubicBezTo>
                      <a:pt x="10501" y="10002"/>
                      <a:pt x="10656" y="10335"/>
                      <a:pt x="10823" y="10657"/>
                    </a:cubicBezTo>
                    <a:cubicBezTo>
                      <a:pt x="10787" y="10680"/>
                      <a:pt x="10740" y="10704"/>
                      <a:pt x="10704" y="10716"/>
                    </a:cubicBezTo>
                    <a:cubicBezTo>
                      <a:pt x="10692" y="10728"/>
                      <a:pt x="10668" y="10740"/>
                      <a:pt x="10656" y="10740"/>
                    </a:cubicBezTo>
                    <a:cubicBezTo>
                      <a:pt x="8096" y="9240"/>
                      <a:pt x="7072" y="6894"/>
                      <a:pt x="7037" y="3977"/>
                    </a:cubicBezTo>
                    <a:cubicBezTo>
                      <a:pt x="6715" y="5073"/>
                      <a:pt x="6310" y="6144"/>
                      <a:pt x="6299" y="7299"/>
                    </a:cubicBezTo>
                    <a:cubicBezTo>
                      <a:pt x="6299" y="8466"/>
                      <a:pt x="6596" y="9561"/>
                      <a:pt x="6906" y="10668"/>
                    </a:cubicBezTo>
                    <a:cubicBezTo>
                      <a:pt x="6870" y="10633"/>
                      <a:pt x="6834" y="10597"/>
                      <a:pt x="6799" y="10561"/>
                    </a:cubicBezTo>
                    <a:cubicBezTo>
                      <a:pt x="6691" y="10454"/>
                      <a:pt x="6620" y="10347"/>
                      <a:pt x="6549" y="10228"/>
                    </a:cubicBezTo>
                    <a:cubicBezTo>
                      <a:pt x="6549" y="10216"/>
                      <a:pt x="6537" y="10204"/>
                      <a:pt x="6537" y="10192"/>
                    </a:cubicBezTo>
                    <a:cubicBezTo>
                      <a:pt x="5132" y="7621"/>
                      <a:pt x="4941" y="5001"/>
                      <a:pt x="5846" y="2334"/>
                    </a:cubicBezTo>
                    <a:cubicBezTo>
                      <a:pt x="5941" y="2060"/>
                      <a:pt x="6037" y="1798"/>
                      <a:pt x="6144" y="1525"/>
                    </a:cubicBezTo>
                    <a:cubicBezTo>
                      <a:pt x="6346" y="1048"/>
                      <a:pt x="6501" y="560"/>
                      <a:pt x="6668" y="72"/>
                    </a:cubicBezTo>
                    <a:cubicBezTo>
                      <a:pt x="6668" y="48"/>
                      <a:pt x="6680" y="24"/>
                      <a:pt x="66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29"/>
              <p:cNvSpPr/>
              <p:nvPr/>
            </p:nvSpPr>
            <p:spPr>
              <a:xfrm>
                <a:off x="3915950" y="2892750"/>
                <a:ext cx="193500" cy="342625"/>
              </a:xfrm>
              <a:custGeom>
                <a:rect b="b" l="l" r="r" t="t"/>
                <a:pathLst>
                  <a:path extrusionOk="0" h="13705" w="7740">
                    <a:moveTo>
                      <a:pt x="6835" y="0"/>
                    </a:moveTo>
                    <a:cubicBezTo>
                      <a:pt x="6132" y="3406"/>
                      <a:pt x="4168" y="5584"/>
                      <a:pt x="953" y="6596"/>
                    </a:cubicBezTo>
                    <a:cubicBezTo>
                      <a:pt x="751" y="6656"/>
                      <a:pt x="548" y="6716"/>
                      <a:pt x="334" y="6775"/>
                    </a:cubicBezTo>
                    <a:lnTo>
                      <a:pt x="1572" y="6775"/>
                    </a:lnTo>
                    <a:cubicBezTo>
                      <a:pt x="1584" y="6787"/>
                      <a:pt x="1584" y="6811"/>
                      <a:pt x="1596" y="6823"/>
                    </a:cubicBezTo>
                    <a:cubicBezTo>
                      <a:pt x="1298" y="6942"/>
                      <a:pt x="1001" y="7049"/>
                      <a:pt x="703" y="7168"/>
                    </a:cubicBezTo>
                    <a:cubicBezTo>
                      <a:pt x="715" y="7180"/>
                      <a:pt x="715" y="7192"/>
                      <a:pt x="727" y="7204"/>
                    </a:cubicBezTo>
                    <a:cubicBezTo>
                      <a:pt x="870" y="7192"/>
                      <a:pt x="1025" y="7180"/>
                      <a:pt x="1167" y="7168"/>
                    </a:cubicBezTo>
                    <a:cubicBezTo>
                      <a:pt x="1167" y="7192"/>
                      <a:pt x="1179" y="7216"/>
                      <a:pt x="1179" y="7251"/>
                    </a:cubicBezTo>
                    <a:cubicBezTo>
                      <a:pt x="917" y="7358"/>
                      <a:pt x="667" y="7466"/>
                      <a:pt x="382" y="7585"/>
                    </a:cubicBezTo>
                    <a:cubicBezTo>
                      <a:pt x="501" y="7620"/>
                      <a:pt x="596" y="7644"/>
                      <a:pt x="703" y="7680"/>
                    </a:cubicBezTo>
                    <a:cubicBezTo>
                      <a:pt x="620" y="7775"/>
                      <a:pt x="560" y="7835"/>
                      <a:pt x="548" y="7847"/>
                    </a:cubicBezTo>
                    <a:cubicBezTo>
                      <a:pt x="1084" y="7751"/>
                      <a:pt x="1656" y="7644"/>
                      <a:pt x="2215" y="7537"/>
                    </a:cubicBezTo>
                    <a:cubicBezTo>
                      <a:pt x="2227" y="7549"/>
                      <a:pt x="2227" y="7573"/>
                      <a:pt x="2239" y="7597"/>
                    </a:cubicBezTo>
                    <a:cubicBezTo>
                      <a:pt x="1882" y="7847"/>
                      <a:pt x="1525" y="8097"/>
                      <a:pt x="1167" y="8359"/>
                    </a:cubicBezTo>
                    <a:cubicBezTo>
                      <a:pt x="1179" y="8382"/>
                      <a:pt x="1203" y="8406"/>
                      <a:pt x="1227" y="8442"/>
                    </a:cubicBezTo>
                    <a:cubicBezTo>
                      <a:pt x="1537" y="8323"/>
                      <a:pt x="1846" y="8204"/>
                      <a:pt x="2215" y="8073"/>
                    </a:cubicBezTo>
                    <a:lnTo>
                      <a:pt x="2215" y="8073"/>
                    </a:lnTo>
                    <a:cubicBezTo>
                      <a:pt x="2179" y="8263"/>
                      <a:pt x="2156" y="8394"/>
                      <a:pt x="2120" y="8525"/>
                    </a:cubicBezTo>
                    <a:cubicBezTo>
                      <a:pt x="1894" y="9275"/>
                      <a:pt x="1668" y="10025"/>
                      <a:pt x="1453" y="10787"/>
                    </a:cubicBezTo>
                    <a:cubicBezTo>
                      <a:pt x="1132" y="11847"/>
                      <a:pt x="691" y="12823"/>
                      <a:pt x="1" y="13704"/>
                    </a:cubicBezTo>
                    <a:lnTo>
                      <a:pt x="477" y="13704"/>
                    </a:lnTo>
                    <a:cubicBezTo>
                      <a:pt x="596" y="13550"/>
                      <a:pt x="715" y="13407"/>
                      <a:pt x="822" y="13252"/>
                    </a:cubicBezTo>
                    <a:cubicBezTo>
                      <a:pt x="826" y="13248"/>
                      <a:pt x="834" y="13247"/>
                      <a:pt x="844" y="13247"/>
                    </a:cubicBezTo>
                    <a:cubicBezTo>
                      <a:pt x="864" y="13247"/>
                      <a:pt x="894" y="13252"/>
                      <a:pt x="917" y="13252"/>
                    </a:cubicBezTo>
                    <a:cubicBezTo>
                      <a:pt x="953" y="13395"/>
                      <a:pt x="977" y="13550"/>
                      <a:pt x="1001" y="13704"/>
                    </a:cubicBezTo>
                    <a:lnTo>
                      <a:pt x="1525" y="13704"/>
                    </a:lnTo>
                    <a:cubicBezTo>
                      <a:pt x="1525" y="13669"/>
                      <a:pt x="1525" y="13633"/>
                      <a:pt x="1525" y="13597"/>
                    </a:cubicBezTo>
                    <a:cubicBezTo>
                      <a:pt x="1489" y="13252"/>
                      <a:pt x="1763" y="13109"/>
                      <a:pt x="1918" y="12883"/>
                    </a:cubicBezTo>
                    <a:cubicBezTo>
                      <a:pt x="1941" y="12859"/>
                      <a:pt x="1941" y="12823"/>
                      <a:pt x="1953" y="12788"/>
                    </a:cubicBezTo>
                    <a:cubicBezTo>
                      <a:pt x="2239" y="11859"/>
                      <a:pt x="3072" y="11371"/>
                      <a:pt x="3620" y="10633"/>
                    </a:cubicBezTo>
                    <a:cubicBezTo>
                      <a:pt x="3644" y="10645"/>
                      <a:pt x="3680" y="10668"/>
                      <a:pt x="3715" y="10680"/>
                    </a:cubicBezTo>
                    <a:cubicBezTo>
                      <a:pt x="3549" y="11240"/>
                      <a:pt x="3382" y="11788"/>
                      <a:pt x="3227" y="12335"/>
                    </a:cubicBezTo>
                    <a:cubicBezTo>
                      <a:pt x="3263" y="12347"/>
                      <a:pt x="3299" y="12371"/>
                      <a:pt x="3334" y="12383"/>
                    </a:cubicBezTo>
                    <a:cubicBezTo>
                      <a:pt x="3418" y="12228"/>
                      <a:pt x="3489" y="12085"/>
                      <a:pt x="3573" y="11942"/>
                    </a:cubicBezTo>
                    <a:cubicBezTo>
                      <a:pt x="4037" y="11168"/>
                      <a:pt x="4489" y="10383"/>
                      <a:pt x="4977" y="9621"/>
                    </a:cubicBezTo>
                    <a:cubicBezTo>
                      <a:pt x="5097" y="9430"/>
                      <a:pt x="5299" y="9263"/>
                      <a:pt x="5501" y="9168"/>
                    </a:cubicBezTo>
                    <a:cubicBezTo>
                      <a:pt x="5620" y="9121"/>
                      <a:pt x="5739" y="9061"/>
                      <a:pt x="5847" y="8990"/>
                    </a:cubicBezTo>
                    <a:cubicBezTo>
                      <a:pt x="6430" y="8656"/>
                      <a:pt x="6835" y="8180"/>
                      <a:pt x="7180" y="7585"/>
                    </a:cubicBezTo>
                    <a:cubicBezTo>
                      <a:pt x="7597" y="6858"/>
                      <a:pt x="7740" y="6168"/>
                      <a:pt x="7525" y="5334"/>
                    </a:cubicBezTo>
                    <a:cubicBezTo>
                      <a:pt x="7263" y="4299"/>
                      <a:pt x="7085" y="3227"/>
                      <a:pt x="6942" y="2167"/>
                    </a:cubicBezTo>
                    <a:cubicBezTo>
                      <a:pt x="6847" y="1453"/>
                      <a:pt x="6871" y="715"/>
                      <a:pt x="68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29"/>
              <p:cNvSpPr/>
              <p:nvPr/>
            </p:nvSpPr>
            <p:spPr>
              <a:xfrm>
                <a:off x="3024475" y="2981450"/>
                <a:ext cx="325" cy="925"/>
              </a:xfrm>
              <a:custGeom>
                <a:rect b="b" l="l" r="r" t="t"/>
                <a:pathLst>
                  <a:path extrusionOk="0" h="37" w="13">
                    <a:moveTo>
                      <a:pt x="0" y="0"/>
                    </a:moveTo>
                    <a:cubicBezTo>
                      <a:pt x="0" y="0"/>
                      <a:pt x="0" y="12"/>
                      <a:pt x="0" y="24"/>
                    </a:cubicBezTo>
                    <a:cubicBezTo>
                      <a:pt x="0" y="24"/>
                      <a:pt x="12" y="36"/>
                      <a:pt x="12" y="36"/>
                    </a:cubicBezTo>
                    <a:cubicBezTo>
                      <a:pt x="12" y="36"/>
                      <a:pt x="12" y="24"/>
                      <a:pt x="12" y="12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0300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29"/>
              <p:cNvSpPr/>
              <p:nvPr/>
            </p:nvSpPr>
            <p:spPr>
              <a:xfrm>
                <a:off x="2964950" y="2618000"/>
                <a:ext cx="564375" cy="463725"/>
              </a:xfrm>
              <a:custGeom>
                <a:rect b="b" l="l" r="r" t="t"/>
                <a:pathLst>
                  <a:path extrusionOk="0" h="18549" w="22575">
                    <a:moveTo>
                      <a:pt x="19741" y="2454"/>
                    </a:moveTo>
                    <a:cubicBezTo>
                      <a:pt x="19384" y="2847"/>
                      <a:pt x="19062" y="3192"/>
                      <a:pt x="18764" y="3501"/>
                    </a:cubicBezTo>
                    <a:cubicBezTo>
                      <a:pt x="18729" y="3549"/>
                      <a:pt x="18681" y="3597"/>
                      <a:pt x="18645" y="3632"/>
                    </a:cubicBezTo>
                    <a:lnTo>
                      <a:pt x="15752" y="3632"/>
                    </a:lnTo>
                    <a:cubicBezTo>
                      <a:pt x="15788" y="3597"/>
                      <a:pt x="15812" y="3561"/>
                      <a:pt x="15847" y="3537"/>
                    </a:cubicBezTo>
                    <a:cubicBezTo>
                      <a:pt x="16145" y="3192"/>
                      <a:pt x="16431" y="2858"/>
                      <a:pt x="16788" y="2454"/>
                    </a:cubicBezTo>
                    <a:close/>
                    <a:moveTo>
                      <a:pt x="16181" y="5799"/>
                    </a:moveTo>
                    <a:cubicBezTo>
                      <a:pt x="16193" y="5823"/>
                      <a:pt x="16216" y="5847"/>
                      <a:pt x="16228" y="5883"/>
                    </a:cubicBezTo>
                    <a:cubicBezTo>
                      <a:pt x="16240" y="5895"/>
                      <a:pt x="16252" y="5918"/>
                      <a:pt x="16264" y="5930"/>
                    </a:cubicBezTo>
                    <a:cubicBezTo>
                      <a:pt x="15764" y="6228"/>
                      <a:pt x="15276" y="6526"/>
                      <a:pt x="14776" y="6823"/>
                    </a:cubicBezTo>
                    <a:cubicBezTo>
                      <a:pt x="14740" y="6764"/>
                      <a:pt x="14704" y="6716"/>
                      <a:pt x="14669" y="6657"/>
                    </a:cubicBezTo>
                    <a:cubicBezTo>
                      <a:pt x="14800" y="6502"/>
                      <a:pt x="14954" y="6371"/>
                      <a:pt x="15109" y="6264"/>
                    </a:cubicBezTo>
                    <a:cubicBezTo>
                      <a:pt x="15419" y="6037"/>
                      <a:pt x="15788" y="5895"/>
                      <a:pt x="16181" y="5799"/>
                    </a:cubicBezTo>
                    <a:close/>
                    <a:moveTo>
                      <a:pt x="2822" y="1"/>
                    </a:moveTo>
                    <a:cubicBezTo>
                      <a:pt x="2881" y="799"/>
                      <a:pt x="3001" y="1454"/>
                      <a:pt x="3108" y="1942"/>
                    </a:cubicBezTo>
                    <a:cubicBezTo>
                      <a:pt x="3143" y="2025"/>
                      <a:pt x="3155" y="2108"/>
                      <a:pt x="3167" y="2180"/>
                    </a:cubicBezTo>
                    <a:cubicBezTo>
                      <a:pt x="3191" y="2251"/>
                      <a:pt x="3215" y="2323"/>
                      <a:pt x="3227" y="2382"/>
                    </a:cubicBezTo>
                    <a:cubicBezTo>
                      <a:pt x="3239" y="2418"/>
                      <a:pt x="3239" y="2442"/>
                      <a:pt x="3251" y="2466"/>
                    </a:cubicBezTo>
                    <a:cubicBezTo>
                      <a:pt x="3191" y="3394"/>
                      <a:pt x="3179" y="4323"/>
                      <a:pt x="3251" y="5252"/>
                    </a:cubicBezTo>
                    <a:cubicBezTo>
                      <a:pt x="3262" y="5454"/>
                      <a:pt x="3251" y="5656"/>
                      <a:pt x="3251" y="5847"/>
                    </a:cubicBezTo>
                    <a:cubicBezTo>
                      <a:pt x="1810" y="6168"/>
                      <a:pt x="1191" y="7288"/>
                      <a:pt x="1655" y="8835"/>
                    </a:cubicBezTo>
                    <a:cubicBezTo>
                      <a:pt x="1667" y="8502"/>
                      <a:pt x="1643" y="8252"/>
                      <a:pt x="1703" y="8002"/>
                    </a:cubicBezTo>
                    <a:cubicBezTo>
                      <a:pt x="1774" y="7645"/>
                      <a:pt x="1834" y="7252"/>
                      <a:pt x="2012" y="6930"/>
                    </a:cubicBezTo>
                    <a:cubicBezTo>
                      <a:pt x="2218" y="6546"/>
                      <a:pt x="2571" y="6356"/>
                      <a:pt x="2936" y="6356"/>
                    </a:cubicBezTo>
                    <a:cubicBezTo>
                      <a:pt x="3057" y="6356"/>
                      <a:pt x="3180" y="6377"/>
                      <a:pt x="3298" y="6418"/>
                    </a:cubicBezTo>
                    <a:cubicBezTo>
                      <a:pt x="3501" y="7430"/>
                      <a:pt x="3703" y="8442"/>
                      <a:pt x="3905" y="9454"/>
                    </a:cubicBezTo>
                    <a:cubicBezTo>
                      <a:pt x="3001" y="9943"/>
                      <a:pt x="2715" y="10776"/>
                      <a:pt x="3179" y="11526"/>
                    </a:cubicBezTo>
                    <a:cubicBezTo>
                      <a:pt x="3215" y="10336"/>
                      <a:pt x="3429" y="9835"/>
                      <a:pt x="3989" y="9669"/>
                    </a:cubicBezTo>
                    <a:cubicBezTo>
                      <a:pt x="4584" y="11538"/>
                      <a:pt x="5132" y="13431"/>
                      <a:pt x="6132" y="15300"/>
                    </a:cubicBezTo>
                    <a:cubicBezTo>
                      <a:pt x="5715" y="15265"/>
                      <a:pt x="5429" y="15277"/>
                      <a:pt x="5156" y="15217"/>
                    </a:cubicBezTo>
                    <a:cubicBezTo>
                      <a:pt x="3501" y="14836"/>
                      <a:pt x="2310" y="13907"/>
                      <a:pt x="1572" y="12348"/>
                    </a:cubicBezTo>
                    <a:cubicBezTo>
                      <a:pt x="1000" y="11133"/>
                      <a:pt x="774" y="9847"/>
                      <a:pt x="512" y="8550"/>
                    </a:cubicBezTo>
                    <a:cubicBezTo>
                      <a:pt x="250" y="7216"/>
                      <a:pt x="417" y="5895"/>
                      <a:pt x="893" y="4621"/>
                    </a:cubicBezTo>
                    <a:cubicBezTo>
                      <a:pt x="1227" y="3740"/>
                      <a:pt x="1786" y="3073"/>
                      <a:pt x="2798" y="2966"/>
                    </a:cubicBezTo>
                    <a:cubicBezTo>
                      <a:pt x="2822" y="2966"/>
                      <a:pt x="2834" y="2918"/>
                      <a:pt x="2893" y="2835"/>
                    </a:cubicBezTo>
                    <a:cubicBezTo>
                      <a:pt x="2789" y="2815"/>
                      <a:pt x="2689" y="2806"/>
                      <a:pt x="2592" y="2806"/>
                    </a:cubicBezTo>
                    <a:cubicBezTo>
                      <a:pt x="2159" y="2806"/>
                      <a:pt x="1798" y="2991"/>
                      <a:pt x="1477" y="3263"/>
                    </a:cubicBezTo>
                    <a:cubicBezTo>
                      <a:pt x="1036" y="3644"/>
                      <a:pt x="750" y="4120"/>
                      <a:pt x="584" y="4680"/>
                    </a:cubicBezTo>
                    <a:cubicBezTo>
                      <a:pt x="131" y="6121"/>
                      <a:pt x="0" y="7573"/>
                      <a:pt x="322" y="9073"/>
                    </a:cubicBezTo>
                    <a:cubicBezTo>
                      <a:pt x="655" y="10645"/>
                      <a:pt x="1012" y="12181"/>
                      <a:pt x="1917" y="13538"/>
                    </a:cubicBezTo>
                    <a:cubicBezTo>
                      <a:pt x="2108" y="13848"/>
                      <a:pt x="2227" y="14205"/>
                      <a:pt x="2381" y="14538"/>
                    </a:cubicBezTo>
                    <a:cubicBezTo>
                      <a:pt x="2393" y="14443"/>
                      <a:pt x="2405" y="14348"/>
                      <a:pt x="2429" y="14193"/>
                    </a:cubicBezTo>
                    <a:cubicBezTo>
                      <a:pt x="2739" y="14527"/>
                      <a:pt x="2989" y="14836"/>
                      <a:pt x="3274" y="15098"/>
                    </a:cubicBezTo>
                    <a:cubicBezTo>
                      <a:pt x="4132" y="15872"/>
                      <a:pt x="5144" y="16265"/>
                      <a:pt x="6310" y="16265"/>
                    </a:cubicBezTo>
                    <a:cubicBezTo>
                      <a:pt x="6620" y="16265"/>
                      <a:pt x="6965" y="16336"/>
                      <a:pt x="7227" y="16479"/>
                    </a:cubicBezTo>
                    <a:cubicBezTo>
                      <a:pt x="7680" y="16741"/>
                      <a:pt x="8085" y="17098"/>
                      <a:pt x="8525" y="17372"/>
                    </a:cubicBezTo>
                    <a:cubicBezTo>
                      <a:pt x="9097" y="17729"/>
                      <a:pt x="9728" y="17956"/>
                      <a:pt x="10394" y="18039"/>
                    </a:cubicBezTo>
                    <a:cubicBezTo>
                      <a:pt x="10478" y="18051"/>
                      <a:pt x="10573" y="18063"/>
                      <a:pt x="10668" y="18063"/>
                    </a:cubicBezTo>
                    <a:lnTo>
                      <a:pt x="10585" y="18087"/>
                    </a:lnTo>
                    <a:cubicBezTo>
                      <a:pt x="10188" y="18165"/>
                      <a:pt x="9797" y="18205"/>
                      <a:pt x="9411" y="18205"/>
                    </a:cubicBezTo>
                    <a:cubicBezTo>
                      <a:pt x="8457" y="18205"/>
                      <a:pt x="7538" y="17963"/>
                      <a:pt x="6656" y="17479"/>
                    </a:cubicBezTo>
                    <a:lnTo>
                      <a:pt x="6656" y="17479"/>
                    </a:lnTo>
                    <a:cubicBezTo>
                      <a:pt x="7412" y="18188"/>
                      <a:pt x="8440" y="18548"/>
                      <a:pt x="9466" y="18548"/>
                    </a:cubicBezTo>
                    <a:cubicBezTo>
                      <a:pt x="9990" y="18548"/>
                      <a:pt x="10514" y="18454"/>
                      <a:pt x="11002" y="18265"/>
                    </a:cubicBezTo>
                    <a:cubicBezTo>
                      <a:pt x="11252" y="18170"/>
                      <a:pt x="11490" y="18051"/>
                      <a:pt x="11716" y="17908"/>
                    </a:cubicBezTo>
                    <a:cubicBezTo>
                      <a:pt x="10918" y="17682"/>
                      <a:pt x="10097" y="17491"/>
                      <a:pt x="9299" y="17217"/>
                    </a:cubicBezTo>
                    <a:cubicBezTo>
                      <a:pt x="8311" y="16884"/>
                      <a:pt x="7608" y="16193"/>
                      <a:pt x="7096" y="15300"/>
                    </a:cubicBezTo>
                    <a:cubicBezTo>
                      <a:pt x="6953" y="15050"/>
                      <a:pt x="6930" y="14824"/>
                      <a:pt x="7049" y="14574"/>
                    </a:cubicBezTo>
                    <a:lnTo>
                      <a:pt x="7049" y="14574"/>
                    </a:lnTo>
                    <a:lnTo>
                      <a:pt x="7168" y="14598"/>
                    </a:lnTo>
                    <a:cubicBezTo>
                      <a:pt x="7180" y="14467"/>
                      <a:pt x="7192" y="14348"/>
                      <a:pt x="7215" y="14229"/>
                    </a:cubicBezTo>
                    <a:cubicBezTo>
                      <a:pt x="7513" y="13610"/>
                      <a:pt x="7799" y="12967"/>
                      <a:pt x="8144" y="12372"/>
                    </a:cubicBezTo>
                    <a:cubicBezTo>
                      <a:pt x="8656" y="11479"/>
                      <a:pt x="9180" y="10586"/>
                      <a:pt x="9704" y="9705"/>
                    </a:cubicBezTo>
                    <a:cubicBezTo>
                      <a:pt x="9799" y="9550"/>
                      <a:pt x="9894" y="9395"/>
                      <a:pt x="9990" y="9240"/>
                    </a:cubicBezTo>
                    <a:lnTo>
                      <a:pt x="9990" y="9240"/>
                    </a:lnTo>
                    <a:cubicBezTo>
                      <a:pt x="9775" y="9276"/>
                      <a:pt x="9561" y="9312"/>
                      <a:pt x="9347" y="9324"/>
                    </a:cubicBezTo>
                    <a:lnTo>
                      <a:pt x="8692" y="10419"/>
                    </a:lnTo>
                    <a:cubicBezTo>
                      <a:pt x="8311" y="11062"/>
                      <a:pt x="7906" y="11693"/>
                      <a:pt x="7549" y="12348"/>
                    </a:cubicBezTo>
                    <a:cubicBezTo>
                      <a:pt x="7692" y="11705"/>
                      <a:pt x="7870" y="11074"/>
                      <a:pt x="8061" y="10455"/>
                    </a:cubicBezTo>
                    <a:cubicBezTo>
                      <a:pt x="8477" y="9097"/>
                      <a:pt x="8989" y="7764"/>
                      <a:pt x="9537" y="6430"/>
                    </a:cubicBezTo>
                    <a:cubicBezTo>
                      <a:pt x="9811" y="5775"/>
                      <a:pt x="10097" y="5121"/>
                      <a:pt x="10382" y="4466"/>
                    </a:cubicBezTo>
                    <a:cubicBezTo>
                      <a:pt x="10537" y="4240"/>
                      <a:pt x="10740" y="4073"/>
                      <a:pt x="11013" y="3978"/>
                    </a:cubicBezTo>
                    <a:cubicBezTo>
                      <a:pt x="12121" y="3620"/>
                      <a:pt x="13216" y="3239"/>
                      <a:pt x="14323" y="2894"/>
                    </a:cubicBezTo>
                    <a:cubicBezTo>
                      <a:pt x="14692" y="2787"/>
                      <a:pt x="15085" y="2739"/>
                      <a:pt x="15466" y="2656"/>
                    </a:cubicBezTo>
                    <a:cubicBezTo>
                      <a:pt x="15490" y="2692"/>
                      <a:pt x="15514" y="2727"/>
                      <a:pt x="15538" y="2775"/>
                    </a:cubicBezTo>
                    <a:cubicBezTo>
                      <a:pt x="15252" y="3180"/>
                      <a:pt x="15050" y="3728"/>
                      <a:pt x="14657" y="3978"/>
                    </a:cubicBezTo>
                    <a:cubicBezTo>
                      <a:pt x="13954" y="4442"/>
                      <a:pt x="13145" y="4728"/>
                      <a:pt x="12204" y="5168"/>
                    </a:cubicBezTo>
                    <a:cubicBezTo>
                      <a:pt x="11525" y="5764"/>
                      <a:pt x="10692" y="6502"/>
                      <a:pt x="9870" y="7228"/>
                    </a:cubicBezTo>
                    <a:cubicBezTo>
                      <a:pt x="9894" y="7252"/>
                      <a:pt x="9918" y="7276"/>
                      <a:pt x="9930" y="7299"/>
                    </a:cubicBezTo>
                    <a:cubicBezTo>
                      <a:pt x="10180" y="7133"/>
                      <a:pt x="10418" y="6966"/>
                      <a:pt x="10656" y="6811"/>
                    </a:cubicBezTo>
                    <a:cubicBezTo>
                      <a:pt x="10680" y="6835"/>
                      <a:pt x="10716" y="6859"/>
                      <a:pt x="10740" y="6895"/>
                    </a:cubicBezTo>
                    <a:cubicBezTo>
                      <a:pt x="10668" y="7061"/>
                      <a:pt x="10597" y="7228"/>
                      <a:pt x="10501" y="7383"/>
                    </a:cubicBezTo>
                    <a:lnTo>
                      <a:pt x="10299" y="7740"/>
                    </a:lnTo>
                    <a:cubicBezTo>
                      <a:pt x="10525" y="7680"/>
                      <a:pt x="10763" y="7621"/>
                      <a:pt x="10990" y="7549"/>
                    </a:cubicBezTo>
                    <a:cubicBezTo>
                      <a:pt x="11263" y="7085"/>
                      <a:pt x="11537" y="6609"/>
                      <a:pt x="11847" y="6145"/>
                    </a:cubicBezTo>
                    <a:cubicBezTo>
                      <a:pt x="12006" y="5925"/>
                      <a:pt x="12174" y="5673"/>
                      <a:pt x="12468" y="5673"/>
                    </a:cubicBezTo>
                    <a:cubicBezTo>
                      <a:pt x="12526" y="5673"/>
                      <a:pt x="12588" y="5683"/>
                      <a:pt x="12657" y="5704"/>
                    </a:cubicBezTo>
                    <a:cubicBezTo>
                      <a:pt x="12942" y="5216"/>
                      <a:pt x="13490" y="5168"/>
                      <a:pt x="13942" y="4942"/>
                    </a:cubicBezTo>
                    <a:lnTo>
                      <a:pt x="13942" y="4942"/>
                    </a:lnTo>
                    <a:cubicBezTo>
                      <a:pt x="13585" y="5895"/>
                      <a:pt x="12835" y="6490"/>
                      <a:pt x="12109" y="7097"/>
                    </a:cubicBezTo>
                    <a:cubicBezTo>
                      <a:pt x="13157" y="6597"/>
                      <a:pt x="14097" y="5871"/>
                      <a:pt x="14835" y="4978"/>
                    </a:cubicBezTo>
                    <a:lnTo>
                      <a:pt x="14812" y="4954"/>
                    </a:lnTo>
                    <a:cubicBezTo>
                      <a:pt x="14776" y="4942"/>
                      <a:pt x="14740" y="4930"/>
                      <a:pt x="14704" y="4918"/>
                    </a:cubicBezTo>
                    <a:lnTo>
                      <a:pt x="14788" y="4906"/>
                    </a:lnTo>
                    <a:cubicBezTo>
                      <a:pt x="14966" y="4728"/>
                      <a:pt x="15109" y="4478"/>
                      <a:pt x="15324" y="4371"/>
                    </a:cubicBezTo>
                    <a:cubicBezTo>
                      <a:pt x="15347" y="4359"/>
                      <a:pt x="15371" y="4347"/>
                      <a:pt x="15395" y="4335"/>
                    </a:cubicBezTo>
                    <a:cubicBezTo>
                      <a:pt x="15839" y="4131"/>
                      <a:pt x="16620" y="4021"/>
                      <a:pt x="17287" y="4021"/>
                    </a:cubicBezTo>
                    <a:cubicBezTo>
                      <a:pt x="17479" y="4021"/>
                      <a:pt x="17662" y="4030"/>
                      <a:pt x="17824" y="4049"/>
                    </a:cubicBezTo>
                    <a:cubicBezTo>
                      <a:pt x="17895" y="4049"/>
                      <a:pt x="17955" y="4061"/>
                      <a:pt x="18026" y="4073"/>
                    </a:cubicBezTo>
                    <a:cubicBezTo>
                      <a:pt x="18038" y="4085"/>
                      <a:pt x="18050" y="4109"/>
                      <a:pt x="18062" y="4120"/>
                    </a:cubicBezTo>
                    <a:cubicBezTo>
                      <a:pt x="18074" y="4144"/>
                      <a:pt x="18098" y="4180"/>
                      <a:pt x="18121" y="4204"/>
                    </a:cubicBezTo>
                    <a:cubicBezTo>
                      <a:pt x="17955" y="4323"/>
                      <a:pt x="17800" y="4430"/>
                      <a:pt x="17562" y="4597"/>
                    </a:cubicBezTo>
                    <a:cubicBezTo>
                      <a:pt x="17550" y="4597"/>
                      <a:pt x="17526" y="4585"/>
                      <a:pt x="17514" y="4585"/>
                    </a:cubicBezTo>
                    <a:cubicBezTo>
                      <a:pt x="17479" y="4585"/>
                      <a:pt x="17443" y="4585"/>
                      <a:pt x="17419" y="4573"/>
                    </a:cubicBezTo>
                    <a:cubicBezTo>
                      <a:pt x="17317" y="4563"/>
                      <a:pt x="17214" y="4559"/>
                      <a:pt x="17110" y="4559"/>
                    </a:cubicBezTo>
                    <a:cubicBezTo>
                      <a:pt x="16431" y="4559"/>
                      <a:pt x="15732" y="4750"/>
                      <a:pt x="15050" y="4978"/>
                    </a:cubicBezTo>
                    <a:cubicBezTo>
                      <a:pt x="15026" y="4978"/>
                      <a:pt x="15014" y="4990"/>
                      <a:pt x="15002" y="4990"/>
                    </a:cubicBezTo>
                    <a:cubicBezTo>
                      <a:pt x="15109" y="5013"/>
                      <a:pt x="15216" y="5013"/>
                      <a:pt x="15324" y="5013"/>
                    </a:cubicBezTo>
                    <a:cubicBezTo>
                      <a:pt x="14050" y="6454"/>
                      <a:pt x="12776" y="7895"/>
                      <a:pt x="11514" y="9335"/>
                    </a:cubicBezTo>
                    <a:cubicBezTo>
                      <a:pt x="11418" y="9443"/>
                      <a:pt x="11323" y="9550"/>
                      <a:pt x="11240" y="9657"/>
                    </a:cubicBezTo>
                    <a:cubicBezTo>
                      <a:pt x="11180" y="9716"/>
                      <a:pt x="11121" y="9788"/>
                      <a:pt x="11037" y="9859"/>
                    </a:cubicBezTo>
                    <a:cubicBezTo>
                      <a:pt x="10882" y="10038"/>
                      <a:pt x="10716" y="10216"/>
                      <a:pt x="10537" y="10383"/>
                    </a:cubicBezTo>
                    <a:cubicBezTo>
                      <a:pt x="10525" y="10550"/>
                      <a:pt x="10501" y="10705"/>
                      <a:pt x="10478" y="10883"/>
                    </a:cubicBezTo>
                    <a:cubicBezTo>
                      <a:pt x="10680" y="10645"/>
                      <a:pt x="10811" y="10478"/>
                      <a:pt x="10942" y="10336"/>
                    </a:cubicBezTo>
                    <a:cubicBezTo>
                      <a:pt x="11073" y="10181"/>
                      <a:pt x="11216" y="10026"/>
                      <a:pt x="11347" y="9871"/>
                    </a:cubicBezTo>
                    <a:cubicBezTo>
                      <a:pt x="11383" y="9895"/>
                      <a:pt x="11406" y="9907"/>
                      <a:pt x="11430" y="9931"/>
                    </a:cubicBezTo>
                    <a:lnTo>
                      <a:pt x="11430" y="11062"/>
                    </a:lnTo>
                    <a:cubicBezTo>
                      <a:pt x="11644" y="11586"/>
                      <a:pt x="11787" y="11943"/>
                      <a:pt x="11918" y="12300"/>
                    </a:cubicBezTo>
                    <a:lnTo>
                      <a:pt x="11978" y="12288"/>
                    </a:lnTo>
                    <a:cubicBezTo>
                      <a:pt x="11966" y="12133"/>
                      <a:pt x="11954" y="11979"/>
                      <a:pt x="11942" y="11705"/>
                    </a:cubicBezTo>
                    <a:lnTo>
                      <a:pt x="11942" y="11705"/>
                    </a:lnTo>
                    <a:cubicBezTo>
                      <a:pt x="11990" y="11788"/>
                      <a:pt x="12037" y="11860"/>
                      <a:pt x="12085" y="11943"/>
                    </a:cubicBezTo>
                    <a:cubicBezTo>
                      <a:pt x="12240" y="12205"/>
                      <a:pt x="12383" y="12431"/>
                      <a:pt x="12537" y="12681"/>
                    </a:cubicBezTo>
                    <a:cubicBezTo>
                      <a:pt x="12430" y="12241"/>
                      <a:pt x="12311" y="11883"/>
                      <a:pt x="12276" y="11514"/>
                    </a:cubicBezTo>
                    <a:cubicBezTo>
                      <a:pt x="12180" y="10324"/>
                      <a:pt x="12228" y="9145"/>
                      <a:pt x="12895" y="8097"/>
                    </a:cubicBezTo>
                    <a:cubicBezTo>
                      <a:pt x="13038" y="7883"/>
                      <a:pt x="13240" y="7716"/>
                      <a:pt x="13419" y="7526"/>
                    </a:cubicBezTo>
                    <a:cubicBezTo>
                      <a:pt x="13466" y="7561"/>
                      <a:pt x="13502" y="7585"/>
                      <a:pt x="13549" y="7609"/>
                    </a:cubicBezTo>
                    <a:cubicBezTo>
                      <a:pt x="13502" y="7788"/>
                      <a:pt x="13454" y="7966"/>
                      <a:pt x="13407" y="8133"/>
                    </a:cubicBezTo>
                    <a:cubicBezTo>
                      <a:pt x="13407" y="8145"/>
                      <a:pt x="13395" y="8145"/>
                      <a:pt x="13395" y="8157"/>
                    </a:cubicBezTo>
                    <a:cubicBezTo>
                      <a:pt x="13276" y="8538"/>
                      <a:pt x="13192" y="8919"/>
                      <a:pt x="13133" y="9312"/>
                    </a:cubicBezTo>
                    <a:cubicBezTo>
                      <a:pt x="13026" y="10109"/>
                      <a:pt x="13073" y="10907"/>
                      <a:pt x="13371" y="11705"/>
                    </a:cubicBezTo>
                    <a:cubicBezTo>
                      <a:pt x="13704" y="12610"/>
                      <a:pt x="14228" y="13264"/>
                      <a:pt x="15228" y="13526"/>
                    </a:cubicBezTo>
                    <a:cubicBezTo>
                      <a:pt x="15400" y="13568"/>
                      <a:pt x="15564" y="13587"/>
                      <a:pt x="15722" y="13587"/>
                    </a:cubicBezTo>
                    <a:cubicBezTo>
                      <a:pt x="16014" y="13587"/>
                      <a:pt x="16287" y="13524"/>
                      <a:pt x="16550" y="13431"/>
                    </a:cubicBezTo>
                    <a:cubicBezTo>
                      <a:pt x="16621" y="13407"/>
                      <a:pt x="16693" y="13384"/>
                      <a:pt x="16764" y="13360"/>
                    </a:cubicBezTo>
                    <a:lnTo>
                      <a:pt x="16693" y="13360"/>
                    </a:lnTo>
                    <a:lnTo>
                      <a:pt x="16693" y="13253"/>
                    </a:lnTo>
                    <a:cubicBezTo>
                      <a:pt x="16530" y="13287"/>
                      <a:pt x="16365" y="13304"/>
                      <a:pt x="16200" y="13304"/>
                    </a:cubicBezTo>
                    <a:cubicBezTo>
                      <a:pt x="15124" y="13304"/>
                      <a:pt x="14060" y="12590"/>
                      <a:pt x="13740" y="11526"/>
                    </a:cubicBezTo>
                    <a:cubicBezTo>
                      <a:pt x="13323" y="10145"/>
                      <a:pt x="13573" y="8823"/>
                      <a:pt x="14169" y="7549"/>
                    </a:cubicBezTo>
                    <a:cubicBezTo>
                      <a:pt x="14240" y="7371"/>
                      <a:pt x="14419" y="7228"/>
                      <a:pt x="14585" y="7133"/>
                    </a:cubicBezTo>
                    <a:cubicBezTo>
                      <a:pt x="15228" y="6740"/>
                      <a:pt x="15895" y="6395"/>
                      <a:pt x="16550" y="6014"/>
                    </a:cubicBezTo>
                    <a:cubicBezTo>
                      <a:pt x="16699" y="5917"/>
                      <a:pt x="16839" y="5871"/>
                      <a:pt x="16990" y="5871"/>
                    </a:cubicBezTo>
                    <a:cubicBezTo>
                      <a:pt x="17080" y="5871"/>
                      <a:pt x="17174" y="5887"/>
                      <a:pt x="17276" y="5918"/>
                    </a:cubicBezTo>
                    <a:cubicBezTo>
                      <a:pt x="17800" y="6109"/>
                      <a:pt x="18229" y="6395"/>
                      <a:pt x="18538" y="6799"/>
                    </a:cubicBezTo>
                    <a:lnTo>
                      <a:pt x="19003" y="6799"/>
                    </a:lnTo>
                    <a:cubicBezTo>
                      <a:pt x="18657" y="6240"/>
                      <a:pt x="18157" y="5823"/>
                      <a:pt x="17467" y="5549"/>
                    </a:cubicBezTo>
                    <a:cubicBezTo>
                      <a:pt x="17592" y="5529"/>
                      <a:pt x="17714" y="5520"/>
                      <a:pt x="17831" y="5520"/>
                    </a:cubicBezTo>
                    <a:cubicBezTo>
                      <a:pt x="18414" y="5520"/>
                      <a:pt x="18900" y="5756"/>
                      <a:pt x="19336" y="6133"/>
                    </a:cubicBezTo>
                    <a:cubicBezTo>
                      <a:pt x="19669" y="6430"/>
                      <a:pt x="20003" y="6740"/>
                      <a:pt x="20336" y="7038"/>
                    </a:cubicBezTo>
                    <a:cubicBezTo>
                      <a:pt x="20372" y="7014"/>
                      <a:pt x="20396" y="6978"/>
                      <a:pt x="20419" y="6954"/>
                    </a:cubicBezTo>
                    <a:lnTo>
                      <a:pt x="20431" y="6942"/>
                    </a:lnTo>
                    <a:cubicBezTo>
                      <a:pt x="20157" y="5811"/>
                      <a:pt x="19241" y="5263"/>
                      <a:pt x="18229" y="4740"/>
                    </a:cubicBezTo>
                    <a:cubicBezTo>
                      <a:pt x="18491" y="4525"/>
                      <a:pt x="18693" y="4347"/>
                      <a:pt x="18919" y="4156"/>
                    </a:cubicBezTo>
                    <a:cubicBezTo>
                      <a:pt x="19229" y="4311"/>
                      <a:pt x="19503" y="4454"/>
                      <a:pt x="19788" y="4597"/>
                    </a:cubicBezTo>
                    <a:cubicBezTo>
                      <a:pt x="19812" y="4561"/>
                      <a:pt x="19836" y="4537"/>
                      <a:pt x="19872" y="4501"/>
                    </a:cubicBezTo>
                    <a:cubicBezTo>
                      <a:pt x="19634" y="4311"/>
                      <a:pt x="19395" y="4132"/>
                      <a:pt x="19122" y="3906"/>
                    </a:cubicBezTo>
                    <a:cubicBezTo>
                      <a:pt x="19693" y="3394"/>
                      <a:pt x="20217" y="2930"/>
                      <a:pt x="20753" y="2466"/>
                    </a:cubicBezTo>
                    <a:cubicBezTo>
                      <a:pt x="20729" y="2466"/>
                      <a:pt x="20717" y="2454"/>
                      <a:pt x="20705" y="2442"/>
                    </a:cubicBezTo>
                    <a:lnTo>
                      <a:pt x="20681" y="2442"/>
                    </a:lnTo>
                    <a:cubicBezTo>
                      <a:pt x="20705" y="2430"/>
                      <a:pt x="20717" y="2430"/>
                      <a:pt x="20729" y="2430"/>
                    </a:cubicBezTo>
                    <a:cubicBezTo>
                      <a:pt x="21015" y="2346"/>
                      <a:pt x="21289" y="2263"/>
                      <a:pt x="21527" y="2192"/>
                    </a:cubicBezTo>
                    <a:cubicBezTo>
                      <a:pt x="21598" y="1942"/>
                      <a:pt x="21610" y="1704"/>
                      <a:pt x="21646" y="1477"/>
                    </a:cubicBezTo>
                    <a:cubicBezTo>
                      <a:pt x="21681" y="1287"/>
                      <a:pt x="21741" y="1108"/>
                      <a:pt x="21896" y="942"/>
                    </a:cubicBezTo>
                    <a:cubicBezTo>
                      <a:pt x="21920" y="1013"/>
                      <a:pt x="21931" y="1096"/>
                      <a:pt x="21931" y="1168"/>
                    </a:cubicBezTo>
                    <a:cubicBezTo>
                      <a:pt x="21943" y="1525"/>
                      <a:pt x="21801" y="1846"/>
                      <a:pt x="22051" y="2168"/>
                    </a:cubicBezTo>
                    <a:cubicBezTo>
                      <a:pt x="22312" y="1799"/>
                      <a:pt x="22336" y="1430"/>
                      <a:pt x="22229" y="1061"/>
                    </a:cubicBezTo>
                    <a:cubicBezTo>
                      <a:pt x="22205" y="1001"/>
                      <a:pt x="22193" y="930"/>
                      <a:pt x="22193" y="870"/>
                    </a:cubicBezTo>
                    <a:cubicBezTo>
                      <a:pt x="22182" y="632"/>
                      <a:pt x="22277" y="441"/>
                      <a:pt x="22432" y="227"/>
                    </a:cubicBezTo>
                    <a:cubicBezTo>
                      <a:pt x="22479" y="156"/>
                      <a:pt x="22527" y="84"/>
                      <a:pt x="22574" y="13"/>
                    </a:cubicBezTo>
                    <a:lnTo>
                      <a:pt x="22074" y="13"/>
                    </a:lnTo>
                    <a:cubicBezTo>
                      <a:pt x="21789" y="370"/>
                      <a:pt x="21515" y="692"/>
                      <a:pt x="21265" y="787"/>
                    </a:cubicBezTo>
                    <a:lnTo>
                      <a:pt x="18133" y="787"/>
                    </a:lnTo>
                    <a:cubicBezTo>
                      <a:pt x="18264" y="525"/>
                      <a:pt x="18407" y="263"/>
                      <a:pt x="18526" y="13"/>
                    </a:cubicBezTo>
                    <a:lnTo>
                      <a:pt x="17431" y="13"/>
                    </a:lnTo>
                    <a:cubicBezTo>
                      <a:pt x="17324" y="168"/>
                      <a:pt x="17229" y="311"/>
                      <a:pt x="17133" y="465"/>
                    </a:cubicBezTo>
                    <a:cubicBezTo>
                      <a:pt x="16978" y="715"/>
                      <a:pt x="16788" y="894"/>
                      <a:pt x="16574" y="1013"/>
                    </a:cubicBezTo>
                    <a:cubicBezTo>
                      <a:pt x="16407" y="1096"/>
                      <a:pt x="16228" y="1168"/>
                      <a:pt x="16026" y="1203"/>
                    </a:cubicBezTo>
                    <a:cubicBezTo>
                      <a:pt x="14883" y="1418"/>
                      <a:pt x="13776" y="1775"/>
                      <a:pt x="12740" y="2335"/>
                    </a:cubicBezTo>
                    <a:cubicBezTo>
                      <a:pt x="12252" y="2597"/>
                      <a:pt x="11740" y="2823"/>
                      <a:pt x="11240" y="3061"/>
                    </a:cubicBezTo>
                    <a:cubicBezTo>
                      <a:pt x="11216" y="3037"/>
                      <a:pt x="11192" y="3001"/>
                      <a:pt x="11168" y="2978"/>
                    </a:cubicBezTo>
                    <a:lnTo>
                      <a:pt x="12430" y="477"/>
                    </a:lnTo>
                    <a:cubicBezTo>
                      <a:pt x="12406" y="465"/>
                      <a:pt x="12371" y="453"/>
                      <a:pt x="12347" y="430"/>
                    </a:cubicBezTo>
                    <a:cubicBezTo>
                      <a:pt x="12145" y="811"/>
                      <a:pt x="11906" y="1168"/>
                      <a:pt x="11752" y="1561"/>
                    </a:cubicBezTo>
                    <a:cubicBezTo>
                      <a:pt x="11585" y="1954"/>
                      <a:pt x="11383" y="2323"/>
                      <a:pt x="11156" y="2668"/>
                    </a:cubicBezTo>
                    <a:cubicBezTo>
                      <a:pt x="11525" y="1787"/>
                      <a:pt x="11895" y="906"/>
                      <a:pt x="12228" y="13"/>
                    </a:cubicBezTo>
                    <a:lnTo>
                      <a:pt x="12145" y="13"/>
                    </a:lnTo>
                    <a:cubicBezTo>
                      <a:pt x="11644" y="1144"/>
                      <a:pt x="11109" y="2263"/>
                      <a:pt x="10561" y="3382"/>
                    </a:cubicBezTo>
                    <a:cubicBezTo>
                      <a:pt x="10180" y="3787"/>
                      <a:pt x="9728" y="4120"/>
                      <a:pt x="9204" y="4394"/>
                    </a:cubicBezTo>
                    <a:cubicBezTo>
                      <a:pt x="9073" y="4466"/>
                      <a:pt x="8942" y="4561"/>
                      <a:pt x="8835" y="4656"/>
                    </a:cubicBezTo>
                    <a:cubicBezTo>
                      <a:pt x="8775" y="4704"/>
                      <a:pt x="8739" y="4787"/>
                      <a:pt x="8692" y="4847"/>
                    </a:cubicBezTo>
                    <a:cubicBezTo>
                      <a:pt x="8704" y="4871"/>
                      <a:pt x="8727" y="4906"/>
                      <a:pt x="8739" y="4930"/>
                    </a:cubicBezTo>
                    <a:lnTo>
                      <a:pt x="10025" y="4466"/>
                    </a:lnTo>
                    <a:lnTo>
                      <a:pt x="10025" y="4466"/>
                    </a:lnTo>
                    <a:cubicBezTo>
                      <a:pt x="9990" y="4561"/>
                      <a:pt x="9942" y="4656"/>
                      <a:pt x="9894" y="4752"/>
                    </a:cubicBezTo>
                    <a:cubicBezTo>
                      <a:pt x="9656" y="5252"/>
                      <a:pt x="9406" y="5764"/>
                      <a:pt x="9168" y="6276"/>
                    </a:cubicBezTo>
                    <a:cubicBezTo>
                      <a:pt x="8549" y="7573"/>
                      <a:pt x="7965" y="8895"/>
                      <a:pt x="7477" y="10264"/>
                    </a:cubicBezTo>
                    <a:cubicBezTo>
                      <a:pt x="7132" y="11229"/>
                      <a:pt x="6834" y="12217"/>
                      <a:pt x="6596" y="13229"/>
                    </a:cubicBezTo>
                    <a:cubicBezTo>
                      <a:pt x="6561" y="13098"/>
                      <a:pt x="6537" y="12979"/>
                      <a:pt x="6501" y="12848"/>
                    </a:cubicBezTo>
                    <a:cubicBezTo>
                      <a:pt x="6441" y="12419"/>
                      <a:pt x="6370" y="11979"/>
                      <a:pt x="6370" y="11538"/>
                    </a:cubicBezTo>
                    <a:cubicBezTo>
                      <a:pt x="6310" y="8597"/>
                      <a:pt x="6727" y="5704"/>
                      <a:pt x="7239" y="2823"/>
                    </a:cubicBezTo>
                    <a:cubicBezTo>
                      <a:pt x="7418" y="1882"/>
                      <a:pt x="7620" y="953"/>
                      <a:pt x="7811" y="25"/>
                    </a:cubicBezTo>
                    <a:cubicBezTo>
                      <a:pt x="7787" y="13"/>
                      <a:pt x="7763" y="13"/>
                      <a:pt x="7739" y="13"/>
                    </a:cubicBezTo>
                    <a:lnTo>
                      <a:pt x="7704" y="13"/>
                    </a:lnTo>
                    <a:cubicBezTo>
                      <a:pt x="7465" y="1084"/>
                      <a:pt x="7203" y="2168"/>
                      <a:pt x="7001" y="3251"/>
                    </a:cubicBezTo>
                    <a:cubicBezTo>
                      <a:pt x="6799" y="4347"/>
                      <a:pt x="6644" y="5454"/>
                      <a:pt x="6513" y="6549"/>
                    </a:cubicBezTo>
                    <a:cubicBezTo>
                      <a:pt x="6382" y="7633"/>
                      <a:pt x="6310" y="8716"/>
                      <a:pt x="6203" y="9800"/>
                    </a:cubicBezTo>
                    <a:lnTo>
                      <a:pt x="6108" y="9788"/>
                    </a:lnTo>
                    <a:cubicBezTo>
                      <a:pt x="5941" y="8014"/>
                      <a:pt x="5941" y="6240"/>
                      <a:pt x="6215" y="4466"/>
                    </a:cubicBezTo>
                    <a:cubicBezTo>
                      <a:pt x="6251" y="4180"/>
                      <a:pt x="6215" y="3882"/>
                      <a:pt x="6215" y="3585"/>
                    </a:cubicBezTo>
                    <a:cubicBezTo>
                      <a:pt x="5858" y="4954"/>
                      <a:pt x="5632" y="6311"/>
                      <a:pt x="5548" y="7669"/>
                    </a:cubicBezTo>
                    <a:cubicBezTo>
                      <a:pt x="5287" y="5133"/>
                      <a:pt x="5322" y="2549"/>
                      <a:pt x="5656" y="1"/>
                    </a:cubicBezTo>
                    <a:lnTo>
                      <a:pt x="5596" y="1"/>
                    </a:lnTo>
                    <a:cubicBezTo>
                      <a:pt x="4810" y="4263"/>
                      <a:pt x="4858" y="8692"/>
                      <a:pt x="5763" y="12967"/>
                    </a:cubicBezTo>
                    <a:cubicBezTo>
                      <a:pt x="5037" y="11264"/>
                      <a:pt x="4096" y="7835"/>
                      <a:pt x="3667" y="5347"/>
                    </a:cubicBezTo>
                    <a:lnTo>
                      <a:pt x="3596" y="5787"/>
                    </a:lnTo>
                    <a:cubicBezTo>
                      <a:pt x="3477" y="5204"/>
                      <a:pt x="3417" y="4621"/>
                      <a:pt x="3405" y="4037"/>
                    </a:cubicBezTo>
                    <a:cubicBezTo>
                      <a:pt x="3370" y="2692"/>
                      <a:pt x="3465" y="1346"/>
                      <a:pt x="3620" y="1"/>
                    </a:cubicBezTo>
                    <a:lnTo>
                      <a:pt x="3501" y="1"/>
                    </a:lnTo>
                    <a:cubicBezTo>
                      <a:pt x="3405" y="751"/>
                      <a:pt x="3310" y="1501"/>
                      <a:pt x="3262" y="2251"/>
                    </a:cubicBezTo>
                    <a:cubicBezTo>
                      <a:pt x="3155" y="1644"/>
                      <a:pt x="3096" y="1037"/>
                      <a:pt x="3060" y="441"/>
                    </a:cubicBezTo>
                    <a:cubicBezTo>
                      <a:pt x="3060" y="299"/>
                      <a:pt x="3048" y="156"/>
                      <a:pt x="30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29"/>
              <p:cNvSpPr/>
              <p:nvPr/>
            </p:nvSpPr>
            <p:spPr>
              <a:xfrm>
                <a:off x="3254850" y="2764450"/>
                <a:ext cx="24450" cy="36950"/>
              </a:xfrm>
              <a:custGeom>
                <a:rect b="b" l="l" r="r" t="t"/>
                <a:pathLst>
                  <a:path extrusionOk="0" h="1478" w="978">
                    <a:moveTo>
                      <a:pt x="977" y="1"/>
                    </a:moveTo>
                    <a:cubicBezTo>
                      <a:pt x="656" y="489"/>
                      <a:pt x="322" y="977"/>
                      <a:pt x="1" y="1477"/>
                    </a:cubicBezTo>
                    <a:cubicBezTo>
                      <a:pt x="108" y="1441"/>
                      <a:pt x="203" y="1394"/>
                      <a:pt x="299" y="1358"/>
                    </a:cubicBezTo>
                    <a:cubicBezTo>
                      <a:pt x="358" y="1227"/>
                      <a:pt x="429" y="1108"/>
                      <a:pt x="489" y="989"/>
                    </a:cubicBezTo>
                    <a:cubicBezTo>
                      <a:pt x="656" y="656"/>
                      <a:pt x="810" y="322"/>
                      <a:pt x="9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29"/>
              <p:cNvSpPr/>
              <p:nvPr/>
            </p:nvSpPr>
            <p:spPr>
              <a:xfrm>
                <a:off x="3244450" y="2804050"/>
                <a:ext cx="28600" cy="21150"/>
              </a:xfrm>
              <a:custGeom>
                <a:rect b="b" l="l" r="r" t="t"/>
                <a:pathLst>
                  <a:path extrusionOk="0" h="846" w="1144">
                    <a:moveTo>
                      <a:pt x="1143" y="0"/>
                    </a:moveTo>
                    <a:lnTo>
                      <a:pt x="1143" y="0"/>
                    </a:lnTo>
                    <a:cubicBezTo>
                      <a:pt x="834" y="119"/>
                      <a:pt x="512" y="203"/>
                      <a:pt x="179" y="262"/>
                    </a:cubicBezTo>
                    <a:cubicBezTo>
                      <a:pt x="179" y="274"/>
                      <a:pt x="167" y="274"/>
                      <a:pt x="167" y="286"/>
                    </a:cubicBezTo>
                    <a:cubicBezTo>
                      <a:pt x="107" y="381"/>
                      <a:pt x="107" y="500"/>
                      <a:pt x="83" y="608"/>
                    </a:cubicBezTo>
                    <a:cubicBezTo>
                      <a:pt x="48" y="691"/>
                      <a:pt x="24" y="762"/>
                      <a:pt x="0" y="846"/>
                    </a:cubicBezTo>
                    <a:cubicBezTo>
                      <a:pt x="393" y="584"/>
                      <a:pt x="774" y="310"/>
                      <a:pt x="1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29"/>
              <p:cNvSpPr/>
              <p:nvPr/>
            </p:nvSpPr>
            <p:spPr>
              <a:xfrm>
                <a:off x="3201575" y="2812675"/>
                <a:ext cx="34850" cy="34250"/>
              </a:xfrm>
              <a:custGeom>
                <a:rect b="b" l="l" r="r" t="t"/>
                <a:pathLst>
                  <a:path extrusionOk="0" h="1370" w="1394">
                    <a:moveTo>
                      <a:pt x="1394" y="1"/>
                    </a:moveTo>
                    <a:lnTo>
                      <a:pt x="1394" y="1"/>
                    </a:lnTo>
                    <a:cubicBezTo>
                      <a:pt x="1191" y="24"/>
                      <a:pt x="989" y="36"/>
                      <a:pt x="786" y="36"/>
                    </a:cubicBezTo>
                    <a:cubicBezTo>
                      <a:pt x="525" y="489"/>
                      <a:pt x="263" y="929"/>
                      <a:pt x="1" y="1370"/>
                    </a:cubicBezTo>
                    <a:cubicBezTo>
                      <a:pt x="263" y="1263"/>
                      <a:pt x="525" y="1144"/>
                      <a:pt x="786" y="1013"/>
                    </a:cubicBezTo>
                    <a:lnTo>
                      <a:pt x="1394" y="1"/>
                    </a:lnTo>
                    <a:close/>
                  </a:path>
                </a:pathLst>
              </a:custGeom>
              <a:solidFill>
                <a:srgbClr val="0300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29"/>
              <p:cNvSpPr/>
              <p:nvPr/>
            </p:nvSpPr>
            <p:spPr>
              <a:xfrm>
                <a:off x="3228675" y="2827550"/>
                <a:ext cx="39900" cy="49750"/>
              </a:xfrm>
              <a:custGeom>
                <a:rect b="b" l="l" r="r" t="t"/>
                <a:pathLst>
                  <a:path extrusionOk="0" h="1990" w="1596">
                    <a:moveTo>
                      <a:pt x="1596" y="1"/>
                    </a:moveTo>
                    <a:cubicBezTo>
                      <a:pt x="1191" y="263"/>
                      <a:pt x="750" y="465"/>
                      <a:pt x="298" y="632"/>
                    </a:cubicBezTo>
                    <a:cubicBezTo>
                      <a:pt x="119" y="1049"/>
                      <a:pt x="60" y="1501"/>
                      <a:pt x="0" y="1989"/>
                    </a:cubicBezTo>
                    <a:lnTo>
                      <a:pt x="262" y="1656"/>
                    </a:lnTo>
                    <a:cubicBezTo>
                      <a:pt x="453" y="1311"/>
                      <a:pt x="643" y="953"/>
                      <a:pt x="869" y="549"/>
                    </a:cubicBezTo>
                    <a:cubicBezTo>
                      <a:pt x="881" y="691"/>
                      <a:pt x="881" y="799"/>
                      <a:pt x="869" y="906"/>
                    </a:cubicBezTo>
                    <a:cubicBezTo>
                      <a:pt x="1107" y="608"/>
                      <a:pt x="1346" y="310"/>
                      <a:pt x="15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29"/>
              <p:cNvSpPr/>
              <p:nvPr/>
            </p:nvSpPr>
            <p:spPr>
              <a:xfrm>
                <a:off x="3332550" y="2740350"/>
                <a:ext cx="5375" cy="1800"/>
              </a:xfrm>
              <a:custGeom>
                <a:rect b="b" l="l" r="r" t="t"/>
                <a:pathLst>
                  <a:path extrusionOk="0" h="72" w="215">
                    <a:moveTo>
                      <a:pt x="215" y="0"/>
                    </a:moveTo>
                    <a:lnTo>
                      <a:pt x="84" y="12"/>
                    </a:lnTo>
                    <a:lnTo>
                      <a:pt x="0" y="24"/>
                    </a:lnTo>
                    <a:cubicBezTo>
                      <a:pt x="48" y="36"/>
                      <a:pt x="84" y="48"/>
                      <a:pt x="119" y="60"/>
                    </a:cubicBezTo>
                    <a:cubicBezTo>
                      <a:pt x="131" y="60"/>
                      <a:pt x="143" y="60"/>
                      <a:pt x="155" y="72"/>
                    </a:cubicBezTo>
                    <a:cubicBezTo>
                      <a:pt x="167" y="48"/>
                      <a:pt x="191" y="24"/>
                      <a:pt x="215" y="0"/>
                    </a:cubicBezTo>
                    <a:close/>
                  </a:path>
                </a:pathLst>
              </a:custGeom>
              <a:solidFill>
                <a:srgbClr val="0300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9"/>
              <p:cNvSpPr/>
              <p:nvPr/>
            </p:nvSpPr>
            <p:spPr>
              <a:xfrm>
                <a:off x="3188475" y="2742125"/>
                <a:ext cx="159575" cy="135475"/>
              </a:xfrm>
              <a:custGeom>
                <a:rect b="b" l="l" r="r" t="t"/>
                <a:pathLst>
                  <a:path extrusionOk="0" h="5419" w="6383">
                    <a:moveTo>
                      <a:pt x="5918" y="1"/>
                    </a:moveTo>
                    <a:cubicBezTo>
                      <a:pt x="5906" y="1"/>
                      <a:pt x="5906" y="13"/>
                      <a:pt x="5894" y="13"/>
                    </a:cubicBezTo>
                    <a:cubicBezTo>
                      <a:pt x="5156" y="906"/>
                      <a:pt x="4227" y="1632"/>
                      <a:pt x="3180" y="2144"/>
                    </a:cubicBezTo>
                    <a:cubicBezTo>
                      <a:pt x="3108" y="2180"/>
                      <a:pt x="3025" y="2215"/>
                      <a:pt x="2954" y="2251"/>
                    </a:cubicBezTo>
                    <a:cubicBezTo>
                      <a:pt x="2858" y="2287"/>
                      <a:pt x="2763" y="2334"/>
                      <a:pt x="2656" y="2370"/>
                    </a:cubicBezTo>
                    <a:cubicBezTo>
                      <a:pt x="2465" y="2454"/>
                      <a:pt x="2263" y="2525"/>
                      <a:pt x="2049" y="2596"/>
                    </a:cubicBezTo>
                    <a:cubicBezTo>
                      <a:pt x="1822" y="2668"/>
                      <a:pt x="1596" y="2727"/>
                      <a:pt x="1358" y="2775"/>
                    </a:cubicBezTo>
                    <a:cubicBezTo>
                      <a:pt x="1215" y="2811"/>
                      <a:pt x="1060" y="2835"/>
                      <a:pt x="906" y="2858"/>
                    </a:cubicBezTo>
                    <a:cubicBezTo>
                      <a:pt x="1037" y="2870"/>
                      <a:pt x="1168" y="2870"/>
                      <a:pt x="1310" y="2870"/>
                    </a:cubicBezTo>
                    <a:cubicBezTo>
                      <a:pt x="1513" y="2858"/>
                      <a:pt x="1715" y="2846"/>
                      <a:pt x="1918" y="2823"/>
                    </a:cubicBezTo>
                    <a:cubicBezTo>
                      <a:pt x="2084" y="2811"/>
                      <a:pt x="2251" y="2775"/>
                      <a:pt x="2418" y="2751"/>
                    </a:cubicBezTo>
                    <a:cubicBezTo>
                      <a:pt x="2739" y="2680"/>
                      <a:pt x="3061" y="2596"/>
                      <a:pt x="3382" y="2489"/>
                    </a:cubicBezTo>
                    <a:lnTo>
                      <a:pt x="3382" y="2489"/>
                    </a:lnTo>
                    <a:cubicBezTo>
                      <a:pt x="3013" y="2787"/>
                      <a:pt x="2632" y="3073"/>
                      <a:pt x="2227" y="3323"/>
                    </a:cubicBezTo>
                    <a:cubicBezTo>
                      <a:pt x="1930" y="3513"/>
                      <a:pt x="1620" y="3680"/>
                      <a:pt x="1299" y="3847"/>
                    </a:cubicBezTo>
                    <a:cubicBezTo>
                      <a:pt x="1049" y="3978"/>
                      <a:pt x="787" y="4085"/>
                      <a:pt x="513" y="4192"/>
                    </a:cubicBezTo>
                    <a:cubicBezTo>
                      <a:pt x="346" y="4263"/>
                      <a:pt x="179" y="4323"/>
                      <a:pt x="1" y="4382"/>
                    </a:cubicBezTo>
                    <a:cubicBezTo>
                      <a:pt x="144" y="4382"/>
                      <a:pt x="275" y="4382"/>
                      <a:pt x="406" y="4370"/>
                    </a:cubicBezTo>
                    <a:cubicBezTo>
                      <a:pt x="620" y="4347"/>
                      <a:pt x="834" y="4323"/>
                      <a:pt x="1049" y="4275"/>
                    </a:cubicBezTo>
                    <a:cubicBezTo>
                      <a:pt x="1156" y="4263"/>
                      <a:pt x="1251" y="4239"/>
                      <a:pt x="1358" y="4216"/>
                    </a:cubicBezTo>
                    <a:cubicBezTo>
                      <a:pt x="1549" y="4168"/>
                      <a:pt x="1727" y="4108"/>
                      <a:pt x="1906" y="4049"/>
                    </a:cubicBezTo>
                    <a:cubicBezTo>
                      <a:pt x="2358" y="3894"/>
                      <a:pt x="2799" y="3692"/>
                      <a:pt x="3204" y="3430"/>
                    </a:cubicBezTo>
                    <a:lnTo>
                      <a:pt x="3204" y="3430"/>
                    </a:lnTo>
                    <a:cubicBezTo>
                      <a:pt x="2954" y="3727"/>
                      <a:pt x="2715" y="4025"/>
                      <a:pt x="2477" y="4335"/>
                    </a:cubicBezTo>
                    <a:cubicBezTo>
                      <a:pt x="2275" y="4585"/>
                      <a:pt x="2072" y="4835"/>
                      <a:pt x="1870" y="5073"/>
                    </a:cubicBezTo>
                    <a:lnTo>
                      <a:pt x="1608" y="5418"/>
                    </a:lnTo>
                    <a:cubicBezTo>
                      <a:pt x="1775" y="5251"/>
                      <a:pt x="1941" y="5073"/>
                      <a:pt x="2108" y="4906"/>
                    </a:cubicBezTo>
                    <a:cubicBezTo>
                      <a:pt x="2180" y="4835"/>
                      <a:pt x="2239" y="4763"/>
                      <a:pt x="2299" y="4692"/>
                    </a:cubicBezTo>
                    <a:cubicBezTo>
                      <a:pt x="2394" y="4585"/>
                      <a:pt x="2489" y="4478"/>
                      <a:pt x="2584" y="4370"/>
                    </a:cubicBezTo>
                    <a:cubicBezTo>
                      <a:pt x="3846" y="2930"/>
                      <a:pt x="5120" y="1489"/>
                      <a:pt x="6383" y="48"/>
                    </a:cubicBezTo>
                    <a:cubicBezTo>
                      <a:pt x="6287" y="48"/>
                      <a:pt x="6180" y="48"/>
                      <a:pt x="6073" y="25"/>
                    </a:cubicBezTo>
                    <a:cubicBezTo>
                      <a:pt x="6013" y="25"/>
                      <a:pt x="5966" y="13"/>
                      <a:pt x="59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9"/>
              <p:cNvSpPr/>
              <p:nvPr/>
            </p:nvSpPr>
            <p:spPr>
              <a:xfrm>
                <a:off x="3965950" y="2752850"/>
                <a:ext cx="53025" cy="13125"/>
              </a:xfrm>
              <a:custGeom>
                <a:rect b="b" l="l" r="r" t="t"/>
                <a:pathLst>
                  <a:path extrusionOk="0" h="525" w="2121">
                    <a:moveTo>
                      <a:pt x="2120" y="0"/>
                    </a:moveTo>
                    <a:cubicBezTo>
                      <a:pt x="1748" y="92"/>
                      <a:pt x="1371" y="129"/>
                      <a:pt x="992" y="129"/>
                    </a:cubicBezTo>
                    <a:cubicBezTo>
                      <a:pt x="777" y="129"/>
                      <a:pt x="562" y="117"/>
                      <a:pt x="346" y="96"/>
                    </a:cubicBezTo>
                    <a:cubicBezTo>
                      <a:pt x="227" y="84"/>
                      <a:pt x="108" y="84"/>
                      <a:pt x="1" y="60"/>
                    </a:cubicBezTo>
                    <a:lnTo>
                      <a:pt x="1" y="60"/>
                    </a:lnTo>
                    <a:cubicBezTo>
                      <a:pt x="227" y="191"/>
                      <a:pt x="441" y="346"/>
                      <a:pt x="632" y="524"/>
                    </a:cubicBezTo>
                    <a:cubicBezTo>
                      <a:pt x="1144" y="405"/>
                      <a:pt x="1644" y="239"/>
                      <a:pt x="21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29"/>
              <p:cNvSpPr/>
              <p:nvPr/>
            </p:nvSpPr>
            <p:spPr>
              <a:xfrm>
                <a:off x="3973100" y="2774875"/>
                <a:ext cx="25325" cy="73850"/>
              </a:xfrm>
              <a:custGeom>
                <a:rect b="b" l="l" r="r" t="t"/>
                <a:pathLst>
                  <a:path extrusionOk="0" h="2954" w="1013">
                    <a:moveTo>
                      <a:pt x="72" y="1"/>
                    </a:moveTo>
                    <a:cubicBezTo>
                      <a:pt x="48" y="12"/>
                      <a:pt x="24" y="24"/>
                      <a:pt x="1" y="24"/>
                    </a:cubicBezTo>
                    <a:cubicBezTo>
                      <a:pt x="417" y="715"/>
                      <a:pt x="632" y="1405"/>
                      <a:pt x="715" y="2108"/>
                    </a:cubicBezTo>
                    <a:cubicBezTo>
                      <a:pt x="858" y="2370"/>
                      <a:pt x="965" y="2656"/>
                      <a:pt x="989" y="2953"/>
                    </a:cubicBezTo>
                    <a:cubicBezTo>
                      <a:pt x="1013" y="2334"/>
                      <a:pt x="1013" y="1703"/>
                      <a:pt x="822" y="1108"/>
                    </a:cubicBezTo>
                    <a:cubicBezTo>
                      <a:pt x="679" y="679"/>
                      <a:pt x="417" y="274"/>
                      <a:pt x="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9"/>
              <p:cNvSpPr/>
              <p:nvPr/>
            </p:nvSpPr>
            <p:spPr>
              <a:xfrm>
                <a:off x="3681400" y="2618300"/>
                <a:ext cx="75925" cy="97675"/>
              </a:xfrm>
              <a:custGeom>
                <a:rect b="b" l="l" r="r" t="t"/>
                <a:pathLst>
                  <a:path extrusionOk="0" h="3907" w="3037">
                    <a:moveTo>
                      <a:pt x="2834" y="1"/>
                    </a:moveTo>
                    <a:cubicBezTo>
                      <a:pt x="2227" y="1287"/>
                      <a:pt x="1346" y="2549"/>
                      <a:pt x="1" y="3906"/>
                    </a:cubicBezTo>
                    <a:cubicBezTo>
                      <a:pt x="1298" y="3025"/>
                      <a:pt x="2322" y="1620"/>
                      <a:pt x="30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9"/>
              <p:cNvSpPr/>
              <p:nvPr/>
            </p:nvSpPr>
            <p:spPr>
              <a:xfrm>
                <a:off x="3740050" y="2618000"/>
                <a:ext cx="334275" cy="420925"/>
              </a:xfrm>
              <a:custGeom>
                <a:rect b="b" l="l" r="r" t="t"/>
                <a:pathLst>
                  <a:path extrusionOk="0" h="16837" w="13371">
                    <a:moveTo>
                      <a:pt x="7715" y="2858"/>
                    </a:moveTo>
                    <a:cubicBezTo>
                      <a:pt x="8275" y="2930"/>
                      <a:pt x="8751" y="2989"/>
                      <a:pt x="9311" y="3049"/>
                    </a:cubicBezTo>
                    <a:cubicBezTo>
                      <a:pt x="9287" y="3525"/>
                      <a:pt x="9251" y="3942"/>
                      <a:pt x="9227" y="4418"/>
                    </a:cubicBezTo>
                    <a:cubicBezTo>
                      <a:pt x="8811" y="4263"/>
                      <a:pt x="8477" y="4144"/>
                      <a:pt x="8108" y="4001"/>
                    </a:cubicBezTo>
                    <a:cubicBezTo>
                      <a:pt x="7977" y="3632"/>
                      <a:pt x="7870" y="3299"/>
                      <a:pt x="7715" y="2858"/>
                    </a:cubicBezTo>
                    <a:close/>
                    <a:moveTo>
                      <a:pt x="1357" y="1"/>
                    </a:moveTo>
                    <a:cubicBezTo>
                      <a:pt x="1250" y="370"/>
                      <a:pt x="1143" y="680"/>
                      <a:pt x="1048" y="930"/>
                    </a:cubicBezTo>
                    <a:cubicBezTo>
                      <a:pt x="1000" y="942"/>
                      <a:pt x="953" y="953"/>
                      <a:pt x="905" y="965"/>
                    </a:cubicBezTo>
                    <a:cubicBezTo>
                      <a:pt x="822" y="1084"/>
                      <a:pt x="750" y="1215"/>
                      <a:pt x="667" y="1334"/>
                    </a:cubicBezTo>
                    <a:lnTo>
                      <a:pt x="583" y="1299"/>
                    </a:lnTo>
                    <a:cubicBezTo>
                      <a:pt x="595" y="1120"/>
                      <a:pt x="607" y="930"/>
                      <a:pt x="619" y="751"/>
                    </a:cubicBezTo>
                    <a:lnTo>
                      <a:pt x="619" y="751"/>
                    </a:lnTo>
                    <a:cubicBezTo>
                      <a:pt x="250" y="1287"/>
                      <a:pt x="0" y="1823"/>
                      <a:pt x="262" y="2430"/>
                    </a:cubicBezTo>
                    <a:cubicBezTo>
                      <a:pt x="274" y="2442"/>
                      <a:pt x="286" y="2442"/>
                      <a:pt x="298" y="2442"/>
                    </a:cubicBezTo>
                    <a:cubicBezTo>
                      <a:pt x="274" y="2477"/>
                      <a:pt x="262" y="2513"/>
                      <a:pt x="238" y="2537"/>
                    </a:cubicBezTo>
                    <a:cubicBezTo>
                      <a:pt x="167" y="2668"/>
                      <a:pt x="131" y="2727"/>
                      <a:pt x="131" y="2727"/>
                    </a:cubicBezTo>
                    <a:cubicBezTo>
                      <a:pt x="202" y="2644"/>
                      <a:pt x="262" y="2561"/>
                      <a:pt x="322" y="2466"/>
                    </a:cubicBezTo>
                    <a:cubicBezTo>
                      <a:pt x="536" y="2597"/>
                      <a:pt x="726" y="2716"/>
                      <a:pt x="988" y="2882"/>
                    </a:cubicBezTo>
                    <a:cubicBezTo>
                      <a:pt x="2144" y="2755"/>
                      <a:pt x="3334" y="2677"/>
                      <a:pt x="4547" y="2677"/>
                    </a:cubicBezTo>
                    <a:cubicBezTo>
                      <a:pt x="5495" y="2677"/>
                      <a:pt x="6458" y="2725"/>
                      <a:pt x="7430" y="2835"/>
                    </a:cubicBezTo>
                    <a:cubicBezTo>
                      <a:pt x="7584" y="3192"/>
                      <a:pt x="7739" y="3537"/>
                      <a:pt x="7930" y="3954"/>
                    </a:cubicBezTo>
                    <a:lnTo>
                      <a:pt x="7180" y="3954"/>
                    </a:lnTo>
                    <a:cubicBezTo>
                      <a:pt x="5429" y="3966"/>
                      <a:pt x="3798" y="4418"/>
                      <a:pt x="2346" y="5418"/>
                    </a:cubicBezTo>
                    <a:cubicBezTo>
                      <a:pt x="1810" y="5787"/>
                      <a:pt x="1453" y="6311"/>
                      <a:pt x="1119" y="6966"/>
                    </a:cubicBezTo>
                    <a:cubicBezTo>
                      <a:pt x="1572" y="6561"/>
                      <a:pt x="1905" y="6156"/>
                      <a:pt x="2334" y="5883"/>
                    </a:cubicBezTo>
                    <a:cubicBezTo>
                      <a:pt x="3752" y="4962"/>
                      <a:pt x="5319" y="4475"/>
                      <a:pt x="6988" y="4475"/>
                    </a:cubicBezTo>
                    <a:cubicBezTo>
                      <a:pt x="7154" y="4475"/>
                      <a:pt x="7321" y="4480"/>
                      <a:pt x="7489" y="4490"/>
                    </a:cubicBezTo>
                    <a:cubicBezTo>
                      <a:pt x="7799" y="4501"/>
                      <a:pt x="8096" y="4585"/>
                      <a:pt x="8394" y="4680"/>
                    </a:cubicBezTo>
                    <a:cubicBezTo>
                      <a:pt x="8632" y="4752"/>
                      <a:pt x="8870" y="4835"/>
                      <a:pt x="9108" y="4918"/>
                    </a:cubicBezTo>
                    <a:cubicBezTo>
                      <a:pt x="9239" y="4954"/>
                      <a:pt x="9335" y="5061"/>
                      <a:pt x="9442" y="5168"/>
                    </a:cubicBezTo>
                    <a:cubicBezTo>
                      <a:pt x="9466" y="5180"/>
                      <a:pt x="9489" y="5204"/>
                      <a:pt x="9513" y="5228"/>
                    </a:cubicBezTo>
                    <a:cubicBezTo>
                      <a:pt x="9566" y="5195"/>
                      <a:pt x="9615" y="5182"/>
                      <a:pt x="9662" y="5182"/>
                    </a:cubicBezTo>
                    <a:cubicBezTo>
                      <a:pt x="9867" y="5182"/>
                      <a:pt x="10034" y="5431"/>
                      <a:pt x="10284" y="5431"/>
                    </a:cubicBezTo>
                    <a:cubicBezTo>
                      <a:pt x="10315" y="5431"/>
                      <a:pt x="10348" y="5427"/>
                      <a:pt x="10382" y="5418"/>
                    </a:cubicBezTo>
                    <a:cubicBezTo>
                      <a:pt x="10085" y="5192"/>
                      <a:pt x="9787" y="4978"/>
                      <a:pt x="9549" y="4811"/>
                    </a:cubicBezTo>
                    <a:cubicBezTo>
                      <a:pt x="9596" y="4156"/>
                      <a:pt x="9632" y="3680"/>
                      <a:pt x="9680" y="3108"/>
                    </a:cubicBezTo>
                    <a:cubicBezTo>
                      <a:pt x="10418" y="3347"/>
                      <a:pt x="11049" y="3549"/>
                      <a:pt x="11680" y="3751"/>
                    </a:cubicBezTo>
                    <a:cubicBezTo>
                      <a:pt x="12156" y="3906"/>
                      <a:pt x="12263" y="4025"/>
                      <a:pt x="12204" y="4537"/>
                    </a:cubicBezTo>
                    <a:cubicBezTo>
                      <a:pt x="12025" y="5823"/>
                      <a:pt x="11835" y="7109"/>
                      <a:pt x="11632" y="8383"/>
                    </a:cubicBezTo>
                    <a:cubicBezTo>
                      <a:pt x="11371" y="10002"/>
                      <a:pt x="11097" y="11621"/>
                      <a:pt x="10811" y="13241"/>
                    </a:cubicBezTo>
                    <a:cubicBezTo>
                      <a:pt x="10763" y="13491"/>
                      <a:pt x="10656" y="13776"/>
                      <a:pt x="10489" y="13967"/>
                    </a:cubicBezTo>
                    <a:cubicBezTo>
                      <a:pt x="9632" y="14931"/>
                      <a:pt x="8739" y="15860"/>
                      <a:pt x="7846" y="16836"/>
                    </a:cubicBezTo>
                    <a:cubicBezTo>
                      <a:pt x="8930" y="16182"/>
                      <a:pt x="9858" y="15384"/>
                      <a:pt x="10632" y="14455"/>
                    </a:cubicBezTo>
                    <a:cubicBezTo>
                      <a:pt x="11073" y="13931"/>
                      <a:pt x="11466" y="13372"/>
                      <a:pt x="11799" y="12764"/>
                    </a:cubicBezTo>
                    <a:cubicBezTo>
                      <a:pt x="12752" y="11050"/>
                      <a:pt x="13025" y="9193"/>
                      <a:pt x="13014" y="7264"/>
                    </a:cubicBezTo>
                    <a:lnTo>
                      <a:pt x="13014" y="7264"/>
                    </a:lnTo>
                    <a:cubicBezTo>
                      <a:pt x="13085" y="7549"/>
                      <a:pt x="13168" y="7835"/>
                      <a:pt x="13240" y="8121"/>
                    </a:cubicBezTo>
                    <a:cubicBezTo>
                      <a:pt x="13287" y="8121"/>
                      <a:pt x="13335" y="8109"/>
                      <a:pt x="13371" y="8097"/>
                    </a:cubicBezTo>
                    <a:cubicBezTo>
                      <a:pt x="13109" y="6799"/>
                      <a:pt x="12847" y="5502"/>
                      <a:pt x="12585" y="4192"/>
                    </a:cubicBezTo>
                    <a:lnTo>
                      <a:pt x="12585" y="4168"/>
                    </a:lnTo>
                    <a:cubicBezTo>
                      <a:pt x="12656" y="4144"/>
                      <a:pt x="12740" y="4120"/>
                      <a:pt x="12740" y="4120"/>
                    </a:cubicBezTo>
                    <a:cubicBezTo>
                      <a:pt x="12585" y="3859"/>
                      <a:pt x="12394" y="3620"/>
                      <a:pt x="12287" y="3359"/>
                    </a:cubicBezTo>
                    <a:cubicBezTo>
                      <a:pt x="11811" y="2239"/>
                      <a:pt x="11382" y="1108"/>
                      <a:pt x="10894" y="1"/>
                    </a:cubicBezTo>
                    <a:lnTo>
                      <a:pt x="10585" y="1"/>
                    </a:lnTo>
                    <a:cubicBezTo>
                      <a:pt x="11097" y="1120"/>
                      <a:pt x="11573" y="2263"/>
                      <a:pt x="11954" y="3489"/>
                    </a:cubicBezTo>
                    <a:cubicBezTo>
                      <a:pt x="11156" y="3037"/>
                      <a:pt x="10466" y="2644"/>
                      <a:pt x="9692" y="2204"/>
                    </a:cubicBezTo>
                    <a:cubicBezTo>
                      <a:pt x="9751" y="1477"/>
                      <a:pt x="9727" y="739"/>
                      <a:pt x="9644" y="1"/>
                    </a:cubicBezTo>
                    <a:lnTo>
                      <a:pt x="9049" y="1"/>
                    </a:lnTo>
                    <a:cubicBezTo>
                      <a:pt x="9120" y="692"/>
                      <a:pt x="9156" y="1382"/>
                      <a:pt x="9204" y="2096"/>
                    </a:cubicBezTo>
                    <a:cubicBezTo>
                      <a:pt x="8442" y="1906"/>
                      <a:pt x="7775" y="1739"/>
                      <a:pt x="7168" y="1584"/>
                    </a:cubicBezTo>
                    <a:cubicBezTo>
                      <a:pt x="6870" y="1061"/>
                      <a:pt x="6584" y="525"/>
                      <a:pt x="6298" y="1"/>
                    </a:cubicBezTo>
                    <a:lnTo>
                      <a:pt x="6025" y="1"/>
                    </a:lnTo>
                    <a:cubicBezTo>
                      <a:pt x="6191" y="322"/>
                      <a:pt x="6370" y="632"/>
                      <a:pt x="6537" y="953"/>
                    </a:cubicBezTo>
                    <a:cubicBezTo>
                      <a:pt x="6620" y="1108"/>
                      <a:pt x="6679" y="1275"/>
                      <a:pt x="6751" y="1442"/>
                    </a:cubicBezTo>
                    <a:cubicBezTo>
                      <a:pt x="6644" y="1465"/>
                      <a:pt x="6608" y="1489"/>
                      <a:pt x="6584" y="1489"/>
                    </a:cubicBezTo>
                    <a:cubicBezTo>
                      <a:pt x="5500" y="1218"/>
                      <a:pt x="4415" y="1077"/>
                      <a:pt x="3315" y="1077"/>
                    </a:cubicBezTo>
                    <a:cubicBezTo>
                      <a:pt x="2966" y="1077"/>
                      <a:pt x="2615" y="1091"/>
                      <a:pt x="2262" y="1120"/>
                    </a:cubicBezTo>
                    <a:cubicBezTo>
                      <a:pt x="2250" y="1121"/>
                      <a:pt x="2237" y="1121"/>
                      <a:pt x="2225" y="1121"/>
                    </a:cubicBezTo>
                    <a:cubicBezTo>
                      <a:pt x="2047" y="1121"/>
                      <a:pt x="1865" y="1046"/>
                      <a:pt x="1631" y="1001"/>
                    </a:cubicBezTo>
                    <a:cubicBezTo>
                      <a:pt x="1595" y="1013"/>
                      <a:pt x="1512" y="1061"/>
                      <a:pt x="1417" y="1108"/>
                    </a:cubicBezTo>
                    <a:cubicBezTo>
                      <a:pt x="1405" y="1073"/>
                      <a:pt x="1393" y="1037"/>
                      <a:pt x="1381" y="1013"/>
                    </a:cubicBezTo>
                    <a:cubicBezTo>
                      <a:pt x="1357" y="977"/>
                      <a:pt x="1345" y="942"/>
                      <a:pt x="1334" y="906"/>
                    </a:cubicBezTo>
                    <a:lnTo>
                      <a:pt x="1334" y="894"/>
                    </a:lnTo>
                    <a:cubicBezTo>
                      <a:pt x="1334" y="882"/>
                      <a:pt x="1345" y="870"/>
                      <a:pt x="1345" y="870"/>
                    </a:cubicBezTo>
                    <a:cubicBezTo>
                      <a:pt x="1512" y="572"/>
                      <a:pt x="1667" y="287"/>
                      <a:pt x="18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9"/>
              <p:cNvSpPr/>
              <p:nvPr/>
            </p:nvSpPr>
            <p:spPr>
              <a:xfrm>
                <a:off x="2794969" y="2618297"/>
                <a:ext cx="40798" cy="183675"/>
              </a:xfrm>
              <a:custGeom>
                <a:rect b="b" l="l" r="r" t="t"/>
                <a:pathLst>
                  <a:path extrusionOk="0" h="7347" w="1525">
                    <a:moveTo>
                      <a:pt x="1" y="1"/>
                    </a:moveTo>
                    <a:lnTo>
                      <a:pt x="1" y="2096"/>
                    </a:lnTo>
                    <a:cubicBezTo>
                      <a:pt x="25" y="2299"/>
                      <a:pt x="48" y="2513"/>
                      <a:pt x="72" y="2715"/>
                    </a:cubicBezTo>
                    <a:cubicBezTo>
                      <a:pt x="286" y="4347"/>
                      <a:pt x="739" y="5894"/>
                      <a:pt x="1525" y="7347"/>
                    </a:cubicBezTo>
                    <a:cubicBezTo>
                      <a:pt x="1489" y="7240"/>
                      <a:pt x="1453" y="7133"/>
                      <a:pt x="1406" y="7014"/>
                    </a:cubicBezTo>
                    <a:cubicBezTo>
                      <a:pt x="1251" y="6549"/>
                      <a:pt x="1084" y="6085"/>
                      <a:pt x="953" y="5609"/>
                    </a:cubicBezTo>
                    <a:cubicBezTo>
                      <a:pt x="441" y="3751"/>
                      <a:pt x="215" y="1870"/>
                      <a:pt x="2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9"/>
              <p:cNvSpPr/>
              <p:nvPr/>
            </p:nvSpPr>
            <p:spPr>
              <a:xfrm>
                <a:off x="3758200" y="2738575"/>
                <a:ext cx="246775" cy="200325"/>
              </a:xfrm>
              <a:custGeom>
                <a:rect b="b" l="l" r="r" t="t"/>
                <a:pathLst>
                  <a:path extrusionOk="0" h="8013" w="9871">
                    <a:moveTo>
                      <a:pt x="5465" y="1"/>
                    </a:moveTo>
                    <a:cubicBezTo>
                      <a:pt x="3655" y="1"/>
                      <a:pt x="1900" y="770"/>
                      <a:pt x="703" y="2750"/>
                    </a:cubicBezTo>
                    <a:cubicBezTo>
                      <a:pt x="191" y="3596"/>
                      <a:pt x="0" y="4501"/>
                      <a:pt x="167" y="5513"/>
                    </a:cubicBezTo>
                    <a:cubicBezTo>
                      <a:pt x="191" y="5453"/>
                      <a:pt x="215" y="5405"/>
                      <a:pt x="238" y="5346"/>
                    </a:cubicBezTo>
                    <a:cubicBezTo>
                      <a:pt x="358" y="5072"/>
                      <a:pt x="477" y="4786"/>
                      <a:pt x="596" y="4501"/>
                    </a:cubicBezTo>
                    <a:cubicBezTo>
                      <a:pt x="655" y="4584"/>
                      <a:pt x="691" y="4643"/>
                      <a:pt x="762" y="4751"/>
                    </a:cubicBezTo>
                    <a:cubicBezTo>
                      <a:pt x="1048" y="3608"/>
                      <a:pt x="1536" y="2667"/>
                      <a:pt x="2346" y="1917"/>
                    </a:cubicBezTo>
                    <a:cubicBezTo>
                      <a:pt x="2382" y="1941"/>
                      <a:pt x="2405" y="1964"/>
                      <a:pt x="2441" y="1988"/>
                    </a:cubicBezTo>
                    <a:cubicBezTo>
                      <a:pt x="2405" y="2060"/>
                      <a:pt x="2370" y="2131"/>
                      <a:pt x="2334" y="2191"/>
                    </a:cubicBezTo>
                    <a:cubicBezTo>
                      <a:pt x="2167" y="2500"/>
                      <a:pt x="2001" y="2810"/>
                      <a:pt x="1870" y="3131"/>
                    </a:cubicBezTo>
                    <a:cubicBezTo>
                      <a:pt x="1381" y="4250"/>
                      <a:pt x="1358" y="5393"/>
                      <a:pt x="1739" y="6536"/>
                    </a:cubicBezTo>
                    <a:cubicBezTo>
                      <a:pt x="1786" y="6679"/>
                      <a:pt x="1846" y="6822"/>
                      <a:pt x="1917" y="6941"/>
                    </a:cubicBezTo>
                    <a:cubicBezTo>
                      <a:pt x="1989" y="7084"/>
                      <a:pt x="2060" y="7203"/>
                      <a:pt x="2155" y="7322"/>
                    </a:cubicBezTo>
                    <a:cubicBezTo>
                      <a:pt x="2370" y="7596"/>
                      <a:pt x="2632" y="7834"/>
                      <a:pt x="2965" y="8013"/>
                    </a:cubicBezTo>
                    <a:cubicBezTo>
                      <a:pt x="2965" y="7930"/>
                      <a:pt x="2941" y="7870"/>
                      <a:pt x="2894" y="7834"/>
                    </a:cubicBezTo>
                    <a:cubicBezTo>
                      <a:pt x="2358" y="7310"/>
                      <a:pt x="2060" y="6667"/>
                      <a:pt x="2036" y="5929"/>
                    </a:cubicBezTo>
                    <a:cubicBezTo>
                      <a:pt x="2012" y="5382"/>
                      <a:pt x="2048" y="4834"/>
                      <a:pt x="2108" y="4298"/>
                    </a:cubicBezTo>
                    <a:cubicBezTo>
                      <a:pt x="2132" y="4120"/>
                      <a:pt x="2167" y="3941"/>
                      <a:pt x="2203" y="3786"/>
                    </a:cubicBezTo>
                    <a:cubicBezTo>
                      <a:pt x="2310" y="3381"/>
                      <a:pt x="2465" y="3024"/>
                      <a:pt x="2691" y="2703"/>
                    </a:cubicBezTo>
                    <a:cubicBezTo>
                      <a:pt x="2977" y="2298"/>
                      <a:pt x="3358" y="1953"/>
                      <a:pt x="3870" y="1703"/>
                    </a:cubicBezTo>
                    <a:cubicBezTo>
                      <a:pt x="4273" y="1499"/>
                      <a:pt x="4623" y="1408"/>
                      <a:pt x="4932" y="1408"/>
                    </a:cubicBezTo>
                    <a:cubicBezTo>
                      <a:pt x="5671" y="1408"/>
                      <a:pt x="6175" y="1928"/>
                      <a:pt x="6620" y="2667"/>
                    </a:cubicBezTo>
                    <a:cubicBezTo>
                      <a:pt x="6704" y="2798"/>
                      <a:pt x="6763" y="2941"/>
                      <a:pt x="6811" y="3096"/>
                    </a:cubicBezTo>
                    <a:cubicBezTo>
                      <a:pt x="7144" y="4036"/>
                      <a:pt x="7192" y="4965"/>
                      <a:pt x="6977" y="5882"/>
                    </a:cubicBezTo>
                    <a:cubicBezTo>
                      <a:pt x="6894" y="6239"/>
                      <a:pt x="6763" y="6584"/>
                      <a:pt x="6596" y="6941"/>
                    </a:cubicBezTo>
                    <a:cubicBezTo>
                      <a:pt x="6596" y="6953"/>
                      <a:pt x="6596" y="6965"/>
                      <a:pt x="6584" y="6977"/>
                    </a:cubicBezTo>
                    <a:cubicBezTo>
                      <a:pt x="6513" y="7120"/>
                      <a:pt x="6442" y="7263"/>
                      <a:pt x="6346" y="7465"/>
                    </a:cubicBezTo>
                    <a:cubicBezTo>
                      <a:pt x="6596" y="7334"/>
                      <a:pt x="6799" y="7084"/>
                      <a:pt x="6965" y="6763"/>
                    </a:cubicBezTo>
                    <a:cubicBezTo>
                      <a:pt x="7025" y="6644"/>
                      <a:pt x="7085" y="6501"/>
                      <a:pt x="7144" y="6358"/>
                    </a:cubicBezTo>
                    <a:cubicBezTo>
                      <a:pt x="7275" y="6025"/>
                      <a:pt x="7382" y="5655"/>
                      <a:pt x="7466" y="5274"/>
                    </a:cubicBezTo>
                    <a:cubicBezTo>
                      <a:pt x="7513" y="5072"/>
                      <a:pt x="7549" y="4870"/>
                      <a:pt x="7561" y="4667"/>
                    </a:cubicBezTo>
                    <a:cubicBezTo>
                      <a:pt x="7632" y="3608"/>
                      <a:pt x="7275" y="2631"/>
                      <a:pt x="6573" y="1655"/>
                    </a:cubicBezTo>
                    <a:lnTo>
                      <a:pt x="6573" y="1655"/>
                    </a:lnTo>
                    <a:cubicBezTo>
                      <a:pt x="7096" y="1786"/>
                      <a:pt x="7418" y="1964"/>
                      <a:pt x="7668" y="2286"/>
                    </a:cubicBezTo>
                    <a:cubicBezTo>
                      <a:pt x="8537" y="3369"/>
                      <a:pt x="8930" y="4572"/>
                      <a:pt x="8882" y="5870"/>
                    </a:cubicBezTo>
                    <a:cubicBezTo>
                      <a:pt x="8859" y="6191"/>
                      <a:pt x="8823" y="6525"/>
                      <a:pt x="8763" y="6846"/>
                    </a:cubicBezTo>
                    <a:cubicBezTo>
                      <a:pt x="9192" y="5751"/>
                      <a:pt x="9430" y="4643"/>
                      <a:pt x="9311" y="3560"/>
                    </a:cubicBezTo>
                    <a:cubicBezTo>
                      <a:pt x="9228" y="2857"/>
                      <a:pt x="9013" y="2167"/>
                      <a:pt x="8597" y="1476"/>
                    </a:cubicBezTo>
                    <a:cubicBezTo>
                      <a:pt x="8620" y="1476"/>
                      <a:pt x="8644" y="1464"/>
                      <a:pt x="8668" y="1453"/>
                    </a:cubicBezTo>
                    <a:cubicBezTo>
                      <a:pt x="8692" y="1441"/>
                      <a:pt x="8716" y="1441"/>
                      <a:pt x="8751" y="1429"/>
                    </a:cubicBezTo>
                    <a:cubicBezTo>
                      <a:pt x="9085" y="1881"/>
                      <a:pt x="9430" y="2345"/>
                      <a:pt x="9763" y="2810"/>
                    </a:cubicBezTo>
                    <a:cubicBezTo>
                      <a:pt x="9799" y="2798"/>
                      <a:pt x="9835" y="2786"/>
                      <a:pt x="9871" y="2774"/>
                    </a:cubicBezTo>
                    <a:cubicBezTo>
                      <a:pt x="9728" y="2417"/>
                      <a:pt x="9644" y="2024"/>
                      <a:pt x="9442" y="1703"/>
                    </a:cubicBezTo>
                    <a:cubicBezTo>
                      <a:pt x="9299" y="1464"/>
                      <a:pt x="9132" y="1262"/>
                      <a:pt x="8942" y="1095"/>
                    </a:cubicBezTo>
                    <a:cubicBezTo>
                      <a:pt x="8751" y="905"/>
                      <a:pt x="8537" y="762"/>
                      <a:pt x="8299" y="631"/>
                    </a:cubicBezTo>
                    <a:cubicBezTo>
                      <a:pt x="8192" y="571"/>
                      <a:pt x="8073" y="512"/>
                      <a:pt x="7954" y="464"/>
                    </a:cubicBezTo>
                    <a:cubicBezTo>
                      <a:pt x="7942" y="464"/>
                      <a:pt x="7930" y="452"/>
                      <a:pt x="7918" y="452"/>
                    </a:cubicBezTo>
                    <a:cubicBezTo>
                      <a:pt x="7692" y="357"/>
                      <a:pt x="7466" y="286"/>
                      <a:pt x="7216" y="226"/>
                    </a:cubicBezTo>
                    <a:cubicBezTo>
                      <a:pt x="6638" y="81"/>
                      <a:pt x="6048" y="1"/>
                      <a:pt x="54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29"/>
              <p:cNvSpPr/>
              <p:nvPr/>
            </p:nvSpPr>
            <p:spPr>
              <a:xfrm>
                <a:off x="4192475" y="2618300"/>
                <a:ext cx="88725" cy="212250"/>
              </a:xfrm>
              <a:custGeom>
                <a:rect b="b" l="l" r="r" t="t"/>
                <a:pathLst>
                  <a:path extrusionOk="0" h="8490" w="3549">
                    <a:moveTo>
                      <a:pt x="1" y="1"/>
                    </a:moveTo>
                    <a:cubicBezTo>
                      <a:pt x="2406" y="2323"/>
                      <a:pt x="3418" y="5013"/>
                      <a:pt x="2787" y="8252"/>
                    </a:cubicBezTo>
                    <a:cubicBezTo>
                      <a:pt x="2775" y="8335"/>
                      <a:pt x="2763" y="8407"/>
                      <a:pt x="2739" y="8490"/>
                    </a:cubicBezTo>
                    <a:cubicBezTo>
                      <a:pt x="2834" y="8407"/>
                      <a:pt x="2894" y="8323"/>
                      <a:pt x="2929" y="8228"/>
                    </a:cubicBezTo>
                    <a:cubicBezTo>
                      <a:pt x="2929" y="8204"/>
                      <a:pt x="2941" y="8192"/>
                      <a:pt x="2941" y="8180"/>
                    </a:cubicBezTo>
                    <a:cubicBezTo>
                      <a:pt x="3453" y="6847"/>
                      <a:pt x="3549" y="5490"/>
                      <a:pt x="3132" y="4108"/>
                    </a:cubicBezTo>
                    <a:cubicBezTo>
                      <a:pt x="3072" y="3894"/>
                      <a:pt x="2989" y="3680"/>
                      <a:pt x="2906" y="3477"/>
                    </a:cubicBezTo>
                    <a:cubicBezTo>
                      <a:pt x="2394" y="2227"/>
                      <a:pt x="1560" y="1191"/>
                      <a:pt x="596" y="251"/>
                    </a:cubicBezTo>
                    <a:cubicBezTo>
                      <a:pt x="584" y="239"/>
                      <a:pt x="572" y="227"/>
                      <a:pt x="560" y="215"/>
                    </a:cubicBezTo>
                    <a:cubicBezTo>
                      <a:pt x="477" y="132"/>
                      <a:pt x="393" y="60"/>
                      <a:pt x="2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29"/>
              <p:cNvSpPr/>
              <p:nvPr/>
            </p:nvSpPr>
            <p:spPr>
              <a:xfrm>
                <a:off x="4085025" y="2618000"/>
                <a:ext cx="224450" cy="500400"/>
              </a:xfrm>
              <a:custGeom>
                <a:rect b="b" l="l" r="r" t="t"/>
                <a:pathLst>
                  <a:path extrusionOk="0" h="20016" w="8978">
                    <a:moveTo>
                      <a:pt x="3572" y="1"/>
                    </a:moveTo>
                    <a:cubicBezTo>
                      <a:pt x="3453" y="430"/>
                      <a:pt x="3322" y="858"/>
                      <a:pt x="3263" y="1287"/>
                    </a:cubicBezTo>
                    <a:cubicBezTo>
                      <a:pt x="2846" y="3882"/>
                      <a:pt x="2846" y="6478"/>
                      <a:pt x="3453" y="9038"/>
                    </a:cubicBezTo>
                    <a:cubicBezTo>
                      <a:pt x="3668" y="9895"/>
                      <a:pt x="3953" y="10740"/>
                      <a:pt x="4215" y="11610"/>
                    </a:cubicBezTo>
                    <a:cubicBezTo>
                      <a:pt x="4310" y="11538"/>
                      <a:pt x="4358" y="11502"/>
                      <a:pt x="4418" y="11455"/>
                    </a:cubicBezTo>
                    <a:cubicBezTo>
                      <a:pt x="5287" y="12967"/>
                      <a:pt x="6346" y="14241"/>
                      <a:pt x="7930" y="14919"/>
                    </a:cubicBezTo>
                    <a:cubicBezTo>
                      <a:pt x="7801" y="14927"/>
                      <a:pt x="7673" y="14931"/>
                      <a:pt x="7546" y="14931"/>
                    </a:cubicBezTo>
                    <a:cubicBezTo>
                      <a:pt x="6870" y="14931"/>
                      <a:pt x="6211" y="14828"/>
                      <a:pt x="5620" y="14658"/>
                    </a:cubicBezTo>
                    <a:cubicBezTo>
                      <a:pt x="5477" y="14586"/>
                      <a:pt x="5346" y="14515"/>
                      <a:pt x="5215" y="14431"/>
                    </a:cubicBezTo>
                    <a:cubicBezTo>
                      <a:pt x="4584" y="13979"/>
                      <a:pt x="3989" y="13443"/>
                      <a:pt x="3465" y="12872"/>
                    </a:cubicBezTo>
                    <a:cubicBezTo>
                      <a:pt x="2965" y="12300"/>
                      <a:pt x="2584" y="11633"/>
                      <a:pt x="2144" y="11014"/>
                    </a:cubicBezTo>
                    <a:lnTo>
                      <a:pt x="2144" y="11014"/>
                    </a:lnTo>
                    <a:cubicBezTo>
                      <a:pt x="2691" y="12324"/>
                      <a:pt x="3477" y="13443"/>
                      <a:pt x="4620" y="14277"/>
                    </a:cubicBezTo>
                    <a:cubicBezTo>
                      <a:pt x="3965" y="13967"/>
                      <a:pt x="3406" y="13562"/>
                      <a:pt x="2977" y="13145"/>
                    </a:cubicBezTo>
                    <a:cubicBezTo>
                      <a:pt x="2429" y="12610"/>
                      <a:pt x="2060" y="12086"/>
                      <a:pt x="1834" y="11705"/>
                    </a:cubicBezTo>
                    <a:cubicBezTo>
                      <a:pt x="1786" y="11610"/>
                      <a:pt x="1739" y="11526"/>
                      <a:pt x="1691" y="11455"/>
                    </a:cubicBezTo>
                    <a:cubicBezTo>
                      <a:pt x="1655" y="11371"/>
                      <a:pt x="1620" y="11312"/>
                      <a:pt x="1596" y="11252"/>
                    </a:cubicBezTo>
                    <a:cubicBezTo>
                      <a:pt x="1584" y="11229"/>
                      <a:pt x="1560" y="11193"/>
                      <a:pt x="1560" y="11181"/>
                    </a:cubicBezTo>
                    <a:cubicBezTo>
                      <a:pt x="1489" y="10717"/>
                      <a:pt x="1429" y="10264"/>
                      <a:pt x="1370" y="9859"/>
                    </a:cubicBezTo>
                    <a:lnTo>
                      <a:pt x="1370" y="9859"/>
                    </a:lnTo>
                    <a:cubicBezTo>
                      <a:pt x="1262" y="11157"/>
                      <a:pt x="1429" y="12645"/>
                      <a:pt x="1798" y="14134"/>
                    </a:cubicBezTo>
                    <a:cubicBezTo>
                      <a:pt x="1608" y="13919"/>
                      <a:pt x="1501" y="13681"/>
                      <a:pt x="1358" y="13455"/>
                    </a:cubicBezTo>
                    <a:cubicBezTo>
                      <a:pt x="1036" y="12895"/>
                      <a:pt x="1167" y="12252"/>
                      <a:pt x="1048" y="11657"/>
                    </a:cubicBezTo>
                    <a:cubicBezTo>
                      <a:pt x="822" y="10514"/>
                      <a:pt x="798" y="9359"/>
                      <a:pt x="989" y="8192"/>
                    </a:cubicBezTo>
                    <a:cubicBezTo>
                      <a:pt x="1370" y="5990"/>
                      <a:pt x="1727" y="3775"/>
                      <a:pt x="2084" y="1573"/>
                    </a:cubicBezTo>
                    <a:cubicBezTo>
                      <a:pt x="2132" y="1311"/>
                      <a:pt x="2096" y="1025"/>
                      <a:pt x="2096" y="751"/>
                    </a:cubicBezTo>
                    <a:lnTo>
                      <a:pt x="2096" y="751"/>
                    </a:lnTo>
                    <a:cubicBezTo>
                      <a:pt x="1751" y="2370"/>
                      <a:pt x="1465" y="3978"/>
                      <a:pt x="1120" y="5585"/>
                    </a:cubicBezTo>
                    <a:cubicBezTo>
                      <a:pt x="691" y="7526"/>
                      <a:pt x="310" y="9466"/>
                      <a:pt x="655" y="11467"/>
                    </a:cubicBezTo>
                    <a:cubicBezTo>
                      <a:pt x="858" y="12681"/>
                      <a:pt x="1108" y="13848"/>
                      <a:pt x="1870" y="14860"/>
                    </a:cubicBezTo>
                    <a:cubicBezTo>
                      <a:pt x="2072" y="15122"/>
                      <a:pt x="2203" y="15455"/>
                      <a:pt x="2286" y="15777"/>
                    </a:cubicBezTo>
                    <a:cubicBezTo>
                      <a:pt x="2679" y="17372"/>
                      <a:pt x="1917" y="18979"/>
                      <a:pt x="417" y="19789"/>
                    </a:cubicBezTo>
                    <a:cubicBezTo>
                      <a:pt x="322" y="19837"/>
                      <a:pt x="239" y="19884"/>
                      <a:pt x="155" y="19932"/>
                    </a:cubicBezTo>
                    <a:cubicBezTo>
                      <a:pt x="108" y="19956"/>
                      <a:pt x="60" y="19991"/>
                      <a:pt x="0" y="20015"/>
                    </a:cubicBezTo>
                    <a:cubicBezTo>
                      <a:pt x="846" y="20015"/>
                      <a:pt x="1536" y="19694"/>
                      <a:pt x="2036" y="19063"/>
                    </a:cubicBezTo>
                    <a:cubicBezTo>
                      <a:pt x="2870" y="17991"/>
                      <a:pt x="2917" y="16777"/>
                      <a:pt x="2453" y="15443"/>
                    </a:cubicBezTo>
                    <a:lnTo>
                      <a:pt x="2453" y="15443"/>
                    </a:lnTo>
                    <a:cubicBezTo>
                      <a:pt x="2984" y="15705"/>
                      <a:pt x="3462" y="15924"/>
                      <a:pt x="3962" y="15924"/>
                    </a:cubicBezTo>
                    <a:cubicBezTo>
                      <a:pt x="4168" y="15924"/>
                      <a:pt x="4378" y="15887"/>
                      <a:pt x="4596" y="15801"/>
                    </a:cubicBezTo>
                    <a:cubicBezTo>
                      <a:pt x="4501" y="15777"/>
                      <a:pt x="4406" y="15765"/>
                      <a:pt x="4299" y="15753"/>
                    </a:cubicBezTo>
                    <a:cubicBezTo>
                      <a:pt x="3132" y="15598"/>
                      <a:pt x="2370" y="14943"/>
                      <a:pt x="2024" y="13812"/>
                    </a:cubicBezTo>
                    <a:cubicBezTo>
                      <a:pt x="2024" y="13800"/>
                      <a:pt x="2024" y="13800"/>
                      <a:pt x="2013" y="13788"/>
                    </a:cubicBezTo>
                    <a:cubicBezTo>
                      <a:pt x="1953" y="13562"/>
                      <a:pt x="1870" y="13348"/>
                      <a:pt x="1834" y="13122"/>
                    </a:cubicBezTo>
                    <a:cubicBezTo>
                      <a:pt x="1798" y="12848"/>
                      <a:pt x="1751" y="12574"/>
                      <a:pt x="1715" y="12300"/>
                    </a:cubicBezTo>
                    <a:cubicBezTo>
                      <a:pt x="1667" y="11967"/>
                      <a:pt x="1620" y="11645"/>
                      <a:pt x="1584" y="11324"/>
                    </a:cubicBezTo>
                    <a:lnTo>
                      <a:pt x="1572" y="11264"/>
                    </a:lnTo>
                    <a:lnTo>
                      <a:pt x="1572" y="11264"/>
                    </a:lnTo>
                    <a:cubicBezTo>
                      <a:pt x="1584" y="11312"/>
                      <a:pt x="1596" y="11348"/>
                      <a:pt x="1620" y="11395"/>
                    </a:cubicBezTo>
                    <a:cubicBezTo>
                      <a:pt x="1965" y="12383"/>
                      <a:pt x="2596" y="13229"/>
                      <a:pt x="3310" y="13812"/>
                    </a:cubicBezTo>
                    <a:cubicBezTo>
                      <a:pt x="4108" y="14479"/>
                      <a:pt x="5013" y="14824"/>
                      <a:pt x="5787" y="14979"/>
                    </a:cubicBezTo>
                    <a:cubicBezTo>
                      <a:pt x="5882" y="14991"/>
                      <a:pt x="5977" y="15003"/>
                      <a:pt x="6061" y="15027"/>
                    </a:cubicBezTo>
                    <a:cubicBezTo>
                      <a:pt x="6348" y="15104"/>
                      <a:pt x="6641" y="15147"/>
                      <a:pt x="6946" y="15147"/>
                    </a:cubicBezTo>
                    <a:cubicBezTo>
                      <a:pt x="7108" y="15147"/>
                      <a:pt x="7273" y="15135"/>
                      <a:pt x="7442" y="15110"/>
                    </a:cubicBezTo>
                    <a:cubicBezTo>
                      <a:pt x="7335" y="15098"/>
                      <a:pt x="7216" y="15086"/>
                      <a:pt x="7108" y="15074"/>
                    </a:cubicBezTo>
                    <a:cubicBezTo>
                      <a:pt x="7311" y="15062"/>
                      <a:pt x="7478" y="15039"/>
                      <a:pt x="7632" y="15015"/>
                    </a:cubicBezTo>
                    <a:cubicBezTo>
                      <a:pt x="7739" y="15003"/>
                      <a:pt x="7835" y="14991"/>
                      <a:pt x="7918" y="14967"/>
                    </a:cubicBezTo>
                    <a:cubicBezTo>
                      <a:pt x="7954" y="14967"/>
                      <a:pt x="7989" y="14955"/>
                      <a:pt x="8025" y="14943"/>
                    </a:cubicBezTo>
                    <a:cubicBezTo>
                      <a:pt x="8323" y="15074"/>
                      <a:pt x="8632" y="15169"/>
                      <a:pt x="8978" y="15253"/>
                    </a:cubicBezTo>
                    <a:cubicBezTo>
                      <a:pt x="8954" y="15181"/>
                      <a:pt x="8954" y="15158"/>
                      <a:pt x="8954" y="15158"/>
                    </a:cubicBezTo>
                    <a:cubicBezTo>
                      <a:pt x="8835" y="15098"/>
                      <a:pt x="8704" y="15039"/>
                      <a:pt x="8585" y="14967"/>
                    </a:cubicBezTo>
                    <a:cubicBezTo>
                      <a:pt x="7430" y="14360"/>
                      <a:pt x="6430" y="13610"/>
                      <a:pt x="5644" y="12693"/>
                    </a:cubicBezTo>
                    <a:cubicBezTo>
                      <a:pt x="4822" y="11729"/>
                      <a:pt x="4227" y="10586"/>
                      <a:pt x="3965" y="9216"/>
                    </a:cubicBezTo>
                    <a:cubicBezTo>
                      <a:pt x="3941" y="9133"/>
                      <a:pt x="3929" y="9062"/>
                      <a:pt x="3918" y="8978"/>
                    </a:cubicBezTo>
                    <a:cubicBezTo>
                      <a:pt x="3489" y="6657"/>
                      <a:pt x="3477" y="4311"/>
                      <a:pt x="3858" y="1965"/>
                    </a:cubicBezTo>
                    <a:cubicBezTo>
                      <a:pt x="3953" y="1323"/>
                      <a:pt x="4108" y="703"/>
                      <a:pt x="42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29"/>
              <p:cNvSpPr/>
              <p:nvPr/>
            </p:nvSpPr>
            <p:spPr>
              <a:xfrm>
                <a:off x="4285050" y="2618300"/>
                <a:ext cx="40800" cy="190825"/>
              </a:xfrm>
              <a:custGeom>
                <a:rect b="b" l="l" r="r" t="t"/>
                <a:pathLst>
                  <a:path extrusionOk="0" h="7633" w="1632">
                    <a:moveTo>
                      <a:pt x="786" y="1"/>
                    </a:moveTo>
                    <a:cubicBezTo>
                      <a:pt x="786" y="1"/>
                      <a:pt x="798" y="13"/>
                      <a:pt x="798" y="13"/>
                    </a:cubicBezTo>
                    <a:cubicBezTo>
                      <a:pt x="846" y="179"/>
                      <a:pt x="881" y="346"/>
                      <a:pt x="917" y="501"/>
                    </a:cubicBezTo>
                    <a:cubicBezTo>
                      <a:pt x="965" y="715"/>
                      <a:pt x="1012" y="930"/>
                      <a:pt x="1036" y="1144"/>
                    </a:cubicBezTo>
                    <a:cubicBezTo>
                      <a:pt x="1346" y="3323"/>
                      <a:pt x="1203" y="5418"/>
                      <a:pt x="143" y="7383"/>
                    </a:cubicBezTo>
                    <a:cubicBezTo>
                      <a:pt x="96" y="7466"/>
                      <a:pt x="60" y="7549"/>
                      <a:pt x="0" y="7633"/>
                    </a:cubicBezTo>
                    <a:cubicBezTo>
                      <a:pt x="179" y="7466"/>
                      <a:pt x="405" y="7311"/>
                      <a:pt x="512" y="7097"/>
                    </a:cubicBezTo>
                    <a:cubicBezTo>
                      <a:pt x="798" y="6490"/>
                      <a:pt x="1143" y="5871"/>
                      <a:pt x="1298" y="5228"/>
                    </a:cubicBezTo>
                    <a:cubicBezTo>
                      <a:pt x="1632" y="3882"/>
                      <a:pt x="1608" y="2513"/>
                      <a:pt x="1393" y="1144"/>
                    </a:cubicBezTo>
                    <a:cubicBezTo>
                      <a:pt x="1334" y="751"/>
                      <a:pt x="1251" y="370"/>
                      <a:pt x="1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29"/>
              <p:cNvSpPr/>
              <p:nvPr/>
            </p:nvSpPr>
            <p:spPr>
              <a:xfrm>
                <a:off x="3490600" y="2618300"/>
                <a:ext cx="148550" cy="219700"/>
              </a:xfrm>
              <a:custGeom>
                <a:rect b="b" l="l" r="r" t="t"/>
                <a:pathLst>
                  <a:path extrusionOk="0" h="8788" w="5942">
                    <a:moveTo>
                      <a:pt x="5918" y="1"/>
                    </a:moveTo>
                    <a:cubicBezTo>
                      <a:pt x="4561" y="2334"/>
                      <a:pt x="3263" y="4430"/>
                      <a:pt x="2275" y="5954"/>
                    </a:cubicBezTo>
                    <a:cubicBezTo>
                      <a:pt x="1751" y="6740"/>
                      <a:pt x="1358" y="7395"/>
                      <a:pt x="977" y="7764"/>
                    </a:cubicBezTo>
                    <a:cubicBezTo>
                      <a:pt x="798" y="7954"/>
                      <a:pt x="632" y="8073"/>
                      <a:pt x="524" y="8157"/>
                    </a:cubicBezTo>
                    <a:cubicBezTo>
                      <a:pt x="489" y="8169"/>
                      <a:pt x="465" y="8192"/>
                      <a:pt x="441" y="8204"/>
                    </a:cubicBezTo>
                    <a:cubicBezTo>
                      <a:pt x="417" y="8216"/>
                      <a:pt x="405" y="8228"/>
                      <a:pt x="382" y="8240"/>
                    </a:cubicBezTo>
                    <a:cubicBezTo>
                      <a:pt x="370" y="8252"/>
                      <a:pt x="358" y="8252"/>
                      <a:pt x="346" y="8264"/>
                    </a:cubicBezTo>
                    <a:cubicBezTo>
                      <a:pt x="382" y="8252"/>
                      <a:pt x="405" y="8228"/>
                      <a:pt x="441" y="8216"/>
                    </a:cubicBezTo>
                    <a:cubicBezTo>
                      <a:pt x="703" y="8085"/>
                      <a:pt x="953" y="7895"/>
                      <a:pt x="1167" y="7680"/>
                    </a:cubicBezTo>
                    <a:cubicBezTo>
                      <a:pt x="1406" y="7442"/>
                      <a:pt x="1608" y="7180"/>
                      <a:pt x="1810" y="6918"/>
                    </a:cubicBezTo>
                    <a:cubicBezTo>
                      <a:pt x="2191" y="6394"/>
                      <a:pt x="2560" y="5871"/>
                      <a:pt x="2906" y="5359"/>
                    </a:cubicBezTo>
                    <a:cubicBezTo>
                      <a:pt x="3584" y="4347"/>
                      <a:pt x="4156" y="3382"/>
                      <a:pt x="4632" y="2549"/>
                    </a:cubicBezTo>
                    <a:cubicBezTo>
                      <a:pt x="5096" y="1715"/>
                      <a:pt x="5454" y="1013"/>
                      <a:pt x="5692" y="525"/>
                    </a:cubicBezTo>
                    <a:cubicBezTo>
                      <a:pt x="5799" y="299"/>
                      <a:pt x="5882" y="120"/>
                      <a:pt x="5942" y="1"/>
                    </a:cubicBezTo>
                    <a:close/>
                    <a:moveTo>
                      <a:pt x="2930" y="1"/>
                    </a:moveTo>
                    <a:cubicBezTo>
                      <a:pt x="2251" y="1906"/>
                      <a:pt x="1513" y="3811"/>
                      <a:pt x="870" y="5728"/>
                    </a:cubicBezTo>
                    <a:cubicBezTo>
                      <a:pt x="584" y="6561"/>
                      <a:pt x="548" y="7466"/>
                      <a:pt x="167" y="8288"/>
                    </a:cubicBezTo>
                    <a:cubicBezTo>
                      <a:pt x="96" y="8442"/>
                      <a:pt x="60" y="8621"/>
                      <a:pt x="1" y="8788"/>
                    </a:cubicBezTo>
                    <a:cubicBezTo>
                      <a:pt x="167" y="8633"/>
                      <a:pt x="263" y="8454"/>
                      <a:pt x="346" y="8276"/>
                    </a:cubicBezTo>
                    <a:cubicBezTo>
                      <a:pt x="346" y="8264"/>
                      <a:pt x="346" y="8264"/>
                      <a:pt x="346" y="8264"/>
                    </a:cubicBezTo>
                    <a:cubicBezTo>
                      <a:pt x="560" y="7740"/>
                      <a:pt x="775" y="7216"/>
                      <a:pt x="977" y="6704"/>
                    </a:cubicBezTo>
                    <a:cubicBezTo>
                      <a:pt x="1834" y="4489"/>
                      <a:pt x="2608" y="2251"/>
                      <a:pt x="3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29"/>
              <p:cNvSpPr/>
              <p:nvPr/>
            </p:nvSpPr>
            <p:spPr>
              <a:xfrm>
                <a:off x="2812550" y="2618300"/>
                <a:ext cx="52100" cy="218800"/>
              </a:xfrm>
              <a:custGeom>
                <a:rect b="b" l="l" r="r" t="t"/>
                <a:pathLst>
                  <a:path extrusionOk="0" h="8752" w="2084">
                    <a:moveTo>
                      <a:pt x="0" y="1"/>
                    </a:moveTo>
                    <a:cubicBezTo>
                      <a:pt x="48" y="2001"/>
                      <a:pt x="393" y="3989"/>
                      <a:pt x="869" y="5954"/>
                    </a:cubicBezTo>
                    <a:cubicBezTo>
                      <a:pt x="1107" y="6930"/>
                      <a:pt x="1429" y="7895"/>
                      <a:pt x="2084" y="8752"/>
                    </a:cubicBezTo>
                    <a:cubicBezTo>
                      <a:pt x="1036" y="5883"/>
                      <a:pt x="417" y="2977"/>
                      <a:pt x="2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29"/>
              <p:cNvSpPr/>
              <p:nvPr/>
            </p:nvSpPr>
            <p:spPr>
              <a:xfrm>
                <a:off x="3691825" y="3054375"/>
                <a:ext cx="27700" cy="54500"/>
              </a:xfrm>
              <a:custGeom>
                <a:rect b="b" l="l" r="r" t="t"/>
                <a:pathLst>
                  <a:path extrusionOk="0" h="2180" w="1108">
                    <a:moveTo>
                      <a:pt x="393" y="0"/>
                    </a:moveTo>
                    <a:cubicBezTo>
                      <a:pt x="357" y="12"/>
                      <a:pt x="334" y="36"/>
                      <a:pt x="298" y="48"/>
                    </a:cubicBezTo>
                    <a:cubicBezTo>
                      <a:pt x="417" y="429"/>
                      <a:pt x="548" y="822"/>
                      <a:pt x="667" y="1227"/>
                    </a:cubicBezTo>
                    <a:cubicBezTo>
                      <a:pt x="441" y="1524"/>
                      <a:pt x="215" y="1822"/>
                      <a:pt x="0" y="2108"/>
                    </a:cubicBezTo>
                    <a:cubicBezTo>
                      <a:pt x="24" y="2132"/>
                      <a:pt x="48" y="2155"/>
                      <a:pt x="72" y="2179"/>
                    </a:cubicBezTo>
                    <a:cubicBezTo>
                      <a:pt x="310" y="2013"/>
                      <a:pt x="548" y="1858"/>
                      <a:pt x="774" y="1679"/>
                    </a:cubicBezTo>
                    <a:cubicBezTo>
                      <a:pt x="988" y="1501"/>
                      <a:pt x="1108" y="1263"/>
                      <a:pt x="977" y="1001"/>
                    </a:cubicBezTo>
                    <a:cubicBezTo>
                      <a:pt x="798" y="655"/>
                      <a:pt x="584" y="334"/>
                      <a:pt x="3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29"/>
              <p:cNvSpPr/>
              <p:nvPr/>
            </p:nvSpPr>
            <p:spPr>
              <a:xfrm>
                <a:off x="3553100" y="3226125"/>
                <a:ext cx="52725" cy="8950"/>
              </a:xfrm>
              <a:custGeom>
                <a:rect b="b" l="l" r="r" t="t"/>
                <a:pathLst>
                  <a:path extrusionOk="0" h="358" w="2109">
                    <a:moveTo>
                      <a:pt x="25" y="0"/>
                    </a:moveTo>
                    <a:cubicBezTo>
                      <a:pt x="25" y="36"/>
                      <a:pt x="13" y="60"/>
                      <a:pt x="1" y="96"/>
                    </a:cubicBezTo>
                    <a:cubicBezTo>
                      <a:pt x="299" y="179"/>
                      <a:pt x="596" y="274"/>
                      <a:pt x="894" y="358"/>
                    </a:cubicBezTo>
                    <a:lnTo>
                      <a:pt x="2061" y="358"/>
                    </a:lnTo>
                    <a:cubicBezTo>
                      <a:pt x="2085" y="334"/>
                      <a:pt x="2096" y="286"/>
                      <a:pt x="2108" y="250"/>
                    </a:cubicBezTo>
                    <a:cubicBezTo>
                      <a:pt x="1406" y="167"/>
                      <a:pt x="715" y="84"/>
                      <a:pt x="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29"/>
              <p:cNvSpPr/>
              <p:nvPr/>
            </p:nvSpPr>
            <p:spPr>
              <a:xfrm>
                <a:off x="3661750" y="3234150"/>
                <a:ext cx="30400" cy="925"/>
              </a:xfrm>
              <a:custGeom>
                <a:rect b="b" l="l" r="r" t="t"/>
                <a:pathLst>
                  <a:path extrusionOk="0" h="37" w="1216">
                    <a:moveTo>
                      <a:pt x="1215" y="1"/>
                    </a:moveTo>
                    <a:lnTo>
                      <a:pt x="1215" y="1"/>
                    </a:lnTo>
                    <a:cubicBezTo>
                      <a:pt x="632" y="13"/>
                      <a:pt x="251" y="25"/>
                      <a:pt x="1" y="37"/>
                    </a:cubicBezTo>
                    <a:lnTo>
                      <a:pt x="1144" y="37"/>
                    </a:lnTo>
                    <a:cubicBezTo>
                      <a:pt x="1168" y="25"/>
                      <a:pt x="1191" y="13"/>
                      <a:pt x="12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29"/>
              <p:cNvSpPr/>
              <p:nvPr/>
            </p:nvSpPr>
            <p:spPr>
              <a:xfrm>
                <a:off x="3653725" y="2618300"/>
                <a:ext cx="19075" cy="23250"/>
              </a:xfrm>
              <a:custGeom>
                <a:rect b="b" l="l" r="r" t="t"/>
                <a:pathLst>
                  <a:path extrusionOk="0" h="930" w="763">
                    <a:moveTo>
                      <a:pt x="607" y="1"/>
                    </a:moveTo>
                    <a:lnTo>
                      <a:pt x="95" y="799"/>
                    </a:lnTo>
                    <a:cubicBezTo>
                      <a:pt x="60" y="846"/>
                      <a:pt x="36" y="882"/>
                      <a:pt x="0" y="930"/>
                    </a:cubicBezTo>
                    <a:cubicBezTo>
                      <a:pt x="36" y="894"/>
                      <a:pt x="60" y="870"/>
                      <a:pt x="95" y="834"/>
                    </a:cubicBezTo>
                    <a:cubicBezTo>
                      <a:pt x="286" y="608"/>
                      <a:pt x="476" y="394"/>
                      <a:pt x="643" y="156"/>
                    </a:cubicBezTo>
                    <a:cubicBezTo>
                      <a:pt x="691" y="108"/>
                      <a:pt x="727" y="48"/>
                      <a:pt x="7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29"/>
              <p:cNvSpPr/>
              <p:nvPr/>
            </p:nvSpPr>
            <p:spPr>
              <a:xfrm>
                <a:off x="3837675" y="2951675"/>
                <a:ext cx="37525" cy="1825"/>
              </a:xfrm>
              <a:custGeom>
                <a:rect b="b" l="l" r="r" t="t"/>
                <a:pathLst>
                  <a:path extrusionOk="0" h="73" w="1501">
                    <a:moveTo>
                      <a:pt x="24" y="1"/>
                    </a:moveTo>
                    <a:cubicBezTo>
                      <a:pt x="24" y="25"/>
                      <a:pt x="12" y="48"/>
                      <a:pt x="0" y="72"/>
                    </a:cubicBezTo>
                    <a:lnTo>
                      <a:pt x="1500" y="72"/>
                    </a:lnTo>
                    <a:cubicBezTo>
                      <a:pt x="1500" y="48"/>
                      <a:pt x="1500" y="25"/>
                      <a:pt x="1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29"/>
              <p:cNvSpPr/>
              <p:nvPr/>
            </p:nvSpPr>
            <p:spPr>
              <a:xfrm>
                <a:off x="3664125" y="2618300"/>
                <a:ext cx="50050" cy="99150"/>
              </a:xfrm>
              <a:custGeom>
                <a:rect b="b" l="l" r="r" t="t"/>
                <a:pathLst>
                  <a:path extrusionOk="0" h="3966" w="2002">
                    <a:moveTo>
                      <a:pt x="1358" y="1394"/>
                    </a:moveTo>
                    <a:lnTo>
                      <a:pt x="1358" y="1394"/>
                    </a:lnTo>
                    <a:cubicBezTo>
                      <a:pt x="1251" y="1632"/>
                      <a:pt x="1144" y="1882"/>
                      <a:pt x="1013" y="2120"/>
                    </a:cubicBezTo>
                    <a:cubicBezTo>
                      <a:pt x="1132" y="1870"/>
                      <a:pt x="1251" y="1632"/>
                      <a:pt x="1358" y="1394"/>
                    </a:cubicBezTo>
                    <a:close/>
                    <a:moveTo>
                      <a:pt x="1620" y="1"/>
                    </a:moveTo>
                    <a:cubicBezTo>
                      <a:pt x="1477" y="406"/>
                      <a:pt x="1323" y="799"/>
                      <a:pt x="1180" y="1156"/>
                    </a:cubicBezTo>
                    <a:cubicBezTo>
                      <a:pt x="858" y="1989"/>
                      <a:pt x="584" y="2656"/>
                      <a:pt x="394" y="3132"/>
                    </a:cubicBezTo>
                    <a:cubicBezTo>
                      <a:pt x="311" y="3335"/>
                      <a:pt x="239" y="3489"/>
                      <a:pt x="191" y="3620"/>
                    </a:cubicBezTo>
                    <a:cubicBezTo>
                      <a:pt x="132" y="3728"/>
                      <a:pt x="60" y="3847"/>
                      <a:pt x="1" y="3966"/>
                    </a:cubicBezTo>
                    <a:cubicBezTo>
                      <a:pt x="37" y="3930"/>
                      <a:pt x="60" y="3894"/>
                      <a:pt x="96" y="3858"/>
                    </a:cubicBezTo>
                    <a:cubicBezTo>
                      <a:pt x="477" y="3406"/>
                      <a:pt x="799" y="2942"/>
                      <a:pt x="1061" y="2465"/>
                    </a:cubicBezTo>
                    <a:cubicBezTo>
                      <a:pt x="1489" y="1692"/>
                      <a:pt x="1787" y="870"/>
                      <a:pt x="20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29"/>
              <p:cNvSpPr/>
              <p:nvPr/>
            </p:nvSpPr>
            <p:spPr>
              <a:xfrm>
                <a:off x="3280750" y="2971625"/>
                <a:ext cx="67600" cy="39900"/>
              </a:xfrm>
              <a:custGeom>
                <a:rect b="b" l="l" r="r" t="t"/>
                <a:pathLst>
                  <a:path extrusionOk="0" h="1596" w="2704">
                    <a:moveTo>
                      <a:pt x="2703" y="1"/>
                    </a:moveTo>
                    <a:lnTo>
                      <a:pt x="2703" y="1"/>
                    </a:lnTo>
                    <a:cubicBezTo>
                      <a:pt x="1060" y="596"/>
                      <a:pt x="1" y="1596"/>
                      <a:pt x="1" y="1596"/>
                    </a:cubicBezTo>
                    <a:cubicBezTo>
                      <a:pt x="1596" y="1072"/>
                      <a:pt x="2703" y="1"/>
                      <a:pt x="27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29"/>
              <p:cNvSpPr/>
              <p:nvPr/>
            </p:nvSpPr>
            <p:spPr>
              <a:xfrm>
                <a:off x="3343275" y="3008525"/>
                <a:ext cx="600" cy="625"/>
              </a:xfrm>
              <a:custGeom>
                <a:rect b="b" l="l" r="r" t="t"/>
                <a:pathLst>
                  <a:path extrusionOk="0" h="25" w="24">
                    <a:moveTo>
                      <a:pt x="12" y="1"/>
                    </a:moveTo>
                    <a:cubicBezTo>
                      <a:pt x="12" y="1"/>
                      <a:pt x="12" y="13"/>
                      <a:pt x="0" y="25"/>
                    </a:cubicBezTo>
                    <a:cubicBezTo>
                      <a:pt x="12" y="25"/>
                      <a:pt x="24" y="13"/>
                      <a:pt x="12" y="1"/>
                    </a:cubicBezTo>
                    <a:close/>
                  </a:path>
                </a:pathLst>
              </a:custGeom>
              <a:solidFill>
                <a:srgbClr val="0300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29"/>
              <p:cNvSpPr/>
              <p:nvPr/>
            </p:nvSpPr>
            <p:spPr>
              <a:xfrm>
                <a:off x="3340000" y="2977575"/>
                <a:ext cx="63425" cy="31875"/>
              </a:xfrm>
              <a:custGeom>
                <a:rect b="b" l="l" r="r" t="t"/>
                <a:pathLst>
                  <a:path extrusionOk="0" h="1275" w="2537">
                    <a:moveTo>
                      <a:pt x="2536" y="1"/>
                    </a:moveTo>
                    <a:lnTo>
                      <a:pt x="2536" y="1"/>
                    </a:lnTo>
                    <a:cubicBezTo>
                      <a:pt x="1738" y="179"/>
                      <a:pt x="1060" y="477"/>
                      <a:pt x="583" y="739"/>
                    </a:cubicBezTo>
                    <a:cubicBezTo>
                      <a:pt x="476" y="798"/>
                      <a:pt x="369" y="858"/>
                      <a:pt x="274" y="917"/>
                    </a:cubicBezTo>
                    <a:cubicBezTo>
                      <a:pt x="226" y="941"/>
                      <a:pt x="179" y="965"/>
                      <a:pt x="143" y="989"/>
                    </a:cubicBezTo>
                    <a:cubicBezTo>
                      <a:pt x="107" y="1013"/>
                      <a:pt x="60" y="1048"/>
                      <a:pt x="36" y="1096"/>
                    </a:cubicBezTo>
                    <a:cubicBezTo>
                      <a:pt x="0" y="1132"/>
                      <a:pt x="0" y="1191"/>
                      <a:pt x="12" y="1215"/>
                    </a:cubicBezTo>
                    <a:cubicBezTo>
                      <a:pt x="36" y="1251"/>
                      <a:pt x="71" y="1263"/>
                      <a:pt x="95" y="1275"/>
                    </a:cubicBezTo>
                    <a:cubicBezTo>
                      <a:pt x="119" y="1275"/>
                      <a:pt x="131" y="1263"/>
                      <a:pt x="131" y="1263"/>
                    </a:cubicBezTo>
                    <a:cubicBezTo>
                      <a:pt x="131" y="1263"/>
                      <a:pt x="119" y="1263"/>
                      <a:pt x="107" y="1251"/>
                    </a:cubicBezTo>
                    <a:cubicBezTo>
                      <a:pt x="95" y="1251"/>
                      <a:pt x="71" y="1227"/>
                      <a:pt x="71" y="1215"/>
                    </a:cubicBezTo>
                    <a:cubicBezTo>
                      <a:pt x="71" y="1167"/>
                      <a:pt x="107" y="1144"/>
                      <a:pt x="143" y="1132"/>
                    </a:cubicBezTo>
                    <a:cubicBezTo>
                      <a:pt x="214" y="1108"/>
                      <a:pt x="322" y="1084"/>
                      <a:pt x="405" y="1060"/>
                    </a:cubicBezTo>
                    <a:cubicBezTo>
                      <a:pt x="583" y="1013"/>
                      <a:pt x="762" y="953"/>
                      <a:pt x="929" y="882"/>
                    </a:cubicBezTo>
                    <a:cubicBezTo>
                      <a:pt x="1250" y="763"/>
                      <a:pt x="1536" y="620"/>
                      <a:pt x="1774" y="489"/>
                    </a:cubicBezTo>
                    <a:cubicBezTo>
                      <a:pt x="2250" y="227"/>
                      <a:pt x="2536" y="1"/>
                      <a:pt x="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29"/>
              <p:cNvSpPr/>
              <p:nvPr/>
            </p:nvSpPr>
            <p:spPr>
              <a:xfrm>
                <a:off x="3385525" y="2980550"/>
                <a:ext cx="60750" cy="28900"/>
              </a:xfrm>
              <a:custGeom>
                <a:rect b="b" l="l" r="r" t="t"/>
                <a:pathLst>
                  <a:path extrusionOk="0" h="1156" w="2430">
                    <a:moveTo>
                      <a:pt x="2430" y="1"/>
                    </a:moveTo>
                    <a:cubicBezTo>
                      <a:pt x="965" y="334"/>
                      <a:pt x="1" y="1156"/>
                      <a:pt x="1" y="1156"/>
                    </a:cubicBezTo>
                    <a:cubicBezTo>
                      <a:pt x="1429" y="882"/>
                      <a:pt x="2429" y="1"/>
                      <a:pt x="2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29"/>
              <p:cNvSpPr/>
              <p:nvPr/>
            </p:nvSpPr>
            <p:spPr>
              <a:xfrm>
                <a:off x="3829325" y="2972825"/>
                <a:ext cx="68200" cy="32450"/>
              </a:xfrm>
              <a:custGeom>
                <a:rect b="b" l="l" r="r" t="t"/>
                <a:pathLst>
                  <a:path extrusionOk="0" h="1298" w="2728">
                    <a:moveTo>
                      <a:pt x="2727" y="0"/>
                    </a:moveTo>
                    <a:cubicBezTo>
                      <a:pt x="2251" y="191"/>
                      <a:pt x="1811" y="393"/>
                      <a:pt x="1442" y="572"/>
                    </a:cubicBezTo>
                    <a:cubicBezTo>
                      <a:pt x="1203" y="679"/>
                      <a:pt x="989" y="786"/>
                      <a:pt x="799" y="881"/>
                    </a:cubicBezTo>
                    <a:cubicBezTo>
                      <a:pt x="561" y="1000"/>
                      <a:pt x="358" y="1107"/>
                      <a:pt x="227" y="1179"/>
                    </a:cubicBezTo>
                    <a:cubicBezTo>
                      <a:pt x="84" y="1262"/>
                      <a:pt x="1" y="1298"/>
                      <a:pt x="1" y="1298"/>
                    </a:cubicBezTo>
                    <a:cubicBezTo>
                      <a:pt x="596" y="1250"/>
                      <a:pt x="1120" y="1072"/>
                      <a:pt x="1561" y="857"/>
                    </a:cubicBezTo>
                    <a:cubicBezTo>
                      <a:pt x="1727" y="762"/>
                      <a:pt x="1882" y="679"/>
                      <a:pt x="2013" y="595"/>
                    </a:cubicBezTo>
                    <a:cubicBezTo>
                      <a:pt x="2251" y="429"/>
                      <a:pt x="2430" y="286"/>
                      <a:pt x="2549" y="179"/>
                    </a:cubicBezTo>
                    <a:cubicBezTo>
                      <a:pt x="2668" y="60"/>
                      <a:pt x="2727" y="0"/>
                      <a:pt x="27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29"/>
              <p:cNvSpPr/>
              <p:nvPr/>
            </p:nvSpPr>
            <p:spPr>
              <a:xfrm>
                <a:off x="3888275" y="2968350"/>
                <a:ext cx="69975" cy="38125"/>
              </a:xfrm>
              <a:custGeom>
                <a:rect b="b" l="l" r="r" t="t"/>
                <a:pathLst>
                  <a:path extrusionOk="0" h="1525" w="2799">
                    <a:moveTo>
                      <a:pt x="2798" y="1"/>
                    </a:moveTo>
                    <a:lnTo>
                      <a:pt x="2798" y="1"/>
                    </a:lnTo>
                    <a:cubicBezTo>
                      <a:pt x="1120" y="548"/>
                      <a:pt x="0" y="1525"/>
                      <a:pt x="0" y="1525"/>
                    </a:cubicBezTo>
                    <a:cubicBezTo>
                      <a:pt x="1643" y="1048"/>
                      <a:pt x="2798" y="1"/>
                      <a:pt x="27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29"/>
              <p:cNvSpPr/>
              <p:nvPr/>
            </p:nvSpPr>
            <p:spPr>
              <a:xfrm>
                <a:off x="3954950" y="2974600"/>
                <a:ext cx="30675" cy="21450"/>
              </a:xfrm>
              <a:custGeom>
                <a:rect b="b" l="l" r="r" t="t"/>
                <a:pathLst>
                  <a:path extrusionOk="0" h="858" w="1227">
                    <a:moveTo>
                      <a:pt x="1227" y="1"/>
                    </a:moveTo>
                    <a:lnTo>
                      <a:pt x="1227" y="1"/>
                    </a:lnTo>
                    <a:cubicBezTo>
                      <a:pt x="381" y="203"/>
                      <a:pt x="0" y="858"/>
                      <a:pt x="0" y="858"/>
                    </a:cubicBezTo>
                    <a:cubicBezTo>
                      <a:pt x="858" y="703"/>
                      <a:pt x="1227" y="1"/>
                      <a:pt x="1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29"/>
              <p:cNvSpPr/>
              <p:nvPr/>
            </p:nvSpPr>
            <p:spPr>
              <a:xfrm>
                <a:off x="2857500" y="2618300"/>
                <a:ext cx="31200" cy="189425"/>
              </a:xfrm>
              <a:custGeom>
                <a:rect b="b" l="l" r="r" t="t"/>
                <a:pathLst>
                  <a:path extrusionOk="0" h="7577" w="1248">
                    <a:moveTo>
                      <a:pt x="1238" y="7430"/>
                    </a:moveTo>
                    <a:cubicBezTo>
                      <a:pt x="1230" y="7430"/>
                      <a:pt x="1243" y="7441"/>
                      <a:pt x="1246" y="7465"/>
                    </a:cubicBezTo>
                    <a:lnTo>
                      <a:pt x="1246" y="7465"/>
                    </a:lnTo>
                    <a:cubicBezTo>
                      <a:pt x="1246" y="7452"/>
                      <a:pt x="1243" y="7440"/>
                      <a:pt x="1238" y="7430"/>
                    </a:cubicBezTo>
                    <a:close/>
                    <a:moveTo>
                      <a:pt x="107" y="1"/>
                    </a:moveTo>
                    <a:cubicBezTo>
                      <a:pt x="0" y="1406"/>
                      <a:pt x="60" y="2692"/>
                      <a:pt x="191" y="3775"/>
                    </a:cubicBezTo>
                    <a:cubicBezTo>
                      <a:pt x="333" y="5037"/>
                      <a:pt x="583" y="6049"/>
                      <a:pt x="786" y="6728"/>
                    </a:cubicBezTo>
                    <a:cubicBezTo>
                      <a:pt x="833" y="6906"/>
                      <a:pt x="881" y="7049"/>
                      <a:pt x="917" y="7180"/>
                    </a:cubicBezTo>
                    <a:cubicBezTo>
                      <a:pt x="941" y="7240"/>
                      <a:pt x="953" y="7299"/>
                      <a:pt x="964" y="7347"/>
                    </a:cubicBezTo>
                    <a:cubicBezTo>
                      <a:pt x="988" y="7418"/>
                      <a:pt x="1012" y="7466"/>
                      <a:pt x="1048" y="7514"/>
                    </a:cubicBezTo>
                    <a:cubicBezTo>
                      <a:pt x="1077" y="7553"/>
                      <a:pt x="1115" y="7576"/>
                      <a:pt x="1148" y="7576"/>
                    </a:cubicBezTo>
                    <a:cubicBezTo>
                      <a:pt x="1154" y="7576"/>
                      <a:pt x="1161" y="7575"/>
                      <a:pt x="1167" y="7573"/>
                    </a:cubicBezTo>
                    <a:cubicBezTo>
                      <a:pt x="1203" y="7561"/>
                      <a:pt x="1226" y="7537"/>
                      <a:pt x="1238" y="7514"/>
                    </a:cubicBezTo>
                    <a:cubicBezTo>
                      <a:pt x="1246" y="7493"/>
                      <a:pt x="1248" y="7477"/>
                      <a:pt x="1246" y="7465"/>
                    </a:cubicBezTo>
                    <a:lnTo>
                      <a:pt x="1246" y="7465"/>
                    </a:lnTo>
                    <a:cubicBezTo>
                      <a:pt x="1246" y="7482"/>
                      <a:pt x="1240" y="7500"/>
                      <a:pt x="1226" y="7514"/>
                    </a:cubicBezTo>
                    <a:cubicBezTo>
                      <a:pt x="1214" y="7537"/>
                      <a:pt x="1191" y="7549"/>
                      <a:pt x="1155" y="7549"/>
                    </a:cubicBezTo>
                    <a:cubicBezTo>
                      <a:pt x="1150" y="7550"/>
                      <a:pt x="1145" y="7551"/>
                      <a:pt x="1140" y="7551"/>
                    </a:cubicBezTo>
                    <a:cubicBezTo>
                      <a:pt x="1089" y="7551"/>
                      <a:pt x="1058" y="7498"/>
                      <a:pt x="1036" y="7454"/>
                    </a:cubicBezTo>
                    <a:cubicBezTo>
                      <a:pt x="1012" y="7359"/>
                      <a:pt x="988" y="7252"/>
                      <a:pt x="976" y="7156"/>
                    </a:cubicBezTo>
                    <a:cubicBezTo>
                      <a:pt x="964" y="7145"/>
                      <a:pt x="964" y="7133"/>
                      <a:pt x="964" y="7121"/>
                    </a:cubicBezTo>
                    <a:cubicBezTo>
                      <a:pt x="917" y="6906"/>
                      <a:pt x="869" y="6680"/>
                      <a:pt x="822" y="6466"/>
                    </a:cubicBezTo>
                    <a:cubicBezTo>
                      <a:pt x="786" y="6240"/>
                      <a:pt x="738" y="6025"/>
                      <a:pt x="702" y="5811"/>
                    </a:cubicBezTo>
                    <a:cubicBezTo>
                      <a:pt x="667" y="5597"/>
                      <a:pt x="643" y="5371"/>
                      <a:pt x="607" y="5156"/>
                    </a:cubicBezTo>
                    <a:cubicBezTo>
                      <a:pt x="488" y="4287"/>
                      <a:pt x="405" y="3442"/>
                      <a:pt x="381" y="2632"/>
                    </a:cubicBezTo>
                    <a:cubicBezTo>
                      <a:pt x="333" y="1703"/>
                      <a:pt x="357" y="822"/>
                      <a:pt x="4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29"/>
              <p:cNvSpPr/>
              <p:nvPr/>
            </p:nvSpPr>
            <p:spPr>
              <a:xfrm>
                <a:off x="2828592" y="2626197"/>
                <a:ext cx="108975" cy="295900"/>
              </a:xfrm>
              <a:custGeom>
                <a:rect b="b" l="l" r="r" t="t"/>
                <a:pathLst>
                  <a:path extrusionOk="0" h="11836" w="4359">
                    <a:moveTo>
                      <a:pt x="4263" y="1"/>
                    </a:moveTo>
                    <a:cubicBezTo>
                      <a:pt x="3918" y="2025"/>
                      <a:pt x="3644" y="4049"/>
                      <a:pt x="2858" y="5942"/>
                    </a:cubicBezTo>
                    <a:cubicBezTo>
                      <a:pt x="2834" y="5989"/>
                      <a:pt x="2810" y="6049"/>
                      <a:pt x="2787" y="6109"/>
                    </a:cubicBezTo>
                    <a:cubicBezTo>
                      <a:pt x="2870" y="4465"/>
                      <a:pt x="2941" y="2810"/>
                      <a:pt x="3025" y="1167"/>
                    </a:cubicBezTo>
                    <a:lnTo>
                      <a:pt x="2906" y="1167"/>
                    </a:lnTo>
                    <a:cubicBezTo>
                      <a:pt x="2906" y="1191"/>
                      <a:pt x="2894" y="1227"/>
                      <a:pt x="2894" y="1263"/>
                    </a:cubicBezTo>
                    <a:cubicBezTo>
                      <a:pt x="2798" y="2787"/>
                      <a:pt x="2668" y="4323"/>
                      <a:pt x="2620" y="5847"/>
                    </a:cubicBezTo>
                    <a:cubicBezTo>
                      <a:pt x="2596" y="6454"/>
                      <a:pt x="2489" y="7001"/>
                      <a:pt x="2227" y="7525"/>
                    </a:cubicBezTo>
                    <a:cubicBezTo>
                      <a:pt x="2132" y="7704"/>
                      <a:pt x="2036" y="7894"/>
                      <a:pt x="1941" y="8073"/>
                    </a:cubicBezTo>
                    <a:cubicBezTo>
                      <a:pt x="1346" y="9228"/>
                      <a:pt x="751" y="10383"/>
                      <a:pt x="155" y="11538"/>
                    </a:cubicBezTo>
                    <a:lnTo>
                      <a:pt x="1" y="11835"/>
                    </a:lnTo>
                    <a:cubicBezTo>
                      <a:pt x="96" y="11740"/>
                      <a:pt x="179" y="11633"/>
                      <a:pt x="262" y="11526"/>
                    </a:cubicBezTo>
                    <a:cubicBezTo>
                      <a:pt x="905" y="10752"/>
                      <a:pt x="1560" y="9597"/>
                      <a:pt x="2156" y="8287"/>
                    </a:cubicBezTo>
                    <a:cubicBezTo>
                      <a:pt x="3382" y="5573"/>
                      <a:pt x="4358" y="2215"/>
                      <a:pt x="4299" y="382"/>
                    </a:cubicBezTo>
                    <a:cubicBezTo>
                      <a:pt x="4287" y="239"/>
                      <a:pt x="4287" y="108"/>
                      <a:pt x="42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16" name="Google Shape;316;p29"/>
          <p:cNvGrpSpPr/>
          <p:nvPr/>
        </p:nvGrpSpPr>
        <p:grpSpPr>
          <a:xfrm>
            <a:off x="5375150" y="1925113"/>
            <a:ext cx="1601400" cy="2454900"/>
            <a:chOff x="5070400" y="2477150"/>
            <a:chExt cx="1601400" cy="2454900"/>
          </a:xfrm>
        </p:grpSpPr>
        <p:sp>
          <p:nvSpPr>
            <p:cNvPr id="317" name="Google Shape;317;p29"/>
            <p:cNvSpPr/>
            <p:nvPr/>
          </p:nvSpPr>
          <p:spPr>
            <a:xfrm>
              <a:off x="5070400" y="2477150"/>
              <a:ext cx="1601400" cy="24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8" name="Google Shape;318;p29"/>
            <p:cNvGrpSpPr/>
            <p:nvPr/>
          </p:nvGrpSpPr>
          <p:grpSpPr>
            <a:xfrm>
              <a:off x="5070426" y="2482825"/>
              <a:ext cx="1398730" cy="2445400"/>
              <a:chOff x="3269450" y="2317375"/>
              <a:chExt cx="656650" cy="1148075"/>
            </a:xfrm>
          </p:grpSpPr>
          <p:sp>
            <p:nvSpPr>
              <p:cNvPr id="319" name="Google Shape;319;p29"/>
              <p:cNvSpPr/>
              <p:nvPr/>
            </p:nvSpPr>
            <p:spPr>
              <a:xfrm>
                <a:off x="3730525" y="2317375"/>
                <a:ext cx="89600" cy="52125"/>
              </a:xfrm>
              <a:custGeom>
                <a:rect b="b" l="l" r="r" t="t"/>
                <a:pathLst>
                  <a:path extrusionOk="0" h="2085" w="3584">
                    <a:moveTo>
                      <a:pt x="1917" y="1"/>
                    </a:moveTo>
                    <a:cubicBezTo>
                      <a:pt x="1857" y="84"/>
                      <a:pt x="1786" y="167"/>
                      <a:pt x="1726" y="251"/>
                    </a:cubicBezTo>
                    <a:cubicBezTo>
                      <a:pt x="1655" y="334"/>
                      <a:pt x="1584" y="417"/>
                      <a:pt x="1524" y="501"/>
                    </a:cubicBezTo>
                    <a:cubicBezTo>
                      <a:pt x="1429" y="608"/>
                      <a:pt x="1345" y="715"/>
                      <a:pt x="1262" y="810"/>
                    </a:cubicBezTo>
                    <a:cubicBezTo>
                      <a:pt x="1143" y="941"/>
                      <a:pt x="1036" y="1060"/>
                      <a:pt x="929" y="1179"/>
                    </a:cubicBezTo>
                    <a:cubicBezTo>
                      <a:pt x="833" y="1275"/>
                      <a:pt x="750" y="1370"/>
                      <a:pt x="667" y="1453"/>
                    </a:cubicBezTo>
                    <a:cubicBezTo>
                      <a:pt x="572" y="1548"/>
                      <a:pt x="488" y="1632"/>
                      <a:pt x="405" y="1715"/>
                    </a:cubicBezTo>
                    <a:lnTo>
                      <a:pt x="393" y="1727"/>
                    </a:lnTo>
                    <a:cubicBezTo>
                      <a:pt x="310" y="1798"/>
                      <a:pt x="250" y="1858"/>
                      <a:pt x="179" y="1929"/>
                    </a:cubicBezTo>
                    <a:cubicBezTo>
                      <a:pt x="119" y="1989"/>
                      <a:pt x="60" y="2037"/>
                      <a:pt x="0" y="2084"/>
                    </a:cubicBezTo>
                    <a:cubicBezTo>
                      <a:pt x="1453" y="1632"/>
                      <a:pt x="2643" y="941"/>
                      <a:pt x="358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29"/>
              <p:cNvSpPr/>
              <p:nvPr/>
            </p:nvSpPr>
            <p:spPr>
              <a:xfrm>
                <a:off x="3852850" y="2317375"/>
                <a:ext cx="73250" cy="112775"/>
              </a:xfrm>
              <a:custGeom>
                <a:rect b="b" l="l" r="r" t="t"/>
                <a:pathLst>
                  <a:path extrusionOk="0" h="4511" w="2930">
                    <a:moveTo>
                      <a:pt x="1489" y="1"/>
                    </a:moveTo>
                    <a:cubicBezTo>
                      <a:pt x="1548" y="286"/>
                      <a:pt x="1608" y="560"/>
                      <a:pt x="1679" y="834"/>
                    </a:cubicBezTo>
                    <a:cubicBezTo>
                      <a:pt x="1894" y="1656"/>
                      <a:pt x="1751" y="2358"/>
                      <a:pt x="1334" y="3084"/>
                    </a:cubicBezTo>
                    <a:cubicBezTo>
                      <a:pt x="989" y="3668"/>
                      <a:pt x="572" y="4156"/>
                      <a:pt x="1" y="4489"/>
                    </a:cubicBezTo>
                    <a:cubicBezTo>
                      <a:pt x="1" y="4489"/>
                      <a:pt x="142" y="4511"/>
                      <a:pt x="368" y="4511"/>
                    </a:cubicBezTo>
                    <a:cubicBezTo>
                      <a:pt x="555" y="4511"/>
                      <a:pt x="801" y="4496"/>
                      <a:pt x="1072" y="4442"/>
                    </a:cubicBezTo>
                    <a:cubicBezTo>
                      <a:pt x="1167" y="4394"/>
                      <a:pt x="1251" y="4346"/>
                      <a:pt x="1334" y="4299"/>
                    </a:cubicBezTo>
                    <a:cubicBezTo>
                      <a:pt x="2048" y="3918"/>
                      <a:pt x="2596" y="3334"/>
                      <a:pt x="2929" y="2668"/>
                    </a:cubicBezTo>
                    <a:lnTo>
                      <a:pt x="2929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29"/>
              <p:cNvSpPr/>
              <p:nvPr/>
            </p:nvSpPr>
            <p:spPr>
              <a:xfrm>
                <a:off x="3719800" y="2373925"/>
                <a:ext cx="26225" cy="4800"/>
              </a:xfrm>
              <a:custGeom>
                <a:rect b="b" l="l" r="r" t="t"/>
                <a:pathLst>
                  <a:path extrusionOk="0" h="192" w="1049">
                    <a:moveTo>
                      <a:pt x="227" y="1"/>
                    </a:moveTo>
                    <a:cubicBezTo>
                      <a:pt x="155" y="72"/>
                      <a:pt x="96" y="120"/>
                      <a:pt x="48" y="156"/>
                    </a:cubicBezTo>
                    <a:cubicBezTo>
                      <a:pt x="24" y="179"/>
                      <a:pt x="0" y="191"/>
                      <a:pt x="0" y="191"/>
                    </a:cubicBezTo>
                    <a:cubicBezTo>
                      <a:pt x="72" y="191"/>
                      <a:pt x="155" y="191"/>
                      <a:pt x="227" y="179"/>
                    </a:cubicBezTo>
                    <a:cubicBezTo>
                      <a:pt x="250" y="179"/>
                      <a:pt x="262" y="179"/>
                      <a:pt x="274" y="168"/>
                    </a:cubicBezTo>
                    <a:cubicBezTo>
                      <a:pt x="358" y="156"/>
                      <a:pt x="429" y="144"/>
                      <a:pt x="512" y="132"/>
                    </a:cubicBezTo>
                    <a:lnTo>
                      <a:pt x="548" y="132"/>
                    </a:lnTo>
                    <a:cubicBezTo>
                      <a:pt x="620" y="108"/>
                      <a:pt x="691" y="96"/>
                      <a:pt x="762" y="84"/>
                    </a:cubicBezTo>
                    <a:cubicBezTo>
                      <a:pt x="786" y="72"/>
                      <a:pt x="798" y="72"/>
                      <a:pt x="810" y="72"/>
                    </a:cubicBezTo>
                    <a:cubicBezTo>
                      <a:pt x="893" y="48"/>
                      <a:pt x="977" y="25"/>
                      <a:pt x="10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9"/>
              <p:cNvSpPr/>
              <p:nvPr/>
            </p:nvSpPr>
            <p:spPr>
              <a:xfrm>
                <a:off x="3576925" y="2656400"/>
                <a:ext cx="11325" cy="8375"/>
              </a:xfrm>
              <a:custGeom>
                <a:rect b="b" l="l" r="r" t="t"/>
                <a:pathLst>
                  <a:path extrusionOk="0" h="335" w="453">
                    <a:moveTo>
                      <a:pt x="453" y="1"/>
                    </a:moveTo>
                    <a:cubicBezTo>
                      <a:pt x="298" y="120"/>
                      <a:pt x="143" y="227"/>
                      <a:pt x="0" y="334"/>
                    </a:cubicBezTo>
                    <a:cubicBezTo>
                      <a:pt x="143" y="227"/>
                      <a:pt x="298" y="120"/>
                      <a:pt x="453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9"/>
              <p:cNvSpPr/>
              <p:nvPr/>
            </p:nvSpPr>
            <p:spPr>
              <a:xfrm>
                <a:off x="3591800" y="2641225"/>
                <a:ext cx="17000" cy="12825"/>
              </a:xfrm>
              <a:custGeom>
                <a:rect b="b" l="l" r="r" t="t"/>
                <a:pathLst>
                  <a:path extrusionOk="0" h="513" w="680">
                    <a:moveTo>
                      <a:pt x="679" y="1"/>
                    </a:moveTo>
                    <a:cubicBezTo>
                      <a:pt x="441" y="179"/>
                      <a:pt x="215" y="358"/>
                      <a:pt x="1" y="513"/>
                    </a:cubicBezTo>
                    <a:cubicBezTo>
                      <a:pt x="215" y="358"/>
                      <a:pt x="441" y="179"/>
                      <a:pt x="679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29"/>
              <p:cNvSpPr/>
              <p:nvPr/>
            </p:nvSpPr>
            <p:spPr>
              <a:xfrm>
                <a:off x="3563525" y="2673375"/>
                <a:ext cx="1525" cy="925"/>
              </a:xfrm>
              <a:custGeom>
                <a:rect b="b" l="l" r="r" t="t"/>
                <a:pathLst>
                  <a:path extrusionOk="0" h="37" w="61">
                    <a:moveTo>
                      <a:pt x="1" y="36"/>
                    </a:moveTo>
                    <a:lnTo>
                      <a:pt x="1" y="36"/>
                    </a:lnTo>
                    <a:cubicBezTo>
                      <a:pt x="24" y="24"/>
                      <a:pt x="36" y="12"/>
                      <a:pt x="60" y="1"/>
                    </a:cubicBezTo>
                    <a:cubicBezTo>
                      <a:pt x="36" y="12"/>
                      <a:pt x="24" y="24"/>
                      <a:pt x="1" y="36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29"/>
              <p:cNvSpPr/>
              <p:nvPr/>
            </p:nvSpPr>
            <p:spPr>
              <a:xfrm>
                <a:off x="3719800" y="2377800"/>
                <a:ext cx="1225" cy="925"/>
              </a:xfrm>
              <a:custGeom>
                <a:rect b="b" l="l" r="r" t="t"/>
                <a:pathLst>
                  <a:path extrusionOk="0" h="37" w="49">
                    <a:moveTo>
                      <a:pt x="0" y="36"/>
                    </a:moveTo>
                    <a:lnTo>
                      <a:pt x="0" y="36"/>
                    </a:lnTo>
                    <a:cubicBezTo>
                      <a:pt x="0" y="36"/>
                      <a:pt x="24" y="24"/>
                      <a:pt x="48" y="1"/>
                    </a:cubicBezTo>
                    <a:cubicBezTo>
                      <a:pt x="24" y="24"/>
                      <a:pt x="0" y="36"/>
                      <a:pt x="0" y="36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29"/>
              <p:cNvSpPr/>
              <p:nvPr/>
            </p:nvSpPr>
            <p:spPr>
              <a:xfrm>
                <a:off x="3269450" y="2317375"/>
                <a:ext cx="420600" cy="451700"/>
              </a:xfrm>
              <a:custGeom>
                <a:rect b="b" l="l" r="r" t="t"/>
                <a:pathLst>
                  <a:path extrusionOk="0" h="18068" w="16824">
                    <a:moveTo>
                      <a:pt x="8335" y="1846"/>
                    </a:moveTo>
                    <a:lnTo>
                      <a:pt x="8358" y="2215"/>
                    </a:lnTo>
                    <a:lnTo>
                      <a:pt x="8525" y="3132"/>
                    </a:lnTo>
                    <a:cubicBezTo>
                      <a:pt x="8287" y="3322"/>
                      <a:pt x="8037" y="3501"/>
                      <a:pt x="7799" y="3680"/>
                    </a:cubicBezTo>
                    <a:cubicBezTo>
                      <a:pt x="7722" y="3733"/>
                      <a:pt x="7622" y="3787"/>
                      <a:pt x="7534" y="3787"/>
                    </a:cubicBezTo>
                    <a:cubicBezTo>
                      <a:pt x="7485" y="3787"/>
                      <a:pt x="7440" y="3770"/>
                      <a:pt x="7406" y="3727"/>
                    </a:cubicBezTo>
                    <a:cubicBezTo>
                      <a:pt x="7358" y="3656"/>
                      <a:pt x="7382" y="3561"/>
                      <a:pt x="7406" y="3465"/>
                    </a:cubicBezTo>
                    <a:cubicBezTo>
                      <a:pt x="7620" y="2882"/>
                      <a:pt x="7930" y="2322"/>
                      <a:pt x="8335" y="1846"/>
                    </a:cubicBezTo>
                    <a:close/>
                    <a:moveTo>
                      <a:pt x="8918" y="1965"/>
                    </a:moveTo>
                    <a:cubicBezTo>
                      <a:pt x="9109" y="2299"/>
                      <a:pt x="9323" y="2620"/>
                      <a:pt x="9501" y="2965"/>
                    </a:cubicBezTo>
                    <a:cubicBezTo>
                      <a:pt x="9632" y="3227"/>
                      <a:pt x="9513" y="3465"/>
                      <a:pt x="9299" y="3644"/>
                    </a:cubicBezTo>
                    <a:cubicBezTo>
                      <a:pt x="9073" y="3823"/>
                      <a:pt x="8835" y="3977"/>
                      <a:pt x="8597" y="4132"/>
                    </a:cubicBezTo>
                    <a:cubicBezTo>
                      <a:pt x="8573" y="4120"/>
                      <a:pt x="8549" y="4096"/>
                      <a:pt x="8525" y="4073"/>
                    </a:cubicBezTo>
                    <a:cubicBezTo>
                      <a:pt x="8739" y="3775"/>
                      <a:pt x="8966" y="3489"/>
                      <a:pt x="9192" y="3180"/>
                    </a:cubicBezTo>
                    <a:cubicBezTo>
                      <a:pt x="9073" y="2775"/>
                      <a:pt x="8942" y="2394"/>
                      <a:pt x="8823" y="2013"/>
                    </a:cubicBezTo>
                    <a:cubicBezTo>
                      <a:pt x="8859" y="1989"/>
                      <a:pt x="8882" y="1977"/>
                      <a:pt x="8918" y="1965"/>
                    </a:cubicBezTo>
                    <a:close/>
                    <a:moveTo>
                      <a:pt x="3001" y="8835"/>
                    </a:moveTo>
                    <a:cubicBezTo>
                      <a:pt x="3691" y="8918"/>
                      <a:pt x="4382" y="9002"/>
                      <a:pt x="5084" y="9085"/>
                    </a:cubicBezTo>
                    <a:cubicBezTo>
                      <a:pt x="5007" y="9335"/>
                      <a:pt x="4867" y="9410"/>
                      <a:pt x="4714" y="9410"/>
                    </a:cubicBezTo>
                    <a:cubicBezTo>
                      <a:pt x="4656" y="9410"/>
                      <a:pt x="4596" y="9399"/>
                      <a:pt x="4537" y="9383"/>
                    </a:cubicBezTo>
                    <a:cubicBezTo>
                      <a:pt x="4013" y="9240"/>
                      <a:pt x="3501" y="9085"/>
                      <a:pt x="2977" y="8930"/>
                    </a:cubicBezTo>
                    <a:cubicBezTo>
                      <a:pt x="2989" y="8895"/>
                      <a:pt x="3001" y="8859"/>
                      <a:pt x="3001" y="8835"/>
                    </a:cubicBezTo>
                    <a:close/>
                    <a:moveTo>
                      <a:pt x="8537" y="9145"/>
                    </a:moveTo>
                    <a:cubicBezTo>
                      <a:pt x="8143" y="9407"/>
                      <a:pt x="7571" y="9559"/>
                      <a:pt x="7102" y="9559"/>
                    </a:cubicBezTo>
                    <a:cubicBezTo>
                      <a:pt x="6976" y="9559"/>
                      <a:pt x="6857" y="9548"/>
                      <a:pt x="6751" y="9526"/>
                    </a:cubicBezTo>
                    <a:cubicBezTo>
                      <a:pt x="6870" y="9192"/>
                      <a:pt x="6882" y="9192"/>
                      <a:pt x="8537" y="9145"/>
                    </a:cubicBezTo>
                    <a:close/>
                    <a:moveTo>
                      <a:pt x="7108" y="10704"/>
                    </a:moveTo>
                    <a:lnTo>
                      <a:pt x="7108" y="10704"/>
                    </a:lnTo>
                    <a:cubicBezTo>
                      <a:pt x="7119" y="11424"/>
                      <a:pt x="6441" y="12054"/>
                      <a:pt x="5741" y="12054"/>
                    </a:cubicBezTo>
                    <a:cubicBezTo>
                      <a:pt x="5677" y="12054"/>
                      <a:pt x="5613" y="12049"/>
                      <a:pt x="5549" y="12038"/>
                    </a:cubicBezTo>
                    <a:cubicBezTo>
                      <a:pt x="5538" y="11416"/>
                      <a:pt x="6134" y="10878"/>
                      <a:pt x="6741" y="10878"/>
                    </a:cubicBezTo>
                    <a:cubicBezTo>
                      <a:pt x="6820" y="10878"/>
                      <a:pt x="6899" y="10888"/>
                      <a:pt x="6977" y="10907"/>
                    </a:cubicBezTo>
                    <a:lnTo>
                      <a:pt x="7108" y="10704"/>
                    </a:lnTo>
                    <a:close/>
                    <a:moveTo>
                      <a:pt x="0" y="1"/>
                    </a:moveTo>
                    <a:lnTo>
                      <a:pt x="0" y="16086"/>
                    </a:lnTo>
                    <a:cubicBezTo>
                      <a:pt x="1441" y="16812"/>
                      <a:pt x="2905" y="17467"/>
                      <a:pt x="4453" y="17967"/>
                    </a:cubicBezTo>
                    <a:cubicBezTo>
                      <a:pt x="4604" y="18017"/>
                      <a:pt x="4772" y="18068"/>
                      <a:pt x="4921" y="18068"/>
                    </a:cubicBezTo>
                    <a:cubicBezTo>
                      <a:pt x="4948" y="18068"/>
                      <a:pt x="4975" y="18066"/>
                      <a:pt x="5001" y="18062"/>
                    </a:cubicBezTo>
                    <a:cubicBezTo>
                      <a:pt x="5632" y="17943"/>
                      <a:pt x="6239" y="17824"/>
                      <a:pt x="6787" y="17396"/>
                    </a:cubicBezTo>
                    <a:cubicBezTo>
                      <a:pt x="8823" y="15848"/>
                      <a:pt x="10871" y="14312"/>
                      <a:pt x="12919" y="12788"/>
                    </a:cubicBezTo>
                    <a:cubicBezTo>
                      <a:pt x="13823" y="11740"/>
                      <a:pt x="14621" y="10633"/>
                      <a:pt x="15228" y="9407"/>
                    </a:cubicBezTo>
                    <a:cubicBezTo>
                      <a:pt x="16657" y="6513"/>
                      <a:pt x="16824" y="3037"/>
                      <a:pt x="157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29"/>
              <p:cNvSpPr/>
              <p:nvPr/>
            </p:nvSpPr>
            <p:spPr>
              <a:xfrm>
                <a:off x="3407900" y="2584975"/>
                <a:ext cx="39550" cy="33550"/>
              </a:xfrm>
              <a:custGeom>
                <a:rect b="b" l="l" r="r" t="t"/>
                <a:pathLst>
                  <a:path extrusionOk="0" h="1342" w="1582">
                    <a:moveTo>
                      <a:pt x="1570" y="0"/>
                    </a:moveTo>
                    <a:lnTo>
                      <a:pt x="1439" y="203"/>
                    </a:lnTo>
                    <a:cubicBezTo>
                      <a:pt x="1361" y="184"/>
                      <a:pt x="1282" y="174"/>
                      <a:pt x="1203" y="174"/>
                    </a:cubicBezTo>
                    <a:cubicBezTo>
                      <a:pt x="595" y="174"/>
                      <a:pt x="0" y="711"/>
                      <a:pt x="11" y="1322"/>
                    </a:cubicBezTo>
                    <a:cubicBezTo>
                      <a:pt x="80" y="1335"/>
                      <a:pt x="149" y="1341"/>
                      <a:pt x="218" y="1341"/>
                    </a:cubicBezTo>
                    <a:cubicBezTo>
                      <a:pt x="912" y="1341"/>
                      <a:pt x="1581" y="715"/>
                      <a:pt x="15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29"/>
              <p:cNvSpPr/>
              <p:nvPr/>
            </p:nvSpPr>
            <p:spPr>
              <a:xfrm>
                <a:off x="3453400" y="2363525"/>
                <a:ext cx="29200" cy="48525"/>
              </a:xfrm>
              <a:custGeom>
                <a:rect b="b" l="l" r="r" t="t"/>
                <a:pathLst>
                  <a:path extrusionOk="0" h="1941" w="1168">
                    <a:moveTo>
                      <a:pt x="977" y="0"/>
                    </a:moveTo>
                    <a:cubicBezTo>
                      <a:pt x="572" y="476"/>
                      <a:pt x="262" y="1036"/>
                      <a:pt x="48" y="1619"/>
                    </a:cubicBezTo>
                    <a:cubicBezTo>
                      <a:pt x="24" y="1703"/>
                      <a:pt x="0" y="1810"/>
                      <a:pt x="48" y="1881"/>
                    </a:cubicBezTo>
                    <a:cubicBezTo>
                      <a:pt x="82" y="1924"/>
                      <a:pt x="127" y="1941"/>
                      <a:pt x="176" y="1941"/>
                    </a:cubicBezTo>
                    <a:cubicBezTo>
                      <a:pt x="264" y="1941"/>
                      <a:pt x="364" y="1887"/>
                      <a:pt x="441" y="1834"/>
                    </a:cubicBezTo>
                    <a:cubicBezTo>
                      <a:pt x="679" y="1655"/>
                      <a:pt x="929" y="1476"/>
                      <a:pt x="1167" y="1286"/>
                    </a:cubicBezTo>
                    <a:lnTo>
                      <a:pt x="989" y="369"/>
                    </a:lnTo>
                    <a:lnTo>
                      <a:pt x="9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29"/>
              <p:cNvSpPr/>
              <p:nvPr/>
            </p:nvSpPr>
            <p:spPr>
              <a:xfrm>
                <a:off x="3563525" y="2619200"/>
                <a:ext cx="73850" cy="55100"/>
              </a:xfrm>
              <a:custGeom>
                <a:rect b="b" l="l" r="r" t="t"/>
                <a:pathLst>
                  <a:path extrusionOk="0" h="2204" w="2954">
                    <a:moveTo>
                      <a:pt x="2953" y="1"/>
                    </a:moveTo>
                    <a:lnTo>
                      <a:pt x="2953" y="1"/>
                    </a:lnTo>
                    <a:cubicBezTo>
                      <a:pt x="2937" y="9"/>
                      <a:pt x="2920" y="23"/>
                      <a:pt x="2908" y="35"/>
                    </a:cubicBezTo>
                    <a:lnTo>
                      <a:pt x="2908" y="35"/>
                    </a:lnTo>
                    <a:cubicBezTo>
                      <a:pt x="2923" y="23"/>
                      <a:pt x="2938" y="12"/>
                      <a:pt x="2953" y="1"/>
                    </a:cubicBezTo>
                    <a:close/>
                    <a:moveTo>
                      <a:pt x="2908" y="35"/>
                    </a:moveTo>
                    <a:lnTo>
                      <a:pt x="2908" y="35"/>
                    </a:lnTo>
                    <a:cubicBezTo>
                      <a:pt x="1935" y="761"/>
                      <a:pt x="974" y="1476"/>
                      <a:pt x="1" y="2203"/>
                    </a:cubicBezTo>
                    <a:cubicBezTo>
                      <a:pt x="24" y="2191"/>
                      <a:pt x="36" y="2179"/>
                      <a:pt x="60" y="2168"/>
                    </a:cubicBezTo>
                    <a:cubicBezTo>
                      <a:pt x="203" y="2072"/>
                      <a:pt x="358" y="1953"/>
                      <a:pt x="536" y="1822"/>
                    </a:cubicBezTo>
                    <a:cubicBezTo>
                      <a:pt x="679" y="1715"/>
                      <a:pt x="834" y="1608"/>
                      <a:pt x="989" y="1489"/>
                    </a:cubicBezTo>
                    <a:lnTo>
                      <a:pt x="1132" y="1394"/>
                    </a:lnTo>
                    <a:cubicBezTo>
                      <a:pt x="1346" y="1239"/>
                      <a:pt x="1572" y="1072"/>
                      <a:pt x="1810" y="882"/>
                    </a:cubicBezTo>
                    <a:cubicBezTo>
                      <a:pt x="2156" y="620"/>
                      <a:pt x="2525" y="346"/>
                      <a:pt x="2894" y="48"/>
                    </a:cubicBezTo>
                    <a:cubicBezTo>
                      <a:pt x="2897" y="45"/>
                      <a:pt x="2902" y="40"/>
                      <a:pt x="2908" y="3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29"/>
              <p:cNvSpPr/>
              <p:nvPr/>
            </p:nvSpPr>
            <p:spPr>
              <a:xfrm>
                <a:off x="3592400" y="2317375"/>
                <a:ext cx="186050" cy="319700"/>
              </a:xfrm>
              <a:custGeom>
                <a:rect b="b" l="l" r="r" t="t"/>
                <a:pathLst>
                  <a:path extrusionOk="0" h="12788" w="7442">
                    <a:moveTo>
                      <a:pt x="2834" y="1"/>
                    </a:moveTo>
                    <a:cubicBezTo>
                      <a:pt x="3906" y="3037"/>
                      <a:pt x="3739" y="6513"/>
                      <a:pt x="2310" y="9407"/>
                    </a:cubicBezTo>
                    <a:cubicBezTo>
                      <a:pt x="1703" y="10633"/>
                      <a:pt x="905" y="11740"/>
                      <a:pt x="1" y="12788"/>
                    </a:cubicBezTo>
                    <a:cubicBezTo>
                      <a:pt x="822" y="12181"/>
                      <a:pt x="1632" y="11574"/>
                      <a:pt x="2441" y="10954"/>
                    </a:cubicBezTo>
                    <a:cubicBezTo>
                      <a:pt x="3144" y="10442"/>
                      <a:pt x="3894" y="10014"/>
                      <a:pt x="4477" y="9323"/>
                    </a:cubicBezTo>
                    <a:cubicBezTo>
                      <a:pt x="5227" y="8418"/>
                      <a:pt x="5692" y="7383"/>
                      <a:pt x="6013" y="6275"/>
                    </a:cubicBezTo>
                    <a:cubicBezTo>
                      <a:pt x="6239" y="5525"/>
                      <a:pt x="6466" y="4775"/>
                      <a:pt x="6692" y="4025"/>
                    </a:cubicBezTo>
                    <a:cubicBezTo>
                      <a:pt x="6728" y="3894"/>
                      <a:pt x="6751" y="3763"/>
                      <a:pt x="6787" y="3561"/>
                    </a:cubicBezTo>
                    <a:lnTo>
                      <a:pt x="6787" y="3561"/>
                    </a:lnTo>
                    <a:cubicBezTo>
                      <a:pt x="6418" y="3703"/>
                      <a:pt x="6108" y="3823"/>
                      <a:pt x="5799" y="3930"/>
                    </a:cubicBezTo>
                    <a:cubicBezTo>
                      <a:pt x="5775" y="3906"/>
                      <a:pt x="5751" y="3882"/>
                      <a:pt x="5739" y="3846"/>
                    </a:cubicBezTo>
                    <a:cubicBezTo>
                      <a:pt x="6097" y="3596"/>
                      <a:pt x="6454" y="3346"/>
                      <a:pt x="6811" y="3084"/>
                    </a:cubicBezTo>
                    <a:cubicBezTo>
                      <a:pt x="6799" y="3072"/>
                      <a:pt x="6799" y="3049"/>
                      <a:pt x="6787" y="3025"/>
                    </a:cubicBezTo>
                    <a:cubicBezTo>
                      <a:pt x="6228" y="3132"/>
                      <a:pt x="5656" y="3239"/>
                      <a:pt x="5120" y="3346"/>
                    </a:cubicBezTo>
                    <a:cubicBezTo>
                      <a:pt x="5132" y="3334"/>
                      <a:pt x="5192" y="3275"/>
                      <a:pt x="5275" y="3180"/>
                    </a:cubicBezTo>
                    <a:cubicBezTo>
                      <a:pt x="5168" y="3144"/>
                      <a:pt x="5073" y="3120"/>
                      <a:pt x="4954" y="3084"/>
                    </a:cubicBezTo>
                    <a:cubicBezTo>
                      <a:pt x="5239" y="2965"/>
                      <a:pt x="5489" y="2858"/>
                      <a:pt x="5751" y="2739"/>
                    </a:cubicBezTo>
                    <a:cubicBezTo>
                      <a:pt x="5751" y="2715"/>
                      <a:pt x="5739" y="2691"/>
                      <a:pt x="5739" y="2656"/>
                    </a:cubicBezTo>
                    <a:cubicBezTo>
                      <a:pt x="5596" y="2680"/>
                      <a:pt x="5442" y="2691"/>
                      <a:pt x="5299" y="2703"/>
                    </a:cubicBezTo>
                    <a:cubicBezTo>
                      <a:pt x="5287" y="2691"/>
                      <a:pt x="5287" y="2680"/>
                      <a:pt x="5275" y="2668"/>
                    </a:cubicBezTo>
                    <a:cubicBezTo>
                      <a:pt x="5573" y="2549"/>
                      <a:pt x="5870" y="2441"/>
                      <a:pt x="6168" y="2322"/>
                    </a:cubicBezTo>
                    <a:cubicBezTo>
                      <a:pt x="6156" y="2310"/>
                      <a:pt x="6156" y="2287"/>
                      <a:pt x="6144" y="2275"/>
                    </a:cubicBezTo>
                    <a:cubicBezTo>
                      <a:pt x="6073" y="2287"/>
                      <a:pt x="5989" y="2310"/>
                      <a:pt x="5906" y="2334"/>
                    </a:cubicBezTo>
                    <a:cubicBezTo>
                      <a:pt x="5894" y="2334"/>
                      <a:pt x="5882" y="2346"/>
                      <a:pt x="5858" y="2346"/>
                    </a:cubicBezTo>
                    <a:cubicBezTo>
                      <a:pt x="5787" y="2358"/>
                      <a:pt x="5716" y="2382"/>
                      <a:pt x="5644" y="2394"/>
                    </a:cubicBezTo>
                    <a:lnTo>
                      <a:pt x="5608" y="2394"/>
                    </a:lnTo>
                    <a:cubicBezTo>
                      <a:pt x="5525" y="2418"/>
                      <a:pt x="5454" y="2418"/>
                      <a:pt x="5370" y="2430"/>
                    </a:cubicBezTo>
                    <a:cubicBezTo>
                      <a:pt x="5358" y="2430"/>
                      <a:pt x="5346" y="2441"/>
                      <a:pt x="5323" y="2441"/>
                    </a:cubicBezTo>
                    <a:cubicBezTo>
                      <a:pt x="5251" y="2453"/>
                      <a:pt x="5168" y="2453"/>
                      <a:pt x="5096" y="2453"/>
                    </a:cubicBezTo>
                    <a:cubicBezTo>
                      <a:pt x="5096" y="2453"/>
                      <a:pt x="5120" y="2441"/>
                      <a:pt x="5144" y="2418"/>
                    </a:cubicBezTo>
                    <a:cubicBezTo>
                      <a:pt x="5192" y="2382"/>
                      <a:pt x="5251" y="2334"/>
                      <a:pt x="5323" y="2263"/>
                    </a:cubicBezTo>
                    <a:lnTo>
                      <a:pt x="4906" y="2263"/>
                    </a:lnTo>
                    <a:cubicBezTo>
                      <a:pt x="5120" y="2215"/>
                      <a:pt x="5323" y="2156"/>
                      <a:pt x="5525" y="2084"/>
                    </a:cubicBezTo>
                    <a:cubicBezTo>
                      <a:pt x="5585" y="2037"/>
                      <a:pt x="5644" y="1989"/>
                      <a:pt x="5704" y="1929"/>
                    </a:cubicBezTo>
                    <a:cubicBezTo>
                      <a:pt x="5763" y="1870"/>
                      <a:pt x="5835" y="1798"/>
                      <a:pt x="5918" y="1727"/>
                    </a:cubicBezTo>
                    <a:lnTo>
                      <a:pt x="5930" y="1715"/>
                    </a:lnTo>
                    <a:cubicBezTo>
                      <a:pt x="6013" y="1632"/>
                      <a:pt x="6097" y="1548"/>
                      <a:pt x="6192" y="1453"/>
                    </a:cubicBezTo>
                    <a:cubicBezTo>
                      <a:pt x="6275" y="1370"/>
                      <a:pt x="6358" y="1275"/>
                      <a:pt x="6454" y="1179"/>
                    </a:cubicBezTo>
                    <a:cubicBezTo>
                      <a:pt x="6561" y="1060"/>
                      <a:pt x="6668" y="941"/>
                      <a:pt x="6787" y="810"/>
                    </a:cubicBezTo>
                    <a:cubicBezTo>
                      <a:pt x="6870" y="715"/>
                      <a:pt x="6954" y="608"/>
                      <a:pt x="7049" y="501"/>
                    </a:cubicBezTo>
                    <a:cubicBezTo>
                      <a:pt x="7109" y="417"/>
                      <a:pt x="7180" y="334"/>
                      <a:pt x="7251" y="251"/>
                    </a:cubicBezTo>
                    <a:cubicBezTo>
                      <a:pt x="7311" y="167"/>
                      <a:pt x="7382" y="84"/>
                      <a:pt x="7442" y="1"/>
                    </a:cubicBezTo>
                    <a:lnTo>
                      <a:pt x="7180" y="1"/>
                    </a:lnTo>
                    <a:cubicBezTo>
                      <a:pt x="6632" y="501"/>
                      <a:pt x="6037" y="953"/>
                      <a:pt x="5370" y="1346"/>
                    </a:cubicBezTo>
                    <a:cubicBezTo>
                      <a:pt x="5799" y="894"/>
                      <a:pt x="6216" y="453"/>
                      <a:pt x="6620" y="1"/>
                    </a:cubicBezTo>
                    <a:lnTo>
                      <a:pt x="3596" y="1"/>
                    </a:lnTo>
                    <a:cubicBezTo>
                      <a:pt x="3561" y="13"/>
                      <a:pt x="3513" y="36"/>
                      <a:pt x="3465" y="48"/>
                    </a:cubicBezTo>
                    <a:cubicBezTo>
                      <a:pt x="3465" y="48"/>
                      <a:pt x="3489" y="36"/>
                      <a:pt x="35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29"/>
              <p:cNvSpPr/>
              <p:nvPr/>
            </p:nvSpPr>
            <p:spPr>
              <a:xfrm>
                <a:off x="3272425" y="3096950"/>
                <a:ext cx="43775" cy="28000"/>
              </a:xfrm>
              <a:custGeom>
                <a:rect b="b" l="l" r="r" t="t"/>
                <a:pathLst>
                  <a:path extrusionOk="0" h="1120" w="1751">
                    <a:moveTo>
                      <a:pt x="0" y="0"/>
                    </a:moveTo>
                    <a:lnTo>
                      <a:pt x="0" y="0"/>
                    </a:lnTo>
                    <a:cubicBezTo>
                      <a:pt x="584" y="369"/>
                      <a:pt x="1179" y="750"/>
                      <a:pt x="1751" y="1119"/>
                    </a:cubicBezTo>
                    <a:cubicBezTo>
                      <a:pt x="1334" y="833"/>
                      <a:pt x="917" y="560"/>
                      <a:pt x="488" y="298"/>
                    </a:cubicBezTo>
                    <a:cubicBezTo>
                      <a:pt x="322" y="202"/>
                      <a:pt x="167" y="95"/>
                      <a:pt x="0" y="0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29"/>
              <p:cNvSpPr/>
              <p:nvPr/>
            </p:nvSpPr>
            <p:spPr>
              <a:xfrm>
                <a:off x="3269450" y="2836800"/>
                <a:ext cx="48250" cy="43775"/>
              </a:xfrm>
              <a:custGeom>
                <a:rect b="b" l="l" r="r" t="t"/>
                <a:pathLst>
                  <a:path extrusionOk="0" h="1751" w="1930">
                    <a:moveTo>
                      <a:pt x="1881" y="0"/>
                    </a:moveTo>
                    <a:cubicBezTo>
                      <a:pt x="1227" y="238"/>
                      <a:pt x="607" y="524"/>
                      <a:pt x="0" y="845"/>
                    </a:cubicBezTo>
                    <a:lnTo>
                      <a:pt x="0" y="1750"/>
                    </a:lnTo>
                    <a:cubicBezTo>
                      <a:pt x="369" y="1464"/>
                      <a:pt x="858" y="1095"/>
                      <a:pt x="1453" y="679"/>
                    </a:cubicBezTo>
                    <a:lnTo>
                      <a:pt x="1453" y="679"/>
                    </a:lnTo>
                    <a:cubicBezTo>
                      <a:pt x="1310" y="750"/>
                      <a:pt x="1167" y="833"/>
                      <a:pt x="1024" y="917"/>
                    </a:cubicBezTo>
                    <a:cubicBezTo>
                      <a:pt x="1000" y="893"/>
                      <a:pt x="988" y="869"/>
                      <a:pt x="977" y="845"/>
                    </a:cubicBezTo>
                    <a:cubicBezTo>
                      <a:pt x="1298" y="595"/>
                      <a:pt x="1608" y="345"/>
                      <a:pt x="1929" y="95"/>
                    </a:cubicBezTo>
                    <a:cubicBezTo>
                      <a:pt x="1905" y="60"/>
                      <a:pt x="1893" y="36"/>
                      <a:pt x="18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29"/>
              <p:cNvSpPr/>
              <p:nvPr/>
            </p:nvSpPr>
            <p:spPr>
              <a:xfrm>
                <a:off x="3269450" y="2819825"/>
                <a:ext cx="377750" cy="562600"/>
              </a:xfrm>
              <a:custGeom>
                <a:rect b="b" l="l" r="r" t="t"/>
                <a:pathLst>
                  <a:path extrusionOk="0" h="22504" w="15110">
                    <a:moveTo>
                      <a:pt x="5001" y="0"/>
                    </a:moveTo>
                    <a:lnTo>
                      <a:pt x="5001" y="0"/>
                    </a:lnTo>
                    <a:cubicBezTo>
                      <a:pt x="4179" y="36"/>
                      <a:pt x="3596" y="477"/>
                      <a:pt x="2893" y="905"/>
                    </a:cubicBezTo>
                    <a:cubicBezTo>
                      <a:pt x="2965" y="774"/>
                      <a:pt x="3001" y="691"/>
                      <a:pt x="3036" y="619"/>
                    </a:cubicBezTo>
                    <a:lnTo>
                      <a:pt x="3036" y="619"/>
                    </a:lnTo>
                    <a:cubicBezTo>
                      <a:pt x="2096" y="1215"/>
                      <a:pt x="1072" y="1870"/>
                      <a:pt x="0" y="2536"/>
                    </a:cubicBezTo>
                    <a:lnTo>
                      <a:pt x="0" y="10549"/>
                    </a:lnTo>
                    <a:cubicBezTo>
                      <a:pt x="774" y="11133"/>
                      <a:pt x="1560" y="11692"/>
                      <a:pt x="2358" y="12240"/>
                    </a:cubicBezTo>
                    <a:cubicBezTo>
                      <a:pt x="3084" y="12728"/>
                      <a:pt x="3798" y="13228"/>
                      <a:pt x="4501" y="13740"/>
                    </a:cubicBezTo>
                    <a:cubicBezTo>
                      <a:pt x="5025" y="14121"/>
                      <a:pt x="5072" y="14407"/>
                      <a:pt x="4989" y="15026"/>
                    </a:cubicBezTo>
                    <a:cubicBezTo>
                      <a:pt x="4644" y="17407"/>
                      <a:pt x="3679" y="19634"/>
                      <a:pt x="3298" y="22051"/>
                    </a:cubicBezTo>
                    <a:cubicBezTo>
                      <a:pt x="3858" y="21836"/>
                      <a:pt x="4560" y="21586"/>
                      <a:pt x="5346" y="21408"/>
                    </a:cubicBezTo>
                    <a:lnTo>
                      <a:pt x="5346" y="21408"/>
                    </a:lnTo>
                    <a:cubicBezTo>
                      <a:pt x="5346" y="21408"/>
                      <a:pt x="5263" y="21467"/>
                      <a:pt x="5120" y="21563"/>
                    </a:cubicBezTo>
                    <a:cubicBezTo>
                      <a:pt x="4965" y="21658"/>
                      <a:pt x="4739" y="21777"/>
                      <a:pt x="4465" y="21920"/>
                    </a:cubicBezTo>
                    <a:cubicBezTo>
                      <a:pt x="4156" y="22063"/>
                      <a:pt x="3763" y="22217"/>
                      <a:pt x="3334" y="22325"/>
                    </a:cubicBezTo>
                    <a:cubicBezTo>
                      <a:pt x="3608" y="22384"/>
                      <a:pt x="3894" y="22444"/>
                      <a:pt x="4179" y="22503"/>
                    </a:cubicBezTo>
                    <a:cubicBezTo>
                      <a:pt x="7239" y="21229"/>
                      <a:pt x="13657" y="18634"/>
                      <a:pt x="13657" y="18634"/>
                    </a:cubicBezTo>
                    <a:lnTo>
                      <a:pt x="15109" y="17383"/>
                    </a:lnTo>
                    <a:cubicBezTo>
                      <a:pt x="14990" y="17324"/>
                      <a:pt x="14883" y="17252"/>
                      <a:pt x="14788" y="17181"/>
                    </a:cubicBezTo>
                    <a:cubicBezTo>
                      <a:pt x="12549" y="15657"/>
                      <a:pt x="10359" y="14074"/>
                      <a:pt x="8227" y="12430"/>
                    </a:cubicBezTo>
                    <a:cubicBezTo>
                      <a:pt x="7596" y="11942"/>
                      <a:pt x="6954" y="11430"/>
                      <a:pt x="6608" y="10728"/>
                    </a:cubicBezTo>
                    <a:cubicBezTo>
                      <a:pt x="6275" y="10037"/>
                      <a:pt x="6251" y="9252"/>
                      <a:pt x="6239" y="8490"/>
                    </a:cubicBezTo>
                    <a:cubicBezTo>
                      <a:pt x="6203" y="5918"/>
                      <a:pt x="6263" y="3334"/>
                      <a:pt x="6418" y="774"/>
                    </a:cubicBezTo>
                    <a:lnTo>
                      <a:pt x="6418" y="774"/>
                    </a:lnTo>
                    <a:cubicBezTo>
                      <a:pt x="5572" y="1298"/>
                      <a:pt x="4477" y="1953"/>
                      <a:pt x="3263" y="2620"/>
                    </a:cubicBezTo>
                    <a:cubicBezTo>
                      <a:pt x="3263" y="2620"/>
                      <a:pt x="3394" y="2501"/>
                      <a:pt x="3620" y="2310"/>
                    </a:cubicBezTo>
                    <a:cubicBezTo>
                      <a:pt x="3858" y="2120"/>
                      <a:pt x="4203" y="1846"/>
                      <a:pt x="4632" y="1536"/>
                    </a:cubicBezTo>
                    <a:cubicBezTo>
                      <a:pt x="5001" y="1286"/>
                      <a:pt x="5430" y="1000"/>
                      <a:pt x="5918" y="727"/>
                    </a:cubicBezTo>
                    <a:lnTo>
                      <a:pt x="5918" y="727"/>
                    </a:lnTo>
                    <a:cubicBezTo>
                      <a:pt x="5108" y="1072"/>
                      <a:pt x="4298" y="1405"/>
                      <a:pt x="3489" y="1751"/>
                    </a:cubicBezTo>
                    <a:cubicBezTo>
                      <a:pt x="2977" y="2036"/>
                      <a:pt x="2453" y="2322"/>
                      <a:pt x="1905" y="2608"/>
                    </a:cubicBezTo>
                    <a:cubicBezTo>
                      <a:pt x="1905" y="2608"/>
                      <a:pt x="2131" y="2441"/>
                      <a:pt x="2536" y="2155"/>
                    </a:cubicBezTo>
                    <a:lnTo>
                      <a:pt x="2536" y="2155"/>
                    </a:lnTo>
                    <a:cubicBezTo>
                      <a:pt x="2393" y="2227"/>
                      <a:pt x="2251" y="2286"/>
                      <a:pt x="2108" y="2346"/>
                    </a:cubicBezTo>
                    <a:cubicBezTo>
                      <a:pt x="2584" y="1989"/>
                      <a:pt x="3072" y="1632"/>
                      <a:pt x="3548" y="1274"/>
                    </a:cubicBezTo>
                    <a:lnTo>
                      <a:pt x="3548" y="1274"/>
                    </a:lnTo>
                    <a:cubicBezTo>
                      <a:pt x="2512" y="1929"/>
                      <a:pt x="1369" y="2620"/>
                      <a:pt x="179" y="3322"/>
                    </a:cubicBezTo>
                    <a:cubicBezTo>
                      <a:pt x="179" y="3322"/>
                      <a:pt x="1203" y="2524"/>
                      <a:pt x="2870" y="1393"/>
                    </a:cubicBezTo>
                    <a:cubicBezTo>
                      <a:pt x="3501" y="965"/>
                      <a:pt x="4215" y="489"/>
                      <a:pt x="50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29"/>
              <p:cNvSpPr/>
              <p:nvPr/>
            </p:nvSpPr>
            <p:spPr>
              <a:xfrm>
                <a:off x="3269450" y="3094850"/>
                <a:ext cx="1800" cy="1225"/>
              </a:xfrm>
              <a:custGeom>
                <a:rect b="b" l="l" r="r" t="t"/>
                <a:pathLst>
                  <a:path extrusionOk="0" h="49" w="72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13"/>
                      <a:pt x="48" y="36"/>
                      <a:pt x="72" y="48"/>
                    </a:cubicBezTo>
                    <a:cubicBezTo>
                      <a:pt x="48" y="36"/>
                      <a:pt x="24" y="13"/>
                      <a:pt x="0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29"/>
              <p:cNvSpPr/>
              <p:nvPr/>
            </p:nvSpPr>
            <p:spPr>
              <a:xfrm>
                <a:off x="3345650" y="3363050"/>
                <a:ext cx="5675" cy="10425"/>
              </a:xfrm>
              <a:custGeom>
                <a:rect b="b" l="l" r="r" t="t"/>
                <a:pathLst>
                  <a:path extrusionOk="0" h="417" w="227">
                    <a:moveTo>
                      <a:pt x="131" y="0"/>
                    </a:moveTo>
                    <a:cubicBezTo>
                      <a:pt x="84" y="143"/>
                      <a:pt x="48" y="286"/>
                      <a:pt x="0" y="417"/>
                    </a:cubicBezTo>
                    <a:cubicBezTo>
                      <a:pt x="12" y="405"/>
                      <a:pt x="24" y="405"/>
                      <a:pt x="36" y="405"/>
                    </a:cubicBezTo>
                    <a:cubicBezTo>
                      <a:pt x="96" y="381"/>
                      <a:pt x="167" y="346"/>
                      <a:pt x="226" y="322"/>
                    </a:cubicBezTo>
                    <a:cubicBezTo>
                      <a:pt x="191" y="203"/>
                      <a:pt x="155" y="95"/>
                      <a:pt x="1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/</a:t>
                </a:r>
                <a:endParaRPr/>
              </a:p>
            </p:txBody>
          </p:sp>
          <p:sp>
            <p:nvSpPr>
              <p:cNvPr id="336" name="Google Shape;336;p29"/>
              <p:cNvSpPr/>
              <p:nvPr/>
            </p:nvSpPr>
            <p:spPr>
              <a:xfrm>
                <a:off x="3322125" y="2721300"/>
                <a:ext cx="367625" cy="533125"/>
              </a:xfrm>
              <a:custGeom>
                <a:rect b="b" l="l" r="r" t="t"/>
                <a:pathLst>
                  <a:path extrusionOk="0" h="21325" w="14705">
                    <a:moveTo>
                      <a:pt x="7174" y="1461"/>
                    </a:moveTo>
                    <a:lnTo>
                      <a:pt x="7174" y="1461"/>
                    </a:lnTo>
                    <a:cubicBezTo>
                      <a:pt x="7172" y="1463"/>
                      <a:pt x="7170" y="1464"/>
                      <a:pt x="7168" y="1465"/>
                    </a:cubicBezTo>
                    <a:cubicBezTo>
                      <a:pt x="7170" y="1464"/>
                      <a:pt x="7172" y="1463"/>
                      <a:pt x="7174" y="1461"/>
                    </a:cubicBezTo>
                    <a:close/>
                    <a:moveTo>
                      <a:pt x="6525" y="7501"/>
                    </a:moveTo>
                    <a:lnTo>
                      <a:pt x="6525" y="7501"/>
                    </a:lnTo>
                    <a:cubicBezTo>
                      <a:pt x="6382" y="10085"/>
                      <a:pt x="6228" y="12681"/>
                      <a:pt x="6085" y="15324"/>
                    </a:cubicBezTo>
                    <a:cubicBezTo>
                      <a:pt x="5906" y="12657"/>
                      <a:pt x="6192" y="10073"/>
                      <a:pt x="6525" y="7501"/>
                    </a:cubicBezTo>
                    <a:close/>
                    <a:moveTo>
                      <a:pt x="8847" y="0"/>
                    </a:moveTo>
                    <a:lnTo>
                      <a:pt x="8847" y="0"/>
                    </a:lnTo>
                    <a:cubicBezTo>
                      <a:pt x="8192" y="417"/>
                      <a:pt x="7644" y="762"/>
                      <a:pt x="7097" y="1108"/>
                    </a:cubicBezTo>
                    <a:cubicBezTo>
                      <a:pt x="7109" y="1143"/>
                      <a:pt x="7121" y="1179"/>
                      <a:pt x="7144" y="1227"/>
                    </a:cubicBezTo>
                    <a:cubicBezTo>
                      <a:pt x="7502" y="1048"/>
                      <a:pt x="7859" y="870"/>
                      <a:pt x="8228" y="703"/>
                    </a:cubicBezTo>
                    <a:cubicBezTo>
                      <a:pt x="8240" y="715"/>
                      <a:pt x="8240" y="739"/>
                      <a:pt x="8252" y="762"/>
                    </a:cubicBezTo>
                    <a:cubicBezTo>
                      <a:pt x="7896" y="999"/>
                      <a:pt x="7529" y="1224"/>
                      <a:pt x="7174" y="1461"/>
                    </a:cubicBezTo>
                    <a:lnTo>
                      <a:pt x="7174" y="1461"/>
                    </a:lnTo>
                    <a:cubicBezTo>
                      <a:pt x="7208" y="1439"/>
                      <a:pt x="7241" y="1417"/>
                      <a:pt x="7275" y="1405"/>
                    </a:cubicBezTo>
                    <a:lnTo>
                      <a:pt x="7275" y="1405"/>
                    </a:lnTo>
                    <a:cubicBezTo>
                      <a:pt x="7275" y="1405"/>
                      <a:pt x="6251" y="2120"/>
                      <a:pt x="4596" y="3203"/>
                    </a:cubicBezTo>
                    <a:cubicBezTo>
                      <a:pt x="3704" y="3787"/>
                      <a:pt x="2632" y="4477"/>
                      <a:pt x="1441" y="5215"/>
                    </a:cubicBezTo>
                    <a:cubicBezTo>
                      <a:pt x="965" y="5573"/>
                      <a:pt x="477" y="5930"/>
                      <a:pt x="1" y="6287"/>
                    </a:cubicBezTo>
                    <a:cubicBezTo>
                      <a:pt x="144" y="6227"/>
                      <a:pt x="286" y="6168"/>
                      <a:pt x="429" y="6108"/>
                    </a:cubicBezTo>
                    <a:cubicBezTo>
                      <a:pt x="798" y="5846"/>
                      <a:pt x="1322" y="5477"/>
                      <a:pt x="1977" y="5061"/>
                    </a:cubicBezTo>
                    <a:cubicBezTo>
                      <a:pt x="2596" y="4668"/>
                      <a:pt x="3323" y="4227"/>
                      <a:pt x="4120" y="3763"/>
                    </a:cubicBezTo>
                    <a:cubicBezTo>
                      <a:pt x="5132" y="3001"/>
                      <a:pt x="6228" y="2382"/>
                      <a:pt x="7299" y="1727"/>
                    </a:cubicBezTo>
                    <a:lnTo>
                      <a:pt x="7383" y="1834"/>
                    </a:lnTo>
                    <a:cubicBezTo>
                      <a:pt x="6942" y="2132"/>
                      <a:pt x="6490" y="2429"/>
                      <a:pt x="6037" y="2727"/>
                    </a:cubicBezTo>
                    <a:cubicBezTo>
                      <a:pt x="6442" y="2525"/>
                      <a:pt x="6859" y="2322"/>
                      <a:pt x="7275" y="2132"/>
                    </a:cubicBezTo>
                    <a:lnTo>
                      <a:pt x="7275" y="2132"/>
                    </a:lnTo>
                    <a:cubicBezTo>
                      <a:pt x="7275" y="2132"/>
                      <a:pt x="6454" y="2691"/>
                      <a:pt x="5108" y="3513"/>
                    </a:cubicBezTo>
                    <a:cubicBezTo>
                      <a:pt x="4108" y="4132"/>
                      <a:pt x="2822" y="4894"/>
                      <a:pt x="1382" y="5703"/>
                    </a:cubicBezTo>
                    <a:cubicBezTo>
                      <a:pt x="2191" y="5358"/>
                      <a:pt x="3001" y="5013"/>
                      <a:pt x="3811" y="4668"/>
                    </a:cubicBezTo>
                    <a:cubicBezTo>
                      <a:pt x="4466" y="4287"/>
                      <a:pt x="5228" y="3906"/>
                      <a:pt x="6049" y="3596"/>
                    </a:cubicBezTo>
                    <a:lnTo>
                      <a:pt x="6049" y="3596"/>
                    </a:lnTo>
                    <a:cubicBezTo>
                      <a:pt x="6049" y="3596"/>
                      <a:pt x="5906" y="3691"/>
                      <a:pt x="5668" y="3858"/>
                    </a:cubicBezTo>
                    <a:cubicBezTo>
                      <a:pt x="5418" y="4013"/>
                      <a:pt x="5061" y="4251"/>
                      <a:pt x="4620" y="4525"/>
                    </a:cubicBezTo>
                    <a:cubicBezTo>
                      <a:pt x="4525" y="4584"/>
                      <a:pt x="4418" y="4644"/>
                      <a:pt x="4311" y="4715"/>
                    </a:cubicBezTo>
                    <a:cubicBezTo>
                      <a:pt x="4156" y="7287"/>
                      <a:pt x="4096" y="9859"/>
                      <a:pt x="4132" y="12431"/>
                    </a:cubicBezTo>
                    <a:cubicBezTo>
                      <a:pt x="4144" y="13193"/>
                      <a:pt x="4168" y="13978"/>
                      <a:pt x="4501" y="14669"/>
                    </a:cubicBezTo>
                    <a:cubicBezTo>
                      <a:pt x="4847" y="15371"/>
                      <a:pt x="5489" y="15883"/>
                      <a:pt x="6120" y="16371"/>
                    </a:cubicBezTo>
                    <a:cubicBezTo>
                      <a:pt x="8252" y="18015"/>
                      <a:pt x="10442" y="19610"/>
                      <a:pt x="12681" y="21122"/>
                    </a:cubicBezTo>
                    <a:cubicBezTo>
                      <a:pt x="12776" y="21193"/>
                      <a:pt x="12883" y="21265"/>
                      <a:pt x="13002" y="21324"/>
                    </a:cubicBezTo>
                    <a:lnTo>
                      <a:pt x="14705" y="19860"/>
                    </a:lnTo>
                    <a:cubicBezTo>
                      <a:pt x="14657" y="19729"/>
                      <a:pt x="14598" y="19610"/>
                      <a:pt x="14526" y="19491"/>
                    </a:cubicBezTo>
                    <a:cubicBezTo>
                      <a:pt x="13860" y="18265"/>
                      <a:pt x="13086" y="17110"/>
                      <a:pt x="12002" y="16217"/>
                    </a:cubicBezTo>
                    <a:cubicBezTo>
                      <a:pt x="10835" y="15240"/>
                      <a:pt x="10085" y="14062"/>
                      <a:pt x="9692" y="12573"/>
                    </a:cubicBezTo>
                    <a:cubicBezTo>
                      <a:pt x="9288" y="11037"/>
                      <a:pt x="9061" y="9490"/>
                      <a:pt x="8835" y="7930"/>
                    </a:cubicBezTo>
                    <a:cubicBezTo>
                      <a:pt x="8526" y="5668"/>
                      <a:pt x="8633" y="3394"/>
                      <a:pt x="8776" y="1120"/>
                    </a:cubicBezTo>
                    <a:cubicBezTo>
                      <a:pt x="8799" y="798"/>
                      <a:pt x="8811" y="477"/>
                      <a:pt x="88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29"/>
              <p:cNvSpPr/>
              <p:nvPr/>
            </p:nvSpPr>
            <p:spPr>
              <a:xfrm>
                <a:off x="3675750" y="3026700"/>
                <a:ext cx="211650" cy="402450"/>
              </a:xfrm>
              <a:custGeom>
                <a:rect b="b" l="l" r="r" t="t"/>
                <a:pathLst>
                  <a:path extrusionOk="0" h="16098" w="8466">
                    <a:moveTo>
                      <a:pt x="8466" y="0"/>
                    </a:moveTo>
                    <a:lnTo>
                      <a:pt x="8466" y="0"/>
                    </a:lnTo>
                    <a:cubicBezTo>
                      <a:pt x="7870" y="24"/>
                      <a:pt x="7418" y="155"/>
                      <a:pt x="7061" y="596"/>
                    </a:cubicBezTo>
                    <a:cubicBezTo>
                      <a:pt x="6680" y="1048"/>
                      <a:pt x="6430" y="1560"/>
                      <a:pt x="6263" y="2131"/>
                    </a:cubicBezTo>
                    <a:cubicBezTo>
                      <a:pt x="5846" y="3441"/>
                      <a:pt x="5406" y="4751"/>
                      <a:pt x="4953" y="6132"/>
                    </a:cubicBezTo>
                    <a:cubicBezTo>
                      <a:pt x="3798" y="5358"/>
                      <a:pt x="2679" y="4608"/>
                      <a:pt x="1560" y="3846"/>
                    </a:cubicBezTo>
                    <a:cubicBezTo>
                      <a:pt x="1548" y="3870"/>
                      <a:pt x="1524" y="3894"/>
                      <a:pt x="1512" y="3917"/>
                    </a:cubicBezTo>
                    <a:cubicBezTo>
                      <a:pt x="1560" y="4001"/>
                      <a:pt x="1608" y="4096"/>
                      <a:pt x="1667" y="4191"/>
                    </a:cubicBezTo>
                    <a:cubicBezTo>
                      <a:pt x="1643" y="4203"/>
                      <a:pt x="1620" y="4227"/>
                      <a:pt x="1608" y="4239"/>
                    </a:cubicBezTo>
                    <a:cubicBezTo>
                      <a:pt x="1084" y="3834"/>
                      <a:pt x="572" y="3417"/>
                      <a:pt x="60" y="3001"/>
                    </a:cubicBezTo>
                    <a:cubicBezTo>
                      <a:pt x="36" y="3012"/>
                      <a:pt x="24" y="3024"/>
                      <a:pt x="0" y="3024"/>
                    </a:cubicBezTo>
                    <a:cubicBezTo>
                      <a:pt x="60" y="3132"/>
                      <a:pt x="107" y="3239"/>
                      <a:pt x="191" y="3334"/>
                    </a:cubicBezTo>
                    <a:cubicBezTo>
                      <a:pt x="1048" y="4394"/>
                      <a:pt x="2048" y="5287"/>
                      <a:pt x="3191" y="6025"/>
                    </a:cubicBezTo>
                    <a:cubicBezTo>
                      <a:pt x="3513" y="6227"/>
                      <a:pt x="3810" y="6453"/>
                      <a:pt x="4096" y="6691"/>
                    </a:cubicBezTo>
                    <a:cubicBezTo>
                      <a:pt x="4191" y="6775"/>
                      <a:pt x="4227" y="6930"/>
                      <a:pt x="4287" y="7037"/>
                    </a:cubicBezTo>
                    <a:cubicBezTo>
                      <a:pt x="4251" y="7072"/>
                      <a:pt x="4215" y="7108"/>
                      <a:pt x="4179" y="7144"/>
                    </a:cubicBezTo>
                    <a:cubicBezTo>
                      <a:pt x="3060" y="6477"/>
                      <a:pt x="1941" y="5810"/>
                      <a:pt x="715" y="5096"/>
                    </a:cubicBezTo>
                    <a:lnTo>
                      <a:pt x="715" y="5096"/>
                    </a:lnTo>
                    <a:cubicBezTo>
                      <a:pt x="1643" y="6215"/>
                      <a:pt x="2810" y="6846"/>
                      <a:pt x="3941" y="7596"/>
                    </a:cubicBezTo>
                    <a:cubicBezTo>
                      <a:pt x="3763" y="7894"/>
                      <a:pt x="3572" y="8180"/>
                      <a:pt x="3394" y="8466"/>
                    </a:cubicBezTo>
                    <a:cubicBezTo>
                      <a:pt x="2262" y="10287"/>
                      <a:pt x="1441" y="12228"/>
                      <a:pt x="1215" y="14383"/>
                    </a:cubicBezTo>
                    <a:cubicBezTo>
                      <a:pt x="1155" y="14883"/>
                      <a:pt x="893" y="15276"/>
                      <a:pt x="679" y="15693"/>
                    </a:cubicBezTo>
                    <a:cubicBezTo>
                      <a:pt x="619" y="15824"/>
                      <a:pt x="536" y="15943"/>
                      <a:pt x="429" y="16097"/>
                    </a:cubicBezTo>
                    <a:cubicBezTo>
                      <a:pt x="2155" y="15895"/>
                      <a:pt x="3370" y="15705"/>
                      <a:pt x="3608" y="15550"/>
                    </a:cubicBezTo>
                    <a:cubicBezTo>
                      <a:pt x="4608" y="14907"/>
                      <a:pt x="5549" y="11073"/>
                      <a:pt x="5549" y="11073"/>
                    </a:cubicBezTo>
                    <a:lnTo>
                      <a:pt x="7596" y="5334"/>
                    </a:lnTo>
                    <a:lnTo>
                      <a:pt x="7596" y="5334"/>
                    </a:lnTo>
                    <a:cubicBezTo>
                      <a:pt x="7561" y="5406"/>
                      <a:pt x="7501" y="5465"/>
                      <a:pt x="7406" y="5584"/>
                    </a:cubicBezTo>
                    <a:cubicBezTo>
                      <a:pt x="7966" y="3727"/>
                      <a:pt x="8442" y="1929"/>
                      <a:pt x="84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29"/>
              <p:cNvSpPr/>
              <p:nvPr/>
            </p:nvSpPr>
            <p:spPr>
              <a:xfrm>
                <a:off x="3269450" y="3094850"/>
                <a:ext cx="123250" cy="215825"/>
              </a:xfrm>
              <a:custGeom>
                <a:rect b="b" l="l" r="r" t="t"/>
                <a:pathLst>
                  <a:path extrusionOk="0" h="8633" w="4930">
                    <a:moveTo>
                      <a:pt x="0" y="1"/>
                    </a:moveTo>
                    <a:lnTo>
                      <a:pt x="0" y="8085"/>
                    </a:lnTo>
                    <a:cubicBezTo>
                      <a:pt x="357" y="6966"/>
                      <a:pt x="703" y="5859"/>
                      <a:pt x="1072" y="4751"/>
                    </a:cubicBezTo>
                    <a:cubicBezTo>
                      <a:pt x="1155" y="4466"/>
                      <a:pt x="1262" y="4192"/>
                      <a:pt x="1429" y="3954"/>
                    </a:cubicBezTo>
                    <a:cubicBezTo>
                      <a:pt x="1596" y="3727"/>
                      <a:pt x="1846" y="3549"/>
                      <a:pt x="2072" y="3334"/>
                    </a:cubicBezTo>
                    <a:cubicBezTo>
                      <a:pt x="2572" y="3680"/>
                      <a:pt x="2798" y="4096"/>
                      <a:pt x="2977" y="4537"/>
                    </a:cubicBezTo>
                    <a:cubicBezTo>
                      <a:pt x="3346" y="5454"/>
                      <a:pt x="3453" y="6418"/>
                      <a:pt x="3358" y="7406"/>
                    </a:cubicBezTo>
                    <a:cubicBezTo>
                      <a:pt x="3310" y="7811"/>
                      <a:pt x="3310" y="8216"/>
                      <a:pt x="3358" y="8633"/>
                    </a:cubicBezTo>
                    <a:cubicBezTo>
                      <a:pt x="3834" y="6942"/>
                      <a:pt x="4310" y="5239"/>
                      <a:pt x="4798" y="3549"/>
                    </a:cubicBezTo>
                    <a:lnTo>
                      <a:pt x="4929" y="3525"/>
                    </a:lnTo>
                    <a:cubicBezTo>
                      <a:pt x="4751" y="3334"/>
                      <a:pt x="4596" y="3096"/>
                      <a:pt x="4382" y="2953"/>
                    </a:cubicBezTo>
                    <a:cubicBezTo>
                      <a:pt x="3548" y="2370"/>
                      <a:pt x="2715" y="1763"/>
                      <a:pt x="1870" y="1203"/>
                    </a:cubicBezTo>
                    <a:cubicBezTo>
                      <a:pt x="1298" y="834"/>
                      <a:pt x="703" y="465"/>
                      <a:pt x="119" y="84"/>
                    </a:cubicBezTo>
                    <a:cubicBezTo>
                      <a:pt x="107" y="72"/>
                      <a:pt x="84" y="60"/>
                      <a:pt x="72" y="48"/>
                    </a:cubicBezTo>
                    <a:cubicBezTo>
                      <a:pt x="48" y="36"/>
                      <a:pt x="24" y="13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29"/>
              <p:cNvSpPr/>
              <p:nvPr/>
            </p:nvSpPr>
            <p:spPr>
              <a:xfrm>
                <a:off x="3269450" y="3217500"/>
                <a:ext cx="428950" cy="247950"/>
              </a:xfrm>
              <a:custGeom>
                <a:rect b="b" l="l" r="r" t="t"/>
                <a:pathLst>
                  <a:path extrusionOk="0" h="9918" w="17158">
                    <a:moveTo>
                      <a:pt x="15740" y="3917"/>
                    </a:moveTo>
                    <a:cubicBezTo>
                      <a:pt x="14896" y="4545"/>
                      <a:pt x="14027" y="4825"/>
                      <a:pt x="13098" y="4825"/>
                    </a:cubicBezTo>
                    <a:cubicBezTo>
                      <a:pt x="12705" y="4825"/>
                      <a:pt x="12301" y="4775"/>
                      <a:pt x="11883" y="4679"/>
                    </a:cubicBezTo>
                    <a:cubicBezTo>
                      <a:pt x="13180" y="4429"/>
                      <a:pt x="14419" y="4179"/>
                      <a:pt x="15740" y="3917"/>
                    </a:cubicBezTo>
                    <a:close/>
                    <a:moveTo>
                      <a:pt x="16812" y="0"/>
                    </a:moveTo>
                    <a:lnTo>
                      <a:pt x="15097" y="1476"/>
                    </a:lnTo>
                    <a:lnTo>
                      <a:pt x="13657" y="2727"/>
                    </a:lnTo>
                    <a:cubicBezTo>
                      <a:pt x="13657" y="2727"/>
                      <a:pt x="7227" y="5322"/>
                      <a:pt x="4179" y="6596"/>
                    </a:cubicBezTo>
                    <a:cubicBezTo>
                      <a:pt x="3370" y="6930"/>
                      <a:pt x="2810" y="7168"/>
                      <a:pt x="2655" y="7251"/>
                    </a:cubicBezTo>
                    <a:cubicBezTo>
                      <a:pt x="2727" y="7168"/>
                      <a:pt x="2834" y="6906"/>
                      <a:pt x="2965" y="6513"/>
                    </a:cubicBezTo>
                    <a:lnTo>
                      <a:pt x="2965" y="6513"/>
                    </a:lnTo>
                    <a:cubicBezTo>
                      <a:pt x="2882" y="6525"/>
                      <a:pt x="2798" y="6549"/>
                      <a:pt x="2727" y="6560"/>
                    </a:cubicBezTo>
                    <a:cubicBezTo>
                      <a:pt x="2691" y="6632"/>
                      <a:pt x="2667" y="6715"/>
                      <a:pt x="2632" y="6799"/>
                    </a:cubicBezTo>
                    <a:cubicBezTo>
                      <a:pt x="2608" y="6727"/>
                      <a:pt x="2572" y="6656"/>
                      <a:pt x="2548" y="6584"/>
                    </a:cubicBezTo>
                    <a:cubicBezTo>
                      <a:pt x="2405" y="6608"/>
                      <a:pt x="2262" y="6620"/>
                      <a:pt x="2120" y="6632"/>
                    </a:cubicBezTo>
                    <a:cubicBezTo>
                      <a:pt x="2120" y="6632"/>
                      <a:pt x="2215" y="6584"/>
                      <a:pt x="2382" y="6513"/>
                    </a:cubicBezTo>
                    <a:cubicBezTo>
                      <a:pt x="2417" y="6501"/>
                      <a:pt x="2453" y="6477"/>
                      <a:pt x="2501" y="6465"/>
                    </a:cubicBezTo>
                    <a:cubicBezTo>
                      <a:pt x="2453" y="6358"/>
                      <a:pt x="2429" y="6275"/>
                      <a:pt x="2405" y="6179"/>
                    </a:cubicBezTo>
                    <a:cubicBezTo>
                      <a:pt x="2346" y="5870"/>
                      <a:pt x="2322" y="5536"/>
                      <a:pt x="2251" y="5215"/>
                    </a:cubicBezTo>
                    <a:cubicBezTo>
                      <a:pt x="1981" y="4018"/>
                      <a:pt x="1468" y="3619"/>
                      <a:pt x="132" y="3619"/>
                    </a:cubicBezTo>
                    <a:cubicBezTo>
                      <a:pt x="112" y="3619"/>
                      <a:pt x="92" y="3619"/>
                      <a:pt x="72" y="3620"/>
                    </a:cubicBezTo>
                    <a:cubicBezTo>
                      <a:pt x="48" y="3679"/>
                      <a:pt x="24" y="3751"/>
                      <a:pt x="0" y="3822"/>
                    </a:cubicBezTo>
                    <a:lnTo>
                      <a:pt x="0" y="9918"/>
                    </a:lnTo>
                    <a:cubicBezTo>
                      <a:pt x="1548" y="9799"/>
                      <a:pt x="11228" y="9096"/>
                      <a:pt x="16490" y="8489"/>
                    </a:cubicBezTo>
                    <a:cubicBezTo>
                      <a:pt x="16538" y="7656"/>
                      <a:pt x="16562" y="6906"/>
                      <a:pt x="16633" y="6156"/>
                    </a:cubicBezTo>
                    <a:cubicBezTo>
                      <a:pt x="16776" y="4691"/>
                      <a:pt x="16955" y="3227"/>
                      <a:pt x="17098" y="1762"/>
                    </a:cubicBezTo>
                    <a:cubicBezTo>
                      <a:pt x="17157" y="1155"/>
                      <a:pt x="17050" y="560"/>
                      <a:pt x="168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29"/>
              <p:cNvSpPr/>
              <p:nvPr/>
            </p:nvSpPr>
            <p:spPr>
              <a:xfrm>
                <a:off x="3339700" y="3360375"/>
                <a:ext cx="9250" cy="15500"/>
              </a:xfrm>
              <a:custGeom>
                <a:rect b="b" l="l" r="r" t="t"/>
                <a:pathLst>
                  <a:path extrusionOk="0" h="620" w="370">
                    <a:moveTo>
                      <a:pt x="226" y="0"/>
                    </a:moveTo>
                    <a:cubicBezTo>
                      <a:pt x="155" y="191"/>
                      <a:pt x="83" y="393"/>
                      <a:pt x="0" y="619"/>
                    </a:cubicBezTo>
                    <a:cubicBezTo>
                      <a:pt x="72" y="583"/>
                      <a:pt x="155" y="560"/>
                      <a:pt x="238" y="524"/>
                    </a:cubicBezTo>
                    <a:cubicBezTo>
                      <a:pt x="286" y="393"/>
                      <a:pt x="322" y="250"/>
                      <a:pt x="369" y="107"/>
                    </a:cubicBezTo>
                    <a:cubicBezTo>
                      <a:pt x="357" y="72"/>
                      <a:pt x="357" y="48"/>
                      <a:pt x="345" y="12"/>
                    </a:cubicBezTo>
                    <a:cubicBezTo>
                      <a:pt x="310" y="12"/>
                      <a:pt x="262" y="0"/>
                      <a:pt x="2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29"/>
              <p:cNvSpPr/>
              <p:nvPr/>
            </p:nvSpPr>
            <p:spPr>
              <a:xfrm>
                <a:off x="3271246" y="2317375"/>
                <a:ext cx="632250" cy="1119500"/>
              </a:xfrm>
              <a:custGeom>
                <a:rect b="b" l="l" r="r" t="t"/>
                <a:pathLst>
                  <a:path extrusionOk="0" h="44780" w="25290">
                    <a:moveTo>
                      <a:pt x="22027" y="1"/>
                    </a:moveTo>
                    <a:cubicBezTo>
                      <a:pt x="21086" y="941"/>
                      <a:pt x="19896" y="1644"/>
                      <a:pt x="18443" y="2096"/>
                    </a:cubicBezTo>
                    <a:cubicBezTo>
                      <a:pt x="18241" y="2156"/>
                      <a:pt x="18038" y="2215"/>
                      <a:pt x="17824" y="2263"/>
                    </a:cubicBezTo>
                    <a:lnTo>
                      <a:pt x="19062" y="2263"/>
                    </a:lnTo>
                    <a:cubicBezTo>
                      <a:pt x="19062" y="2275"/>
                      <a:pt x="19062" y="2275"/>
                      <a:pt x="19062" y="2275"/>
                    </a:cubicBezTo>
                    <a:cubicBezTo>
                      <a:pt x="19074" y="2287"/>
                      <a:pt x="19074" y="2310"/>
                      <a:pt x="19086" y="2322"/>
                    </a:cubicBezTo>
                    <a:cubicBezTo>
                      <a:pt x="18788" y="2441"/>
                      <a:pt x="18491" y="2549"/>
                      <a:pt x="18193" y="2668"/>
                    </a:cubicBezTo>
                    <a:cubicBezTo>
                      <a:pt x="18193" y="2680"/>
                      <a:pt x="18205" y="2691"/>
                      <a:pt x="18217" y="2703"/>
                    </a:cubicBezTo>
                    <a:cubicBezTo>
                      <a:pt x="18360" y="2691"/>
                      <a:pt x="18514" y="2680"/>
                      <a:pt x="18657" y="2668"/>
                    </a:cubicBezTo>
                    <a:cubicBezTo>
                      <a:pt x="18657" y="2691"/>
                      <a:pt x="18669" y="2715"/>
                      <a:pt x="18669" y="2751"/>
                    </a:cubicBezTo>
                    <a:cubicBezTo>
                      <a:pt x="18407" y="2858"/>
                      <a:pt x="18145" y="2965"/>
                      <a:pt x="17872" y="3084"/>
                    </a:cubicBezTo>
                    <a:cubicBezTo>
                      <a:pt x="17991" y="3120"/>
                      <a:pt x="18074" y="3144"/>
                      <a:pt x="18193" y="3180"/>
                    </a:cubicBezTo>
                    <a:cubicBezTo>
                      <a:pt x="18110" y="3275"/>
                      <a:pt x="18050" y="3334"/>
                      <a:pt x="18038" y="3346"/>
                    </a:cubicBezTo>
                    <a:cubicBezTo>
                      <a:pt x="18574" y="3251"/>
                      <a:pt x="19146" y="3144"/>
                      <a:pt x="19705" y="3037"/>
                    </a:cubicBezTo>
                    <a:cubicBezTo>
                      <a:pt x="19717" y="3049"/>
                      <a:pt x="19717" y="3072"/>
                      <a:pt x="19717" y="3084"/>
                    </a:cubicBezTo>
                    <a:cubicBezTo>
                      <a:pt x="19360" y="3346"/>
                      <a:pt x="19003" y="3596"/>
                      <a:pt x="18657" y="3858"/>
                    </a:cubicBezTo>
                    <a:cubicBezTo>
                      <a:pt x="18669" y="3882"/>
                      <a:pt x="18693" y="3906"/>
                      <a:pt x="18717" y="3942"/>
                    </a:cubicBezTo>
                    <a:cubicBezTo>
                      <a:pt x="19026" y="3823"/>
                      <a:pt x="19336" y="3703"/>
                      <a:pt x="19705" y="3573"/>
                    </a:cubicBezTo>
                    <a:lnTo>
                      <a:pt x="19705" y="3573"/>
                    </a:lnTo>
                    <a:cubicBezTo>
                      <a:pt x="19669" y="3763"/>
                      <a:pt x="19646" y="3894"/>
                      <a:pt x="19610" y="4025"/>
                    </a:cubicBezTo>
                    <a:cubicBezTo>
                      <a:pt x="19384" y="4775"/>
                      <a:pt x="19157" y="5525"/>
                      <a:pt x="18931" y="6287"/>
                    </a:cubicBezTo>
                    <a:cubicBezTo>
                      <a:pt x="18610" y="7394"/>
                      <a:pt x="18145" y="8418"/>
                      <a:pt x="17383" y="9323"/>
                    </a:cubicBezTo>
                    <a:cubicBezTo>
                      <a:pt x="16812" y="10014"/>
                      <a:pt x="16062" y="10442"/>
                      <a:pt x="15359" y="10966"/>
                    </a:cubicBezTo>
                    <a:cubicBezTo>
                      <a:pt x="14550" y="11574"/>
                      <a:pt x="13728" y="12181"/>
                      <a:pt x="12919" y="12788"/>
                    </a:cubicBezTo>
                    <a:cubicBezTo>
                      <a:pt x="10871" y="14312"/>
                      <a:pt x="8823" y="15848"/>
                      <a:pt x="6787" y="17408"/>
                    </a:cubicBezTo>
                    <a:cubicBezTo>
                      <a:pt x="6239" y="17824"/>
                      <a:pt x="5632" y="17943"/>
                      <a:pt x="5001" y="18062"/>
                    </a:cubicBezTo>
                    <a:cubicBezTo>
                      <a:pt x="4970" y="18069"/>
                      <a:pt x="4938" y="18072"/>
                      <a:pt x="4905" y="18072"/>
                    </a:cubicBezTo>
                    <a:cubicBezTo>
                      <a:pt x="4760" y="18072"/>
                      <a:pt x="4599" y="18016"/>
                      <a:pt x="4453" y="17967"/>
                    </a:cubicBezTo>
                    <a:cubicBezTo>
                      <a:pt x="2905" y="17479"/>
                      <a:pt x="1441" y="16812"/>
                      <a:pt x="0" y="16086"/>
                    </a:cubicBezTo>
                    <a:lnTo>
                      <a:pt x="0" y="21634"/>
                    </a:lnTo>
                    <a:cubicBezTo>
                      <a:pt x="607" y="21313"/>
                      <a:pt x="1227" y="21015"/>
                      <a:pt x="1870" y="20789"/>
                    </a:cubicBezTo>
                    <a:cubicBezTo>
                      <a:pt x="1893" y="20813"/>
                      <a:pt x="1905" y="20848"/>
                      <a:pt x="1929" y="20872"/>
                    </a:cubicBezTo>
                    <a:cubicBezTo>
                      <a:pt x="1608" y="21122"/>
                      <a:pt x="1286" y="21372"/>
                      <a:pt x="977" y="21622"/>
                    </a:cubicBezTo>
                    <a:cubicBezTo>
                      <a:pt x="988" y="21646"/>
                      <a:pt x="1000" y="21670"/>
                      <a:pt x="1012" y="21694"/>
                    </a:cubicBezTo>
                    <a:cubicBezTo>
                      <a:pt x="1155" y="21610"/>
                      <a:pt x="1298" y="21539"/>
                      <a:pt x="1453" y="21456"/>
                    </a:cubicBezTo>
                    <a:lnTo>
                      <a:pt x="1453" y="21456"/>
                    </a:lnTo>
                    <a:cubicBezTo>
                      <a:pt x="858" y="21884"/>
                      <a:pt x="357" y="22241"/>
                      <a:pt x="0" y="22527"/>
                    </a:cubicBezTo>
                    <a:lnTo>
                      <a:pt x="0" y="22646"/>
                    </a:lnTo>
                    <a:cubicBezTo>
                      <a:pt x="1060" y="21968"/>
                      <a:pt x="2084" y="21325"/>
                      <a:pt x="3036" y="20729"/>
                    </a:cubicBezTo>
                    <a:lnTo>
                      <a:pt x="3036" y="20729"/>
                    </a:lnTo>
                    <a:cubicBezTo>
                      <a:pt x="3001" y="20789"/>
                      <a:pt x="2965" y="20872"/>
                      <a:pt x="2893" y="21003"/>
                    </a:cubicBezTo>
                    <a:cubicBezTo>
                      <a:pt x="3596" y="20575"/>
                      <a:pt x="4179" y="20134"/>
                      <a:pt x="5001" y="20098"/>
                    </a:cubicBezTo>
                    <a:lnTo>
                      <a:pt x="5001" y="20098"/>
                    </a:lnTo>
                    <a:cubicBezTo>
                      <a:pt x="4215" y="20598"/>
                      <a:pt x="3489" y="21063"/>
                      <a:pt x="2870" y="21491"/>
                    </a:cubicBezTo>
                    <a:cubicBezTo>
                      <a:pt x="1203" y="22622"/>
                      <a:pt x="167" y="23420"/>
                      <a:pt x="167" y="23420"/>
                    </a:cubicBezTo>
                    <a:cubicBezTo>
                      <a:pt x="1369" y="22718"/>
                      <a:pt x="2501" y="22027"/>
                      <a:pt x="3548" y="21372"/>
                    </a:cubicBezTo>
                    <a:cubicBezTo>
                      <a:pt x="4739" y="20634"/>
                      <a:pt x="5811" y="19944"/>
                      <a:pt x="6692" y="19360"/>
                    </a:cubicBezTo>
                    <a:cubicBezTo>
                      <a:pt x="8358" y="18277"/>
                      <a:pt x="9382" y="17562"/>
                      <a:pt x="9382" y="17562"/>
                    </a:cubicBezTo>
                    <a:lnTo>
                      <a:pt x="9382" y="17562"/>
                    </a:lnTo>
                    <a:cubicBezTo>
                      <a:pt x="9348" y="17574"/>
                      <a:pt x="9313" y="17597"/>
                      <a:pt x="9278" y="17620"/>
                    </a:cubicBezTo>
                    <a:lnTo>
                      <a:pt x="9278" y="17620"/>
                    </a:lnTo>
                    <a:cubicBezTo>
                      <a:pt x="9635" y="17382"/>
                      <a:pt x="9991" y="17157"/>
                      <a:pt x="10359" y="16919"/>
                    </a:cubicBezTo>
                    <a:cubicBezTo>
                      <a:pt x="10347" y="16896"/>
                      <a:pt x="10335" y="16884"/>
                      <a:pt x="10323" y="16860"/>
                    </a:cubicBezTo>
                    <a:cubicBezTo>
                      <a:pt x="9966" y="17027"/>
                      <a:pt x="9609" y="17205"/>
                      <a:pt x="9240" y="17384"/>
                    </a:cubicBezTo>
                    <a:cubicBezTo>
                      <a:pt x="9228" y="17336"/>
                      <a:pt x="9216" y="17300"/>
                      <a:pt x="9192" y="17265"/>
                    </a:cubicBezTo>
                    <a:cubicBezTo>
                      <a:pt x="9740" y="16919"/>
                      <a:pt x="10299" y="16574"/>
                      <a:pt x="10942" y="16157"/>
                    </a:cubicBezTo>
                    <a:lnTo>
                      <a:pt x="10942" y="16157"/>
                    </a:lnTo>
                    <a:cubicBezTo>
                      <a:pt x="10918" y="16634"/>
                      <a:pt x="10906" y="16955"/>
                      <a:pt x="10883" y="17277"/>
                    </a:cubicBezTo>
                    <a:cubicBezTo>
                      <a:pt x="10728" y="19551"/>
                      <a:pt x="10633" y="21825"/>
                      <a:pt x="10942" y="24087"/>
                    </a:cubicBezTo>
                    <a:cubicBezTo>
                      <a:pt x="11156" y="25647"/>
                      <a:pt x="11383" y="27194"/>
                      <a:pt x="11787" y="28730"/>
                    </a:cubicBezTo>
                    <a:cubicBezTo>
                      <a:pt x="12180" y="30219"/>
                      <a:pt x="12930" y="31397"/>
                      <a:pt x="14109" y="32374"/>
                    </a:cubicBezTo>
                    <a:cubicBezTo>
                      <a:pt x="15193" y="33267"/>
                      <a:pt x="15967" y="34422"/>
                      <a:pt x="16633" y="35648"/>
                    </a:cubicBezTo>
                    <a:cubicBezTo>
                      <a:pt x="16693" y="35767"/>
                      <a:pt x="16752" y="35886"/>
                      <a:pt x="16800" y="36017"/>
                    </a:cubicBezTo>
                    <a:cubicBezTo>
                      <a:pt x="17038" y="36577"/>
                      <a:pt x="17157" y="37160"/>
                      <a:pt x="17098" y="37767"/>
                    </a:cubicBezTo>
                    <a:cubicBezTo>
                      <a:pt x="16955" y="39232"/>
                      <a:pt x="16764" y="40696"/>
                      <a:pt x="16633" y="42161"/>
                    </a:cubicBezTo>
                    <a:cubicBezTo>
                      <a:pt x="16562" y="42911"/>
                      <a:pt x="16538" y="43661"/>
                      <a:pt x="16490" y="44494"/>
                    </a:cubicBezTo>
                    <a:cubicBezTo>
                      <a:pt x="16490" y="44589"/>
                      <a:pt x="16479" y="44685"/>
                      <a:pt x="16479" y="44780"/>
                    </a:cubicBezTo>
                    <a:cubicBezTo>
                      <a:pt x="16550" y="44661"/>
                      <a:pt x="16621" y="44566"/>
                      <a:pt x="16681" y="44470"/>
                    </a:cubicBezTo>
                    <a:cubicBezTo>
                      <a:pt x="16776" y="44316"/>
                      <a:pt x="16860" y="44197"/>
                      <a:pt x="16931" y="44066"/>
                    </a:cubicBezTo>
                    <a:cubicBezTo>
                      <a:pt x="17145" y="43649"/>
                      <a:pt x="17407" y="43256"/>
                      <a:pt x="17455" y="42756"/>
                    </a:cubicBezTo>
                    <a:cubicBezTo>
                      <a:pt x="17693" y="40601"/>
                      <a:pt x="18514" y="38660"/>
                      <a:pt x="19646" y="36839"/>
                    </a:cubicBezTo>
                    <a:cubicBezTo>
                      <a:pt x="19824" y="36553"/>
                      <a:pt x="20003" y="36279"/>
                      <a:pt x="20193" y="35969"/>
                    </a:cubicBezTo>
                    <a:cubicBezTo>
                      <a:pt x="19062" y="35219"/>
                      <a:pt x="17895" y="34588"/>
                      <a:pt x="16967" y="33469"/>
                    </a:cubicBezTo>
                    <a:lnTo>
                      <a:pt x="16967" y="33469"/>
                    </a:lnTo>
                    <a:cubicBezTo>
                      <a:pt x="18181" y="34195"/>
                      <a:pt x="19312" y="34850"/>
                      <a:pt x="20431" y="35517"/>
                    </a:cubicBezTo>
                    <a:cubicBezTo>
                      <a:pt x="20467" y="35481"/>
                      <a:pt x="20503" y="35445"/>
                      <a:pt x="20539" y="35410"/>
                    </a:cubicBezTo>
                    <a:cubicBezTo>
                      <a:pt x="20479" y="35303"/>
                      <a:pt x="20443" y="35148"/>
                      <a:pt x="20348" y="35076"/>
                    </a:cubicBezTo>
                    <a:cubicBezTo>
                      <a:pt x="20062" y="34826"/>
                      <a:pt x="19765" y="34600"/>
                      <a:pt x="19443" y="34398"/>
                    </a:cubicBezTo>
                    <a:cubicBezTo>
                      <a:pt x="18300" y="33660"/>
                      <a:pt x="17288" y="32767"/>
                      <a:pt x="16431" y="31707"/>
                    </a:cubicBezTo>
                    <a:cubicBezTo>
                      <a:pt x="16359" y="31612"/>
                      <a:pt x="16312" y="31505"/>
                      <a:pt x="16252" y="31397"/>
                    </a:cubicBezTo>
                    <a:cubicBezTo>
                      <a:pt x="16276" y="31397"/>
                      <a:pt x="16288" y="31385"/>
                      <a:pt x="16312" y="31385"/>
                    </a:cubicBezTo>
                    <a:cubicBezTo>
                      <a:pt x="16824" y="31790"/>
                      <a:pt x="17336" y="32207"/>
                      <a:pt x="17848" y="32612"/>
                    </a:cubicBezTo>
                    <a:cubicBezTo>
                      <a:pt x="17872" y="32600"/>
                      <a:pt x="17895" y="32576"/>
                      <a:pt x="17907" y="32564"/>
                    </a:cubicBezTo>
                    <a:cubicBezTo>
                      <a:pt x="17860" y="32469"/>
                      <a:pt x="17812" y="32374"/>
                      <a:pt x="17764" y="32290"/>
                    </a:cubicBezTo>
                    <a:cubicBezTo>
                      <a:pt x="17776" y="32267"/>
                      <a:pt x="17800" y="32243"/>
                      <a:pt x="17812" y="32231"/>
                    </a:cubicBezTo>
                    <a:cubicBezTo>
                      <a:pt x="18931" y="32981"/>
                      <a:pt x="20050" y="33731"/>
                      <a:pt x="21193" y="34505"/>
                    </a:cubicBezTo>
                    <a:cubicBezTo>
                      <a:pt x="21646" y="33136"/>
                      <a:pt x="22098" y="31826"/>
                      <a:pt x="22503" y="30504"/>
                    </a:cubicBezTo>
                    <a:cubicBezTo>
                      <a:pt x="22682" y="29933"/>
                      <a:pt x="22932" y="29421"/>
                      <a:pt x="23301" y="28969"/>
                    </a:cubicBezTo>
                    <a:cubicBezTo>
                      <a:pt x="23658" y="28540"/>
                      <a:pt x="24122" y="28397"/>
                      <a:pt x="24706" y="28385"/>
                    </a:cubicBezTo>
                    <a:lnTo>
                      <a:pt x="24706" y="28385"/>
                    </a:lnTo>
                    <a:cubicBezTo>
                      <a:pt x="24694" y="30302"/>
                      <a:pt x="24218" y="32112"/>
                      <a:pt x="23658" y="33969"/>
                    </a:cubicBezTo>
                    <a:cubicBezTo>
                      <a:pt x="23741" y="33838"/>
                      <a:pt x="23801" y="33779"/>
                      <a:pt x="23848" y="33707"/>
                    </a:cubicBezTo>
                    <a:cubicBezTo>
                      <a:pt x="24896" y="31921"/>
                      <a:pt x="25289" y="29992"/>
                      <a:pt x="25158" y="27945"/>
                    </a:cubicBezTo>
                    <a:cubicBezTo>
                      <a:pt x="25134" y="27516"/>
                      <a:pt x="24896" y="27206"/>
                      <a:pt x="24539" y="26992"/>
                    </a:cubicBezTo>
                    <a:cubicBezTo>
                      <a:pt x="22241" y="25540"/>
                      <a:pt x="20003" y="23992"/>
                      <a:pt x="17550" y="22777"/>
                    </a:cubicBezTo>
                    <a:cubicBezTo>
                      <a:pt x="15693" y="21849"/>
                      <a:pt x="13871" y="20813"/>
                      <a:pt x="12037" y="19813"/>
                    </a:cubicBezTo>
                    <a:cubicBezTo>
                      <a:pt x="11621" y="19574"/>
                      <a:pt x="11299" y="19241"/>
                      <a:pt x="11299" y="18717"/>
                    </a:cubicBezTo>
                    <a:cubicBezTo>
                      <a:pt x="11287" y="17419"/>
                      <a:pt x="11287" y="16122"/>
                      <a:pt x="11287" y="14717"/>
                    </a:cubicBezTo>
                    <a:cubicBezTo>
                      <a:pt x="11395" y="14622"/>
                      <a:pt x="11561" y="14431"/>
                      <a:pt x="11764" y="14276"/>
                    </a:cubicBezTo>
                    <a:cubicBezTo>
                      <a:pt x="12740" y="13538"/>
                      <a:pt x="13728" y="12800"/>
                      <a:pt x="14716" y="12074"/>
                    </a:cubicBezTo>
                    <a:cubicBezTo>
                      <a:pt x="14895" y="11943"/>
                      <a:pt x="15074" y="11800"/>
                      <a:pt x="15264" y="11669"/>
                    </a:cubicBezTo>
                    <a:cubicBezTo>
                      <a:pt x="16395" y="10823"/>
                      <a:pt x="17479" y="9919"/>
                      <a:pt x="18312" y="8752"/>
                    </a:cubicBezTo>
                    <a:cubicBezTo>
                      <a:pt x="18316" y="8748"/>
                      <a:pt x="18324" y="8746"/>
                      <a:pt x="18334" y="8746"/>
                    </a:cubicBezTo>
                    <a:cubicBezTo>
                      <a:pt x="18354" y="8746"/>
                      <a:pt x="18384" y="8752"/>
                      <a:pt x="18407" y="8752"/>
                    </a:cubicBezTo>
                    <a:cubicBezTo>
                      <a:pt x="18514" y="9168"/>
                      <a:pt x="18467" y="9680"/>
                      <a:pt x="19015" y="10014"/>
                    </a:cubicBezTo>
                    <a:cubicBezTo>
                      <a:pt x="19015" y="9645"/>
                      <a:pt x="19038" y="9359"/>
                      <a:pt x="19003" y="9097"/>
                    </a:cubicBezTo>
                    <a:cubicBezTo>
                      <a:pt x="18979" y="8752"/>
                      <a:pt x="19253" y="8609"/>
                      <a:pt x="19407" y="8383"/>
                    </a:cubicBezTo>
                    <a:cubicBezTo>
                      <a:pt x="19431" y="8359"/>
                      <a:pt x="19419" y="8323"/>
                      <a:pt x="19431" y="8287"/>
                    </a:cubicBezTo>
                    <a:cubicBezTo>
                      <a:pt x="19729" y="7359"/>
                      <a:pt x="20562" y="6859"/>
                      <a:pt x="21098" y="6132"/>
                    </a:cubicBezTo>
                    <a:cubicBezTo>
                      <a:pt x="21134" y="6144"/>
                      <a:pt x="21170" y="6168"/>
                      <a:pt x="21205" y="6180"/>
                    </a:cubicBezTo>
                    <a:cubicBezTo>
                      <a:pt x="21039" y="6740"/>
                      <a:pt x="20872" y="7287"/>
                      <a:pt x="20717" y="7835"/>
                    </a:cubicBezTo>
                    <a:cubicBezTo>
                      <a:pt x="20753" y="7847"/>
                      <a:pt x="20789" y="7859"/>
                      <a:pt x="20824" y="7883"/>
                    </a:cubicBezTo>
                    <a:cubicBezTo>
                      <a:pt x="20908" y="7728"/>
                      <a:pt x="20967" y="7585"/>
                      <a:pt x="21062" y="7442"/>
                    </a:cubicBezTo>
                    <a:cubicBezTo>
                      <a:pt x="21515" y="6668"/>
                      <a:pt x="21979" y="5882"/>
                      <a:pt x="22455" y="5120"/>
                    </a:cubicBezTo>
                    <a:cubicBezTo>
                      <a:pt x="22575" y="4930"/>
                      <a:pt x="22789" y="4763"/>
                      <a:pt x="22991" y="4668"/>
                    </a:cubicBezTo>
                    <a:cubicBezTo>
                      <a:pt x="23110" y="4620"/>
                      <a:pt x="23229" y="4561"/>
                      <a:pt x="23337" y="4489"/>
                    </a:cubicBezTo>
                    <a:cubicBezTo>
                      <a:pt x="23908" y="4156"/>
                      <a:pt x="24325" y="3680"/>
                      <a:pt x="24670" y="3084"/>
                    </a:cubicBezTo>
                    <a:cubicBezTo>
                      <a:pt x="25087" y="2358"/>
                      <a:pt x="25230" y="1668"/>
                      <a:pt x="25015" y="834"/>
                    </a:cubicBezTo>
                    <a:cubicBezTo>
                      <a:pt x="24944" y="560"/>
                      <a:pt x="24884" y="286"/>
                      <a:pt x="248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29"/>
              <p:cNvSpPr/>
              <p:nvPr/>
            </p:nvSpPr>
            <p:spPr>
              <a:xfrm>
                <a:off x="3269450" y="3083550"/>
                <a:ext cx="133675" cy="304225"/>
              </a:xfrm>
              <a:custGeom>
                <a:rect b="b" l="l" r="r" t="t"/>
                <a:pathLst>
                  <a:path extrusionOk="0" h="12169" w="5347">
                    <a:moveTo>
                      <a:pt x="3036" y="11073"/>
                    </a:moveTo>
                    <a:cubicBezTo>
                      <a:pt x="3072" y="11073"/>
                      <a:pt x="3120" y="11085"/>
                      <a:pt x="3155" y="11085"/>
                    </a:cubicBezTo>
                    <a:cubicBezTo>
                      <a:pt x="3167" y="11121"/>
                      <a:pt x="3167" y="11145"/>
                      <a:pt x="3179" y="11180"/>
                    </a:cubicBezTo>
                    <a:cubicBezTo>
                      <a:pt x="3215" y="11275"/>
                      <a:pt x="3239" y="11383"/>
                      <a:pt x="3274" y="11502"/>
                    </a:cubicBezTo>
                    <a:cubicBezTo>
                      <a:pt x="3215" y="11537"/>
                      <a:pt x="3144" y="11561"/>
                      <a:pt x="3084" y="11585"/>
                    </a:cubicBezTo>
                    <a:cubicBezTo>
                      <a:pt x="3072" y="11585"/>
                      <a:pt x="3060" y="11585"/>
                      <a:pt x="3048" y="11597"/>
                    </a:cubicBezTo>
                    <a:cubicBezTo>
                      <a:pt x="2965" y="11633"/>
                      <a:pt x="2882" y="11656"/>
                      <a:pt x="2810" y="11692"/>
                    </a:cubicBezTo>
                    <a:cubicBezTo>
                      <a:pt x="2893" y="11466"/>
                      <a:pt x="2965" y="11264"/>
                      <a:pt x="3036" y="11073"/>
                    </a:cubicBezTo>
                    <a:close/>
                    <a:moveTo>
                      <a:pt x="0" y="0"/>
                    </a:moveTo>
                    <a:lnTo>
                      <a:pt x="0" y="453"/>
                    </a:lnTo>
                    <a:cubicBezTo>
                      <a:pt x="24" y="465"/>
                      <a:pt x="48" y="488"/>
                      <a:pt x="72" y="500"/>
                    </a:cubicBezTo>
                    <a:cubicBezTo>
                      <a:pt x="84" y="512"/>
                      <a:pt x="107" y="524"/>
                      <a:pt x="119" y="536"/>
                    </a:cubicBezTo>
                    <a:cubicBezTo>
                      <a:pt x="286" y="631"/>
                      <a:pt x="441" y="738"/>
                      <a:pt x="607" y="834"/>
                    </a:cubicBezTo>
                    <a:cubicBezTo>
                      <a:pt x="1036" y="1096"/>
                      <a:pt x="1453" y="1369"/>
                      <a:pt x="1870" y="1655"/>
                    </a:cubicBezTo>
                    <a:cubicBezTo>
                      <a:pt x="2715" y="2227"/>
                      <a:pt x="3548" y="2822"/>
                      <a:pt x="4382" y="3405"/>
                    </a:cubicBezTo>
                    <a:cubicBezTo>
                      <a:pt x="4596" y="3548"/>
                      <a:pt x="4751" y="3786"/>
                      <a:pt x="4929" y="3977"/>
                    </a:cubicBezTo>
                    <a:lnTo>
                      <a:pt x="4798" y="4001"/>
                    </a:lnTo>
                    <a:cubicBezTo>
                      <a:pt x="4310" y="5691"/>
                      <a:pt x="3834" y="7394"/>
                      <a:pt x="3358" y="9085"/>
                    </a:cubicBezTo>
                    <a:cubicBezTo>
                      <a:pt x="3310" y="8668"/>
                      <a:pt x="3310" y="8263"/>
                      <a:pt x="3358" y="7858"/>
                    </a:cubicBezTo>
                    <a:cubicBezTo>
                      <a:pt x="3453" y="6870"/>
                      <a:pt x="3346" y="5906"/>
                      <a:pt x="2977" y="4989"/>
                    </a:cubicBezTo>
                    <a:cubicBezTo>
                      <a:pt x="2798" y="4548"/>
                      <a:pt x="2572" y="4132"/>
                      <a:pt x="2072" y="3786"/>
                    </a:cubicBezTo>
                    <a:cubicBezTo>
                      <a:pt x="1846" y="4001"/>
                      <a:pt x="1596" y="4179"/>
                      <a:pt x="1429" y="4406"/>
                    </a:cubicBezTo>
                    <a:cubicBezTo>
                      <a:pt x="1262" y="4644"/>
                      <a:pt x="1155" y="4929"/>
                      <a:pt x="1072" y="5203"/>
                    </a:cubicBezTo>
                    <a:cubicBezTo>
                      <a:pt x="703" y="6311"/>
                      <a:pt x="357" y="7418"/>
                      <a:pt x="0" y="8537"/>
                    </a:cubicBezTo>
                    <a:lnTo>
                      <a:pt x="0" y="9192"/>
                    </a:lnTo>
                    <a:cubicBezTo>
                      <a:pt x="24" y="9120"/>
                      <a:pt x="48" y="9049"/>
                      <a:pt x="72" y="8978"/>
                    </a:cubicBezTo>
                    <a:cubicBezTo>
                      <a:pt x="92" y="8977"/>
                      <a:pt x="112" y="8977"/>
                      <a:pt x="132" y="8977"/>
                    </a:cubicBezTo>
                    <a:cubicBezTo>
                      <a:pt x="1468" y="8977"/>
                      <a:pt x="1993" y="9376"/>
                      <a:pt x="2262" y="10585"/>
                    </a:cubicBezTo>
                    <a:cubicBezTo>
                      <a:pt x="2334" y="10894"/>
                      <a:pt x="2346" y="11228"/>
                      <a:pt x="2417" y="11549"/>
                    </a:cubicBezTo>
                    <a:cubicBezTo>
                      <a:pt x="2429" y="11633"/>
                      <a:pt x="2465" y="11716"/>
                      <a:pt x="2501" y="11823"/>
                    </a:cubicBezTo>
                    <a:cubicBezTo>
                      <a:pt x="2465" y="11835"/>
                      <a:pt x="2417" y="11859"/>
                      <a:pt x="2382" y="11871"/>
                    </a:cubicBezTo>
                    <a:cubicBezTo>
                      <a:pt x="2215" y="11942"/>
                      <a:pt x="2131" y="11990"/>
                      <a:pt x="2131" y="11990"/>
                    </a:cubicBezTo>
                    <a:cubicBezTo>
                      <a:pt x="2274" y="11978"/>
                      <a:pt x="2417" y="11966"/>
                      <a:pt x="2548" y="11942"/>
                    </a:cubicBezTo>
                    <a:cubicBezTo>
                      <a:pt x="2572" y="12014"/>
                      <a:pt x="2608" y="12085"/>
                      <a:pt x="2632" y="12168"/>
                    </a:cubicBezTo>
                    <a:cubicBezTo>
                      <a:pt x="2667" y="12073"/>
                      <a:pt x="2691" y="12002"/>
                      <a:pt x="2727" y="11918"/>
                    </a:cubicBezTo>
                    <a:cubicBezTo>
                      <a:pt x="2810" y="11907"/>
                      <a:pt x="2882" y="11895"/>
                      <a:pt x="2965" y="11871"/>
                    </a:cubicBezTo>
                    <a:cubicBezTo>
                      <a:pt x="3084" y="11847"/>
                      <a:pt x="3215" y="11811"/>
                      <a:pt x="3334" y="11787"/>
                    </a:cubicBezTo>
                    <a:cubicBezTo>
                      <a:pt x="3775" y="11668"/>
                      <a:pt x="4156" y="11514"/>
                      <a:pt x="4465" y="11371"/>
                    </a:cubicBezTo>
                    <a:cubicBezTo>
                      <a:pt x="4751" y="11228"/>
                      <a:pt x="4965" y="11109"/>
                      <a:pt x="5120" y="11014"/>
                    </a:cubicBezTo>
                    <a:cubicBezTo>
                      <a:pt x="5263" y="10918"/>
                      <a:pt x="5346" y="10859"/>
                      <a:pt x="5346" y="10859"/>
                    </a:cubicBezTo>
                    <a:lnTo>
                      <a:pt x="5346" y="10859"/>
                    </a:lnTo>
                    <a:cubicBezTo>
                      <a:pt x="4560" y="11049"/>
                      <a:pt x="3858" y="11287"/>
                      <a:pt x="3298" y="11502"/>
                    </a:cubicBezTo>
                    <a:cubicBezTo>
                      <a:pt x="3679" y="9085"/>
                      <a:pt x="4644" y="6858"/>
                      <a:pt x="4989" y="4477"/>
                    </a:cubicBezTo>
                    <a:cubicBezTo>
                      <a:pt x="5072" y="3870"/>
                      <a:pt x="5025" y="3572"/>
                      <a:pt x="4501" y="3191"/>
                    </a:cubicBezTo>
                    <a:cubicBezTo>
                      <a:pt x="3798" y="2691"/>
                      <a:pt x="3084" y="2179"/>
                      <a:pt x="2358" y="1691"/>
                    </a:cubicBezTo>
                    <a:cubicBezTo>
                      <a:pt x="1548" y="1155"/>
                      <a:pt x="762" y="584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29"/>
              <p:cNvSpPr/>
              <p:nvPr/>
            </p:nvSpPr>
            <p:spPr>
              <a:xfrm>
                <a:off x="3726650" y="2317375"/>
                <a:ext cx="45250" cy="33675"/>
              </a:xfrm>
              <a:custGeom>
                <a:rect b="b" l="l" r="r" t="t"/>
                <a:pathLst>
                  <a:path extrusionOk="0" h="1347" w="1810">
                    <a:moveTo>
                      <a:pt x="1250" y="1"/>
                    </a:moveTo>
                    <a:cubicBezTo>
                      <a:pt x="846" y="441"/>
                      <a:pt x="429" y="894"/>
                      <a:pt x="0" y="1346"/>
                    </a:cubicBezTo>
                    <a:cubicBezTo>
                      <a:pt x="667" y="941"/>
                      <a:pt x="1262" y="501"/>
                      <a:pt x="18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29"/>
              <p:cNvSpPr/>
              <p:nvPr/>
            </p:nvSpPr>
            <p:spPr>
              <a:xfrm>
                <a:off x="3875775" y="2384050"/>
                <a:ext cx="50325" cy="46475"/>
              </a:xfrm>
              <a:custGeom>
                <a:rect b="b" l="l" r="r" t="t"/>
                <a:pathLst>
                  <a:path extrusionOk="0" h="1859" w="2013">
                    <a:moveTo>
                      <a:pt x="2012" y="1"/>
                    </a:moveTo>
                    <a:cubicBezTo>
                      <a:pt x="1679" y="667"/>
                      <a:pt x="1131" y="1239"/>
                      <a:pt x="417" y="1632"/>
                    </a:cubicBezTo>
                    <a:cubicBezTo>
                      <a:pt x="334" y="1679"/>
                      <a:pt x="238" y="1727"/>
                      <a:pt x="155" y="1775"/>
                    </a:cubicBezTo>
                    <a:cubicBezTo>
                      <a:pt x="107" y="1798"/>
                      <a:pt x="60" y="1834"/>
                      <a:pt x="0" y="1858"/>
                    </a:cubicBezTo>
                    <a:cubicBezTo>
                      <a:pt x="834" y="1858"/>
                      <a:pt x="1524" y="1537"/>
                      <a:pt x="2012" y="929"/>
                    </a:cubicBezTo>
                    <a:lnTo>
                      <a:pt x="20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29"/>
              <p:cNvSpPr/>
              <p:nvPr/>
            </p:nvSpPr>
            <p:spPr>
              <a:xfrm>
                <a:off x="3469775" y="2908825"/>
                <a:ext cx="15500" cy="195575"/>
              </a:xfrm>
              <a:custGeom>
                <a:rect b="b" l="l" r="r" t="t"/>
                <a:pathLst>
                  <a:path extrusionOk="0" h="7823" w="620">
                    <a:moveTo>
                      <a:pt x="619" y="0"/>
                    </a:moveTo>
                    <a:cubicBezTo>
                      <a:pt x="286" y="2572"/>
                      <a:pt x="0" y="5156"/>
                      <a:pt x="179" y="7823"/>
                    </a:cubicBezTo>
                    <a:cubicBezTo>
                      <a:pt x="322" y="5180"/>
                      <a:pt x="476" y="2584"/>
                      <a:pt x="6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9"/>
              <p:cNvSpPr/>
              <p:nvPr/>
            </p:nvSpPr>
            <p:spPr>
              <a:xfrm>
                <a:off x="3566500" y="3315425"/>
                <a:ext cx="96475" cy="22725"/>
              </a:xfrm>
              <a:custGeom>
                <a:rect b="b" l="l" r="r" t="t"/>
                <a:pathLst>
                  <a:path extrusionOk="0" h="909" w="3859">
                    <a:moveTo>
                      <a:pt x="3858" y="0"/>
                    </a:moveTo>
                    <a:lnTo>
                      <a:pt x="3858" y="0"/>
                    </a:lnTo>
                    <a:cubicBezTo>
                      <a:pt x="2537" y="262"/>
                      <a:pt x="1298" y="512"/>
                      <a:pt x="1" y="762"/>
                    </a:cubicBezTo>
                    <a:cubicBezTo>
                      <a:pt x="419" y="858"/>
                      <a:pt x="823" y="908"/>
                      <a:pt x="1216" y="908"/>
                    </a:cubicBezTo>
                    <a:cubicBezTo>
                      <a:pt x="2145" y="908"/>
                      <a:pt x="3014" y="628"/>
                      <a:pt x="38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29"/>
              <p:cNvSpPr/>
              <p:nvPr/>
            </p:nvSpPr>
            <p:spPr>
              <a:xfrm>
                <a:off x="3317075" y="2764450"/>
                <a:ext cx="189625" cy="120575"/>
              </a:xfrm>
              <a:custGeom>
                <a:rect b="b" l="l" r="r" t="t"/>
                <a:pathLst>
                  <a:path extrusionOk="0" h="4823" w="7585">
                    <a:moveTo>
                      <a:pt x="7501" y="1"/>
                    </a:moveTo>
                    <a:cubicBezTo>
                      <a:pt x="6430" y="656"/>
                      <a:pt x="5334" y="1275"/>
                      <a:pt x="4322" y="2037"/>
                    </a:cubicBezTo>
                    <a:cubicBezTo>
                      <a:pt x="3525" y="2501"/>
                      <a:pt x="2798" y="2942"/>
                      <a:pt x="2179" y="3346"/>
                    </a:cubicBezTo>
                    <a:cubicBezTo>
                      <a:pt x="1524" y="3751"/>
                      <a:pt x="1000" y="4120"/>
                      <a:pt x="619" y="4382"/>
                    </a:cubicBezTo>
                    <a:cubicBezTo>
                      <a:pt x="226" y="4656"/>
                      <a:pt x="0" y="4823"/>
                      <a:pt x="0" y="4823"/>
                    </a:cubicBezTo>
                    <a:cubicBezTo>
                      <a:pt x="548" y="4537"/>
                      <a:pt x="1072" y="4251"/>
                      <a:pt x="1584" y="3977"/>
                    </a:cubicBezTo>
                    <a:cubicBezTo>
                      <a:pt x="3036" y="3168"/>
                      <a:pt x="4310" y="2406"/>
                      <a:pt x="5310" y="1787"/>
                    </a:cubicBezTo>
                    <a:cubicBezTo>
                      <a:pt x="6656" y="965"/>
                      <a:pt x="7477" y="406"/>
                      <a:pt x="7477" y="406"/>
                    </a:cubicBezTo>
                    <a:lnTo>
                      <a:pt x="7477" y="406"/>
                    </a:lnTo>
                    <a:cubicBezTo>
                      <a:pt x="7049" y="596"/>
                      <a:pt x="6644" y="799"/>
                      <a:pt x="6239" y="1001"/>
                    </a:cubicBezTo>
                    <a:cubicBezTo>
                      <a:pt x="6692" y="703"/>
                      <a:pt x="7132" y="406"/>
                      <a:pt x="7585" y="108"/>
                    </a:cubicBezTo>
                    <a:lnTo>
                      <a:pt x="7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29"/>
              <p:cNvSpPr/>
              <p:nvPr/>
            </p:nvSpPr>
            <p:spPr>
              <a:xfrm>
                <a:off x="3482575" y="2366500"/>
                <a:ext cx="27700" cy="54200"/>
              </a:xfrm>
              <a:custGeom>
                <a:rect b="b" l="l" r="r" t="t"/>
                <a:pathLst>
                  <a:path extrusionOk="0" h="2168" w="1108">
                    <a:moveTo>
                      <a:pt x="393" y="0"/>
                    </a:moveTo>
                    <a:cubicBezTo>
                      <a:pt x="357" y="12"/>
                      <a:pt x="334" y="24"/>
                      <a:pt x="298" y="48"/>
                    </a:cubicBezTo>
                    <a:cubicBezTo>
                      <a:pt x="417" y="429"/>
                      <a:pt x="548" y="810"/>
                      <a:pt x="667" y="1215"/>
                    </a:cubicBezTo>
                    <a:cubicBezTo>
                      <a:pt x="441" y="1524"/>
                      <a:pt x="214" y="1810"/>
                      <a:pt x="0" y="2108"/>
                    </a:cubicBezTo>
                    <a:cubicBezTo>
                      <a:pt x="24" y="2131"/>
                      <a:pt x="48" y="2155"/>
                      <a:pt x="72" y="2167"/>
                    </a:cubicBezTo>
                    <a:cubicBezTo>
                      <a:pt x="310" y="2012"/>
                      <a:pt x="548" y="1858"/>
                      <a:pt x="774" y="1679"/>
                    </a:cubicBezTo>
                    <a:cubicBezTo>
                      <a:pt x="988" y="1500"/>
                      <a:pt x="1107" y="1262"/>
                      <a:pt x="976" y="1000"/>
                    </a:cubicBezTo>
                    <a:cubicBezTo>
                      <a:pt x="798" y="655"/>
                      <a:pt x="584" y="334"/>
                      <a:pt x="3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29"/>
              <p:cNvSpPr/>
              <p:nvPr/>
            </p:nvSpPr>
            <p:spPr>
              <a:xfrm>
                <a:off x="3343850" y="2538250"/>
                <a:ext cx="52725" cy="14400"/>
              </a:xfrm>
              <a:custGeom>
                <a:rect b="b" l="l" r="r" t="t"/>
                <a:pathLst>
                  <a:path extrusionOk="0" h="576" w="2109">
                    <a:moveTo>
                      <a:pt x="25" y="0"/>
                    </a:moveTo>
                    <a:cubicBezTo>
                      <a:pt x="25" y="24"/>
                      <a:pt x="13" y="60"/>
                      <a:pt x="1" y="95"/>
                    </a:cubicBezTo>
                    <a:cubicBezTo>
                      <a:pt x="525" y="250"/>
                      <a:pt x="1037" y="405"/>
                      <a:pt x="1561" y="548"/>
                    </a:cubicBezTo>
                    <a:cubicBezTo>
                      <a:pt x="1620" y="564"/>
                      <a:pt x="1680" y="575"/>
                      <a:pt x="1738" y="575"/>
                    </a:cubicBezTo>
                    <a:cubicBezTo>
                      <a:pt x="1891" y="575"/>
                      <a:pt x="2031" y="500"/>
                      <a:pt x="2108" y="250"/>
                    </a:cubicBezTo>
                    <a:cubicBezTo>
                      <a:pt x="1394" y="167"/>
                      <a:pt x="715" y="83"/>
                      <a:pt x="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9"/>
              <p:cNvSpPr/>
              <p:nvPr/>
            </p:nvSpPr>
            <p:spPr>
              <a:xfrm>
                <a:off x="3438225" y="2545975"/>
                <a:ext cx="44675" cy="10400"/>
              </a:xfrm>
              <a:custGeom>
                <a:rect b="b" l="l" r="r" t="t"/>
                <a:pathLst>
                  <a:path extrusionOk="0" h="416" w="1787">
                    <a:moveTo>
                      <a:pt x="1786" y="1"/>
                    </a:moveTo>
                    <a:cubicBezTo>
                      <a:pt x="131" y="48"/>
                      <a:pt x="119" y="48"/>
                      <a:pt x="0" y="382"/>
                    </a:cubicBezTo>
                    <a:cubicBezTo>
                      <a:pt x="106" y="404"/>
                      <a:pt x="225" y="415"/>
                      <a:pt x="351" y="415"/>
                    </a:cubicBezTo>
                    <a:cubicBezTo>
                      <a:pt x="820" y="415"/>
                      <a:pt x="1392" y="263"/>
                      <a:pt x="17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29"/>
              <p:cNvSpPr/>
              <p:nvPr/>
            </p:nvSpPr>
            <p:spPr>
              <a:xfrm>
                <a:off x="3351000" y="2811475"/>
                <a:ext cx="122075" cy="73850"/>
              </a:xfrm>
              <a:custGeom>
                <a:rect b="b" l="l" r="r" t="t"/>
                <a:pathLst>
                  <a:path extrusionOk="0" h="2954" w="4883">
                    <a:moveTo>
                      <a:pt x="4882" y="1"/>
                    </a:moveTo>
                    <a:lnTo>
                      <a:pt x="4882" y="1"/>
                    </a:lnTo>
                    <a:cubicBezTo>
                      <a:pt x="4073" y="299"/>
                      <a:pt x="3311" y="680"/>
                      <a:pt x="2644" y="1061"/>
                    </a:cubicBezTo>
                    <a:cubicBezTo>
                      <a:pt x="2168" y="1334"/>
                      <a:pt x="1727" y="1620"/>
                      <a:pt x="1370" y="1882"/>
                    </a:cubicBezTo>
                    <a:cubicBezTo>
                      <a:pt x="929" y="2180"/>
                      <a:pt x="596" y="2454"/>
                      <a:pt x="358" y="2644"/>
                    </a:cubicBezTo>
                    <a:cubicBezTo>
                      <a:pt x="120" y="2847"/>
                      <a:pt x="1" y="2954"/>
                      <a:pt x="1" y="2954"/>
                    </a:cubicBezTo>
                    <a:cubicBezTo>
                      <a:pt x="1215" y="2287"/>
                      <a:pt x="2310" y="1632"/>
                      <a:pt x="3156" y="1108"/>
                    </a:cubicBezTo>
                    <a:cubicBezTo>
                      <a:pt x="3263" y="1037"/>
                      <a:pt x="3370" y="977"/>
                      <a:pt x="3465" y="918"/>
                    </a:cubicBezTo>
                    <a:cubicBezTo>
                      <a:pt x="3906" y="644"/>
                      <a:pt x="4263" y="406"/>
                      <a:pt x="4513" y="251"/>
                    </a:cubicBezTo>
                    <a:cubicBezTo>
                      <a:pt x="4751" y="84"/>
                      <a:pt x="4882" y="1"/>
                      <a:pt x="4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29"/>
              <p:cNvSpPr/>
              <p:nvPr/>
            </p:nvSpPr>
            <p:spPr>
              <a:xfrm>
                <a:off x="3679025" y="2317375"/>
                <a:ext cx="3300" cy="1225"/>
              </a:xfrm>
              <a:custGeom>
                <a:rect b="b" l="l" r="r" t="t"/>
                <a:pathLst>
                  <a:path extrusionOk="0" h="49" w="132">
                    <a:moveTo>
                      <a:pt x="48" y="1"/>
                    </a:moveTo>
                    <a:cubicBezTo>
                      <a:pt x="24" y="24"/>
                      <a:pt x="0" y="48"/>
                      <a:pt x="0" y="48"/>
                    </a:cubicBezTo>
                    <a:cubicBezTo>
                      <a:pt x="48" y="36"/>
                      <a:pt x="96" y="13"/>
                      <a:pt x="131" y="1"/>
                    </a:cubicBezTo>
                    <a:close/>
                  </a:path>
                </a:pathLst>
              </a:custGeom>
              <a:solidFill>
                <a:srgbClr val="0300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3" name="Google Shape;353;p29"/>
          <p:cNvGrpSpPr/>
          <p:nvPr/>
        </p:nvGrpSpPr>
        <p:grpSpPr>
          <a:xfrm>
            <a:off x="7095169" y="1927847"/>
            <a:ext cx="1590125" cy="2449433"/>
            <a:chOff x="2803900" y="988050"/>
            <a:chExt cx="2353300" cy="3735600"/>
          </a:xfrm>
        </p:grpSpPr>
        <p:sp>
          <p:nvSpPr>
            <p:cNvPr id="354" name="Google Shape;354;p29"/>
            <p:cNvSpPr/>
            <p:nvPr/>
          </p:nvSpPr>
          <p:spPr>
            <a:xfrm>
              <a:off x="4519900" y="2828150"/>
              <a:ext cx="301550" cy="159275"/>
            </a:xfrm>
            <a:custGeom>
              <a:rect b="b" l="l" r="r" t="t"/>
              <a:pathLst>
                <a:path extrusionOk="0" h="6371" w="12062">
                  <a:moveTo>
                    <a:pt x="1596" y="1"/>
                  </a:moveTo>
                  <a:cubicBezTo>
                    <a:pt x="977" y="477"/>
                    <a:pt x="500" y="846"/>
                    <a:pt x="0" y="1227"/>
                  </a:cubicBezTo>
                  <a:cubicBezTo>
                    <a:pt x="3537" y="2977"/>
                    <a:pt x="6894" y="4644"/>
                    <a:pt x="10383" y="6371"/>
                  </a:cubicBezTo>
                  <a:cubicBezTo>
                    <a:pt x="10966" y="4906"/>
                    <a:pt x="11466" y="3644"/>
                    <a:pt x="12061" y="2168"/>
                  </a:cubicBezTo>
                  <a:cubicBezTo>
                    <a:pt x="9025" y="1453"/>
                    <a:pt x="6132" y="798"/>
                    <a:pt x="3263" y="84"/>
                  </a:cubicBezTo>
                  <a:cubicBezTo>
                    <a:pt x="3069" y="36"/>
                    <a:pt x="2890" y="10"/>
                    <a:pt x="2724" y="10"/>
                  </a:cubicBezTo>
                  <a:cubicBezTo>
                    <a:pt x="2278" y="10"/>
                    <a:pt x="1926" y="195"/>
                    <a:pt x="1632" y="620"/>
                  </a:cubicBezTo>
                  <a:cubicBezTo>
                    <a:pt x="1608" y="656"/>
                    <a:pt x="1513" y="644"/>
                    <a:pt x="1453" y="656"/>
                  </a:cubicBezTo>
                  <a:cubicBezTo>
                    <a:pt x="1489" y="501"/>
                    <a:pt x="1524" y="358"/>
                    <a:pt x="15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9"/>
            <p:cNvSpPr/>
            <p:nvPr/>
          </p:nvSpPr>
          <p:spPr>
            <a:xfrm>
              <a:off x="4401425" y="2926625"/>
              <a:ext cx="369425" cy="109325"/>
            </a:xfrm>
            <a:custGeom>
              <a:rect b="b" l="l" r="r" t="t"/>
              <a:pathLst>
                <a:path extrusionOk="0" h="4373" w="14777">
                  <a:moveTo>
                    <a:pt x="1944" y="1"/>
                  </a:moveTo>
                  <a:cubicBezTo>
                    <a:pt x="1208" y="1"/>
                    <a:pt x="479" y="350"/>
                    <a:pt x="1" y="1193"/>
                  </a:cubicBezTo>
                  <a:cubicBezTo>
                    <a:pt x="4918" y="1658"/>
                    <a:pt x="9752" y="1991"/>
                    <a:pt x="14205" y="4372"/>
                  </a:cubicBezTo>
                  <a:cubicBezTo>
                    <a:pt x="14776" y="3753"/>
                    <a:pt x="14693" y="3372"/>
                    <a:pt x="14002" y="3182"/>
                  </a:cubicBezTo>
                  <a:cubicBezTo>
                    <a:pt x="10181" y="2134"/>
                    <a:pt x="6371" y="1039"/>
                    <a:pt x="2537" y="74"/>
                  </a:cubicBezTo>
                  <a:cubicBezTo>
                    <a:pt x="2342" y="26"/>
                    <a:pt x="2142" y="1"/>
                    <a:pt x="1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3979050" y="1832800"/>
              <a:ext cx="350075" cy="470900"/>
            </a:xfrm>
            <a:custGeom>
              <a:rect b="b" l="l" r="r" t="t"/>
              <a:pathLst>
                <a:path extrusionOk="0" h="18836" w="14003">
                  <a:moveTo>
                    <a:pt x="14003" y="0"/>
                  </a:moveTo>
                  <a:lnTo>
                    <a:pt x="14003" y="0"/>
                  </a:lnTo>
                  <a:cubicBezTo>
                    <a:pt x="13264" y="500"/>
                    <a:pt x="12705" y="1143"/>
                    <a:pt x="12181" y="1810"/>
                  </a:cubicBezTo>
                  <a:cubicBezTo>
                    <a:pt x="9180" y="5608"/>
                    <a:pt x="6192" y="9406"/>
                    <a:pt x="3192" y="13204"/>
                  </a:cubicBezTo>
                  <a:cubicBezTo>
                    <a:pt x="1680" y="14812"/>
                    <a:pt x="322" y="16526"/>
                    <a:pt x="1" y="18836"/>
                  </a:cubicBezTo>
                  <a:cubicBezTo>
                    <a:pt x="989" y="17264"/>
                    <a:pt x="1965" y="15705"/>
                    <a:pt x="2954" y="14145"/>
                  </a:cubicBezTo>
                  <a:lnTo>
                    <a:pt x="2954" y="14145"/>
                  </a:lnTo>
                  <a:cubicBezTo>
                    <a:pt x="2525" y="15145"/>
                    <a:pt x="2108" y="16145"/>
                    <a:pt x="1680" y="17145"/>
                  </a:cubicBezTo>
                  <a:cubicBezTo>
                    <a:pt x="1751" y="17181"/>
                    <a:pt x="1822" y="17217"/>
                    <a:pt x="1894" y="17252"/>
                  </a:cubicBezTo>
                  <a:cubicBezTo>
                    <a:pt x="5930" y="11502"/>
                    <a:pt x="9966" y="5751"/>
                    <a:pt x="140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3813550" y="3162725"/>
              <a:ext cx="1343650" cy="1560925"/>
            </a:xfrm>
            <a:custGeom>
              <a:rect b="b" l="l" r="r" t="t"/>
              <a:pathLst>
                <a:path extrusionOk="0" h="62437" w="53746">
                  <a:moveTo>
                    <a:pt x="20111" y="13978"/>
                  </a:moveTo>
                  <a:cubicBezTo>
                    <a:pt x="24433" y="14716"/>
                    <a:pt x="28754" y="15455"/>
                    <a:pt x="33076" y="16193"/>
                  </a:cubicBezTo>
                  <a:lnTo>
                    <a:pt x="33065" y="16538"/>
                  </a:lnTo>
                  <a:lnTo>
                    <a:pt x="24028" y="15252"/>
                  </a:lnTo>
                  <a:cubicBezTo>
                    <a:pt x="24028" y="15288"/>
                    <a:pt x="24016" y="15312"/>
                    <a:pt x="24004" y="15336"/>
                  </a:cubicBezTo>
                  <a:cubicBezTo>
                    <a:pt x="25302" y="15693"/>
                    <a:pt x="26588" y="16038"/>
                    <a:pt x="27885" y="16395"/>
                  </a:cubicBezTo>
                  <a:cubicBezTo>
                    <a:pt x="27540" y="16406"/>
                    <a:pt x="27196" y="16412"/>
                    <a:pt x="26854" y="16412"/>
                  </a:cubicBezTo>
                  <a:cubicBezTo>
                    <a:pt x="23874" y="16412"/>
                    <a:pt x="20986" y="15969"/>
                    <a:pt x="18241" y="14645"/>
                  </a:cubicBezTo>
                  <a:lnTo>
                    <a:pt x="18241" y="14645"/>
                  </a:lnTo>
                  <a:cubicBezTo>
                    <a:pt x="19503" y="14752"/>
                    <a:pt x="20777" y="14847"/>
                    <a:pt x="22039" y="14955"/>
                  </a:cubicBezTo>
                  <a:cubicBezTo>
                    <a:pt x="22039" y="14907"/>
                    <a:pt x="22051" y="14871"/>
                    <a:pt x="22051" y="14824"/>
                  </a:cubicBezTo>
                  <a:cubicBezTo>
                    <a:pt x="21385" y="14609"/>
                    <a:pt x="20730" y="14395"/>
                    <a:pt x="20063" y="14181"/>
                  </a:cubicBezTo>
                  <a:cubicBezTo>
                    <a:pt x="20075" y="14109"/>
                    <a:pt x="20099" y="14050"/>
                    <a:pt x="20111" y="13978"/>
                  </a:cubicBezTo>
                  <a:close/>
                  <a:moveTo>
                    <a:pt x="13384" y="19288"/>
                  </a:moveTo>
                  <a:lnTo>
                    <a:pt x="16848" y="20241"/>
                  </a:lnTo>
                  <a:cubicBezTo>
                    <a:pt x="15681" y="19955"/>
                    <a:pt x="14527" y="19646"/>
                    <a:pt x="13384" y="19288"/>
                  </a:cubicBezTo>
                  <a:close/>
                  <a:moveTo>
                    <a:pt x="12645" y="19253"/>
                  </a:moveTo>
                  <a:cubicBezTo>
                    <a:pt x="13214" y="19412"/>
                    <a:pt x="15634" y="20426"/>
                    <a:pt x="16660" y="20426"/>
                  </a:cubicBezTo>
                  <a:cubicBezTo>
                    <a:pt x="16858" y="20426"/>
                    <a:pt x="17003" y="20389"/>
                    <a:pt x="17074" y="20300"/>
                  </a:cubicBezTo>
                  <a:lnTo>
                    <a:pt x="16848" y="20241"/>
                  </a:lnTo>
                  <a:lnTo>
                    <a:pt x="16848" y="20241"/>
                  </a:lnTo>
                  <a:cubicBezTo>
                    <a:pt x="20732" y="21166"/>
                    <a:pt x="24729" y="21640"/>
                    <a:pt x="28728" y="21640"/>
                  </a:cubicBezTo>
                  <a:cubicBezTo>
                    <a:pt x="29411" y="21640"/>
                    <a:pt x="30095" y="21626"/>
                    <a:pt x="30779" y="21598"/>
                  </a:cubicBezTo>
                  <a:cubicBezTo>
                    <a:pt x="30943" y="21590"/>
                    <a:pt x="31112" y="21583"/>
                    <a:pt x="31281" y="21583"/>
                  </a:cubicBezTo>
                  <a:cubicBezTo>
                    <a:pt x="31820" y="21583"/>
                    <a:pt x="32359" y="21656"/>
                    <a:pt x="32767" y="21991"/>
                  </a:cubicBezTo>
                  <a:cubicBezTo>
                    <a:pt x="33565" y="22646"/>
                    <a:pt x="33386" y="23908"/>
                    <a:pt x="33100" y="24908"/>
                  </a:cubicBezTo>
                  <a:cubicBezTo>
                    <a:pt x="31838" y="29278"/>
                    <a:pt x="29969" y="33469"/>
                    <a:pt x="27564" y="37326"/>
                  </a:cubicBezTo>
                  <a:cubicBezTo>
                    <a:pt x="26814" y="38529"/>
                    <a:pt x="25933" y="39755"/>
                    <a:pt x="24611" y="40231"/>
                  </a:cubicBezTo>
                  <a:cubicBezTo>
                    <a:pt x="24204" y="40380"/>
                    <a:pt x="23802" y="40448"/>
                    <a:pt x="23406" y="40448"/>
                  </a:cubicBezTo>
                  <a:cubicBezTo>
                    <a:pt x="21009" y="40448"/>
                    <a:pt x="18860" y="37949"/>
                    <a:pt x="17563" y="35659"/>
                  </a:cubicBezTo>
                  <a:cubicBezTo>
                    <a:pt x="15908" y="32731"/>
                    <a:pt x="14455" y="29683"/>
                    <a:pt x="13193" y="26563"/>
                  </a:cubicBezTo>
                  <a:cubicBezTo>
                    <a:pt x="12252" y="24218"/>
                    <a:pt x="11443" y="21479"/>
                    <a:pt x="12645" y="19253"/>
                  </a:cubicBezTo>
                  <a:close/>
                  <a:moveTo>
                    <a:pt x="1" y="0"/>
                  </a:moveTo>
                  <a:cubicBezTo>
                    <a:pt x="2049" y="16181"/>
                    <a:pt x="4621" y="32314"/>
                    <a:pt x="7728" y="48328"/>
                  </a:cubicBezTo>
                  <a:cubicBezTo>
                    <a:pt x="8526" y="52435"/>
                    <a:pt x="9359" y="56555"/>
                    <a:pt x="10621" y="60543"/>
                  </a:cubicBezTo>
                  <a:cubicBezTo>
                    <a:pt x="10824" y="61175"/>
                    <a:pt x="11038" y="61806"/>
                    <a:pt x="11264" y="62437"/>
                  </a:cubicBezTo>
                  <a:lnTo>
                    <a:pt x="53746" y="62437"/>
                  </a:lnTo>
                  <a:lnTo>
                    <a:pt x="53746" y="45661"/>
                  </a:lnTo>
                  <a:cubicBezTo>
                    <a:pt x="53698" y="45589"/>
                    <a:pt x="53662" y="45530"/>
                    <a:pt x="53627" y="45458"/>
                  </a:cubicBezTo>
                  <a:cubicBezTo>
                    <a:pt x="52329" y="43363"/>
                    <a:pt x="52126" y="41160"/>
                    <a:pt x="52757" y="38815"/>
                  </a:cubicBezTo>
                  <a:cubicBezTo>
                    <a:pt x="53103" y="37517"/>
                    <a:pt x="53436" y="36207"/>
                    <a:pt x="53746" y="34886"/>
                  </a:cubicBezTo>
                  <a:lnTo>
                    <a:pt x="53746" y="5489"/>
                  </a:lnTo>
                  <a:cubicBezTo>
                    <a:pt x="51364" y="9394"/>
                    <a:pt x="48686" y="13085"/>
                    <a:pt x="45769" y="16610"/>
                  </a:cubicBezTo>
                  <a:cubicBezTo>
                    <a:pt x="44685" y="17919"/>
                    <a:pt x="43471" y="19122"/>
                    <a:pt x="42316" y="20384"/>
                  </a:cubicBezTo>
                  <a:cubicBezTo>
                    <a:pt x="42197" y="20324"/>
                    <a:pt x="42078" y="20265"/>
                    <a:pt x="41959" y="20205"/>
                  </a:cubicBezTo>
                  <a:cubicBezTo>
                    <a:pt x="42709" y="18431"/>
                    <a:pt x="43471" y="16669"/>
                    <a:pt x="44233" y="14907"/>
                  </a:cubicBezTo>
                  <a:lnTo>
                    <a:pt x="44245" y="14883"/>
                  </a:lnTo>
                  <a:lnTo>
                    <a:pt x="44066" y="14776"/>
                  </a:lnTo>
                  <a:cubicBezTo>
                    <a:pt x="43554" y="15609"/>
                    <a:pt x="43054" y="16455"/>
                    <a:pt x="42554" y="17288"/>
                  </a:cubicBezTo>
                  <a:cubicBezTo>
                    <a:pt x="43054" y="15931"/>
                    <a:pt x="43613" y="14585"/>
                    <a:pt x="44161" y="13228"/>
                  </a:cubicBezTo>
                  <a:lnTo>
                    <a:pt x="44161" y="13228"/>
                  </a:lnTo>
                  <a:cubicBezTo>
                    <a:pt x="43780" y="13645"/>
                    <a:pt x="43352" y="14002"/>
                    <a:pt x="42863" y="14288"/>
                  </a:cubicBezTo>
                  <a:cubicBezTo>
                    <a:pt x="41732" y="14919"/>
                    <a:pt x="40399" y="15038"/>
                    <a:pt x="39113" y="15097"/>
                  </a:cubicBezTo>
                  <a:cubicBezTo>
                    <a:pt x="38441" y="15126"/>
                    <a:pt x="37768" y="15140"/>
                    <a:pt x="37095" y="15140"/>
                  </a:cubicBezTo>
                  <a:cubicBezTo>
                    <a:pt x="32087" y="15140"/>
                    <a:pt x="27088" y="14363"/>
                    <a:pt x="22301" y="12883"/>
                  </a:cubicBezTo>
                  <a:lnTo>
                    <a:pt x="22301" y="12883"/>
                  </a:lnTo>
                  <a:cubicBezTo>
                    <a:pt x="22968" y="13109"/>
                    <a:pt x="23635" y="13323"/>
                    <a:pt x="24302" y="13514"/>
                  </a:cubicBezTo>
                  <a:cubicBezTo>
                    <a:pt x="25861" y="13966"/>
                    <a:pt x="27421" y="14395"/>
                    <a:pt x="28885" y="14812"/>
                  </a:cubicBezTo>
                  <a:cubicBezTo>
                    <a:pt x="21420" y="14407"/>
                    <a:pt x="14812" y="11740"/>
                    <a:pt x="9228" y="6668"/>
                  </a:cubicBezTo>
                  <a:cubicBezTo>
                    <a:pt x="8847" y="6418"/>
                    <a:pt x="8466" y="6156"/>
                    <a:pt x="8097" y="5894"/>
                  </a:cubicBezTo>
                  <a:cubicBezTo>
                    <a:pt x="8050" y="5977"/>
                    <a:pt x="8002" y="6061"/>
                    <a:pt x="7954" y="6144"/>
                  </a:cubicBezTo>
                  <a:cubicBezTo>
                    <a:pt x="8621" y="6775"/>
                    <a:pt x="9288" y="7418"/>
                    <a:pt x="9955" y="8049"/>
                  </a:cubicBezTo>
                  <a:cubicBezTo>
                    <a:pt x="9883" y="8132"/>
                    <a:pt x="9812" y="8216"/>
                    <a:pt x="9740" y="8299"/>
                  </a:cubicBezTo>
                  <a:cubicBezTo>
                    <a:pt x="6537" y="5561"/>
                    <a:pt x="3323" y="2822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9"/>
            <p:cNvSpPr/>
            <p:nvPr/>
          </p:nvSpPr>
          <p:spPr>
            <a:xfrm>
              <a:off x="4822025" y="2542700"/>
              <a:ext cx="335175" cy="686425"/>
            </a:xfrm>
            <a:custGeom>
              <a:rect b="b" l="l" r="r" t="t"/>
              <a:pathLst>
                <a:path extrusionOk="0" h="27457" w="13407">
                  <a:moveTo>
                    <a:pt x="13407" y="1"/>
                  </a:moveTo>
                  <a:cubicBezTo>
                    <a:pt x="10418" y="6871"/>
                    <a:pt x="6692" y="13383"/>
                    <a:pt x="2096" y="19455"/>
                  </a:cubicBezTo>
                  <a:cubicBezTo>
                    <a:pt x="2643" y="19848"/>
                    <a:pt x="3203" y="20241"/>
                    <a:pt x="3763" y="20634"/>
                  </a:cubicBezTo>
                  <a:cubicBezTo>
                    <a:pt x="3691" y="20741"/>
                    <a:pt x="3632" y="20837"/>
                    <a:pt x="3560" y="20932"/>
                  </a:cubicBezTo>
                  <a:cubicBezTo>
                    <a:pt x="2941" y="20706"/>
                    <a:pt x="2322" y="20289"/>
                    <a:pt x="1703" y="20289"/>
                  </a:cubicBezTo>
                  <a:cubicBezTo>
                    <a:pt x="1167" y="20289"/>
                    <a:pt x="643" y="20777"/>
                    <a:pt x="0" y="21099"/>
                  </a:cubicBezTo>
                  <a:cubicBezTo>
                    <a:pt x="2286" y="23134"/>
                    <a:pt x="4382" y="25016"/>
                    <a:pt x="6513" y="26909"/>
                  </a:cubicBezTo>
                  <a:cubicBezTo>
                    <a:pt x="6739" y="27087"/>
                    <a:pt x="6989" y="27266"/>
                    <a:pt x="7215" y="27456"/>
                  </a:cubicBezTo>
                  <a:cubicBezTo>
                    <a:pt x="7358" y="27159"/>
                    <a:pt x="7489" y="26897"/>
                    <a:pt x="7585" y="26635"/>
                  </a:cubicBezTo>
                  <a:cubicBezTo>
                    <a:pt x="9704" y="21003"/>
                    <a:pt x="11692" y="15348"/>
                    <a:pt x="13407" y="9609"/>
                  </a:cubicBezTo>
                  <a:lnTo>
                    <a:pt x="1340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9"/>
            <p:cNvSpPr/>
            <p:nvPr/>
          </p:nvSpPr>
          <p:spPr>
            <a:xfrm>
              <a:off x="4211225" y="3035625"/>
              <a:ext cx="136650" cy="15800"/>
            </a:xfrm>
            <a:custGeom>
              <a:rect b="b" l="l" r="r" t="t"/>
              <a:pathLst>
                <a:path extrusionOk="0" h="632" w="5466">
                  <a:moveTo>
                    <a:pt x="5323" y="0"/>
                  </a:moveTo>
                  <a:cubicBezTo>
                    <a:pt x="3549" y="167"/>
                    <a:pt x="1775" y="334"/>
                    <a:pt x="1" y="500"/>
                  </a:cubicBezTo>
                  <a:cubicBezTo>
                    <a:pt x="1751" y="524"/>
                    <a:pt x="3501" y="572"/>
                    <a:pt x="5251" y="631"/>
                  </a:cubicBezTo>
                  <a:cubicBezTo>
                    <a:pt x="5323" y="572"/>
                    <a:pt x="5394" y="512"/>
                    <a:pt x="5466" y="453"/>
                  </a:cubicBezTo>
                  <a:cubicBezTo>
                    <a:pt x="5418" y="298"/>
                    <a:pt x="5370" y="155"/>
                    <a:pt x="53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9"/>
            <p:cNvSpPr/>
            <p:nvPr/>
          </p:nvSpPr>
          <p:spPr>
            <a:xfrm>
              <a:off x="4802075" y="1679200"/>
              <a:ext cx="354825" cy="723325"/>
            </a:xfrm>
            <a:custGeom>
              <a:rect b="b" l="l" r="r" t="t"/>
              <a:pathLst>
                <a:path extrusionOk="0" h="28933" w="14193">
                  <a:moveTo>
                    <a:pt x="14193" y="1"/>
                  </a:moveTo>
                  <a:cubicBezTo>
                    <a:pt x="11895" y="3096"/>
                    <a:pt x="9549" y="6156"/>
                    <a:pt x="7156" y="9180"/>
                  </a:cubicBezTo>
                  <a:cubicBezTo>
                    <a:pt x="7394" y="9038"/>
                    <a:pt x="7644" y="8918"/>
                    <a:pt x="7918" y="8835"/>
                  </a:cubicBezTo>
                  <a:lnTo>
                    <a:pt x="7918" y="8835"/>
                  </a:lnTo>
                  <a:cubicBezTo>
                    <a:pt x="7799" y="9097"/>
                    <a:pt x="7692" y="9371"/>
                    <a:pt x="7573" y="9633"/>
                  </a:cubicBezTo>
                  <a:cubicBezTo>
                    <a:pt x="7621" y="9657"/>
                    <a:pt x="7668" y="9692"/>
                    <a:pt x="7716" y="9716"/>
                  </a:cubicBezTo>
                  <a:cubicBezTo>
                    <a:pt x="8013" y="9430"/>
                    <a:pt x="8311" y="9145"/>
                    <a:pt x="8621" y="8859"/>
                  </a:cubicBezTo>
                  <a:lnTo>
                    <a:pt x="8621" y="8859"/>
                  </a:lnTo>
                  <a:cubicBezTo>
                    <a:pt x="5382" y="13300"/>
                    <a:pt x="3727" y="18467"/>
                    <a:pt x="1989" y="23599"/>
                  </a:cubicBezTo>
                  <a:cubicBezTo>
                    <a:pt x="2346" y="22968"/>
                    <a:pt x="2703" y="22349"/>
                    <a:pt x="3072" y="21718"/>
                  </a:cubicBezTo>
                  <a:lnTo>
                    <a:pt x="3263" y="21801"/>
                  </a:lnTo>
                  <a:cubicBezTo>
                    <a:pt x="2167" y="24111"/>
                    <a:pt x="1084" y="26421"/>
                    <a:pt x="1" y="28730"/>
                  </a:cubicBezTo>
                  <a:cubicBezTo>
                    <a:pt x="120" y="28802"/>
                    <a:pt x="239" y="28861"/>
                    <a:pt x="370" y="28933"/>
                  </a:cubicBezTo>
                  <a:cubicBezTo>
                    <a:pt x="1989" y="26409"/>
                    <a:pt x="3608" y="23885"/>
                    <a:pt x="5227" y="21372"/>
                  </a:cubicBezTo>
                  <a:cubicBezTo>
                    <a:pt x="5299" y="21396"/>
                    <a:pt x="5358" y="21432"/>
                    <a:pt x="5430" y="21468"/>
                  </a:cubicBezTo>
                  <a:cubicBezTo>
                    <a:pt x="4632" y="22992"/>
                    <a:pt x="3834" y="24516"/>
                    <a:pt x="3049" y="26052"/>
                  </a:cubicBezTo>
                  <a:cubicBezTo>
                    <a:pt x="3096" y="26087"/>
                    <a:pt x="3156" y="26123"/>
                    <a:pt x="3203" y="26171"/>
                  </a:cubicBezTo>
                  <a:cubicBezTo>
                    <a:pt x="4584" y="24432"/>
                    <a:pt x="5954" y="22706"/>
                    <a:pt x="7323" y="20979"/>
                  </a:cubicBezTo>
                  <a:cubicBezTo>
                    <a:pt x="7371" y="21003"/>
                    <a:pt x="7418" y="21039"/>
                    <a:pt x="7466" y="21063"/>
                  </a:cubicBezTo>
                  <a:cubicBezTo>
                    <a:pt x="6966" y="21944"/>
                    <a:pt x="6466" y="22825"/>
                    <a:pt x="5966" y="23706"/>
                  </a:cubicBezTo>
                  <a:cubicBezTo>
                    <a:pt x="6085" y="23777"/>
                    <a:pt x="6204" y="23849"/>
                    <a:pt x="6323" y="23932"/>
                  </a:cubicBezTo>
                  <a:cubicBezTo>
                    <a:pt x="7347" y="22587"/>
                    <a:pt x="8347" y="21218"/>
                    <a:pt x="9395" y="19896"/>
                  </a:cubicBezTo>
                  <a:cubicBezTo>
                    <a:pt x="9942" y="19205"/>
                    <a:pt x="10609" y="18598"/>
                    <a:pt x="11157" y="17908"/>
                  </a:cubicBezTo>
                  <a:cubicBezTo>
                    <a:pt x="11669" y="17253"/>
                    <a:pt x="12216" y="16586"/>
                    <a:pt x="12538" y="15836"/>
                  </a:cubicBezTo>
                  <a:cubicBezTo>
                    <a:pt x="13062" y="14610"/>
                    <a:pt x="13621" y="13407"/>
                    <a:pt x="14193" y="12217"/>
                  </a:cubicBezTo>
                  <a:lnTo>
                    <a:pt x="1419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9"/>
            <p:cNvSpPr/>
            <p:nvPr/>
          </p:nvSpPr>
          <p:spPr>
            <a:xfrm>
              <a:off x="4406200" y="2020925"/>
              <a:ext cx="118175" cy="162525"/>
            </a:xfrm>
            <a:custGeom>
              <a:rect b="b" l="l" r="r" t="t"/>
              <a:pathLst>
                <a:path extrusionOk="0" h="6501" w="4727">
                  <a:moveTo>
                    <a:pt x="4727" y="0"/>
                  </a:moveTo>
                  <a:lnTo>
                    <a:pt x="4727" y="0"/>
                  </a:lnTo>
                  <a:cubicBezTo>
                    <a:pt x="3358" y="1429"/>
                    <a:pt x="1977" y="2858"/>
                    <a:pt x="584" y="4274"/>
                  </a:cubicBezTo>
                  <a:cubicBezTo>
                    <a:pt x="453" y="4501"/>
                    <a:pt x="334" y="4739"/>
                    <a:pt x="238" y="5001"/>
                  </a:cubicBezTo>
                  <a:cubicBezTo>
                    <a:pt x="60" y="5465"/>
                    <a:pt x="0" y="5965"/>
                    <a:pt x="36" y="6501"/>
                  </a:cubicBezTo>
                  <a:cubicBezTo>
                    <a:pt x="1596" y="4334"/>
                    <a:pt x="3167" y="2167"/>
                    <a:pt x="4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9"/>
            <p:cNvSpPr/>
            <p:nvPr/>
          </p:nvSpPr>
          <p:spPr>
            <a:xfrm>
              <a:off x="4452325" y="1308625"/>
              <a:ext cx="704575" cy="974550"/>
            </a:xfrm>
            <a:custGeom>
              <a:rect b="b" l="l" r="r" t="t"/>
              <a:pathLst>
                <a:path extrusionOk="0" h="38982" w="28183">
                  <a:moveTo>
                    <a:pt x="28183" y="0"/>
                  </a:moveTo>
                  <a:cubicBezTo>
                    <a:pt x="20599" y="9252"/>
                    <a:pt x="12669" y="18217"/>
                    <a:pt x="4418" y="26885"/>
                  </a:cubicBezTo>
                  <a:cubicBezTo>
                    <a:pt x="4442" y="26909"/>
                    <a:pt x="4477" y="26920"/>
                    <a:pt x="4501" y="26944"/>
                  </a:cubicBezTo>
                  <a:cubicBezTo>
                    <a:pt x="3192" y="29064"/>
                    <a:pt x="1870" y="31195"/>
                    <a:pt x="560" y="33326"/>
                  </a:cubicBezTo>
                  <a:cubicBezTo>
                    <a:pt x="620" y="33362"/>
                    <a:pt x="691" y="33409"/>
                    <a:pt x="751" y="33445"/>
                  </a:cubicBezTo>
                  <a:cubicBezTo>
                    <a:pt x="1953" y="31826"/>
                    <a:pt x="3156" y="30207"/>
                    <a:pt x="4358" y="28587"/>
                  </a:cubicBezTo>
                  <a:cubicBezTo>
                    <a:pt x="4418" y="28635"/>
                    <a:pt x="4489" y="28671"/>
                    <a:pt x="4549" y="28706"/>
                  </a:cubicBezTo>
                  <a:cubicBezTo>
                    <a:pt x="3108" y="31123"/>
                    <a:pt x="1656" y="33528"/>
                    <a:pt x="203" y="35945"/>
                  </a:cubicBezTo>
                  <a:cubicBezTo>
                    <a:pt x="263" y="35981"/>
                    <a:pt x="334" y="36029"/>
                    <a:pt x="406" y="36076"/>
                  </a:cubicBezTo>
                  <a:cubicBezTo>
                    <a:pt x="1489" y="34862"/>
                    <a:pt x="2584" y="33659"/>
                    <a:pt x="3680" y="32445"/>
                  </a:cubicBezTo>
                  <a:lnTo>
                    <a:pt x="3680" y="32445"/>
                  </a:lnTo>
                  <a:cubicBezTo>
                    <a:pt x="2882" y="34826"/>
                    <a:pt x="632" y="36338"/>
                    <a:pt x="1" y="38779"/>
                  </a:cubicBezTo>
                  <a:cubicBezTo>
                    <a:pt x="96" y="38850"/>
                    <a:pt x="179" y="38922"/>
                    <a:pt x="275" y="38981"/>
                  </a:cubicBezTo>
                  <a:lnTo>
                    <a:pt x="5120" y="33695"/>
                  </a:lnTo>
                  <a:cubicBezTo>
                    <a:pt x="5168" y="33719"/>
                    <a:pt x="5228" y="33755"/>
                    <a:pt x="5287" y="33778"/>
                  </a:cubicBezTo>
                  <a:cubicBezTo>
                    <a:pt x="4894" y="34398"/>
                    <a:pt x="4501" y="35017"/>
                    <a:pt x="4108" y="35636"/>
                  </a:cubicBezTo>
                  <a:cubicBezTo>
                    <a:pt x="4144" y="35660"/>
                    <a:pt x="4192" y="35683"/>
                    <a:pt x="4227" y="35707"/>
                  </a:cubicBezTo>
                  <a:cubicBezTo>
                    <a:pt x="5311" y="34802"/>
                    <a:pt x="6406" y="33909"/>
                    <a:pt x="7490" y="33005"/>
                  </a:cubicBezTo>
                  <a:cubicBezTo>
                    <a:pt x="7561" y="33052"/>
                    <a:pt x="7621" y="33112"/>
                    <a:pt x="7680" y="33171"/>
                  </a:cubicBezTo>
                  <a:cubicBezTo>
                    <a:pt x="6644" y="34469"/>
                    <a:pt x="5597" y="35767"/>
                    <a:pt x="4561" y="37076"/>
                  </a:cubicBezTo>
                  <a:cubicBezTo>
                    <a:pt x="4620" y="37124"/>
                    <a:pt x="4680" y="37184"/>
                    <a:pt x="4739" y="37243"/>
                  </a:cubicBezTo>
                  <a:cubicBezTo>
                    <a:pt x="6823" y="35064"/>
                    <a:pt x="8895" y="32897"/>
                    <a:pt x="10978" y="30730"/>
                  </a:cubicBezTo>
                  <a:lnTo>
                    <a:pt x="10978" y="30730"/>
                  </a:lnTo>
                  <a:cubicBezTo>
                    <a:pt x="9299" y="33183"/>
                    <a:pt x="6978" y="35124"/>
                    <a:pt x="5370" y="37815"/>
                  </a:cubicBezTo>
                  <a:cubicBezTo>
                    <a:pt x="5460" y="37821"/>
                    <a:pt x="5547" y="37824"/>
                    <a:pt x="5632" y="37824"/>
                  </a:cubicBezTo>
                  <a:cubicBezTo>
                    <a:pt x="7309" y="37824"/>
                    <a:pt x="7998" y="36629"/>
                    <a:pt x="8871" y="35779"/>
                  </a:cubicBezTo>
                  <a:cubicBezTo>
                    <a:pt x="10645" y="34028"/>
                    <a:pt x="12359" y="32219"/>
                    <a:pt x="14098" y="30445"/>
                  </a:cubicBezTo>
                  <a:cubicBezTo>
                    <a:pt x="14145" y="30492"/>
                    <a:pt x="14205" y="30528"/>
                    <a:pt x="14252" y="30576"/>
                  </a:cubicBezTo>
                  <a:cubicBezTo>
                    <a:pt x="19170" y="22194"/>
                    <a:pt x="23742" y="13597"/>
                    <a:pt x="28183" y="4942"/>
                  </a:cubicBezTo>
                  <a:lnTo>
                    <a:pt x="2818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9"/>
            <p:cNvSpPr/>
            <p:nvPr/>
          </p:nvSpPr>
          <p:spPr>
            <a:xfrm>
              <a:off x="3729925" y="3097825"/>
              <a:ext cx="1200" cy="8675"/>
            </a:xfrm>
            <a:custGeom>
              <a:rect b="b" l="l" r="r" t="t"/>
              <a:pathLst>
                <a:path extrusionOk="0" h="347" w="48">
                  <a:moveTo>
                    <a:pt x="0" y="1"/>
                  </a:moveTo>
                  <a:lnTo>
                    <a:pt x="0" y="1"/>
                  </a:lnTo>
                  <a:cubicBezTo>
                    <a:pt x="12" y="120"/>
                    <a:pt x="24" y="227"/>
                    <a:pt x="48" y="346"/>
                  </a:cubicBezTo>
                  <a:cubicBezTo>
                    <a:pt x="48" y="239"/>
                    <a:pt x="36" y="144"/>
                    <a:pt x="36" y="36"/>
                  </a:cubicBezTo>
                  <a:cubicBezTo>
                    <a:pt x="24" y="25"/>
                    <a:pt x="12" y="13"/>
                    <a:pt x="0" y="1"/>
                  </a:cubicBezTo>
                  <a:close/>
                </a:path>
              </a:pathLst>
            </a:custGeom>
            <a:solidFill>
              <a:srgbClr val="FFC5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9"/>
            <p:cNvSpPr/>
            <p:nvPr/>
          </p:nvSpPr>
          <p:spPr>
            <a:xfrm>
              <a:off x="3723375" y="2829350"/>
              <a:ext cx="92600" cy="106275"/>
            </a:xfrm>
            <a:custGeom>
              <a:rect b="b" l="l" r="r" t="t"/>
              <a:pathLst>
                <a:path extrusionOk="0" h="4251" w="3704">
                  <a:moveTo>
                    <a:pt x="3417" y="0"/>
                  </a:moveTo>
                  <a:cubicBezTo>
                    <a:pt x="2274" y="1286"/>
                    <a:pt x="1143" y="2584"/>
                    <a:pt x="0" y="3870"/>
                  </a:cubicBezTo>
                  <a:cubicBezTo>
                    <a:pt x="143" y="3989"/>
                    <a:pt x="286" y="4120"/>
                    <a:pt x="441" y="4251"/>
                  </a:cubicBezTo>
                  <a:cubicBezTo>
                    <a:pt x="1524" y="2917"/>
                    <a:pt x="2608" y="1596"/>
                    <a:pt x="3703" y="262"/>
                  </a:cubicBezTo>
                  <a:cubicBezTo>
                    <a:pt x="3608" y="179"/>
                    <a:pt x="3513" y="84"/>
                    <a:pt x="34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9"/>
            <p:cNvSpPr/>
            <p:nvPr/>
          </p:nvSpPr>
          <p:spPr>
            <a:xfrm>
              <a:off x="3596875" y="2422750"/>
              <a:ext cx="21450" cy="119975"/>
            </a:xfrm>
            <a:custGeom>
              <a:rect b="b" l="l" r="r" t="t"/>
              <a:pathLst>
                <a:path extrusionOk="0" h="4799" w="858">
                  <a:moveTo>
                    <a:pt x="595" y="0"/>
                  </a:moveTo>
                  <a:cubicBezTo>
                    <a:pt x="393" y="1608"/>
                    <a:pt x="191" y="3203"/>
                    <a:pt x="0" y="4799"/>
                  </a:cubicBezTo>
                  <a:cubicBezTo>
                    <a:pt x="107" y="4799"/>
                    <a:pt x="214" y="4787"/>
                    <a:pt x="334" y="4787"/>
                  </a:cubicBezTo>
                  <a:cubicBezTo>
                    <a:pt x="500" y="3203"/>
                    <a:pt x="679" y="1620"/>
                    <a:pt x="857" y="36"/>
                  </a:cubicBezTo>
                  <a:cubicBezTo>
                    <a:pt x="762" y="24"/>
                    <a:pt x="679" y="12"/>
                    <a:pt x="5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9"/>
            <p:cNvSpPr/>
            <p:nvPr/>
          </p:nvSpPr>
          <p:spPr>
            <a:xfrm>
              <a:off x="3254850" y="2296550"/>
              <a:ext cx="28300" cy="150925"/>
            </a:xfrm>
            <a:custGeom>
              <a:rect b="b" l="l" r="r" t="t"/>
              <a:pathLst>
                <a:path extrusionOk="0" h="6037" w="1132">
                  <a:moveTo>
                    <a:pt x="1132" y="0"/>
                  </a:moveTo>
                  <a:cubicBezTo>
                    <a:pt x="1049" y="12"/>
                    <a:pt x="953" y="12"/>
                    <a:pt x="870" y="12"/>
                  </a:cubicBezTo>
                  <a:cubicBezTo>
                    <a:pt x="584" y="2000"/>
                    <a:pt x="299" y="4001"/>
                    <a:pt x="1" y="5989"/>
                  </a:cubicBezTo>
                  <a:cubicBezTo>
                    <a:pt x="144" y="6001"/>
                    <a:pt x="287" y="6025"/>
                    <a:pt x="429" y="6037"/>
                  </a:cubicBezTo>
                  <a:cubicBezTo>
                    <a:pt x="668" y="4025"/>
                    <a:pt x="894" y="2012"/>
                    <a:pt x="11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9"/>
            <p:cNvSpPr/>
            <p:nvPr/>
          </p:nvSpPr>
          <p:spPr>
            <a:xfrm>
              <a:off x="2803900" y="988050"/>
              <a:ext cx="2081850" cy="3735600"/>
            </a:xfrm>
            <a:custGeom>
              <a:rect b="b" l="l" r="r" t="t"/>
              <a:pathLst>
                <a:path extrusionOk="0" h="149424" w="83274">
                  <a:moveTo>
                    <a:pt x="15277" y="8263"/>
                  </a:moveTo>
                  <a:cubicBezTo>
                    <a:pt x="15384" y="8347"/>
                    <a:pt x="15491" y="8430"/>
                    <a:pt x="15586" y="8525"/>
                  </a:cubicBezTo>
                  <a:lnTo>
                    <a:pt x="7728" y="18038"/>
                  </a:lnTo>
                  <a:cubicBezTo>
                    <a:pt x="7633" y="17967"/>
                    <a:pt x="7538" y="17884"/>
                    <a:pt x="7454" y="17800"/>
                  </a:cubicBezTo>
                  <a:cubicBezTo>
                    <a:pt x="10062" y="14621"/>
                    <a:pt x="12669" y="11442"/>
                    <a:pt x="15277" y="8263"/>
                  </a:cubicBezTo>
                  <a:close/>
                  <a:moveTo>
                    <a:pt x="1" y="0"/>
                  </a:moveTo>
                  <a:lnTo>
                    <a:pt x="1" y="149424"/>
                  </a:lnTo>
                  <a:lnTo>
                    <a:pt x="46173" y="149424"/>
                  </a:lnTo>
                  <a:cubicBezTo>
                    <a:pt x="44995" y="146495"/>
                    <a:pt x="44102" y="143411"/>
                    <a:pt x="43518" y="140172"/>
                  </a:cubicBezTo>
                  <a:cubicBezTo>
                    <a:pt x="43399" y="139541"/>
                    <a:pt x="43244" y="138922"/>
                    <a:pt x="43102" y="138303"/>
                  </a:cubicBezTo>
                  <a:cubicBezTo>
                    <a:pt x="43087" y="138238"/>
                    <a:pt x="43063" y="138172"/>
                    <a:pt x="43061" y="138172"/>
                  </a:cubicBezTo>
                  <a:lnTo>
                    <a:pt x="43061" y="138172"/>
                  </a:lnTo>
                  <a:cubicBezTo>
                    <a:pt x="43060" y="138172"/>
                    <a:pt x="43067" y="138198"/>
                    <a:pt x="43090" y="138267"/>
                  </a:cubicBezTo>
                  <a:cubicBezTo>
                    <a:pt x="42078" y="137922"/>
                    <a:pt x="41197" y="137755"/>
                    <a:pt x="40458" y="137351"/>
                  </a:cubicBezTo>
                  <a:cubicBezTo>
                    <a:pt x="39744" y="136958"/>
                    <a:pt x="39065" y="136398"/>
                    <a:pt x="38530" y="135767"/>
                  </a:cubicBezTo>
                  <a:cubicBezTo>
                    <a:pt x="33469" y="129945"/>
                    <a:pt x="28254" y="124230"/>
                    <a:pt x="23468" y="118182"/>
                  </a:cubicBezTo>
                  <a:cubicBezTo>
                    <a:pt x="20944" y="115003"/>
                    <a:pt x="19134" y="111240"/>
                    <a:pt x="17122" y="107668"/>
                  </a:cubicBezTo>
                  <a:cubicBezTo>
                    <a:pt x="15681" y="105121"/>
                    <a:pt x="15205" y="102251"/>
                    <a:pt x="15169" y="99370"/>
                  </a:cubicBezTo>
                  <a:cubicBezTo>
                    <a:pt x="15122" y="95488"/>
                    <a:pt x="15122" y="91571"/>
                    <a:pt x="15527" y="87702"/>
                  </a:cubicBezTo>
                  <a:cubicBezTo>
                    <a:pt x="15979" y="83296"/>
                    <a:pt x="16896" y="78927"/>
                    <a:pt x="17586" y="74533"/>
                  </a:cubicBezTo>
                  <a:cubicBezTo>
                    <a:pt x="17646" y="74152"/>
                    <a:pt x="17694" y="73712"/>
                    <a:pt x="17563" y="73379"/>
                  </a:cubicBezTo>
                  <a:cubicBezTo>
                    <a:pt x="16312" y="70342"/>
                    <a:pt x="15027" y="67318"/>
                    <a:pt x="13705" y="64163"/>
                  </a:cubicBezTo>
                  <a:lnTo>
                    <a:pt x="13705" y="64163"/>
                  </a:lnTo>
                  <a:cubicBezTo>
                    <a:pt x="14657" y="68676"/>
                    <a:pt x="15586" y="73093"/>
                    <a:pt x="16515" y="77510"/>
                  </a:cubicBezTo>
                  <a:cubicBezTo>
                    <a:pt x="16455" y="77534"/>
                    <a:pt x="16384" y="77546"/>
                    <a:pt x="16312" y="77570"/>
                  </a:cubicBezTo>
                  <a:cubicBezTo>
                    <a:pt x="16003" y="76784"/>
                    <a:pt x="15693" y="75998"/>
                    <a:pt x="15372" y="75212"/>
                  </a:cubicBezTo>
                  <a:cubicBezTo>
                    <a:pt x="12741" y="68759"/>
                    <a:pt x="10526" y="62163"/>
                    <a:pt x="9133" y="55317"/>
                  </a:cubicBezTo>
                  <a:cubicBezTo>
                    <a:pt x="7049" y="45137"/>
                    <a:pt x="7597" y="35029"/>
                    <a:pt x="10431" y="25075"/>
                  </a:cubicBezTo>
                  <a:cubicBezTo>
                    <a:pt x="12371" y="18253"/>
                    <a:pt x="14848" y="11621"/>
                    <a:pt x="18801" y="5644"/>
                  </a:cubicBezTo>
                  <a:cubicBezTo>
                    <a:pt x="18991" y="5346"/>
                    <a:pt x="19218" y="5061"/>
                    <a:pt x="19575" y="4822"/>
                  </a:cubicBezTo>
                  <a:lnTo>
                    <a:pt x="19575" y="4822"/>
                  </a:lnTo>
                  <a:cubicBezTo>
                    <a:pt x="14908" y="13990"/>
                    <a:pt x="12431" y="23682"/>
                    <a:pt x="12276" y="33862"/>
                  </a:cubicBezTo>
                  <a:cubicBezTo>
                    <a:pt x="13491" y="29933"/>
                    <a:pt x="14741" y="25920"/>
                    <a:pt x="15979" y="21920"/>
                  </a:cubicBezTo>
                  <a:cubicBezTo>
                    <a:pt x="16062" y="21944"/>
                    <a:pt x="16146" y="21967"/>
                    <a:pt x="16229" y="21991"/>
                  </a:cubicBezTo>
                  <a:cubicBezTo>
                    <a:pt x="15431" y="25277"/>
                    <a:pt x="14634" y="28575"/>
                    <a:pt x="13836" y="31873"/>
                  </a:cubicBezTo>
                  <a:cubicBezTo>
                    <a:pt x="15610" y="26718"/>
                    <a:pt x="17074" y="21467"/>
                    <a:pt x="20396" y="16824"/>
                  </a:cubicBezTo>
                  <a:lnTo>
                    <a:pt x="20396" y="16824"/>
                  </a:lnTo>
                  <a:cubicBezTo>
                    <a:pt x="19075" y="20312"/>
                    <a:pt x="17813" y="23658"/>
                    <a:pt x="16551" y="27004"/>
                  </a:cubicBezTo>
                  <a:cubicBezTo>
                    <a:pt x="16658" y="27051"/>
                    <a:pt x="16765" y="27087"/>
                    <a:pt x="16860" y="27135"/>
                  </a:cubicBezTo>
                  <a:cubicBezTo>
                    <a:pt x="18003" y="24527"/>
                    <a:pt x="19146" y="21920"/>
                    <a:pt x="20289" y="19324"/>
                  </a:cubicBezTo>
                  <a:cubicBezTo>
                    <a:pt x="20372" y="19360"/>
                    <a:pt x="20468" y="19396"/>
                    <a:pt x="20551" y="19431"/>
                  </a:cubicBezTo>
                  <a:cubicBezTo>
                    <a:pt x="20158" y="20479"/>
                    <a:pt x="19765" y="21539"/>
                    <a:pt x="19360" y="22587"/>
                  </a:cubicBezTo>
                  <a:cubicBezTo>
                    <a:pt x="19408" y="22610"/>
                    <a:pt x="19444" y="22634"/>
                    <a:pt x="19491" y="22658"/>
                  </a:cubicBezTo>
                  <a:cubicBezTo>
                    <a:pt x="21313" y="19229"/>
                    <a:pt x="23135" y="15800"/>
                    <a:pt x="24956" y="12371"/>
                  </a:cubicBezTo>
                  <a:cubicBezTo>
                    <a:pt x="25123" y="12442"/>
                    <a:pt x="25278" y="12514"/>
                    <a:pt x="25445" y="12585"/>
                  </a:cubicBezTo>
                  <a:cubicBezTo>
                    <a:pt x="25087" y="13609"/>
                    <a:pt x="24837" y="14693"/>
                    <a:pt x="24385" y="15681"/>
                  </a:cubicBezTo>
                  <a:cubicBezTo>
                    <a:pt x="21456" y="22015"/>
                    <a:pt x="19849" y="28742"/>
                    <a:pt x="18646" y="35564"/>
                  </a:cubicBezTo>
                  <a:cubicBezTo>
                    <a:pt x="18098" y="38660"/>
                    <a:pt x="17765" y="41779"/>
                    <a:pt x="17336" y="44887"/>
                  </a:cubicBezTo>
                  <a:cubicBezTo>
                    <a:pt x="17432" y="44899"/>
                    <a:pt x="17527" y="44923"/>
                    <a:pt x="17622" y="44935"/>
                  </a:cubicBezTo>
                  <a:cubicBezTo>
                    <a:pt x="18241" y="42160"/>
                    <a:pt x="18848" y="39386"/>
                    <a:pt x="19468" y="36600"/>
                  </a:cubicBezTo>
                  <a:cubicBezTo>
                    <a:pt x="19539" y="36612"/>
                    <a:pt x="19610" y="36636"/>
                    <a:pt x="19682" y="36648"/>
                  </a:cubicBezTo>
                  <a:cubicBezTo>
                    <a:pt x="19003" y="40982"/>
                    <a:pt x="18325" y="45316"/>
                    <a:pt x="17634" y="49649"/>
                  </a:cubicBezTo>
                  <a:cubicBezTo>
                    <a:pt x="17705" y="49649"/>
                    <a:pt x="17765" y="49661"/>
                    <a:pt x="17825" y="49673"/>
                  </a:cubicBezTo>
                  <a:cubicBezTo>
                    <a:pt x="18122" y="48292"/>
                    <a:pt x="18408" y="46899"/>
                    <a:pt x="18765" y="45256"/>
                  </a:cubicBezTo>
                  <a:cubicBezTo>
                    <a:pt x="18884" y="45732"/>
                    <a:pt x="18944" y="45947"/>
                    <a:pt x="19003" y="46173"/>
                  </a:cubicBezTo>
                  <a:cubicBezTo>
                    <a:pt x="19670" y="43220"/>
                    <a:pt x="20337" y="40303"/>
                    <a:pt x="21004" y="37386"/>
                  </a:cubicBezTo>
                  <a:cubicBezTo>
                    <a:pt x="21099" y="37410"/>
                    <a:pt x="21194" y="37434"/>
                    <a:pt x="21289" y="37457"/>
                  </a:cubicBezTo>
                  <a:cubicBezTo>
                    <a:pt x="20611" y="40494"/>
                    <a:pt x="19944" y="43542"/>
                    <a:pt x="19265" y="46578"/>
                  </a:cubicBezTo>
                  <a:cubicBezTo>
                    <a:pt x="19349" y="46601"/>
                    <a:pt x="19444" y="46625"/>
                    <a:pt x="19527" y="46637"/>
                  </a:cubicBezTo>
                  <a:cubicBezTo>
                    <a:pt x="20039" y="44649"/>
                    <a:pt x="20563" y="42649"/>
                    <a:pt x="21075" y="40660"/>
                  </a:cubicBezTo>
                  <a:cubicBezTo>
                    <a:pt x="21123" y="40660"/>
                    <a:pt x="21182" y="40672"/>
                    <a:pt x="21230" y="40684"/>
                  </a:cubicBezTo>
                  <a:cubicBezTo>
                    <a:pt x="21111" y="41732"/>
                    <a:pt x="21004" y="42780"/>
                    <a:pt x="20884" y="43827"/>
                  </a:cubicBezTo>
                  <a:lnTo>
                    <a:pt x="21158" y="43994"/>
                  </a:lnTo>
                  <a:cubicBezTo>
                    <a:pt x="21337" y="43708"/>
                    <a:pt x="21599" y="43446"/>
                    <a:pt x="21694" y="43137"/>
                  </a:cubicBezTo>
                  <a:cubicBezTo>
                    <a:pt x="22849" y="39136"/>
                    <a:pt x="23968" y="35112"/>
                    <a:pt x="25111" y="31111"/>
                  </a:cubicBezTo>
                  <a:cubicBezTo>
                    <a:pt x="25337" y="30314"/>
                    <a:pt x="25599" y="29528"/>
                    <a:pt x="25968" y="28766"/>
                  </a:cubicBezTo>
                  <a:lnTo>
                    <a:pt x="25968" y="28766"/>
                  </a:lnTo>
                  <a:cubicBezTo>
                    <a:pt x="24540" y="34136"/>
                    <a:pt x="23313" y="39541"/>
                    <a:pt x="23099" y="45125"/>
                  </a:cubicBezTo>
                  <a:cubicBezTo>
                    <a:pt x="23313" y="43970"/>
                    <a:pt x="23540" y="42815"/>
                    <a:pt x="23790" y="41541"/>
                  </a:cubicBezTo>
                  <a:cubicBezTo>
                    <a:pt x="23873" y="41803"/>
                    <a:pt x="23921" y="41934"/>
                    <a:pt x="24028" y="42256"/>
                  </a:cubicBezTo>
                  <a:cubicBezTo>
                    <a:pt x="24897" y="35064"/>
                    <a:pt x="26242" y="28159"/>
                    <a:pt x="29802" y="22098"/>
                  </a:cubicBezTo>
                  <a:lnTo>
                    <a:pt x="29802" y="22098"/>
                  </a:lnTo>
                  <a:cubicBezTo>
                    <a:pt x="28254" y="28492"/>
                    <a:pt x="26671" y="35088"/>
                    <a:pt x="25075" y="41672"/>
                  </a:cubicBezTo>
                  <a:cubicBezTo>
                    <a:pt x="25195" y="41696"/>
                    <a:pt x="25314" y="41732"/>
                    <a:pt x="25421" y="41756"/>
                  </a:cubicBezTo>
                  <a:cubicBezTo>
                    <a:pt x="26123" y="39196"/>
                    <a:pt x="26742" y="36612"/>
                    <a:pt x="27528" y="34076"/>
                  </a:cubicBezTo>
                  <a:cubicBezTo>
                    <a:pt x="28350" y="31457"/>
                    <a:pt x="29243" y="28861"/>
                    <a:pt x="30243" y="26301"/>
                  </a:cubicBezTo>
                  <a:cubicBezTo>
                    <a:pt x="31219" y="23801"/>
                    <a:pt x="32374" y="21348"/>
                    <a:pt x="33446" y="18884"/>
                  </a:cubicBezTo>
                  <a:cubicBezTo>
                    <a:pt x="33565" y="18919"/>
                    <a:pt x="33672" y="18955"/>
                    <a:pt x="33779" y="19003"/>
                  </a:cubicBezTo>
                  <a:cubicBezTo>
                    <a:pt x="33469" y="19979"/>
                    <a:pt x="33184" y="20979"/>
                    <a:pt x="32826" y="21944"/>
                  </a:cubicBezTo>
                  <a:cubicBezTo>
                    <a:pt x="30469" y="28171"/>
                    <a:pt x="28433" y="34493"/>
                    <a:pt x="27123" y="41029"/>
                  </a:cubicBezTo>
                  <a:cubicBezTo>
                    <a:pt x="25849" y="47423"/>
                    <a:pt x="26135" y="53829"/>
                    <a:pt x="27171" y="60234"/>
                  </a:cubicBezTo>
                  <a:cubicBezTo>
                    <a:pt x="27290" y="57353"/>
                    <a:pt x="27314" y="54448"/>
                    <a:pt x="27564" y="51578"/>
                  </a:cubicBezTo>
                  <a:cubicBezTo>
                    <a:pt x="27814" y="48602"/>
                    <a:pt x="28195" y="45649"/>
                    <a:pt x="28707" y="42708"/>
                  </a:cubicBezTo>
                  <a:cubicBezTo>
                    <a:pt x="29207" y="39827"/>
                    <a:pt x="29933" y="36969"/>
                    <a:pt x="30802" y="34148"/>
                  </a:cubicBezTo>
                  <a:lnTo>
                    <a:pt x="30802" y="34148"/>
                  </a:lnTo>
                  <a:cubicBezTo>
                    <a:pt x="30564" y="35898"/>
                    <a:pt x="30326" y="37660"/>
                    <a:pt x="30088" y="39410"/>
                  </a:cubicBezTo>
                  <a:cubicBezTo>
                    <a:pt x="30171" y="39422"/>
                    <a:pt x="30243" y="39434"/>
                    <a:pt x="30326" y="39446"/>
                  </a:cubicBezTo>
                  <a:cubicBezTo>
                    <a:pt x="30767" y="37326"/>
                    <a:pt x="31219" y="35195"/>
                    <a:pt x="31731" y="32766"/>
                  </a:cubicBezTo>
                  <a:lnTo>
                    <a:pt x="31731" y="32766"/>
                  </a:lnTo>
                  <a:cubicBezTo>
                    <a:pt x="31112" y="40589"/>
                    <a:pt x="30517" y="48114"/>
                    <a:pt x="29921" y="55626"/>
                  </a:cubicBezTo>
                  <a:cubicBezTo>
                    <a:pt x="30028" y="55638"/>
                    <a:pt x="30124" y="55650"/>
                    <a:pt x="30231" y="55650"/>
                  </a:cubicBezTo>
                  <a:cubicBezTo>
                    <a:pt x="30588" y="52340"/>
                    <a:pt x="30945" y="49030"/>
                    <a:pt x="31291" y="45720"/>
                  </a:cubicBezTo>
                  <a:lnTo>
                    <a:pt x="31398" y="45732"/>
                  </a:lnTo>
                  <a:cubicBezTo>
                    <a:pt x="31219" y="50197"/>
                    <a:pt x="31029" y="54650"/>
                    <a:pt x="30850" y="59115"/>
                  </a:cubicBezTo>
                  <a:lnTo>
                    <a:pt x="30933" y="59115"/>
                  </a:lnTo>
                  <a:lnTo>
                    <a:pt x="32529" y="45887"/>
                  </a:lnTo>
                  <a:cubicBezTo>
                    <a:pt x="32600" y="45899"/>
                    <a:pt x="32684" y="45899"/>
                    <a:pt x="32767" y="45911"/>
                  </a:cubicBezTo>
                  <a:lnTo>
                    <a:pt x="32767" y="48328"/>
                  </a:lnTo>
                  <a:cubicBezTo>
                    <a:pt x="32838" y="48328"/>
                    <a:pt x="32898" y="48340"/>
                    <a:pt x="32969" y="48352"/>
                  </a:cubicBezTo>
                  <a:lnTo>
                    <a:pt x="34970" y="40565"/>
                  </a:lnTo>
                  <a:cubicBezTo>
                    <a:pt x="35041" y="40577"/>
                    <a:pt x="35112" y="40589"/>
                    <a:pt x="35184" y="40601"/>
                  </a:cubicBezTo>
                  <a:lnTo>
                    <a:pt x="33886" y="48125"/>
                  </a:lnTo>
                  <a:cubicBezTo>
                    <a:pt x="33946" y="48137"/>
                    <a:pt x="34005" y="48149"/>
                    <a:pt x="34065" y="48161"/>
                  </a:cubicBezTo>
                  <a:cubicBezTo>
                    <a:pt x="34731" y="45970"/>
                    <a:pt x="35243" y="43708"/>
                    <a:pt x="36124" y="41613"/>
                  </a:cubicBezTo>
                  <a:cubicBezTo>
                    <a:pt x="37410" y="38517"/>
                    <a:pt x="38970" y="35529"/>
                    <a:pt x="40530" y="32254"/>
                  </a:cubicBezTo>
                  <a:lnTo>
                    <a:pt x="40530" y="32254"/>
                  </a:lnTo>
                  <a:cubicBezTo>
                    <a:pt x="39446" y="37672"/>
                    <a:pt x="38410" y="42803"/>
                    <a:pt x="37398" y="47852"/>
                  </a:cubicBezTo>
                  <a:cubicBezTo>
                    <a:pt x="39553" y="42625"/>
                    <a:pt x="41744" y="37315"/>
                    <a:pt x="43935" y="32004"/>
                  </a:cubicBezTo>
                  <a:cubicBezTo>
                    <a:pt x="44042" y="32040"/>
                    <a:pt x="44149" y="32088"/>
                    <a:pt x="44256" y="32123"/>
                  </a:cubicBezTo>
                  <a:cubicBezTo>
                    <a:pt x="43209" y="35302"/>
                    <a:pt x="42173" y="38493"/>
                    <a:pt x="41137" y="41672"/>
                  </a:cubicBezTo>
                  <a:lnTo>
                    <a:pt x="41280" y="41732"/>
                  </a:lnTo>
                  <a:cubicBezTo>
                    <a:pt x="42042" y="40101"/>
                    <a:pt x="42804" y="38458"/>
                    <a:pt x="43566" y="36826"/>
                  </a:cubicBezTo>
                  <a:lnTo>
                    <a:pt x="43566" y="36826"/>
                  </a:lnTo>
                  <a:cubicBezTo>
                    <a:pt x="40423" y="45113"/>
                    <a:pt x="37422" y="53412"/>
                    <a:pt x="36041" y="62246"/>
                  </a:cubicBezTo>
                  <a:cubicBezTo>
                    <a:pt x="37946" y="57317"/>
                    <a:pt x="39827" y="52447"/>
                    <a:pt x="41720" y="47578"/>
                  </a:cubicBezTo>
                  <a:cubicBezTo>
                    <a:pt x="41839" y="47613"/>
                    <a:pt x="41947" y="47661"/>
                    <a:pt x="42066" y="47709"/>
                  </a:cubicBezTo>
                  <a:cubicBezTo>
                    <a:pt x="40851" y="51066"/>
                    <a:pt x="39625" y="54436"/>
                    <a:pt x="38399" y="57793"/>
                  </a:cubicBezTo>
                  <a:cubicBezTo>
                    <a:pt x="38482" y="57829"/>
                    <a:pt x="38553" y="57853"/>
                    <a:pt x="38637" y="57889"/>
                  </a:cubicBezTo>
                  <a:cubicBezTo>
                    <a:pt x="40982" y="53317"/>
                    <a:pt x="43340" y="48745"/>
                    <a:pt x="45697" y="44173"/>
                  </a:cubicBezTo>
                  <a:cubicBezTo>
                    <a:pt x="45745" y="44196"/>
                    <a:pt x="45792" y="44220"/>
                    <a:pt x="45840" y="44244"/>
                  </a:cubicBezTo>
                  <a:cubicBezTo>
                    <a:pt x="45233" y="45720"/>
                    <a:pt x="44614" y="47209"/>
                    <a:pt x="44006" y="48685"/>
                  </a:cubicBezTo>
                  <a:cubicBezTo>
                    <a:pt x="44054" y="48721"/>
                    <a:pt x="44114" y="48745"/>
                    <a:pt x="44173" y="48780"/>
                  </a:cubicBezTo>
                  <a:cubicBezTo>
                    <a:pt x="45245" y="47268"/>
                    <a:pt x="46316" y="45756"/>
                    <a:pt x="47376" y="44256"/>
                  </a:cubicBezTo>
                  <a:cubicBezTo>
                    <a:pt x="47423" y="44280"/>
                    <a:pt x="47471" y="44304"/>
                    <a:pt x="47519" y="44327"/>
                  </a:cubicBezTo>
                  <a:cubicBezTo>
                    <a:pt x="45947" y="47173"/>
                    <a:pt x="44375" y="50019"/>
                    <a:pt x="42804" y="52864"/>
                  </a:cubicBezTo>
                  <a:lnTo>
                    <a:pt x="42994" y="52971"/>
                  </a:lnTo>
                  <a:cubicBezTo>
                    <a:pt x="47614" y="46982"/>
                    <a:pt x="52234" y="40994"/>
                    <a:pt x="57032" y="34767"/>
                  </a:cubicBezTo>
                  <a:lnTo>
                    <a:pt x="57032" y="34767"/>
                  </a:lnTo>
                  <a:cubicBezTo>
                    <a:pt x="56186" y="36326"/>
                    <a:pt x="55472" y="37648"/>
                    <a:pt x="54758" y="38958"/>
                  </a:cubicBezTo>
                  <a:cubicBezTo>
                    <a:pt x="54817" y="39005"/>
                    <a:pt x="54865" y="39041"/>
                    <a:pt x="54913" y="39089"/>
                  </a:cubicBezTo>
                  <a:lnTo>
                    <a:pt x="64378" y="28694"/>
                  </a:lnTo>
                  <a:lnTo>
                    <a:pt x="64378" y="28694"/>
                  </a:lnTo>
                  <a:cubicBezTo>
                    <a:pt x="59330" y="37577"/>
                    <a:pt x="53091" y="45685"/>
                    <a:pt x="48043" y="54591"/>
                  </a:cubicBezTo>
                  <a:cubicBezTo>
                    <a:pt x="49412" y="52745"/>
                    <a:pt x="50793" y="50900"/>
                    <a:pt x="52162" y="49054"/>
                  </a:cubicBezTo>
                  <a:cubicBezTo>
                    <a:pt x="52234" y="49090"/>
                    <a:pt x="52305" y="49137"/>
                    <a:pt x="52365" y="49173"/>
                  </a:cubicBezTo>
                  <a:lnTo>
                    <a:pt x="49900" y="53495"/>
                  </a:lnTo>
                  <a:cubicBezTo>
                    <a:pt x="50007" y="53567"/>
                    <a:pt x="50114" y="53638"/>
                    <a:pt x="50221" y="53698"/>
                  </a:cubicBezTo>
                  <a:cubicBezTo>
                    <a:pt x="53924" y="47078"/>
                    <a:pt x="58663" y="41244"/>
                    <a:pt x="63509" y="35886"/>
                  </a:cubicBezTo>
                  <a:lnTo>
                    <a:pt x="63509" y="35886"/>
                  </a:lnTo>
                  <a:cubicBezTo>
                    <a:pt x="62580" y="38886"/>
                    <a:pt x="60639" y="41756"/>
                    <a:pt x="58746" y="44637"/>
                  </a:cubicBezTo>
                  <a:cubicBezTo>
                    <a:pt x="58068" y="45673"/>
                    <a:pt x="57258" y="46601"/>
                    <a:pt x="56603" y="47649"/>
                  </a:cubicBezTo>
                  <a:cubicBezTo>
                    <a:pt x="56044" y="48530"/>
                    <a:pt x="55651" y="49530"/>
                    <a:pt x="55127" y="50447"/>
                  </a:cubicBezTo>
                  <a:cubicBezTo>
                    <a:pt x="54329" y="51840"/>
                    <a:pt x="53519" y="53233"/>
                    <a:pt x="52627" y="54567"/>
                  </a:cubicBezTo>
                  <a:cubicBezTo>
                    <a:pt x="50400" y="57865"/>
                    <a:pt x="48114" y="61127"/>
                    <a:pt x="45852" y="64401"/>
                  </a:cubicBezTo>
                  <a:cubicBezTo>
                    <a:pt x="45780" y="64508"/>
                    <a:pt x="45721" y="64639"/>
                    <a:pt x="45876" y="64913"/>
                  </a:cubicBezTo>
                  <a:cubicBezTo>
                    <a:pt x="48114" y="62115"/>
                    <a:pt x="50352" y="59317"/>
                    <a:pt x="52686" y="56424"/>
                  </a:cubicBezTo>
                  <a:lnTo>
                    <a:pt x="52686" y="56424"/>
                  </a:lnTo>
                  <a:cubicBezTo>
                    <a:pt x="52317" y="57305"/>
                    <a:pt x="51984" y="58127"/>
                    <a:pt x="51650" y="58936"/>
                  </a:cubicBezTo>
                  <a:cubicBezTo>
                    <a:pt x="52650" y="57650"/>
                    <a:pt x="53627" y="56365"/>
                    <a:pt x="54615" y="55067"/>
                  </a:cubicBezTo>
                  <a:cubicBezTo>
                    <a:pt x="66664" y="38208"/>
                    <a:pt x="75213" y="19146"/>
                    <a:pt x="83273" y="0"/>
                  </a:cubicBezTo>
                  <a:lnTo>
                    <a:pt x="79439" y="0"/>
                  </a:lnTo>
                  <a:cubicBezTo>
                    <a:pt x="70641" y="8680"/>
                    <a:pt x="60961" y="16479"/>
                    <a:pt x="50602" y="23230"/>
                  </a:cubicBezTo>
                  <a:cubicBezTo>
                    <a:pt x="57341" y="16943"/>
                    <a:pt x="61616" y="8537"/>
                    <a:pt x="65188" y="0"/>
                  </a:cubicBezTo>
                  <a:lnTo>
                    <a:pt x="19491" y="0"/>
                  </a:lnTo>
                  <a:cubicBezTo>
                    <a:pt x="17777" y="2406"/>
                    <a:pt x="16074" y="4799"/>
                    <a:pt x="14360" y="7192"/>
                  </a:cubicBezTo>
                  <a:cubicBezTo>
                    <a:pt x="14181" y="7442"/>
                    <a:pt x="13991" y="7692"/>
                    <a:pt x="13657" y="7859"/>
                  </a:cubicBezTo>
                  <a:cubicBezTo>
                    <a:pt x="13812" y="7561"/>
                    <a:pt x="13955" y="7263"/>
                    <a:pt x="14134" y="6989"/>
                  </a:cubicBezTo>
                  <a:cubicBezTo>
                    <a:pt x="15634" y="4668"/>
                    <a:pt x="17122" y="2334"/>
                    <a:pt x="1861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9"/>
            <p:cNvSpPr/>
            <p:nvPr/>
          </p:nvSpPr>
          <p:spPr>
            <a:xfrm>
              <a:off x="4104075" y="2774650"/>
              <a:ext cx="381325" cy="113050"/>
            </a:xfrm>
            <a:custGeom>
              <a:rect b="b" l="l" r="r" t="t"/>
              <a:pathLst>
                <a:path extrusionOk="0" h="4522" w="15253">
                  <a:moveTo>
                    <a:pt x="6736" y="0"/>
                  </a:moveTo>
                  <a:cubicBezTo>
                    <a:pt x="6513" y="0"/>
                    <a:pt x="6262" y="70"/>
                    <a:pt x="6084" y="188"/>
                  </a:cubicBezTo>
                  <a:cubicBezTo>
                    <a:pt x="4049" y="1486"/>
                    <a:pt x="2024" y="2807"/>
                    <a:pt x="0" y="4129"/>
                  </a:cubicBezTo>
                  <a:lnTo>
                    <a:pt x="48" y="4522"/>
                  </a:lnTo>
                  <a:cubicBezTo>
                    <a:pt x="3394" y="4129"/>
                    <a:pt x="6727" y="3736"/>
                    <a:pt x="10073" y="3343"/>
                  </a:cubicBezTo>
                  <a:cubicBezTo>
                    <a:pt x="10773" y="3263"/>
                    <a:pt x="11482" y="3124"/>
                    <a:pt x="12171" y="3124"/>
                  </a:cubicBezTo>
                  <a:cubicBezTo>
                    <a:pt x="12302" y="3124"/>
                    <a:pt x="12432" y="3129"/>
                    <a:pt x="12561" y="3141"/>
                  </a:cubicBezTo>
                  <a:cubicBezTo>
                    <a:pt x="12675" y="3152"/>
                    <a:pt x="12785" y="3157"/>
                    <a:pt x="12890" y="3157"/>
                  </a:cubicBezTo>
                  <a:cubicBezTo>
                    <a:pt x="14074" y="3157"/>
                    <a:pt x="14738" y="2489"/>
                    <a:pt x="15252" y="1319"/>
                  </a:cubicBezTo>
                  <a:cubicBezTo>
                    <a:pt x="12419" y="879"/>
                    <a:pt x="9644" y="426"/>
                    <a:pt x="6870" y="10"/>
                  </a:cubicBezTo>
                  <a:cubicBezTo>
                    <a:pt x="6827" y="3"/>
                    <a:pt x="6782" y="0"/>
                    <a:pt x="67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9"/>
            <p:cNvSpPr/>
            <p:nvPr/>
          </p:nvSpPr>
          <p:spPr>
            <a:xfrm>
              <a:off x="4114800" y="2558475"/>
              <a:ext cx="64600" cy="115525"/>
            </a:xfrm>
            <a:custGeom>
              <a:rect b="b" l="l" r="r" t="t"/>
              <a:pathLst>
                <a:path extrusionOk="0" h="4621" w="2584">
                  <a:moveTo>
                    <a:pt x="2262" y="1"/>
                  </a:moveTo>
                  <a:cubicBezTo>
                    <a:pt x="1512" y="1453"/>
                    <a:pt x="762" y="2906"/>
                    <a:pt x="0" y="4346"/>
                  </a:cubicBezTo>
                  <a:cubicBezTo>
                    <a:pt x="167" y="4442"/>
                    <a:pt x="333" y="4537"/>
                    <a:pt x="500" y="4620"/>
                  </a:cubicBezTo>
                  <a:lnTo>
                    <a:pt x="2584" y="167"/>
                  </a:lnTo>
                  <a:cubicBezTo>
                    <a:pt x="2477" y="108"/>
                    <a:pt x="2369" y="60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9"/>
            <p:cNvSpPr/>
            <p:nvPr/>
          </p:nvSpPr>
          <p:spPr>
            <a:xfrm>
              <a:off x="4378800" y="2254875"/>
              <a:ext cx="398900" cy="473725"/>
            </a:xfrm>
            <a:custGeom>
              <a:rect b="b" l="l" r="r" t="t"/>
              <a:pathLst>
                <a:path extrusionOk="0" h="18949" w="15956">
                  <a:moveTo>
                    <a:pt x="15586" y="0"/>
                  </a:moveTo>
                  <a:cubicBezTo>
                    <a:pt x="11109" y="6323"/>
                    <a:pt x="6097" y="12157"/>
                    <a:pt x="1" y="17193"/>
                  </a:cubicBezTo>
                  <a:cubicBezTo>
                    <a:pt x="1918" y="17788"/>
                    <a:pt x="3632" y="18288"/>
                    <a:pt x="5323" y="18848"/>
                  </a:cubicBezTo>
                  <a:cubicBezTo>
                    <a:pt x="5508" y="18913"/>
                    <a:pt x="5662" y="18949"/>
                    <a:pt x="5795" y="18949"/>
                  </a:cubicBezTo>
                  <a:cubicBezTo>
                    <a:pt x="6073" y="18949"/>
                    <a:pt x="6261" y="18794"/>
                    <a:pt x="6454" y="18431"/>
                  </a:cubicBezTo>
                  <a:cubicBezTo>
                    <a:pt x="9407" y="12835"/>
                    <a:pt x="12371" y="7263"/>
                    <a:pt x="15324" y="1679"/>
                  </a:cubicBezTo>
                  <a:cubicBezTo>
                    <a:pt x="15574" y="1215"/>
                    <a:pt x="15753" y="727"/>
                    <a:pt x="15955" y="238"/>
                  </a:cubicBezTo>
                  <a:cubicBezTo>
                    <a:pt x="15836" y="167"/>
                    <a:pt x="15705" y="84"/>
                    <a:pt x="155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9"/>
            <p:cNvSpPr/>
            <p:nvPr/>
          </p:nvSpPr>
          <p:spPr>
            <a:xfrm>
              <a:off x="4631225" y="2330775"/>
              <a:ext cx="367325" cy="498300"/>
            </a:xfrm>
            <a:custGeom>
              <a:rect b="b" l="l" r="r" t="t"/>
              <a:pathLst>
                <a:path extrusionOk="0" h="19932" w="14693">
                  <a:moveTo>
                    <a:pt x="14693" y="0"/>
                  </a:moveTo>
                  <a:lnTo>
                    <a:pt x="14693" y="0"/>
                  </a:lnTo>
                  <a:cubicBezTo>
                    <a:pt x="10430" y="6239"/>
                    <a:pt x="6073" y="12323"/>
                    <a:pt x="0" y="17395"/>
                  </a:cubicBezTo>
                  <a:cubicBezTo>
                    <a:pt x="2894" y="18312"/>
                    <a:pt x="5477" y="19134"/>
                    <a:pt x="8037" y="19931"/>
                  </a:cubicBezTo>
                  <a:cubicBezTo>
                    <a:pt x="10275" y="13216"/>
                    <a:pt x="12490" y="6608"/>
                    <a:pt x="146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9"/>
            <p:cNvSpPr/>
            <p:nvPr/>
          </p:nvSpPr>
          <p:spPr>
            <a:xfrm>
              <a:off x="3848675" y="2914575"/>
              <a:ext cx="114925" cy="44100"/>
            </a:xfrm>
            <a:custGeom>
              <a:rect b="b" l="l" r="r" t="t"/>
              <a:pathLst>
                <a:path extrusionOk="0" h="1764" w="4597">
                  <a:moveTo>
                    <a:pt x="3380" y="0"/>
                  </a:moveTo>
                  <a:cubicBezTo>
                    <a:pt x="2129" y="0"/>
                    <a:pt x="909" y="164"/>
                    <a:pt x="1" y="1413"/>
                  </a:cubicBezTo>
                  <a:cubicBezTo>
                    <a:pt x="908" y="1524"/>
                    <a:pt x="1815" y="1764"/>
                    <a:pt x="2661" y="1764"/>
                  </a:cubicBezTo>
                  <a:cubicBezTo>
                    <a:pt x="3359" y="1764"/>
                    <a:pt x="4015" y="1601"/>
                    <a:pt x="4597" y="1068"/>
                  </a:cubicBezTo>
                  <a:lnTo>
                    <a:pt x="4597" y="20"/>
                  </a:lnTo>
                  <a:cubicBezTo>
                    <a:pt x="4194" y="17"/>
                    <a:pt x="3785" y="0"/>
                    <a:pt x="3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9"/>
            <p:cNvSpPr/>
            <p:nvPr/>
          </p:nvSpPr>
          <p:spPr>
            <a:xfrm>
              <a:off x="3885300" y="2743025"/>
              <a:ext cx="145575" cy="156600"/>
            </a:xfrm>
            <a:custGeom>
              <a:rect b="b" l="l" r="r" t="t"/>
              <a:pathLst>
                <a:path extrusionOk="0" h="6264" w="5823">
                  <a:moveTo>
                    <a:pt x="5822" y="1"/>
                  </a:moveTo>
                  <a:lnTo>
                    <a:pt x="5822" y="1"/>
                  </a:lnTo>
                  <a:cubicBezTo>
                    <a:pt x="3882" y="2096"/>
                    <a:pt x="1941" y="4180"/>
                    <a:pt x="0" y="6263"/>
                  </a:cubicBezTo>
                  <a:cubicBezTo>
                    <a:pt x="2477" y="4668"/>
                    <a:pt x="4501" y="2656"/>
                    <a:pt x="5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3916850" y="2742425"/>
              <a:ext cx="173850" cy="162250"/>
            </a:xfrm>
            <a:custGeom>
              <a:rect b="b" l="l" r="r" t="t"/>
              <a:pathLst>
                <a:path extrusionOk="0" h="6490" w="6954">
                  <a:moveTo>
                    <a:pt x="6477" y="1"/>
                  </a:moveTo>
                  <a:cubicBezTo>
                    <a:pt x="5334" y="918"/>
                    <a:pt x="4715" y="2382"/>
                    <a:pt x="3620" y="3346"/>
                  </a:cubicBezTo>
                  <a:cubicBezTo>
                    <a:pt x="2489" y="4358"/>
                    <a:pt x="1322" y="5347"/>
                    <a:pt x="0" y="6490"/>
                  </a:cubicBezTo>
                  <a:cubicBezTo>
                    <a:pt x="1608" y="6394"/>
                    <a:pt x="3025" y="6430"/>
                    <a:pt x="3941" y="5013"/>
                  </a:cubicBezTo>
                  <a:cubicBezTo>
                    <a:pt x="4930" y="3489"/>
                    <a:pt x="5953" y="1989"/>
                    <a:pt x="6954" y="489"/>
                  </a:cubicBezTo>
                  <a:cubicBezTo>
                    <a:pt x="6787" y="322"/>
                    <a:pt x="6632" y="167"/>
                    <a:pt x="64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4017750" y="2907025"/>
              <a:ext cx="380425" cy="47875"/>
            </a:xfrm>
            <a:custGeom>
              <a:rect b="b" l="l" r="r" t="t"/>
              <a:pathLst>
                <a:path extrusionOk="0" h="1915" w="15217">
                  <a:moveTo>
                    <a:pt x="2021" y="1"/>
                  </a:moveTo>
                  <a:cubicBezTo>
                    <a:pt x="1351" y="1"/>
                    <a:pt x="670" y="421"/>
                    <a:pt x="1" y="656"/>
                  </a:cubicBezTo>
                  <a:lnTo>
                    <a:pt x="72" y="1132"/>
                  </a:lnTo>
                  <a:cubicBezTo>
                    <a:pt x="2394" y="1346"/>
                    <a:pt x="4715" y="1620"/>
                    <a:pt x="7049" y="1763"/>
                  </a:cubicBezTo>
                  <a:cubicBezTo>
                    <a:pt x="8954" y="1882"/>
                    <a:pt x="10871" y="1751"/>
                    <a:pt x="12764" y="1906"/>
                  </a:cubicBezTo>
                  <a:cubicBezTo>
                    <a:pt x="12845" y="1912"/>
                    <a:pt x="12924" y="1914"/>
                    <a:pt x="13000" y="1914"/>
                  </a:cubicBezTo>
                  <a:cubicBezTo>
                    <a:pt x="14042" y="1914"/>
                    <a:pt x="14640" y="1389"/>
                    <a:pt x="15217" y="513"/>
                  </a:cubicBezTo>
                  <a:cubicBezTo>
                    <a:pt x="15002" y="441"/>
                    <a:pt x="14871" y="358"/>
                    <a:pt x="14729" y="346"/>
                  </a:cubicBezTo>
                  <a:cubicBezTo>
                    <a:pt x="10502" y="215"/>
                    <a:pt x="6275" y="60"/>
                    <a:pt x="2048" y="1"/>
                  </a:cubicBezTo>
                  <a:cubicBezTo>
                    <a:pt x="2039" y="1"/>
                    <a:pt x="2030" y="1"/>
                    <a:pt x="20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9"/>
            <p:cNvSpPr/>
            <p:nvPr/>
          </p:nvSpPr>
          <p:spPr>
            <a:xfrm>
              <a:off x="4068950" y="988050"/>
              <a:ext cx="720650" cy="580450"/>
            </a:xfrm>
            <a:custGeom>
              <a:rect b="b" l="l" r="r" t="t"/>
              <a:pathLst>
                <a:path extrusionOk="0" h="23218" w="28826">
                  <a:moveTo>
                    <a:pt x="14586" y="0"/>
                  </a:moveTo>
                  <a:cubicBezTo>
                    <a:pt x="11002" y="8537"/>
                    <a:pt x="6739" y="16931"/>
                    <a:pt x="0" y="23218"/>
                  </a:cubicBezTo>
                  <a:cubicBezTo>
                    <a:pt x="10359" y="16479"/>
                    <a:pt x="20027" y="8680"/>
                    <a:pt x="2882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9"/>
            <p:cNvSpPr/>
            <p:nvPr/>
          </p:nvSpPr>
          <p:spPr>
            <a:xfrm>
              <a:off x="4169250" y="988050"/>
              <a:ext cx="987650" cy="1376675"/>
            </a:xfrm>
            <a:custGeom>
              <a:rect b="b" l="l" r="r" t="t"/>
              <a:pathLst>
                <a:path extrusionOk="0" h="55067" w="39506">
                  <a:moveTo>
                    <a:pt x="28659" y="0"/>
                  </a:moveTo>
                  <a:cubicBezTo>
                    <a:pt x="20587" y="19146"/>
                    <a:pt x="12038" y="38208"/>
                    <a:pt x="1" y="55067"/>
                  </a:cubicBezTo>
                  <a:cubicBezTo>
                    <a:pt x="4990" y="48495"/>
                    <a:pt x="9931" y="41898"/>
                    <a:pt x="15181" y="35541"/>
                  </a:cubicBezTo>
                  <a:cubicBezTo>
                    <a:pt x="15300" y="35624"/>
                    <a:pt x="15419" y="35719"/>
                    <a:pt x="15539" y="35802"/>
                  </a:cubicBezTo>
                  <a:cubicBezTo>
                    <a:pt x="15431" y="36029"/>
                    <a:pt x="15336" y="36279"/>
                    <a:pt x="15205" y="36505"/>
                  </a:cubicBezTo>
                  <a:cubicBezTo>
                    <a:pt x="13943" y="38731"/>
                    <a:pt x="12455" y="40863"/>
                    <a:pt x="11490" y="43208"/>
                  </a:cubicBezTo>
                  <a:cubicBezTo>
                    <a:pt x="11121" y="44101"/>
                    <a:pt x="10514" y="44804"/>
                    <a:pt x="10062" y="45589"/>
                  </a:cubicBezTo>
                  <a:cubicBezTo>
                    <a:pt x="11455" y="44173"/>
                    <a:pt x="12836" y="42744"/>
                    <a:pt x="14205" y="41315"/>
                  </a:cubicBezTo>
                  <a:cubicBezTo>
                    <a:pt x="14634" y="40720"/>
                    <a:pt x="15062" y="40136"/>
                    <a:pt x="15491" y="39541"/>
                  </a:cubicBezTo>
                  <a:cubicBezTo>
                    <a:pt x="15574" y="39601"/>
                    <a:pt x="15658" y="39660"/>
                    <a:pt x="15741" y="39708"/>
                  </a:cubicBezTo>
                  <a:cubicBezTo>
                    <a:pt x="23992" y="31040"/>
                    <a:pt x="31922" y="22075"/>
                    <a:pt x="39506" y="12823"/>
                  </a:cubicBezTo>
                  <a:lnTo>
                    <a:pt x="39506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4800875" y="1432150"/>
              <a:ext cx="356025" cy="661125"/>
            </a:xfrm>
            <a:custGeom>
              <a:rect b="b" l="l" r="r" t="t"/>
              <a:pathLst>
                <a:path extrusionOk="0" h="26445" w="14241">
                  <a:moveTo>
                    <a:pt x="14241" y="1"/>
                  </a:moveTo>
                  <a:cubicBezTo>
                    <a:pt x="9800" y="8656"/>
                    <a:pt x="5228" y="17253"/>
                    <a:pt x="310" y="25635"/>
                  </a:cubicBezTo>
                  <a:cubicBezTo>
                    <a:pt x="334" y="25658"/>
                    <a:pt x="370" y="25682"/>
                    <a:pt x="394" y="25706"/>
                  </a:cubicBezTo>
                  <a:cubicBezTo>
                    <a:pt x="275" y="25908"/>
                    <a:pt x="168" y="26123"/>
                    <a:pt x="1" y="26444"/>
                  </a:cubicBezTo>
                  <a:cubicBezTo>
                    <a:pt x="215" y="26337"/>
                    <a:pt x="334" y="26325"/>
                    <a:pt x="394" y="26254"/>
                  </a:cubicBezTo>
                  <a:cubicBezTo>
                    <a:pt x="2477" y="24015"/>
                    <a:pt x="4537" y="21753"/>
                    <a:pt x="6633" y="19527"/>
                  </a:cubicBezTo>
                  <a:cubicBezTo>
                    <a:pt x="6799" y="19348"/>
                    <a:pt x="6990" y="19193"/>
                    <a:pt x="7204" y="19062"/>
                  </a:cubicBezTo>
                  <a:cubicBezTo>
                    <a:pt x="9597" y="16038"/>
                    <a:pt x="11943" y="12978"/>
                    <a:pt x="14241" y="9883"/>
                  </a:cubicBezTo>
                  <a:lnTo>
                    <a:pt x="142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4919350" y="3534800"/>
              <a:ext cx="325" cy="600"/>
            </a:xfrm>
            <a:custGeom>
              <a:rect b="b" l="l" r="r" t="t"/>
              <a:pathLst>
                <a:path extrusionOk="0" h="24" w="13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" y="12"/>
                    <a:pt x="1" y="24"/>
                  </a:cubicBezTo>
                  <a:cubicBezTo>
                    <a:pt x="1" y="12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3754625" y="3112125"/>
              <a:ext cx="340550" cy="1611525"/>
            </a:xfrm>
            <a:custGeom>
              <a:rect b="b" l="l" r="r" t="t"/>
              <a:pathLst>
                <a:path extrusionOk="0" h="64461" w="13622">
                  <a:moveTo>
                    <a:pt x="0" y="0"/>
                  </a:moveTo>
                  <a:lnTo>
                    <a:pt x="0" y="0"/>
                  </a:lnTo>
                  <a:cubicBezTo>
                    <a:pt x="1060" y="6739"/>
                    <a:pt x="2072" y="13216"/>
                    <a:pt x="3096" y="19681"/>
                  </a:cubicBezTo>
                  <a:cubicBezTo>
                    <a:pt x="3048" y="19693"/>
                    <a:pt x="2989" y="19705"/>
                    <a:pt x="2941" y="19717"/>
                  </a:cubicBezTo>
                  <a:cubicBezTo>
                    <a:pt x="2644" y="18264"/>
                    <a:pt x="2358" y="16812"/>
                    <a:pt x="2060" y="15359"/>
                  </a:cubicBezTo>
                  <a:cubicBezTo>
                    <a:pt x="1965" y="15383"/>
                    <a:pt x="1858" y="15395"/>
                    <a:pt x="1763" y="15419"/>
                  </a:cubicBezTo>
                  <a:cubicBezTo>
                    <a:pt x="2525" y="19931"/>
                    <a:pt x="3275" y="24456"/>
                    <a:pt x="4037" y="28980"/>
                  </a:cubicBezTo>
                  <a:cubicBezTo>
                    <a:pt x="3989" y="28992"/>
                    <a:pt x="3941" y="29004"/>
                    <a:pt x="3894" y="29016"/>
                  </a:cubicBezTo>
                  <a:cubicBezTo>
                    <a:pt x="3418" y="27325"/>
                    <a:pt x="2953" y="25646"/>
                    <a:pt x="2477" y="23956"/>
                  </a:cubicBezTo>
                  <a:lnTo>
                    <a:pt x="2239" y="23944"/>
                  </a:lnTo>
                  <a:lnTo>
                    <a:pt x="2239" y="23944"/>
                  </a:lnTo>
                  <a:cubicBezTo>
                    <a:pt x="2239" y="24277"/>
                    <a:pt x="2203" y="24622"/>
                    <a:pt x="2251" y="24956"/>
                  </a:cubicBezTo>
                  <a:cubicBezTo>
                    <a:pt x="3406" y="32766"/>
                    <a:pt x="4561" y="40577"/>
                    <a:pt x="5727" y="48387"/>
                  </a:cubicBezTo>
                  <a:cubicBezTo>
                    <a:pt x="6239" y="51852"/>
                    <a:pt x="6620" y="55329"/>
                    <a:pt x="7275" y="58769"/>
                  </a:cubicBezTo>
                  <a:cubicBezTo>
                    <a:pt x="7656" y="60770"/>
                    <a:pt x="8275" y="62651"/>
                    <a:pt x="9073" y="64461"/>
                  </a:cubicBezTo>
                  <a:lnTo>
                    <a:pt x="13621" y="64461"/>
                  </a:lnTo>
                  <a:cubicBezTo>
                    <a:pt x="13395" y="63830"/>
                    <a:pt x="13181" y="63210"/>
                    <a:pt x="12978" y="62567"/>
                  </a:cubicBezTo>
                  <a:cubicBezTo>
                    <a:pt x="11716" y="58579"/>
                    <a:pt x="10883" y="54459"/>
                    <a:pt x="10085" y="50352"/>
                  </a:cubicBezTo>
                  <a:cubicBezTo>
                    <a:pt x="6978" y="34338"/>
                    <a:pt x="4406" y="18205"/>
                    <a:pt x="2358" y="2024"/>
                  </a:cubicBezTo>
                  <a:cubicBezTo>
                    <a:pt x="1572" y="1358"/>
                    <a:pt x="798" y="679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3730800" y="3099025"/>
              <a:ext cx="21775" cy="114625"/>
            </a:xfrm>
            <a:custGeom>
              <a:rect b="b" l="l" r="r" t="t"/>
              <a:pathLst>
                <a:path extrusionOk="0" h="4585" w="871">
                  <a:moveTo>
                    <a:pt x="1" y="0"/>
                  </a:moveTo>
                  <a:cubicBezTo>
                    <a:pt x="1" y="96"/>
                    <a:pt x="1" y="191"/>
                    <a:pt x="13" y="298"/>
                  </a:cubicBezTo>
                  <a:cubicBezTo>
                    <a:pt x="180" y="1786"/>
                    <a:pt x="334" y="3191"/>
                    <a:pt x="489" y="4584"/>
                  </a:cubicBezTo>
                  <a:cubicBezTo>
                    <a:pt x="870" y="2144"/>
                    <a:pt x="692" y="65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4309750" y="3101400"/>
              <a:ext cx="114325" cy="122975"/>
            </a:xfrm>
            <a:custGeom>
              <a:rect b="b" l="l" r="r" t="t"/>
              <a:pathLst>
                <a:path extrusionOk="0" h="4919" w="4573">
                  <a:moveTo>
                    <a:pt x="2418" y="1"/>
                  </a:moveTo>
                  <a:cubicBezTo>
                    <a:pt x="1167" y="1"/>
                    <a:pt x="1" y="1287"/>
                    <a:pt x="24" y="2644"/>
                  </a:cubicBezTo>
                  <a:cubicBezTo>
                    <a:pt x="48" y="3882"/>
                    <a:pt x="1060" y="4882"/>
                    <a:pt x="2322" y="4918"/>
                  </a:cubicBezTo>
                  <a:cubicBezTo>
                    <a:pt x="2337" y="4918"/>
                    <a:pt x="2352" y="4918"/>
                    <a:pt x="2366" y="4918"/>
                  </a:cubicBezTo>
                  <a:cubicBezTo>
                    <a:pt x="3630" y="4918"/>
                    <a:pt x="4573" y="3902"/>
                    <a:pt x="4573" y="2513"/>
                  </a:cubicBezTo>
                  <a:cubicBezTo>
                    <a:pt x="4573" y="1084"/>
                    <a:pt x="3644" y="1"/>
                    <a:pt x="2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9"/>
            <p:cNvSpPr/>
            <p:nvPr/>
          </p:nvSpPr>
          <p:spPr>
            <a:xfrm>
              <a:off x="4529425" y="3309175"/>
              <a:ext cx="150350" cy="106875"/>
            </a:xfrm>
            <a:custGeom>
              <a:rect b="b" l="l" r="r" t="t"/>
              <a:pathLst>
                <a:path extrusionOk="0" h="4275" w="6014">
                  <a:moveTo>
                    <a:pt x="5511" y="0"/>
                  </a:moveTo>
                  <a:cubicBezTo>
                    <a:pt x="5357" y="0"/>
                    <a:pt x="5195" y="34"/>
                    <a:pt x="5072" y="95"/>
                  </a:cubicBezTo>
                  <a:cubicBezTo>
                    <a:pt x="3382" y="965"/>
                    <a:pt x="1703" y="1881"/>
                    <a:pt x="0" y="2798"/>
                  </a:cubicBezTo>
                  <a:cubicBezTo>
                    <a:pt x="279" y="3643"/>
                    <a:pt x="1208" y="4274"/>
                    <a:pt x="2217" y="4274"/>
                  </a:cubicBezTo>
                  <a:cubicBezTo>
                    <a:pt x="2374" y="4274"/>
                    <a:pt x="2533" y="4259"/>
                    <a:pt x="2691" y="4227"/>
                  </a:cubicBezTo>
                  <a:cubicBezTo>
                    <a:pt x="4310" y="3882"/>
                    <a:pt x="5787" y="2310"/>
                    <a:pt x="5989" y="679"/>
                  </a:cubicBezTo>
                  <a:cubicBezTo>
                    <a:pt x="6013" y="476"/>
                    <a:pt x="5954" y="119"/>
                    <a:pt x="5823" y="60"/>
                  </a:cubicBezTo>
                  <a:cubicBezTo>
                    <a:pt x="5736" y="19"/>
                    <a:pt x="5626" y="0"/>
                    <a:pt x="55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4984550" y="3215400"/>
              <a:ext cx="17875" cy="15200"/>
            </a:xfrm>
            <a:custGeom>
              <a:rect b="b" l="l" r="r" t="t"/>
              <a:pathLst>
                <a:path extrusionOk="0" h="608" w="715">
                  <a:moveTo>
                    <a:pt x="0" y="1"/>
                  </a:moveTo>
                  <a:cubicBezTo>
                    <a:pt x="226" y="203"/>
                    <a:pt x="453" y="406"/>
                    <a:pt x="679" y="608"/>
                  </a:cubicBezTo>
                  <a:cubicBezTo>
                    <a:pt x="691" y="584"/>
                    <a:pt x="703" y="560"/>
                    <a:pt x="714" y="537"/>
                  </a:cubicBezTo>
                  <a:cubicBezTo>
                    <a:pt x="476" y="358"/>
                    <a:pt x="238" y="179"/>
                    <a:pt x="0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3816825" y="3048125"/>
              <a:ext cx="1178750" cy="493100"/>
            </a:xfrm>
            <a:custGeom>
              <a:rect b="b" l="l" r="r" t="t"/>
              <a:pathLst>
                <a:path extrusionOk="0" h="19724" w="47150">
                  <a:moveTo>
                    <a:pt x="15777" y="0"/>
                  </a:moveTo>
                  <a:cubicBezTo>
                    <a:pt x="10597" y="501"/>
                    <a:pt x="5371" y="989"/>
                    <a:pt x="1" y="1501"/>
                  </a:cubicBezTo>
                  <a:cubicBezTo>
                    <a:pt x="465" y="1977"/>
                    <a:pt x="739" y="2346"/>
                    <a:pt x="1084" y="2620"/>
                  </a:cubicBezTo>
                  <a:cubicBezTo>
                    <a:pt x="5430" y="6180"/>
                    <a:pt x="9776" y="9716"/>
                    <a:pt x="14134" y="13264"/>
                  </a:cubicBezTo>
                  <a:cubicBezTo>
                    <a:pt x="16539" y="15229"/>
                    <a:pt x="19289" y="16491"/>
                    <a:pt x="22170" y="17467"/>
                  </a:cubicBezTo>
                  <a:cubicBezTo>
                    <a:pt x="26957" y="18947"/>
                    <a:pt x="31956" y="19724"/>
                    <a:pt x="36964" y="19724"/>
                  </a:cubicBezTo>
                  <a:cubicBezTo>
                    <a:pt x="37637" y="19724"/>
                    <a:pt x="38310" y="19710"/>
                    <a:pt x="38982" y="19681"/>
                  </a:cubicBezTo>
                  <a:cubicBezTo>
                    <a:pt x="40268" y="19622"/>
                    <a:pt x="41601" y="19503"/>
                    <a:pt x="42732" y="18860"/>
                  </a:cubicBezTo>
                  <a:cubicBezTo>
                    <a:pt x="43221" y="18586"/>
                    <a:pt x="43649" y="18229"/>
                    <a:pt x="44030" y="17812"/>
                  </a:cubicBezTo>
                  <a:cubicBezTo>
                    <a:pt x="45328" y="14633"/>
                    <a:pt x="46602" y="11442"/>
                    <a:pt x="47150" y="7954"/>
                  </a:cubicBezTo>
                  <a:cubicBezTo>
                    <a:pt x="44233" y="6335"/>
                    <a:pt x="41268" y="4668"/>
                    <a:pt x="38268" y="3060"/>
                  </a:cubicBezTo>
                  <a:cubicBezTo>
                    <a:pt x="38167" y="3006"/>
                    <a:pt x="38024" y="2981"/>
                    <a:pt x="37872" y="2981"/>
                  </a:cubicBezTo>
                  <a:cubicBezTo>
                    <a:pt x="37594" y="2981"/>
                    <a:pt x="37283" y="3065"/>
                    <a:pt x="37136" y="3203"/>
                  </a:cubicBezTo>
                  <a:cubicBezTo>
                    <a:pt x="36922" y="3406"/>
                    <a:pt x="36934" y="3977"/>
                    <a:pt x="37029" y="4334"/>
                  </a:cubicBezTo>
                  <a:cubicBezTo>
                    <a:pt x="38434" y="8954"/>
                    <a:pt x="36970" y="13228"/>
                    <a:pt x="33005" y="15979"/>
                  </a:cubicBezTo>
                  <a:cubicBezTo>
                    <a:pt x="31223" y="17216"/>
                    <a:pt x="29230" y="17819"/>
                    <a:pt x="27251" y="17819"/>
                  </a:cubicBezTo>
                  <a:cubicBezTo>
                    <a:pt x="24430" y="17819"/>
                    <a:pt x="21635" y="16593"/>
                    <a:pt x="19515" y="14228"/>
                  </a:cubicBezTo>
                  <a:cubicBezTo>
                    <a:pt x="16372" y="10704"/>
                    <a:pt x="16467" y="5108"/>
                    <a:pt x="19765" y="1310"/>
                  </a:cubicBezTo>
                  <a:cubicBezTo>
                    <a:pt x="20146" y="882"/>
                    <a:pt x="20599" y="512"/>
                    <a:pt x="21027" y="131"/>
                  </a:cubicBezTo>
                  <a:cubicBezTo>
                    <a:pt x="19277" y="72"/>
                    <a:pt x="17527" y="24"/>
                    <a:pt x="15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4015975" y="3305300"/>
              <a:ext cx="28300" cy="24125"/>
            </a:xfrm>
            <a:custGeom>
              <a:rect b="b" l="l" r="r" t="t"/>
              <a:pathLst>
                <a:path extrusionOk="0" h="965" w="1132">
                  <a:moveTo>
                    <a:pt x="107" y="0"/>
                  </a:moveTo>
                  <a:cubicBezTo>
                    <a:pt x="72" y="72"/>
                    <a:pt x="36" y="131"/>
                    <a:pt x="0" y="191"/>
                  </a:cubicBezTo>
                  <a:cubicBezTo>
                    <a:pt x="369" y="453"/>
                    <a:pt x="750" y="715"/>
                    <a:pt x="1131" y="965"/>
                  </a:cubicBezTo>
                  <a:cubicBezTo>
                    <a:pt x="786" y="655"/>
                    <a:pt x="441" y="334"/>
                    <a:pt x="107" y="0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3145325" y="988050"/>
              <a:ext cx="145875" cy="196475"/>
            </a:xfrm>
            <a:custGeom>
              <a:rect b="b" l="l" r="r" t="t"/>
              <a:pathLst>
                <a:path extrusionOk="0" h="7859" w="5835">
                  <a:moveTo>
                    <a:pt x="4953" y="0"/>
                  </a:moveTo>
                  <a:cubicBezTo>
                    <a:pt x="3465" y="2334"/>
                    <a:pt x="1977" y="4668"/>
                    <a:pt x="477" y="6989"/>
                  </a:cubicBezTo>
                  <a:cubicBezTo>
                    <a:pt x="298" y="7263"/>
                    <a:pt x="155" y="7561"/>
                    <a:pt x="0" y="7859"/>
                  </a:cubicBezTo>
                  <a:cubicBezTo>
                    <a:pt x="334" y="7692"/>
                    <a:pt x="524" y="7442"/>
                    <a:pt x="703" y="7192"/>
                  </a:cubicBezTo>
                  <a:cubicBezTo>
                    <a:pt x="2417" y="4799"/>
                    <a:pt x="4120" y="2394"/>
                    <a:pt x="583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2980125" y="1108600"/>
              <a:ext cx="2176775" cy="3615050"/>
            </a:xfrm>
            <a:custGeom>
              <a:rect b="b" l="l" r="r" t="t"/>
              <a:pathLst>
                <a:path extrusionOk="0" h="144602" w="87071">
                  <a:moveTo>
                    <a:pt x="53960" y="28968"/>
                  </a:moveTo>
                  <a:lnTo>
                    <a:pt x="53960" y="28968"/>
                  </a:lnTo>
                  <a:cubicBezTo>
                    <a:pt x="49923" y="34719"/>
                    <a:pt x="45887" y="40470"/>
                    <a:pt x="41851" y="46209"/>
                  </a:cubicBezTo>
                  <a:cubicBezTo>
                    <a:pt x="41779" y="46173"/>
                    <a:pt x="41708" y="46137"/>
                    <a:pt x="41637" y="46101"/>
                  </a:cubicBezTo>
                  <a:cubicBezTo>
                    <a:pt x="42065" y="45101"/>
                    <a:pt x="42482" y="44101"/>
                    <a:pt x="42911" y="43113"/>
                  </a:cubicBezTo>
                  <a:lnTo>
                    <a:pt x="42911" y="43113"/>
                  </a:lnTo>
                  <a:cubicBezTo>
                    <a:pt x="41922" y="44673"/>
                    <a:pt x="40946" y="46232"/>
                    <a:pt x="39958" y="47792"/>
                  </a:cubicBezTo>
                  <a:cubicBezTo>
                    <a:pt x="40279" y="45494"/>
                    <a:pt x="41637" y="43780"/>
                    <a:pt x="43161" y="42160"/>
                  </a:cubicBezTo>
                  <a:cubicBezTo>
                    <a:pt x="46149" y="38374"/>
                    <a:pt x="49149" y="34564"/>
                    <a:pt x="52138" y="30778"/>
                  </a:cubicBezTo>
                  <a:cubicBezTo>
                    <a:pt x="52674" y="30111"/>
                    <a:pt x="53221" y="29468"/>
                    <a:pt x="53960" y="28968"/>
                  </a:cubicBezTo>
                  <a:close/>
                  <a:moveTo>
                    <a:pt x="12121" y="47518"/>
                  </a:moveTo>
                  <a:lnTo>
                    <a:pt x="12121" y="47518"/>
                  </a:lnTo>
                  <a:cubicBezTo>
                    <a:pt x="11883" y="49530"/>
                    <a:pt x="11645" y="51543"/>
                    <a:pt x="11418" y="53555"/>
                  </a:cubicBezTo>
                  <a:cubicBezTo>
                    <a:pt x="11276" y="53543"/>
                    <a:pt x="11133" y="53519"/>
                    <a:pt x="10990" y="53507"/>
                  </a:cubicBezTo>
                  <a:cubicBezTo>
                    <a:pt x="11276" y="51519"/>
                    <a:pt x="11573" y="49518"/>
                    <a:pt x="11859" y="47530"/>
                  </a:cubicBezTo>
                  <a:cubicBezTo>
                    <a:pt x="11942" y="47530"/>
                    <a:pt x="12038" y="47530"/>
                    <a:pt x="12121" y="47518"/>
                  </a:cubicBezTo>
                  <a:close/>
                  <a:moveTo>
                    <a:pt x="25254" y="52578"/>
                  </a:moveTo>
                  <a:cubicBezTo>
                    <a:pt x="25349" y="52578"/>
                    <a:pt x="25432" y="52590"/>
                    <a:pt x="25527" y="52602"/>
                  </a:cubicBezTo>
                  <a:cubicBezTo>
                    <a:pt x="25349" y="54186"/>
                    <a:pt x="25170" y="55769"/>
                    <a:pt x="25004" y="57353"/>
                  </a:cubicBezTo>
                  <a:cubicBezTo>
                    <a:pt x="24884" y="57353"/>
                    <a:pt x="24777" y="57365"/>
                    <a:pt x="24670" y="57365"/>
                  </a:cubicBezTo>
                  <a:lnTo>
                    <a:pt x="25254" y="52578"/>
                  </a:lnTo>
                  <a:close/>
                  <a:moveTo>
                    <a:pt x="47649" y="57996"/>
                  </a:moveTo>
                  <a:cubicBezTo>
                    <a:pt x="47756" y="58055"/>
                    <a:pt x="47864" y="58103"/>
                    <a:pt x="47971" y="58162"/>
                  </a:cubicBezTo>
                  <a:cubicBezTo>
                    <a:pt x="47280" y="59651"/>
                    <a:pt x="46578" y="61139"/>
                    <a:pt x="45887" y="62615"/>
                  </a:cubicBezTo>
                  <a:cubicBezTo>
                    <a:pt x="45720" y="62532"/>
                    <a:pt x="45554" y="62437"/>
                    <a:pt x="45387" y="62341"/>
                  </a:cubicBezTo>
                  <a:cubicBezTo>
                    <a:pt x="46149" y="60901"/>
                    <a:pt x="46899" y="59448"/>
                    <a:pt x="47649" y="57996"/>
                  </a:cubicBezTo>
                  <a:close/>
                  <a:moveTo>
                    <a:pt x="71533" y="45851"/>
                  </a:moveTo>
                  <a:cubicBezTo>
                    <a:pt x="71652" y="45935"/>
                    <a:pt x="71783" y="46018"/>
                    <a:pt x="71902" y="46089"/>
                  </a:cubicBezTo>
                  <a:cubicBezTo>
                    <a:pt x="71700" y="46578"/>
                    <a:pt x="71521" y="47066"/>
                    <a:pt x="71283" y="47530"/>
                  </a:cubicBezTo>
                  <a:cubicBezTo>
                    <a:pt x="68318" y="53114"/>
                    <a:pt x="65354" y="58686"/>
                    <a:pt x="62401" y="64282"/>
                  </a:cubicBezTo>
                  <a:cubicBezTo>
                    <a:pt x="62216" y="64645"/>
                    <a:pt x="62025" y="64800"/>
                    <a:pt x="61744" y="64800"/>
                  </a:cubicBezTo>
                  <a:cubicBezTo>
                    <a:pt x="61610" y="64800"/>
                    <a:pt x="61455" y="64764"/>
                    <a:pt x="61270" y="64699"/>
                  </a:cubicBezTo>
                  <a:cubicBezTo>
                    <a:pt x="59579" y="64127"/>
                    <a:pt x="57865" y="63639"/>
                    <a:pt x="55948" y="63044"/>
                  </a:cubicBezTo>
                  <a:cubicBezTo>
                    <a:pt x="62044" y="58008"/>
                    <a:pt x="67056" y="52174"/>
                    <a:pt x="71533" y="45851"/>
                  </a:cubicBezTo>
                  <a:close/>
                  <a:moveTo>
                    <a:pt x="80737" y="48887"/>
                  </a:moveTo>
                  <a:lnTo>
                    <a:pt x="80737" y="48887"/>
                  </a:lnTo>
                  <a:cubicBezTo>
                    <a:pt x="78522" y="55495"/>
                    <a:pt x="76319" y="62103"/>
                    <a:pt x="74081" y="68818"/>
                  </a:cubicBezTo>
                  <a:cubicBezTo>
                    <a:pt x="71521" y="68021"/>
                    <a:pt x="68938" y="67199"/>
                    <a:pt x="66044" y="66282"/>
                  </a:cubicBezTo>
                  <a:cubicBezTo>
                    <a:pt x="72117" y="61210"/>
                    <a:pt x="76474" y="55126"/>
                    <a:pt x="80737" y="48887"/>
                  </a:cubicBezTo>
                  <a:close/>
                  <a:moveTo>
                    <a:pt x="51694" y="66642"/>
                  </a:moveTo>
                  <a:cubicBezTo>
                    <a:pt x="51740" y="66642"/>
                    <a:pt x="51785" y="66645"/>
                    <a:pt x="51828" y="66652"/>
                  </a:cubicBezTo>
                  <a:cubicBezTo>
                    <a:pt x="54602" y="67068"/>
                    <a:pt x="57377" y="67521"/>
                    <a:pt x="60210" y="67961"/>
                  </a:cubicBezTo>
                  <a:cubicBezTo>
                    <a:pt x="59696" y="69131"/>
                    <a:pt x="59032" y="69799"/>
                    <a:pt x="57848" y="69799"/>
                  </a:cubicBezTo>
                  <a:cubicBezTo>
                    <a:pt x="57743" y="69799"/>
                    <a:pt x="57633" y="69794"/>
                    <a:pt x="57519" y="69783"/>
                  </a:cubicBezTo>
                  <a:cubicBezTo>
                    <a:pt x="57388" y="69771"/>
                    <a:pt x="57256" y="69766"/>
                    <a:pt x="57124" y="69766"/>
                  </a:cubicBezTo>
                  <a:cubicBezTo>
                    <a:pt x="56428" y="69766"/>
                    <a:pt x="55721" y="69905"/>
                    <a:pt x="55031" y="69985"/>
                  </a:cubicBezTo>
                  <a:cubicBezTo>
                    <a:pt x="51685" y="70378"/>
                    <a:pt x="48352" y="70771"/>
                    <a:pt x="45006" y="71164"/>
                  </a:cubicBezTo>
                  <a:lnTo>
                    <a:pt x="44958" y="70771"/>
                  </a:lnTo>
                  <a:cubicBezTo>
                    <a:pt x="46982" y="69449"/>
                    <a:pt x="49007" y="68128"/>
                    <a:pt x="51042" y="66830"/>
                  </a:cubicBezTo>
                  <a:cubicBezTo>
                    <a:pt x="51220" y="66712"/>
                    <a:pt x="51471" y="66642"/>
                    <a:pt x="51694" y="66642"/>
                  </a:cubicBezTo>
                  <a:close/>
                  <a:moveTo>
                    <a:pt x="42029" y="65378"/>
                  </a:moveTo>
                  <a:lnTo>
                    <a:pt x="42029" y="65378"/>
                  </a:lnTo>
                  <a:cubicBezTo>
                    <a:pt x="40696" y="68033"/>
                    <a:pt x="38684" y="70045"/>
                    <a:pt x="36207" y="71640"/>
                  </a:cubicBezTo>
                  <a:cubicBezTo>
                    <a:pt x="38148" y="69557"/>
                    <a:pt x="40089" y="67473"/>
                    <a:pt x="42029" y="65378"/>
                  </a:cubicBezTo>
                  <a:close/>
                  <a:moveTo>
                    <a:pt x="43946" y="65354"/>
                  </a:moveTo>
                  <a:cubicBezTo>
                    <a:pt x="44101" y="65520"/>
                    <a:pt x="44268" y="65675"/>
                    <a:pt x="44423" y="65842"/>
                  </a:cubicBezTo>
                  <a:cubicBezTo>
                    <a:pt x="43422" y="67342"/>
                    <a:pt x="42399" y="68842"/>
                    <a:pt x="41410" y="70366"/>
                  </a:cubicBezTo>
                  <a:cubicBezTo>
                    <a:pt x="40494" y="71783"/>
                    <a:pt x="39077" y="71747"/>
                    <a:pt x="37469" y="71843"/>
                  </a:cubicBezTo>
                  <a:cubicBezTo>
                    <a:pt x="38791" y="70700"/>
                    <a:pt x="39958" y="69711"/>
                    <a:pt x="41089" y="68699"/>
                  </a:cubicBezTo>
                  <a:cubicBezTo>
                    <a:pt x="42184" y="67735"/>
                    <a:pt x="42803" y="66271"/>
                    <a:pt x="43946" y="65354"/>
                  </a:cubicBezTo>
                  <a:close/>
                  <a:moveTo>
                    <a:pt x="33147" y="68830"/>
                  </a:moveTo>
                  <a:cubicBezTo>
                    <a:pt x="33243" y="68926"/>
                    <a:pt x="33338" y="69009"/>
                    <a:pt x="33433" y="69092"/>
                  </a:cubicBezTo>
                  <a:cubicBezTo>
                    <a:pt x="32338" y="70426"/>
                    <a:pt x="31254" y="71747"/>
                    <a:pt x="30171" y="73081"/>
                  </a:cubicBezTo>
                  <a:cubicBezTo>
                    <a:pt x="30016" y="72950"/>
                    <a:pt x="29873" y="72819"/>
                    <a:pt x="29730" y="72700"/>
                  </a:cubicBezTo>
                  <a:cubicBezTo>
                    <a:pt x="30861" y="71414"/>
                    <a:pt x="32004" y="70116"/>
                    <a:pt x="33147" y="68830"/>
                  </a:cubicBezTo>
                  <a:close/>
                  <a:moveTo>
                    <a:pt x="43526" y="71938"/>
                  </a:moveTo>
                  <a:cubicBezTo>
                    <a:pt x="43535" y="71938"/>
                    <a:pt x="43544" y="71938"/>
                    <a:pt x="43553" y="71938"/>
                  </a:cubicBezTo>
                  <a:cubicBezTo>
                    <a:pt x="47780" y="71997"/>
                    <a:pt x="52007" y="72152"/>
                    <a:pt x="56234" y="72295"/>
                  </a:cubicBezTo>
                  <a:cubicBezTo>
                    <a:pt x="56365" y="72295"/>
                    <a:pt x="56507" y="72378"/>
                    <a:pt x="56710" y="72450"/>
                  </a:cubicBezTo>
                  <a:cubicBezTo>
                    <a:pt x="56144" y="73326"/>
                    <a:pt x="55547" y="73851"/>
                    <a:pt x="54505" y="73851"/>
                  </a:cubicBezTo>
                  <a:cubicBezTo>
                    <a:pt x="54429" y="73851"/>
                    <a:pt x="54350" y="73849"/>
                    <a:pt x="54269" y="73843"/>
                  </a:cubicBezTo>
                  <a:cubicBezTo>
                    <a:pt x="52376" y="73700"/>
                    <a:pt x="50447" y="73819"/>
                    <a:pt x="48554" y="73712"/>
                  </a:cubicBezTo>
                  <a:cubicBezTo>
                    <a:pt x="46220" y="73569"/>
                    <a:pt x="43899" y="73295"/>
                    <a:pt x="41577" y="73069"/>
                  </a:cubicBezTo>
                  <a:lnTo>
                    <a:pt x="41494" y="72593"/>
                  </a:lnTo>
                  <a:cubicBezTo>
                    <a:pt x="42175" y="72370"/>
                    <a:pt x="42845" y="71938"/>
                    <a:pt x="43526" y="71938"/>
                  </a:cubicBezTo>
                  <a:close/>
                  <a:moveTo>
                    <a:pt x="38102" y="72234"/>
                  </a:moveTo>
                  <a:cubicBezTo>
                    <a:pt x="38514" y="72234"/>
                    <a:pt x="38930" y="72253"/>
                    <a:pt x="39339" y="72259"/>
                  </a:cubicBezTo>
                  <a:lnTo>
                    <a:pt x="39339" y="73307"/>
                  </a:lnTo>
                  <a:cubicBezTo>
                    <a:pt x="38757" y="73840"/>
                    <a:pt x="38101" y="74003"/>
                    <a:pt x="37403" y="74003"/>
                  </a:cubicBezTo>
                  <a:cubicBezTo>
                    <a:pt x="36557" y="74003"/>
                    <a:pt x="35650" y="73763"/>
                    <a:pt x="34743" y="73652"/>
                  </a:cubicBezTo>
                  <a:cubicBezTo>
                    <a:pt x="35646" y="72409"/>
                    <a:pt x="36859" y="72234"/>
                    <a:pt x="38102" y="72234"/>
                  </a:cubicBezTo>
                  <a:close/>
                  <a:moveTo>
                    <a:pt x="63187" y="68783"/>
                  </a:moveTo>
                  <a:lnTo>
                    <a:pt x="63187" y="68783"/>
                  </a:lnTo>
                  <a:cubicBezTo>
                    <a:pt x="63115" y="69140"/>
                    <a:pt x="63080" y="69283"/>
                    <a:pt x="63044" y="69438"/>
                  </a:cubicBezTo>
                  <a:cubicBezTo>
                    <a:pt x="63104" y="69426"/>
                    <a:pt x="63199" y="69438"/>
                    <a:pt x="63223" y="69402"/>
                  </a:cubicBezTo>
                  <a:cubicBezTo>
                    <a:pt x="63517" y="68977"/>
                    <a:pt x="63869" y="68792"/>
                    <a:pt x="64315" y="68792"/>
                  </a:cubicBezTo>
                  <a:cubicBezTo>
                    <a:pt x="64481" y="68792"/>
                    <a:pt x="64660" y="68818"/>
                    <a:pt x="64854" y="68866"/>
                  </a:cubicBezTo>
                  <a:cubicBezTo>
                    <a:pt x="67723" y="69580"/>
                    <a:pt x="70616" y="70235"/>
                    <a:pt x="73652" y="70950"/>
                  </a:cubicBezTo>
                  <a:cubicBezTo>
                    <a:pt x="73069" y="72426"/>
                    <a:pt x="72557" y="73688"/>
                    <a:pt x="71974" y="75153"/>
                  </a:cubicBezTo>
                  <a:cubicBezTo>
                    <a:pt x="68485" y="73426"/>
                    <a:pt x="65128" y="71759"/>
                    <a:pt x="61591" y="70009"/>
                  </a:cubicBezTo>
                  <a:cubicBezTo>
                    <a:pt x="62103" y="69628"/>
                    <a:pt x="62568" y="69259"/>
                    <a:pt x="63187" y="68783"/>
                  </a:cubicBezTo>
                  <a:close/>
                  <a:moveTo>
                    <a:pt x="58796" y="72722"/>
                  </a:moveTo>
                  <a:cubicBezTo>
                    <a:pt x="58994" y="72722"/>
                    <a:pt x="59194" y="72747"/>
                    <a:pt x="59389" y="72795"/>
                  </a:cubicBezTo>
                  <a:cubicBezTo>
                    <a:pt x="63223" y="73760"/>
                    <a:pt x="67033" y="74855"/>
                    <a:pt x="70854" y="75903"/>
                  </a:cubicBezTo>
                  <a:cubicBezTo>
                    <a:pt x="71545" y="76093"/>
                    <a:pt x="71628" y="76474"/>
                    <a:pt x="71057" y="77093"/>
                  </a:cubicBezTo>
                  <a:cubicBezTo>
                    <a:pt x="66604" y="74712"/>
                    <a:pt x="61770" y="74379"/>
                    <a:pt x="56853" y="73914"/>
                  </a:cubicBezTo>
                  <a:cubicBezTo>
                    <a:pt x="57331" y="73071"/>
                    <a:pt x="58060" y="72722"/>
                    <a:pt x="58796" y="72722"/>
                  </a:cubicBezTo>
                  <a:close/>
                  <a:moveTo>
                    <a:pt x="29992" y="79570"/>
                  </a:moveTo>
                  <a:lnTo>
                    <a:pt x="29992" y="79570"/>
                  </a:lnTo>
                  <a:cubicBezTo>
                    <a:pt x="30004" y="79582"/>
                    <a:pt x="30016" y="79594"/>
                    <a:pt x="30028" y="79605"/>
                  </a:cubicBezTo>
                  <a:cubicBezTo>
                    <a:pt x="30719" y="80272"/>
                    <a:pt x="30897" y="81761"/>
                    <a:pt x="30516" y="84201"/>
                  </a:cubicBezTo>
                  <a:cubicBezTo>
                    <a:pt x="30361" y="82808"/>
                    <a:pt x="30207" y="81403"/>
                    <a:pt x="30040" y="79915"/>
                  </a:cubicBezTo>
                  <a:cubicBezTo>
                    <a:pt x="30016" y="79796"/>
                    <a:pt x="30004" y="79689"/>
                    <a:pt x="29992" y="79570"/>
                  </a:cubicBezTo>
                  <a:close/>
                  <a:moveTo>
                    <a:pt x="55603" y="79713"/>
                  </a:moveTo>
                  <a:cubicBezTo>
                    <a:pt x="56829" y="79713"/>
                    <a:pt x="57758" y="80796"/>
                    <a:pt x="57758" y="82225"/>
                  </a:cubicBezTo>
                  <a:cubicBezTo>
                    <a:pt x="57758" y="83614"/>
                    <a:pt x="56815" y="84630"/>
                    <a:pt x="55551" y="84630"/>
                  </a:cubicBezTo>
                  <a:cubicBezTo>
                    <a:pt x="55537" y="84630"/>
                    <a:pt x="55522" y="84630"/>
                    <a:pt x="55507" y="84630"/>
                  </a:cubicBezTo>
                  <a:cubicBezTo>
                    <a:pt x="54245" y="84594"/>
                    <a:pt x="53233" y="83594"/>
                    <a:pt x="53209" y="82356"/>
                  </a:cubicBezTo>
                  <a:cubicBezTo>
                    <a:pt x="53186" y="80999"/>
                    <a:pt x="54352" y="79713"/>
                    <a:pt x="55603" y="79713"/>
                  </a:cubicBezTo>
                  <a:close/>
                  <a:moveTo>
                    <a:pt x="67469" y="88019"/>
                  </a:moveTo>
                  <a:cubicBezTo>
                    <a:pt x="67589" y="88019"/>
                    <a:pt x="67705" y="88040"/>
                    <a:pt x="67795" y="88083"/>
                  </a:cubicBezTo>
                  <a:cubicBezTo>
                    <a:pt x="67926" y="88142"/>
                    <a:pt x="67985" y="88499"/>
                    <a:pt x="67961" y="88702"/>
                  </a:cubicBezTo>
                  <a:cubicBezTo>
                    <a:pt x="67759" y="90333"/>
                    <a:pt x="66282" y="91905"/>
                    <a:pt x="64663" y="92250"/>
                  </a:cubicBezTo>
                  <a:cubicBezTo>
                    <a:pt x="64505" y="92282"/>
                    <a:pt x="64346" y="92297"/>
                    <a:pt x="64189" y="92297"/>
                  </a:cubicBezTo>
                  <a:cubicBezTo>
                    <a:pt x="63180" y="92297"/>
                    <a:pt x="62251" y="91666"/>
                    <a:pt x="61972" y="90821"/>
                  </a:cubicBezTo>
                  <a:cubicBezTo>
                    <a:pt x="63675" y="89904"/>
                    <a:pt x="65354" y="88988"/>
                    <a:pt x="67044" y="88118"/>
                  </a:cubicBezTo>
                  <a:cubicBezTo>
                    <a:pt x="67164" y="88052"/>
                    <a:pt x="67319" y="88019"/>
                    <a:pt x="67469" y="88019"/>
                  </a:cubicBezTo>
                  <a:close/>
                  <a:moveTo>
                    <a:pt x="36004" y="133350"/>
                  </a:moveTo>
                  <a:cubicBezTo>
                    <a:pt x="36004" y="133350"/>
                    <a:pt x="36020" y="133388"/>
                    <a:pt x="36037" y="133436"/>
                  </a:cubicBezTo>
                  <a:lnTo>
                    <a:pt x="36037" y="133436"/>
                  </a:lnTo>
                  <a:cubicBezTo>
                    <a:pt x="36012" y="133374"/>
                    <a:pt x="36003" y="133350"/>
                    <a:pt x="36004" y="133350"/>
                  </a:cubicBezTo>
                  <a:close/>
                  <a:moveTo>
                    <a:pt x="12526" y="0"/>
                  </a:moveTo>
                  <a:cubicBezTo>
                    <a:pt x="12157" y="239"/>
                    <a:pt x="11942" y="524"/>
                    <a:pt x="11752" y="822"/>
                  </a:cubicBezTo>
                  <a:cubicBezTo>
                    <a:pt x="7799" y="6799"/>
                    <a:pt x="5322" y="13431"/>
                    <a:pt x="3382" y="20253"/>
                  </a:cubicBezTo>
                  <a:cubicBezTo>
                    <a:pt x="548" y="30195"/>
                    <a:pt x="0" y="40315"/>
                    <a:pt x="2084" y="50495"/>
                  </a:cubicBezTo>
                  <a:cubicBezTo>
                    <a:pt x="3477" y="57341"/>
                    <a:pt x="5692" y="63937"/>
                    <a:pt x="8323" y="70390"/>
                  </a:cubicBezTo>
                  <a:cubicBezTo>
                    <a:pt x="8644" y="71176"/>
                    <a:pt x="8954" y="71962"/>
                    <a:pt x="9263" y="72748"/>
                  </a:cubicBezTo>
                  <a:cubicBezTo>
                    <a:pt x="9335" y="72724"/>
                    <a:pt x="9394" y="72712"/>
                    <a:pt x="9466" y="72688"/>
                  </a:cubicBezTo>
                  <a:cubicBezTo>
                    <a:pt x="8537" y="68271"/>
                    <a:pt x="7597" y="63854"/>
                    <a:pt x="6644" y="59341"/>
                  </a:cubicBezTo>
                  <a:lnTo>
                    <a:pt x="6644" y="59341"/>
                  </a:lnTo>
                  <a:cubicBezTo>
                    <a:pt x="7978" y="62496"/>
                    <a:pt x="9263" y="65520"/>
                    <a:pt x="10502" y="68557"/>
                  </a:cubicBezTo>
                  <a:cubicBezTo>
                    <a:pt x="10645" y="68890"/>
                    <a:pt x="10597" y="69330"/>
                    <a:pt x="10537" y="69711"/>
                  </a:cubicBezTo>
                  <a:cubicBezTo>
                    <a:pt x="9835" y="74105"/>
                    <a:pt x="8918" y="78463"/>
                    <a:pt x="8466" y="82880"/>
                  </a:cubicBezTo>
                  <a:cubicBezTo>
                    <a:pt x="8073" y="86749"/>
                    <a:pt x="8073" y="90666"/>
                    <a:pt x="8120" y="94548"/>
                  </a:cubicBezTo>
                  <a:cubicBezTo>
                    <a:pt x="8156" y="97429"/>
                    <a:pt x="8621" y="100299"/>
                    <a:pt x="10061" y="102846"/>
                  </a:cubicBezTo>
                  <a:cubicBezTo>
                    <a:pt x="12085" y="106418"/>
                    <a:pt x="13895" y="110181"/>
                    <a:pt x="16407" y="113360"/>
                  </a:cubicBezTo>
                  <a:cubicBezTo>
                    <a:pt x="21194" y="119408"/>
                    <a:pt x="26408" y="125123"/>
                    <a:pt x="31481" y="130945"/>
                  </a:cubicBezTo>
                  <a:cubicBezTo>
                    <a:pt x="32016" y="131576"/>
                    <a:pt x="32683" y="132136"/>
                    <a:pt x="33409" y="132529"/>
                  </a:cubicBezTo>
                  <a:cubicBezTo>
                    <a:pt x="34147" y="132933"/>
                    <a:pt x="35016" y="133100"/>
                    <a:pt x="36040" y="133445"/>
                  </a:cubicBezTo>
                  <a:lnTo>
                    <a:pt x="36040" y="133445"/>
                  </a:lnTo>
                  <a:cubicBezTo>
                    <a:pt x="36044" y="133457"/>
                    <a:pt x="36048" y="133469"/>
                    <a:pt x="36053" y="133481"/>
                  </a:cubicBezTo>
                  <a:cubicBezTo>
                    <a:pt x="36195" y="134100"/>
                    <a:pt x="36350" y="134719"/>
                    <a:pt x="36469" y="135339"/>
                  </a:cubicBezTo>
                  <a:cubicBezTo>
                    <a:pt x="37053" y="138589"/>
                    <a:pt x="37934" y="141673"/>
                    <a:pt x="39124" y="144602"/>
                  </a:cubicBezTo>
                  <a:lnTo>
                    <a:pt x="40053" y="144602"/>
                  </a:lnTo>
                  <a:cubicBezTo>
                    <a:pt x="39255" y="142792"/>
                    <a:pt x="38624" y="140911"/>
                    <a:pt x="38255" y="138899"/>
                  </a:cubicBezTo>
                  <a:cubicBezTo>
                    <a:pt x="37600" y="135470"/>
                    <a:pt x="37219" y="131981"/>
                    <a:pt x="36707" y="128528"/>
                  </a:cubicBezTo>
                  <a:cubicBezTo>
                    <a:pt x="35541" y="120718"/>
                    <a:pt x="34374" y="112907"/>
                    <a:pt x="33219" y="105097"/>
                  </a:cubicBezTo>
                  <a:cubicBezTo>
                    <a:pt x="33171" y="104763"/>
                    <a:pt x="33219" y="104418"/>
                    <a:pt x="33219" y="104073"/>
                  </a:cubicBezTo>
                  <a:lnTo>
                    <a:pt x="33445" y="104097"/>
                  </a:lnTo>
                  <a:cubicBezTo>
                    <a:pt x="33921" y="105787"/>
                    <a:pt x="34398" y="107466"/>
                    <a:pt x="34874" y="109145"/>
                  </a:cubicBezTo>
                  <a:cubicBezTo>
                    <a:pt x="34921" y="109133"/>
                    <a:pt x="34969" y="109121"/>
                    <a:pt x="35017" y="109121"/>
                  </a:cubicBezTo>
                  <a:cubicBezTo>
                    <a:pt x="34255" y="104597"/>
                    <a:pt x="33493" y="100072"/>
                    <a:pt x="32743" y="95548"/>
                  </a:cubicBezTo>
                  <a:cubicBezTo>
                    <a:pt x="32838" y="95536"/>
                    <a:pt x="32933" y="95524"/>
                    <a:pt x="33040" y="95500"/>
                  </a:cubicBezTo>
                  <a:cubicBezTo>
                    <a:pt x="33326" y="96953"/>
                    <a:pt x="33624" y="98405"/>
                    <a:pt x="33921" y="99846"/>
                  </a:cubicBezTo>
                  <a:cubicBezTo>
                    <a:pt x="33969" y="99846"/>
                    <a:pt x="34017" y="99834"/>
                    <a:pt x="34076" y="99822"/>
                  </a:cubicBezTo>
                  <a:cubicBezTo>
                    <a:pt x="33052" y="93357"/>
                    <a:pt x="32028" y="86880"/>
                    <a:pt x="30969" y="80141"/>
                  </a:cubicBezTo>
                  <a:lnTo>
                    <a:pt x="30969" y="80141"/>
                  </a:lnTo>
                  <a:cubicBezTo>
                    <a:pt x="31766" y="80820"/>
                    <a:pt x="32552" y="81487"/>
                    <a:pt x="33338" y="82153"/>
                  </a:cubicBezTo>
                  <a:cubicBezTo>
                    <a:pt x="36648" y="84987"/>
                    <a:pt x="39863" y="87726"/>
                    <a:pt x="43077" y="90464"/>
                  </a:cubicBezTo>
                  <a:cubicBezTo>
                    <a:pt x="43149" y="90381"/>
                    <a:pt x="43220" y="90297"/>
                    <a:pt x="43292" y="90214"/>
                  </a:cubicBezTo>
                  <a:cubicBezTo>
                    <a:pt x="42625" y="89571"/>
                    <a:pt x="41958" y="88940"/>
                    <a:pt x="41291" y="88309"/>
                  </a:cubicBezTo>
                  <a:cubicBezTo>
                    <a:pt x="41339" y="88226"/>
                    <a:pt x="41387" y="88142"/>
                    <a:pt x="41434" y="88059"/>
                  </a:cubicBezTo>
                  <a:cubicBezTo>
                    <a:pt x="41458" y="87999"/>
                    <a:pt x="41494" y="87928"/>
                    <a:pt x="41529" y="87868"/>
                  </a:cubicBezTo>
                  <a:cubicBezTo>
                    <a:pt x="41875" y="88202"/>
                    <a:pt x="42208" y="88523"/>
                    <a:pt x="42553" y="88833"/>
                  </a:cubicBezTo>
                  <a:cubicBezTo>
                    <a:pt x="48149" y="93905"/>
                    <a:pt x="54745" y="96572"/>
                    <a:pt x="62222" y="96965"/>
                  </a:cubicBezTo>
                  <a:cubicBezTo>
                    <a:pt x="60746" y="96560"/>
                    <a:pt x="59186" y="96131"/>
                    <a:pt x="57639" y="95679"/>
                  </a:cubicBezTo>
                  <a:cubicBezTo>
                    <a:pt x="56960" y="95477"/>
                    <a:pt x="56293" y="95262"/>
                    <a:pt x="55638" y="95048"/>
                  </a:cubicBezTo>
                  <a:cubicBezTo>
                    <a:pt x="52757" y="94072"/>
                    <a:pt x="50007" y="92810"/>
                    <a:pt x="47602" y="90845"/>
                  </a:cubicBezTo>
                  <a:cubicBezTo>
                    <a:pt x="43244" y="87297"/>
                    <a:pt x="38886" y="83761"/>
                    <a:pt x="34552" y="80201"/>
                  </a:cubicBezTo>
                  <a:cubicBezTo>
                    <a:pt x="34207" y="79927"/>
                    <a:pt x="33921" y="79558"/>
                    <a:pt x="33469" y="79082"/>
                  </a:cubicBezTo>
                  <a:cubicBezTo>
                    <a:pt x="38839" y="78570"/>
                    <a:pt x="44054" y="78082"/>
                    <a:pt x="49245" y="77581"/>
                  </a:cubicBezTo>
                  <a:cubicBezTo>
                    <a:pt x="51019" y="77415"/>
                    <a:pt x="52793" y="77248"/>
                    <a:pt x="54567" y="77081"/>
                  </a:cubicBezTo>
                  <a:cubicBezTo>
                    <a:pt x="54614" y="77224"/>
                    <a:pt x="54662" y="77379"/>
                    <a:pt x="54710" y="77534"/>
                  </a:cubicBezTo>
                  <a:cubicBezTo>
                    <a:pt x="54638" y="77593"/>
                    <a:pt x="54567" y="77653"/>
                    <a:pt x="54495" y="77712"/>
                  </a:cubicBezTo>
                  <a:cubicBezTo>
                    <a:pt x="54067" y="78093"/>
                    <a:pt x="53602" y="78463"/>
                    <a:pt x="53233" y="78891"/>
                  </a:cubicBezTo>
                  <a:cubicBezTo>
                    <a:pt x="49935" y="82689"/>
                    <a:pt x="49828" y="88285"/>
                    <a:pt x="52983" y="91809"/>
                  </a:cubicBezTo>
                  <a:cubicBezTo>
                    <a:pt x="55103" y="94174"/>
                    <a:pt x="57898" y="95400"/>
                    <a:pt x="60719" y="95400"/>
                  </a:cubicBezTo>
                  <a:cubicBezTo>
                    <a:pt x="62698" y="95400"/>
                    <a:pt x="64691" y="94797"/>
                    <a:pt x="66473" y="93560"/>
                  </a:cubicBezTo>
                  <a:cubicBezTo>
                    <a:pt x="70438" y="90797"/>
                    <a:pt x="71890" y="86535"/>
                    <a:pt x="70497" y="81903"/>
                  </a:cubicBezTo>
                  <a:cubicBezTo>
                    <a:pt x="70390" y="81558"/>
                    <a:pt x="70390" y="80987"/>
                    <a:pt x="70593" y="80784"/>
                  </a:cubicBezTo>
                  <a:cubicBezTo>
                    <a:pt x="70747" y="80646"/>
                    <a:pt x="71060" y="80562"/>
                    <a:pt x="71340" y="80562"/>
                  </a:cubicBezTo>
                  <a:cubicBezTo>
                    <a:pt x="71492" y="80562"/>
                    <a:pt x="71635" y="80587"/>
                    <a:pt x="71736" y="80641"/>
                  </a:cubicBezTo>
                  <a:cubicBezTo>
                    <a:pt x="74736" y="82249"/>
                    <a:pt x="77701" y="83916"/>
                    <a:pt x="80606" y="85535"/>
                  </a:cubicBezTo>
                  <a:cubicBezTo>
                    <a:pt x="80058" y="89023"/>
                    <a:pt x="78796" y="92214"/>
                    <a:pt x="77498" y="95393"/>
                  </a:cubicBezTo>
                  <a:cubicBezTo>
                    <a:pt x="76950" y="96739"/>
                    <a:pt x="76391" y="98084"/>
                    <a:pt x="75891" y="99453"/>
                  </a:cubicBezTo>
                  <a:cubicBezTo>
                    <a:pt x="76391" y="98608"/>
                    <a:pt x="76891" y="97774"/>
                    <a:pt x="77403" y="96929"/>
                  </a:cubicBezTo>
                  <a:lnTo>
                    <a:pt x="77582" y="97036"/>
                  </a:lnTo>
                  <a:lnTo>
                    <a:pt x="77570" y="97060"/>
                  </a:lnTo>
                  <a:cubicBezTo>
                    <a:pt x="76808" y="98834"/>
                    <a:pt x="76046" y="100596"/>
                    <a:pt x="75296" y="102370"/>
                  </a:cubicBezTo>
                  <a:cubicBezTo>
                    <a:pt x="75415" y="102430"/>
                    <a:pt x="75534" y="102477"/>
                    <a:pt x="75653" y="102537"/>
                  </a:cubicBezTo>
                  <a:cubicBezTo>
                    <a:pt x="76808" y="101287"/>
                    <a:pt x="78010" y="100084"/>
                    <a:pt x="79106" y="98775"/>
                  </a:cubicBezTo>
                  <a:cubicBezTo>
                    <a:pt x="82023" y="95250"/>
                    <a:pt x="84701" y="91559"/>
                    <a:pt x="87071" y="87654"/>
                  </a:cubicBezTo>
                  <a:lnTo>
                    <a:pt x="87071" y="66961"/>
                  </a:lnTo>
                  <a:cubicBezTo>
                    <a:pt x="85368" y="72700"/>
                    <a:pt x="83380" y="78367"/>
                    <a:pt x="81261" y="83987"/>
                  </a:cubicBezTo>
                  <a:cubicBezTo>
                    <a:pt x="81165" y="84261"/>
                    <a:pt x="81022" y="84511"/>
                    <a:pt x="80891" y="84809"/>
                  </a:cubicBezTo>
                  <a:cubicBezTo>
                    <a:pt x="80880" y="84832"/>
                    <a:pt x="80868" y="84856"/>
                    <a:pt x="80856" y="84880"/>
                  </a:cubicBezTo>
                  <a:cubicBezTo>
                    <a:pt x="80630" y="84678"/>
                    <a:pt x="80403" y="84475"/>
                    <a:pt x="80177" y="84273"/>
                  </a:cubicBezTo>
                  <a:cubicBezTo>
                    <a:pt x="78058" y="82368"/>
                    <a:pt x="75962" y="80498"/>
                    <a:pt x="73676" y="78451"/>
                  </a:cubicBezTo>
                  <a:cubicBezTo>
                    <a:pt x="74307" y="78129"/>
                    <a:pt x="74843" y="77653"/>
                    <a:pt x="75379" y="77641"/>
                  </a:cubicBezTo>
                  <a:cubicBezTo>
                    <a:pt x="75998" y="77641"/>
                    <a:pt x="76617" y="78058"/>
                    <a:pt x="77236" y="78296"/>
                  </a:cubicBezTo>
                  <a:cubicBezTo>
                    <a:pt x="77308" y="78201"/>
                    <a:pt x="77367" y="78093"/>
                    <a:pt x="77439" y="77998"/>
                  </a:cubicBezTo>
                  <a:cubicBezTo>
                    <a:pt x="76879" y="77605"/>
                    <a:pt x="76319" y="77200"/>
                    <a:pt x="75760" y="76808"/>
                  </a:cubicBezTo>
                  <a:cubicBezTo>
                    <a:pt x="80368" y="70735"/>
                    <a:pt x="84094" y="64223"/>
                    <a:pt x="87071" y="57353"/>
                  </a:cubicBezTo>
                  <a:lnTo>
                    <a:pt x="87071" y="35041"/>
                  </a:lnTo>
                  <a:cubicBezTo>
                    <a:pt x="86499" y="36231"/>
                    <a:pt x="85940" y="37434"/>
                    <a:pt x="85416" y="38660"/>
                  </a:cubicBezTo>
                  <a:cubicBezTo>
                    <a:pt x="85094" y="39410"/>
                    <a:pt x="84547" y="40089"/>
                    <a:pt x="84035" y="40732"/>
                  </a:cubicBezTo>
                  <a:cubicBezTo>
                    <a:pt x="83487" y="41434"/>
                    <a:pt x="82820" y="42029"/>
                    <a:pt x="82273" y="42720"/>
                  </a:cubicBezTo>
                  <a:cubicBezTo>
                    <a:pt x="81225" y="44054"/>
                    <a:pt x="80225" y="45411"/>
                    <a:pt x="79201" y="46756"/>
                  </a:cubicBezTo>
                  <a:cubicBezTo>
                    <a:pt x="79082" y="46685"/>
                    <a:pt x="78975" y="46601"/>
                    <a:pt x="78855" y="46530"/>
                  </a:cubicBezTo>
                  <a:cubicBezTo>
                    <a:pt x="79344" y="45649"/>
                    <a:pt x="79844" y="44768"/>
                    <a:pt x="80344" y="43887"/>
                  </a:cubicBezTo>
                  <a:cubicBezTo>
                    <a:pt x="80296" y="43863"/>
                    <a:pt x="80249" y="43839"/>
                    <a:pt x="80201" y="43803"/>
                  </a:cubicBezTo>
                  <a:cubicBezTo>
                    <a:pt x="78832" y="45542"/>
                    <a:pt x="77462" y="47268"/>
                    <a:pt x="76093" y="48995"/>
                  </a:cubicBezTo>
                  <a:cubicBezTo>
                    <a:pt x="76034" y="48959"/>
                    <a:pt x="75974" y="48911"/>
                    <a:pt x="75927" y="48876"/>
                  </a:cubicBezTo>
                  <a:cubicBezTo>
                    <a:pt x="76712" y="47352"/>
                    <a:pt x="77510" y="45816"/>
                    <a:pt x="78308" y="44292"/>
                  </a:cubicBezTo>
                  <a:cubicBezTo>
                    <a:pt x="78236" y="44256"/>
                    <a:pt x="78177" y="44232"/>
                    <a:pt x="78105" y="44196"/>
                  </a:cubicBezTo>
                  <a:cubicBezTo>
                    <a:pt x="76486" y="46721"/>
                    <a:pt x="74867" y="49245"/>
                    <a:pt x="73248" y="51757"/>
                  </a:cubicBezTo>
                  <a:cubicBezTo>
                    <a:pt x="73129" y="51697"/>
                    <a:pt x="72998" y="51626"/>
                    <a:pt x="72879" y="51554"/>
                  </a:cubicBezTo>
                  <a:cubicBezTo>
                    <a:pt x="73962" y="49245"/>
                    <a:pt x="75045" y="46935"/>
                    <a:pt x="76141" y="44625"/>
                  </a:cubicBezTo>
                  <a:lnTo>
                    <a:pt x="75950" y="44542"/>
                  </a:lnTo>
                  <a:cubicBezTo>
                    <a:pt x="75581" y="45173"/>
                    <a:pt x="75224" y="45804"/>
                    <a:pt x="74867" y="46435"/>
                  </a:cubicBezTo>
                  <a:cubicBezTo>
                    <a:pt x="76605" y="41291"/>
                    <a:pt x="78260" y="36136"/>
                    <a:pt x="81499" y="31695"/>
                  </a:cubicBezTo>
                  <a:lnTo>
                    <a:pt x="81499" y="31695"/>
                  </a:lnTo>
                  <a:cubicBezTo>
                    <a:pt x="81189" y="31981"/>
                    <a:pt x="80891" y="32266"/>
                    <a:pt x="80594" y="32540"/>
                  </a:cubicBezTo>
                  <a:cubicBezTo>
                    <a:pt x="80546" y="32516"/>
                    <a:pt x="80499" y="32493"/>
                    <a:pt x="80451" y="32457"/>
                  </a:cubicBezTo>
                  <a:cubicBezTo>
                    <a:pt x="80570" y="32195"/>
                    <a:pt x="80677" y="31933"/>
                    <a:pt x="80796" y="31671"/>
                  </a:cubicBezTo>
                  <a:lnTo>
                    <a:pt x="80796" y="31671"/>
                  </a:lnTo>
                  <a:cubicBezTo>
                    <a:pt x="80522" y="31742"/>
                    <a:pt x="80272" y="31862"/>
                    <a:pt x="80034" y="32004"/>
                  </a:cubicBezTo>
                  <a:cubicBezTo>
                    <a:pt x="79820" y="32135"/>
                    <a:pt x="79629" y="32290"/>
                    <a:pt x="79463" y="32469"/>
                  </a:cubicBezTo>
                  <a:cubicBezTo>
                    <a:pt x="77379" y="34707"/>
                    <a:pt x="75307" y="36957"/>
                    <a:pt x="73224" y="39196"/>
                  </a:cubicBezTo>
                  <a:cubicBezTo>
                    <a:pt x="73164" y="39267"/>
                    <a:pt x="73045" y="39291"/>
                    <a:pt x="72831" y="39386"/>
                  </a:cubicBezTo>
                  <a:cubicBezTo>
                    <a:pt x="72998" y="39065"/>
                    <a:pt x="73117" y="38862"/>
                    <a:pt x="73224" y="38648"/>
                  </a:cubicBezTo>
                  <a:cubicBezTo>
                    <a:pt x="73200" y="38624"/>
                    <a:pt x="73164" y="38600"/>
                    <a:pt x="73140" y="38577"/>
                  </a:cubicBezTo>
                  <a:cubicBezTo>
                    <a:pt x="73093" y="38541"/>
                    <a:pt x="73033" y="38493"/>
                    <a:pt x="72986" y="38446"/>
                  </a:cubicBezTo>
                  <a:cubicBezTo>
                    <a:pt x="71247" y="40232"/>
                    <a:pt x="69533" y="42041"/>
                    <a:pt x="67759" y="43780"/>
                  </a:cubicBezTo>
                  <a:cubicBezTo>
                    <a:pt x="66886" y="44630"/>
                    <a:pt x="66197" y="45825"/>
                    <a:pt x="64520" y="45825"/>
                  </a:cubicBezTo>
                  <a:cubicBezTo>
                    <a:pt x="64435" y="45825"/>
                    <a:pt x="64348" y="45822"/>
                    <a:pt x="64258" y="45816"/>
                  </a:cubicBezTo>
                  <a:cubicBezTo>
                    <a:pt x="65866" y="43125"/>
                    <a:pt x="68187" y="41184"/>
                    <a:pt x="69866" y="38731"/>
                  </a:cubicBezTo>
                  <a:lnTo>
                    <a:pt x="69866" y="38731"/>
                  </a:lnTo>
                  <a:cubicBezTo>
                    <a:pt x="67795" y="40898"/>
                    <a:pt x="65711" y="43077"/>
                    <a:pt x="63627" y="45244"/>
                  </a:cubicBezTo>
                  <a:cubicBezTo>
                    <a:pt x="63568" y="45185"/>
                    <a:pt x="63508" y="45125"/>
                    <a:pt x="63449" y="45077"/>
                  </a:cubicBezTo>
                  <a:cubicBezTo>
                    <a:pt x="64485" y="43768"/>
                    <a:pt x="65532" y="42470"/>
                    <a:pt x="66580" y="41172"/>
                  </a:cubicBezTo>
                  <a:cubicBezTo>
                    <a:pt x="66509" y="41113"/>
                    <a:pt x="66449" y="41053"/>
                    <a:pt x="66378" y="41006"/>
                  </a:cubicBezTo>
                  <a:cubicBezTo>
                    <a:pt x="65294" y="41910"/>
                    <a:pt x="64199" y="42815"/>
                    <a:pt x="63115" y="43720"/>
                  </a:cubicBezTo>
                  <a:cubicBezTo>
                    <a:pt x="63080" y="43684"/>
                    <a:pt x="63044" y="43661"/>
                    <a:pt x="63008" y="43637"/>
                  </a:cubicBezTo>
                  <a:cubicBezTo>
                    <a:pt x="63389" y="43018"/>
                    <a:pt x="63782" y="42399"/>
                    <a:pt x="64175" y="41791"/>
                  </a:cubicBezTo>
                  <a:cubicBezTo>
                    <a:pt x="64116" y="41756"/>
                    <a:pt x="64056" y="41720"/>
                    <a:pt x="64008" y="41696"/>
                  </a:cubicBezTo>
                  <a:lnTo>
                    <a:pt x="59163" y="46982"/>
                  </a:lnTo>
                  <a:cubicBezTo>
                    <a:pt x="59067" y="46923"/>
                    <a:pt x="58984" y="46851"/>
                    <a:pt x="58901" y="46780"/>
                  </a:cubicBezTo>
                  <a:cubicBezTo>
                    <a:pt x="59520" y="44339"/>
                    <a:pt x="61770" y="42827"/>
                    <a:pt x="62568" y="40446"/>
                  </a:cubicBezTo>
                  <a:lnTo>
                    <a:pt x="62568" y="40446"/>
                  </a:lnTo>
                  <a:cubicBezTo>
                    <a:pt x="61484" y="41660"/>
                    <a:pt x="60389" y="42863"/>
                    <a:pt x="59294" y="44077"/>
                  </a:cubicBezTo>
                  <a:cubicBezTo>
                    <a:pt x="59222" y="44030"/>
                    <a:pt x="59151" y="43994"/>
                    <a:pt x="59091" y="43946"/>
                  </a:cubicBezTo>
                  <a:cubicBezTo>
                    <a:pt x="60544" y="41529"/>
                    <a:pt x="61996" y="39124"/>
                    <a:pt x="63449" y="36707"/>
                  </a:cubicBezTo>
                  <a:cubicBezTo>
                    <a:pt x="63377" y="36672"/>
                    <a:pt x="63306" y="36636"/>
                    <a:pt x="63246" y="36588"/>
                  </a:cubicBezTo>
                  <a:cubicBezTo>
                    <a:pt x="62044" y="38208"/>
                    <a:pt x="60841" y="39827"/>
                    <a:pt x="59651" y="41446"/>
                  </a:cubicBezTo>
                  <a:cubicBezTo>
                    <a:pt x="59579" y="41398"/>
                    <a:pt x="59508" y="41363"/>
                    <a:pt x="59448" y="41327"/>
                  </a:cubicBezTo>
                  <a:cubicBezTo>
                    <a:pt x="60758" y="39196"/>
                    <a:pt x="62080" y="37076"/>
                    <a:pt x="63389" y="34945"/>
                  </a:cubicBezTo>
                  <a:cubicBezTo>
                    <a:pt x="63365" y="34921"/>
                    <a:pt x="63342" y="34910"/>
                    <a:pt x="63306" y="34886"/>
                  </a:cubicBezTo>
                  <a:cubicBezTo>
                    <a:pt x="63223" y="34838"/>
                    <a:pt x="63139" y="34779"/>
                    <a:pt x="63056" y="34719"/>
                  </a:cubicBezTo>
                  <a:cubicBezTo>
                    <a:pt x="62627" y="35314"/>
                    <a:pt x="62199" y="35898"/>
                    <a:pt x="61770" y="36493"/>
                  </a:cubicBezTo>
                  <a:cubicBezTo>
                    <a:pt x="60210" y="38660"/>
                    <a:pt x="58639" y="40827"/>
                    <a:pt x="57079" y="42994"/>
                  </a:cubicBezTo>
                  <a:cubicBezTo>
                    <a:pt x="57043" y="42458"/>
                    <a:pt x="57103" y="41958"/>
                    <a:pt x="57281" y="41494"/>
                  </a:cubicBezTo>
                  <a:cubicBezTo>
                    <a:pt x="57377" y="41232"/>
                    <a:pt x="57496" y="40994"/>
                    <a:pt x="57627" y="40767"/>
                  </a:cubicBezTo>
                  <a:cubicBezTo>
                    <a:pt x="58091" y="39982"/>
                    <a:pt x="58686" y="39291"/>
                    <a:pt x="59055" y="38386"/>
                  </a:cubicBezTo>
                  <a:cubicBezTo>
                    <a:pt x="60032" y="36041"/>
                    <a:pt x="61508" y="33909"/>
                    <a:pt x="62770" y="31683"/>
                  </a:cubicBezTo>
                  <a:cubicBezTo>
                    <a:pt x="62901" y="31457"/>
                    <a:pt x="62996" y="31219"/>
                    <a:pt x="63104" y="30980"/>
                  </a:cubicBezTo>
                  <a:cubicBezTo>
                    <a:pt x="62984" y="30897"/>
                    <a:pt x="62865" y="30814"/>
                    <a:pt x="62746" y="30730"/>
                  </a:cubicBezTo>
                  <a:cubicBezTo>
                    <a:pt x="57496" y="37076"/>
                    <a:pt x="52555" y="43684"/>
                    <a:pt x="47566" y="50245"/>
                  </a:cubicBezTo>
                  <a:cubicBezTo>
                    <a:pt x="46578" y="51543"/>
                    <a:pt x="45589" y="52828"/>
                    <a:pt x="44601" y="54114"/>
                  </a:cubicBezTo>
                  <a:cubicBezTo>
                    <a:pt x="44935" y="53305"/>
                    <a:pt x="45268" y="52495"/>
                    <a:pt x="45625" y="51602"/>
                  </a:cubicBezTo>
                  <a:lnTo>
                    <a:pt x="45625" y="51602"/>
                  </a:lnTo>
                  <a:cubicBezTo>
                    <a:pt x="43303" y="54495"/>
                    <a:pt x="41065" y="57293"/>
                    <a:pt x="38827" y="60091"/>
                  </a:cubicBezTo>
                  <a:cubicBezTo>
                    <a:pt x="38672" y="59817"/>
                    <a:pt x="38731" y="59686"/>
                    <a:pt x="38803" y="59579"/>
                  </a:cubicBezTo>
                  <a:cubicBezTo>
                    <a:pt x="41065" y="56305"/>
                    <a:pt x="43339" y="53043"/>
                    <a:pt x="45578" y="49745"/>
                  </a:cubicBezTo>
                  <a:cubicBezTo>
                    <a:pt x="46470" y="48411"/>
                    <a:pt x="47280" y="47018"/>
                    <a:pt x="48078" y="45625"/>
                  </a:cubicBezTo>
                  <a:cubicBezTo>
                    <a:pt x="48602" y="44708"/>
                    <a:pt x="48983" y="43708"/>
                    <a:pt x="49554" y="42827"/>
                  </a:cubicBezTo>
                  <a:cubicBezTo>
                    <a:pt x="50209" y="41779"/>
                    <a:pt x="51019" y="40851"/>
                    <a:pt x="51697" y="39815"/>
                  </a:cubicBezTo>
                  <a:cubicBezTo>
                    <a:pt x="53590" y="36934"/>
                    <a:pt x="55531" y="34064"/>
                    <a:pt x="56460" y="31064"/>
                  </a:cubicBezTo>
                  <a:lnTo>
                    <a:pt x="56460" y="31064"/>
                  </a:lnTo>
                  <a:cubicBezTo>
                    <a:pt x="51614" y="36422"/>
                    <a:pt x="46875" y="42256"/>
                    <a:pt x="43161" y="48876"/>
                  </a:cubicBezTo>
                  <a:cubicBezTo>
                    <a:pt x="43053" y="48816"/>
                    <a:pt x="42958" y="48745"/>
                    <a:pt x="42851" y="48673"/>
                  </a:cubicBezTo>
                  <a:lnTo>
                    <a:pt x="45316" y="44351"/>
                  </a:lnTo>
                  <a:cubicBezTo>
                    <a:pt x="45244" y="44315"/>
                    <a:pt x="45185" y="44268"/>
                    <a:pt x="45113" y="44232"/>
                  </a:cubicBezTo>
                  <a:cubicBezTo>
                    <a:pt x="43732" y="46078"/>
                    <a:pt x="42363" y="47923"/>
                    <a:pt x="40994" y="49769"/>
                  </a:cubicBezTo>
                  <a:cubicBezTo>
                    <a:pt x="46042" y="40863"/>
                    <a:pt x="52281" y="32755"/>
                    <a:pt x="57317" y="23872"/>
                  </a:cubicBezTo>
                  <a:lnTo>
                    <a:pt x="57317" y="23872"/>
                  </a:lnTo>
                  <a:lnTo>
                    <a:pt x="47864" y="34267"/>
                  </a:lnTo>
                  <a:cubicBezTo>
                    <a:pt x="47816" y="34219"/>
                    <a:pt x="47756" y="34183"/>
                    <a:pt x="47709" y="34136"/>
                  </a:cubicBezTo>
                  <a:cubicBezTo>
                    <a:pt x="48423" y="32814"/>
                    <a:pt x="49137" y="31504"/>
                    <a:pt x="49983" y="29945"/>
                  </a:cubicBezTo>
                  <a:lnTo>
                    <a:pt x="49983" y="29945"/>
                  </a:lnTo>
                  <a:cubicBezTo>
                    <a:pt x="45185" y="36172"/>
                    <a:pt x="40565" y="42160"/>
                    <a:pt x="35945" y="48149"/>
                  </a:cubicBezTo>
                  <a:lnTo>
                    <a:pt x="35755" y="48042"/>
                  </a:lnTo>
                  <a:cubicBezTo>
                    <a:pt x="37326" y="45197"/>
                    <a:pt x="38898" y="42351"/>
                    <a:pt x="40470" y="39505"/>
                  </a:cubicBezTo>
                  <a:cubicBezTo>
                    <a:pt x="40422" y="39482"/>
                    <a:pt x="40374" y="39458"/>
                    <a:pt x="40327" y="39434"/>
                  </a:cubicBezTo>
                  <a:cubicBezTo>
                    <a:pt x="39255" y="40934"/>
                    <a:pt x="38196" y="42446"/>
                    <a:pt x="37124" y="43958"/>
                  </a:cubicBezTo>
                  <a:cubicBezTo>
                    <a:pt x="37065" y="43923"/>
                    <a:pt x="37005" y="43899"/>
                    <a:pt x="36945" y="43863"/>
                  </a:cubicBezTo>
                  <a:cubicBezTo>
                    <a:pt x="37565" y="42387"/>
                    <a:pt x="38172" y="40898"/>
                    <a:pt x="38791" y="39422"/>
                  </a:cubicBezTo>
                  <a:cubicBezTo>
                    <a:pt x="38743" y="39398"/>
                    <a:pt x="38696" y="39374"/>
                    <a:pt x="38636" y="39351"/>
                  </a:cubicBezTo>
                  <a:cubicBezTo>
                    <a:pt x="36291" y="43923"/>
                    <a:pt x="33933" y="48495"/>
                    <a:pt x="31588" y="53067"/>
                  </a:cubicBezTo>
                  <a:cubicBezTo>
                    <a:pt x="31504" y="53031"/>
                    <a:pt x="31433" y="53007"/>
                    <a:pt x="31350" y="52971"/>
                  </a:cubicBezTo>
                  <a:cubicBezTo>
                    <a:pt x="32576" y="49614"/>
                    <a:pt x="33790" y="46244"/>
                    <a:pt x="35017" y="42887"/>
                  </a:cubicBezTo>
                  <a:cubicBezTo>
                    <a:pt x="34898" y="42839"/>
                    <a:pt x="34779" y="42791"/>
                    <a:pt x="34659" y="42756"/>
                  </a:cubicBezTo>
                  <a:cubicBezTo>
                    <a:pt x="32778" y="47625"/>
                    <a:pt x="30897" y="52495"/>
                    <a:pt x="28992" y="57424"/>
                  </a:cubicBezTo>
                  <a:cubicBezTo>
                    <a:pt x="30373" y="48590"/>
                    <a:pt x="33374" y="40291"/>
                    <a:pt x="36517" y="32004"/>
                  </a:cubicBezTo>
                  <a:lnTo>
                    <a:pt x="36517" y="32004"/>
                  </a:lnTo>
                  <a:cubicBezTo>
                    <a:pt x="35755" y="33636"/>
                    <a:pt x="34993" y="35279"/>
                    <a:pt x="34219" y="36910"/>
                  </a:cubicBezTo>
                  <a:lnTo>
                    <a:pt x="34076" y="36850"/>
                  </a:lnTo>
                  <a:cubicBezTo>
                    <a:pt x="35124" y="33671"/>
                    <a:pt x="36160" y="30480"/>
                    <a:pt x="37196" y="27301"/>
                  </a:cubicBezTo>
                  <a:cubicBezTo>
                    <a:pt x="37088" y="27266"/>
                    <a:pt x="36981" y="27218"/>
                    <a:pt x="36874" y="27182"/>
                  </a:cubicBezTo>
                  <a:cubicBezTo>
                    <a:pt x="34683" y="32493"/>
                    <a:pt x="32493" y="37803"/>
                    <a:pt x="30338" y="43030"/>
                  </a:cubicBezTo>
                  <a:cubicBezTo>
                    <a:pt x="31361" y="37981"/>
                    <a:pt x="32397" y="32850"/>
                    <a:pt x="33481" y="27432"/>
                  </a:cubicBezTo>
                  <a:lnTo>
                    <a:pt x="33481" y="27432"/>
                  </a:lnTo>
                  <a:cubicBezTo>
                    <a:pt x="31921" y="30707"/>
                    <a:pt x="30361" y="33695"/>
                    <a:pt x="29064" y="36791"/>
                  </a:cubicBezTo>
                  <a:cubicBezTo>
                    <a:pt x="28194" y="38886"/>
                    <a:pt x="27682" y="41148"/>
                    <a:pt x="27016" y="43327"/>
                  </a:cubicBezTo>
                  <a:cubicBezTo>
                    <a:pt x="26956" y="43327"/>
                    <a:pt x="26897" y="43315"/>
                    <a:pt x="26837" y="43303"/>
                  </a:cubicBezTo>
                  <a:lnTo>
                    <a:pt x="28135" y="35779"/>
                  </a:lnTo>
                  <a:cubicBezTo>
                    <a:pt x="28063" y="35767"/>
                    <a:pt x="27992" y="35755"/>
                    <a:pt x="27921" y="35743"/>
                  </a:cubicBezTo>
                  <a:lnTo>
                    <a:pt x="25908" y="43530"/>
                  </a:lnTo>
                  <a:cubicBezTo>
                    <a:pt x="25849" y="43518"/>
                    <a:pt x="25777" y="43506"/>
                    <a:pt x="25718" y="43494"/>
                  </a:cubicBezTo>
                  <a:lnTo>
                    <a:pt x="25718" y="41089"/>
                  </a:lnTo>
                  <a:cubicBezTo>
                    <a:pt x="25635" y="41077"/>
                    <a:pt x="25551" y="41077"/>
                    <a:pt x="25468" y="41065"/>
                  </a:cubicBezTo>
                  <a:lnTo>
                    <a:pt x="23872" y="54293"/>
                  </a:lnTo>
                  <a:lnTo>
                    <a:pt x="23801" y="54293"/>
                  </a:lnTo>
                  <a:cubicBezTo>
                    <a:pt x="23980" y="49828"/>
                    <a:pt x="24158" y="45375"/>
                    <a:pt x="24349" y="40910"/>
                  </a:cubicBezTo>
                  <a:lnTo>
                    <a:pt x="24242" y="40898"/>
                  </a:lnTo>
                  <a:cubicBezTo>
                    <a:pt x="23884" y="44208"/>
                    <a:pt x="23539" y="47518"/>
                    <a:pt x="23182" y="50828"/>
                  </a:cubicBezTo>
                  <a:cubicBezTo>
                    <a:pt x="23075" y="50816"/>
                    <a:pt x="22968" y="50816"/>
                    <a:pt x="22860" y="50804"/>
                  </a:cubicBezTo>
                  <a:cubicBezTo>
                    <a:pt x="23456" y="43292"/>
                    <a:pt x="24051" y="35767"/>
                    <a:pt x="24670" y="27944"/>
                  </a:cubicBezTo>
                  <a:lnTo>
                    <a:pt x="24670" y="27944"/>
                  </a:lnTo>
                  <a:cubicBezTo>
                    <a:pt x="24170" y="30373"/>
                    <a:pt x="23718" y="32493"/>
                    <a:pt x="23265" y="34624"/>
                  </a:cubicBezTo>
                  <a:cubicBezTo>
                    <a:pt x="23194" y="34612"/>
                    <a:pt x="23122" y="34600"/>
                    <a:pt x="23039" y="34588"/>
                  </a:cubicBezTo>
                  <a:cubicBezTo>
                    <a:pt x="23277" y="32826"/>
                    <a:pt x="23515" y="31076"/>
                    <a:pt x="23753" y="29326"/>
                  </a:cubicBezTo>
                  <a:lnTo>
                    <a:pt x="23753" y="29326"/>
                  </a:lnTo>
                  <a:cubicBezTo>
                    <a:pt x="22872" y="32147"/>
                    <a:pt x="22146" y="34993"/>
                    <a:pt x="21646" y="37886"/>
                  </a:cubicBezTo>
                  <a:cubicBezTo>
                    <a:pt x="21146" y="40815"/>
                    <a:pt x="20765" y="43780"/>
                    <a:pt x="20515" y="46744"/>
                  </a:cubicBezTo>
                  <a:cubicBezTo>
                    <a:pt x="20265" y="49626"/>
                    <a:pt x="20241" y="52531"/>
                    <a:pt x="20110" y="55412"/>
                  </a:cubicBezTo>
                  <a:cubicBezTo>
                    <a:pt x="19074" y="49007"/>
                    <a:pt x="18800" y="42601"/>
                    <a:pt x="20074" y="36195"/>
                  </a:cubicBezTo>
                  <a:cubicBezTo>
                    <a:pt x="21372" y="29671"/>
                    <a:pt x="23420" y="23349"/>
                    <a:pt x="25766" y="17122"/>
                  </a:cubicBezTo>
                  <a:cubicBezTo>
                    <a:pt x="26135" y="16157"/>
                    <a:pt x="26408" y="15157"/>
                    <a:pt x="26730" y="14181"/>
                  </a:cubicBezTo>
                  <a:cubicBezTo>
                    <a:pt x="26623" y="14133"/>
                    <a:pt x="26504" y="14097"/>
                    <a:pt x="26397" y="14050"/>
                  </a:cubicBezTo>
                  <a:cubicBezTo>
                    <a:pt x="25325" y="16526"/>
                    <a:pt x="24170" y="18967"/>
                    <a:pt x="23194" y="21479"/>
                  </a:cubicBezTo>
                  <a:cubicBezTo>
                    <a:pt x="22194" y="24039"/>
                    <a:pt x="21289" y="26635"/>
                    <a:pt x="20479" y="29254"/>
                  </a:cubicBezTo>
                  <a:cubicBezTo>
                    <a:pt x="19693" y="31790"/>
                    <a:pt x="19062" y="34374"/>
                    <a:pt x="18372" y="36934"/>
                  </a:cubicBezTo>
                  <a:cubicBezTo>
                    <a:pt x="18253" y="36898"/>
                    <a:pt x="18134" y="36874"/>
                    <a:pt x="18026" y="36850"/>
                  </a:cubicBezTo>
                  <a:cubicBezTo>
                    <a:pt x="19610" y="30254"/>
                    <a:pt x="21205" y="23670"/>
                    <a:pt x="22753" y="17276"/>
                  </a:cubicBezTo>
                  <a:lnTo>
                    <a:pt x="22753" y="17276"/>
                  </a:lnTo>
                  <a:cubicBezTo>
                    <a:pt x="19193" y="23337"/>
                    <a:pt x="17848" y="30230"/>
                    <a:pt x="16979" y="37434"/>
                  </a:cubicBezTo>
                  <a:cubicBezTo>
                    <a:pt x="16872" y="37112"/>
                    <a:pt x="16824" y="36981"/>
                    <a:pt x="16741" y="36719"/>
                  </a:cubicBezTo>
                  <a:cubicBezTo>
                    <a:pt x="16491" y="37993"/>
                    <a:pt x="16264" y="39148"/>
                    <a:pt x="16038" y="40303"/>
                  </a:cubicBezTo>
                  <a:cubicBezTo>
                    <a:pt x="16264" y="34719"/>
                    <a:pt x="17491" y="29314"/>
                    <a:pt x="18919" y="23944"/>
                  </a:cubicBezTo>
                  <a:lnTo>
                    <a:pt x="18919" y="23944"/>
                  </a:lnTo>
                  <a:cubicBezTo>
                    <a:pt x="18550" y="24706"/>
                    <a:pt x="18276" y="25492"/>
                    <a:pt x="18050" y="26289"/>
                  </a:cubicBezTo>
                  <a:cubicBezTo>
                    <a:pt x="16919" y="30290"/>
                    <a:pt x="15788" y="34302"/>
                    <a:pt x="14645" y="38315"/>
                  </a:cubicBezTo>
                  <a:cubicBezTo>
                    <a:pt x="14550" y="38624"/>
                    <a:pt x="14288" y="38886"/>
                    <a:pt x="14109" y="39172"/>
                  </a:cubicBezTo>
                  <a:lnTo>
                    <a:pt x="13835" y="39005"/>
                  </a:lnTo>
                  <a:cubicBezTo>
                    <a:pt x="13943" y="37958"/>
                    <a:pt x="14062" y="36910"/>
                    <a:pt x="14181" y="35862"/>
                  </a:cubicBezTo>
                  <a:cubicBezTo>
                    <a:pt x="14121" y="35850"/>
                    <a:pt x="14074" y="35838"/>
                    <a:pt x="14026" y="35838"/>
                  </a:cubicBezTo>
                  <a:cubicBezTo>
                    <a:pt x="13514" y="37827"/>
                    <a:pt x="12990" y="39827"/>
                    <a:pt x="12478" y="41815"/>
                  </a:cubicBezTo>
                  <a:cubicBezTo>
                    <a:pt x="12383" y="41791"/>
                    <a:pt x="12300" y="41779"/>
                    <a:pt x="12216" y="41756"/>
                  </a:cubicBezTo>
                  <a:cubicBezTo>
                    <a:pt x="12883" y="38708"/>
                    <a:pt x="13562" y="35672"/>
                    <a:pt x="14240" y="32624"/>
                  </a:cubicBezTo>
                  <a:cubicBezTo>
                    <a:pt x="14145" y="32612"/>
                    <a:pt x="14038" y="32588"/>
                    <a:pt x="13943" y="32564"/>
                  </a:cubicBezTo>
                  <a:cubicBezTo>
                    <a:pt x="13288" y="35481"/>
                    <a:pt x="12621" y="38398"/>
                    <a:pt x="11954" y="41351"/>
                  </a:cubicBezTo>
                  <a:cubicBezTo>
                    <a:pt x="11895" y="41125"/>
                    <a:pt x="11835" y="40910"/>
                    <a:pt x="11704" y="40434"/>
                  </a:cubicBezTo>
                  <a:cubicBezTo>
                    <a:pt x="11359" y="42077"/>
                    <a:pt x="11073" y="43470"/>
                    <a:pt x="10776" y="44851"/>
                  </a:cubicBezTo>
                  <a:cubicBezTo>
                    <a:pt x="10716" y="44839"/>
                    <a:pt x="10645" y="44827"/>
                    <a:pt x="10585" y="44816"/>
                  </a:cubicBezTo>
                  <a:cubicBezTo>
                    <a:pt x="11264" y="40482"/>
                    <a:pt x="11954" y="36148"/>
                    <a:pt x="12633" y="31814"/>
                  </a:cubicBezTo>
                  <a:cubicBezTo>
                    <a:pt x="12561" y="31802"/>
                    <a:pt x="12490" y="31790"/>
                    <a:pt x="12419" y="31778"/>
                  </a:cubicBezTo>
                  <a:cubicBezTo>
                    <a:pt x="11799" y="34564"/>
                    <a:pt x="11192" y="37338"/>
                    <a:pt x="10573" y="40113"/>
                  </a:cubicBezTo>
                  <a:cubicBezTo>
                    <a:pt x="10478" y="40101"/>
                    <a:pt x="10383" y="40077"/>
                    <a:pt x="10275" y="40065"/>
                  </a:cubicBezTo>
                  <a:cubicBezTo>
                    <a:pt x="10716" y="36957"/>
                    <a:pt x="11049" y="33826"/>
                    <a:pt x="11585" y="30742"/>
                  </a:cubicBezTo>
                  <a:cubicBezTo>
                    <a:pt x="12788" y="23920"/>
                    <a:pt x="14407" y="17193"/>
                    <a:pt x="17336" y="10859"/>
                  </a:cubicBezTo>
                  <a:cubicBezTo>
                    <a:pt x="17788" y="9871"/>
                    <a:pt x="18038" y="8787"/>
                    <a:pt x="18384" y="7751"/>
                  </a:cubicBezTo>
                  <a:cubicBezTo>
                    <a:pt x="18229" y="7692"/>
                    <a:pt x="18074" y="7620"/>
                    <a:pt x="17907" y="7549"/>
                  </a:cubicBezTo>
                  <a:cubicBezTo>
                    <a:pt x="16086" y="10978"/>
                    <a:pt x="14264" y="14407"/>
                    <a:pt x="12442" y="17824"/>
                  </a:cubicBezTo>
                  <a:cubicBezTo>
                    <a:pt x="12395" y="17812"/>
                    <a:pt x="12359" y="17788"/>
                    <a:pt x="12311" y="17765"/>
                  </a:cubicBezTo>
                  <a:cubicBezTo>
                    <a:pt x="12704" y="16717"/>
                    <a:pt x="13109" y="15657"/>
                    <a:pt x="13502" y="14609"/>
                  </a:cubicBezTo>
                  <a:cubicBezTo>
                    <a:pt x="13419" y="14574"/>
                    <a:pt x="13323" y="14526"/>
                    <a:pt x="13240" y="14490"/>
                  </a:cubicBezTo>
                  <a:cubicBezTo>
                    <a:pt x="12097" y="17098"/>
                    <a:pt x="10954" y="19705"/>
                    <a:pt x="9811" y="22313"/>
                  </a:cubicBezTo>
                  <a:cubicBezTo>
                    <a:pt x="9704" y="22265"/>
                    <a:pt x="9609" y="22229"/>
                    <a:pt x="9502" y="22182"/>
                  </a:cubicBezTo>
                  <a:cubicBezTo>
                    <a:pt x="10764" y="18836"/>
                    <a:pt x="12026" y="15490"/>
                    <a:pt x="13335" y="12002"/>
                  </a:cubicBezTo>
                  <a:lnTo>
                    <a:pt x="13335" y="12002"/>
                  </a:lnTo>
                  <a:cubicBezTo>
                    <a:pt x="10025" y="16645"/>
                    <a:pt x="8561" y="21896"/>
                    <a:pt x="6787" y="27051"/>
                  </a:cubicBezTo>
                  <a:cubicBezTo>
                    <a:pt x="7585" y="23753"/>
                    <a:pt x="8370" y="20455"/>
                    <a:pt x="9168" y="17169"/>
                  </a:cubicBezTo>
                  <a:cubicBezTo>
                    <a:pt x="9097" y="17145"/>
                    <a:pt x="9013" y="17122"/>
                    <a:pt x="8930" y="17098"/>
                  </a:cubicBezTo>
                  <a:cubicBezTo>
                    <a:pt x="7692" y="21098"/>
                    <a:pt x="6442" y="25111"/>
                    <a:pt x="5227" y="29040"/>
                  </a:cubicBezTo>
                  <a:cubicBezTo>
                    <a:pt x="5382" y="18860"/>
                    <a:pt x="7847" y="9168"/>
                    <a:pt x="125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9"/>
            <p:cNvSpPr/>
            <p:nvPr/>
          </p:nvSpPr>
          <p:spPr>
            <a:xfrm>
              <a:off x="5116700" y="4034850"/>
              <a:ext cx="40200" cy="269400"/>
            </a:xfrm>
            <a:custGeom>
              <a:rect b="b" l="l" r="r" t="t"/>
              <a:pathLst>
                <a:path extrusionOk="0" h="10776" w="1608">
                  <a:moveTo>
                    <a:pt x="1608" y="1"/>
                  </a:moveTo>
                  <a:cubicBezTo>
                    <a:pt x="1298" y="1322"/>
                    <a:pt x="977" y="2632"/>
                    <a:pt x="631" y="3930"/>
                  </a:cubicBezTo>
                  <a:cubicBezTo>
                    <a:pt x="0" y="6275"/>
                    <a:pt x="203" y="8478"/>
                    <a:pt x="1501" y="10573"/>
                  </a:cubicBezTo>
                  <a:cubicBezTo>
                    <a:pt x="1536" y="10645"/>
                    <a:pt x="1572" y="10704"/>
                    <a:pt x="1608" y="10776"/>
                  </a:cubicBezTo>
                  <a:lnTo>
                    <a:pt x="1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4269575" y="3512175"/>
              <a:ext cx="370900" cy="64025"/>
            </a:xfrm>
            <a:custGeom>
              <a:rect b="b" l="l" r="r" t="t"/>
              <a:pathLst>
                <a:path extrusionOk="0" h="2561" w="14836">
                  <a:moveTo>
                    <a:pt x="1870" y="0"/>
                  </a:moveTo>
                  <a:cubicBezTo>
                    <a:pt x="1858" y="72"/>
                    <a:pt x="1834" y="131"/>
                    <a:pt x="1822" y="191"/>
                  </a:cubicBezTo>
                  <a:cubicBezTo>
                    <a:pt x="2489" y="417"/>
                    <a:pt x="3144" y="631"/>
                    <a:pt x="3810" y="846"/>
                  </a:cubicBezTo>
                  <a:cubicBezTo>
                    <a:pt x="3810" y="881"/>
                    <a:pt x="3798" y="929"/>
                    <a:pt x="3798" y="977"/>
                  </a:cubicBezTo>
                  <a:cubicBezTo>
                    <a:pt x="2536" y="869"/>
                    <a:pt x="1262" y="774"/>
                    <a:pt x="0" y="667"/>
                  </a:cubicBezTo>
                  <a:lnTo>
                    <a:pt x="0" y="667"/>
                  </a:lnTo>
                  <a:cubicBezTo>
                    <a:pt x="2745" y="1991"/>
                    <a:pt x="5633" y="2434"/>
                    <a:pt x="8613" y="2434"/>
                  </a:cubicBezTo>
                  <a:cubicBezTo>
                    <a:pt x="8955" y="2434"/>
                    <a:pt x="9299" y="2428"/>
                    <a:pt x="9644" y="2417"/>
                  </a:cubicBezTo>
                  <a:cubicBezTo>
                    <a:pt x="8347" y="2072"/>
                    <a:pt x="7061" y="1715"/>
                    <a:pt x="5763" y="1358"/>
                  </a:cubicBezTo>
                  <a:cubicBezTo>
                    <a:pt x="5775" y="1334"/>
                    <a:pt x="5787" y="1310"/>
                    <a:pt x="5799" y="1274"/>
                  </a:cubicBezTo>
                  <a:lnTo>
                    <a:pt x="14835" y="2560"/>
                  </a:lnTo>
                  <a:lnTo>
                    <a:pt x="14835" y="2215"/>
                  </a:lnTo>
                  <a:cubicBezTo>
                    <a:pt x="10513" y="1477"/>
                    <a:pt x="6192" y="738"/>
                    <a:pt x="1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2990250" y="1194625"/>
              <a:ext cx="203325" cy="244400"/>
            </a:xfrm>
            <a:custGeom>
              <a:rect b="b" l="l" r="r" t="t"/>
              <a:pathLst>
                <a:path extrusionOk="0" h="9776" w="8133">
                  <a:moveTo>
                    <a:pt x="7823" y="0"/>
                  </a:moveTo>
                  <a:cubicBezTo>
                    <a:pt x="5215" y="3179"/>
                    <a:pt x="2608" y="6358"/>
                    <a:pt x="0" y="9537"/>
                  </a:cubicBezTo>
                  <a:cubicBezTo>
                    <a:pt x="84" y="9621"/>
                    <a:pt x="179" y="9704"/>
                    <a:pt x="274" y="9775"/>
                  </a:cubicBezTo>
                  <a:cubicBezTo>
                    <a:pt x="2893" y="6608"/>
                    <a:pt x="5513" y="3429"/>
                    <a:pt x="8132" y="250"/>
                  </a:cubicBezTo>
                  <a:cubicBezTo>
                    <a:pt x="8037" y="167"/>
                    <a:pt x="7930" y="84"/>
                    <a:pt x="7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4099600" y="3644325"/>
              <a:ext cx="553075" cy="529900"/>
            </a:xfrm>
            <a:custGeom>
              <a:rect b="b" l="l" r="r" t="t"/>
              <a:pathLst>
                <a:path extrusionOk="0" h="21196" w="22123">
                  <a:moveTo>
                    <a:pt x="1203" y="1"/>
                  </a:moveTo>
                  <a:cubicBezTo>
                    <a:pt x="1" y="2215"/>
                    <a:pt x="810" y="4954"/>
                    <a:pt x="1751" y="7299"/>
                  </a:cubicBezTo>
                  <a:cubicBezTo>
                    <a:pt x="3013" y="10419"/>
                    <a:pt x="4466" y="13467"/>
                    <a:pt x="6121" y="16395"/>
                  </a:cubicBezTo>
                  <a:cubicBezTo>
                    <a:pt x="7419" y="18686"/>
                    <a:pt x="9569" y="21195"/>
                    <a:pt x="11968" y="21195"/>
                  </a:cubicBezTo>
                  <a:cubicBezTo>
                    <a:pt x="12362" y="21195"/>
                    <a:pt x="12764" y="21127"/>
                    <a:pt x="13169" y="20979"/>
                  </a:cubicBezTo>
                  <a:cubicBezTo>
                    <a:pt x="14491" y="20491"/>
                    <a:pt x="15384" y="19265"/>
                    <a:pt x="16122" y="18074"/>
                  </a:cubicBezTo>
                  <a:cubicBezTo>
                    <a:pt x="18539" y="14217"/>
                    <a:pt x="20396" y="10014"/>
                    <a:pt x="21658" y="5644"/>
                  </a:cubicBezTo>
                  <a:cubicBezTo>
                    <a:pt x="21944" y="4644"/>
                    <a:pt x="22123" y="3394"/>
                    <a:pt x="21325" y="2727"/>
                  </a:cubicBezTo>
                  <a:cubicBezTo>
                    <a:pt x="20910" y="2386"/>
                    <a:pt x="20361" y="2323"/>
                    <a:pt x="19813" y="2323"/>
                  </a:cubicBezTo>
                  <a:cubicBezTo>
                    <a:pt x="19653" y="2323"/>
                    <a:pt x="19493" y="2329"/>
                    <a:pt x="19337" y="2334"/>
                  </a:cubicBezTo>
                  <a:cubicBezTo>
                    <a:pt x="18653" y="2362"/>
                    <a:pt x="17969" y="2376"/>
                    <a:pt x="17286" y="2376"/>
                  </a:cubicBezTo>
                  <a:cubicBezTo>
                    <a:pt x="13287" y="2376"/>
                    <a:pt x="9290" y="1902"/>
                    <a:pt x="5406" y="977"/>
                  </a:cubicBezTo>
                  <a:lnTo>
                    <a:pt x="5406" y="977"/>
                  </a:lnTo>
                  <a:lnTo>
                    <a:pt x="5632" y="1036"/>
                  </a:lnTo>
                  <a:cubicBezTo>
                    <a:pt x="5562" y="1128"/>
                    <a:pt x="5415" y="1166"/>
                    <a:pt x="5215" y="1166"/>
                  </a:cubicBezTo>
                  <a:cubicBezTo>
                    <a:pt x="4190" y="1166"/>
                    <a:pt x="1771" y="150"/>
                    <a:pt x="12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4148125" y="3645225"/>
              <a:ext cx="86650" cy="23525"/>
            </a:xfrm>
            <a:custGeom>
              <a:rect b="b" l="l" r="r" t="t"/>
              <a:pathLst>
                <a:path extrusionOk="0" h="941" w="3466">
                  <a:moveTo>
                    <a:pt x="1" y="0"/>
                  </a:moveTo>
                  <a:cubicBezTo>
                    <a:pt x="1144" y="358"/>
                    <a:pt x="2298" y="655"/>
                    <a:pt x="3465" y="94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4" name="Google Shape;394;p29"/>
          <p:cNvSpPr/>
          <p:nvPr/>
        </p:nvSpPr>
        <p:spPr>
          <a:xfrm>
            <a:off x="8155363" y="-593525"/>
            <a:ext cx="1308300" cy="1812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0"/>
          <p:cNvSpPr txBox="1"/>
          <p:nvPr>
            <p:ph type="title"/>
          </p:nvPr>
        </p:nvSpPr>
        <p:spPr>
          <a:xfrm>
            <a:off x="713225" y="1470275"/>
            <a:ext cx="40452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Objetivo:</a:t>
            </a:r>
            <a:endParaRPr/>
          </a:p>
        </p:txBody>
      </p:sp>
      <p:sp>
        <p:nvSpPr>
          <p:cNvPr id="400" name="Google Shape;400;p30"/>
          <p:cNvSpPr txBox="1"/>
          <p:nvPr>
            <p:ph idx="1" type="subTitle"/>
          </p:nvPr>
        </p:nvSpPr>
        <p:spPr>
          <a:xfrm>
            <a:off x="713225" y="2735525"/>
            <a:ext cx="4045200" cy="15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Analizar cómo ha ido cambiando la cantidad y calidad del anime a lo largo de la historia. </a:t>
            </a:r>
            <a:endParaRPr sz="2300"/>
          </a:p>
        </p:txBody>
      </p:sp>
      <p:grpSp>
        <p:nvGrpSpPr>
          <p:cNvPr id="401" name="Google Shape;401;p30"/>
          <p:cNvGrpSpPr/>
          <p:nvPr/>
        </p:nvGrpSpPr>
        <p:grpSpPr>
          <a:xfrm>
            <a:off x="5935684" y="506917"/>
            <a:ext cx="2295018" cy="4129674"/>
            <a:chOff x="691300" y="1666024"/>
            <a:chExt cx="1451900" cy="2612726"/>
          </a:xfrm>
        </p:grpSpPr>
        <p:sp>
          <p:nvSpPr>
            <p:cNvPr id="402" name="Google Shape;402;p30"/>
            <p:cNvSpPr/>
            <p:nvPr/>
          </p:nvSpPr>
          <p:spPr>
            <a:xfrm>
              <a:off x="926125" y="1877525"/>
              <a:ext cx="106475" cy="164050"/>
            </a:xfrm>
            <a:custGeom>
              <a:rect b="b" l="l" r="r" t="t"/>
              <a:pathLst>
                <a:path extrusionOk="0" h="6562" w="4259">
                  <a:moveTo>
                    <a:pt x="4258" y="1"/>
                  </a:moveTo>
                  <a:cubicBezTo>
                    <a:pt x="2614" y="2121"/>
                    <a:pt x="1207" y="4314"/>
                    <a:pt x="1" y="6561"/>
                  </a:cubicBezTo>
                  <a:cubicBezTo>
                    <a:pt x="1243" y="4277"/>
                    <a:pt x="2705" y="2121"/>
                    <a:pt x="4131" y="238"/>
                  </a:cubicBezTo>
                  <a:cubicBezTo>
                    <a:pt x="4185" y="165"/>
                    <a:pt x="4222" y="92"/>
                    <a:pt x="4258" y="1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0"/>
            <p:cNvSpPr/>
            <p:nvPr/>
          </p:nvSpPr>
          <p:spPr>
            <a:xfrm>
              <a:off x="769425" y="3587525"/>
              <a:ext cx="27900" cy="53925"/>
            </a:xfrm>
            <a:custGeom>
              <a:rect b="b" l="l" r="r" t="t"/>
              <a:pathLst>
                <a:path extrusionOk="0" h="2157" w="1116">
                  <a:moveTo>
                    <a:pt x="1115" y="0"/>
                  </a:moveTo>
                  <a:cubicBezTo>
                    <a:pt x="786" y="750"/>
                    <a:pt x="403" y="1480"/>
                    <a:pt x="1" y="2157"/>
                  </a:cubicBezTo>
                  <a:cubicBezTo>
                    <a:pt x="439" y="1462"/>
                    <a:pt x="805" y="731"/>
                    <a:pt x="1115" y="0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0"/>
            <p:cNvSpPr/>
            <p:nvPr/>
          </p:nvSpPr>
          <p:spPr>
            <a:xfrm>
              <a:off x="789525" y="2915500"/>
              <a:ext cx="42050" cy="267275"/>
            </a:xfrm>
            <a:custGeom>
              <a:rect b="b" l="l" r="r" t="t"/>
              <a:pathLst>
                <a:path extrusionOk="0" h="10691" w="1682">
                  <a:moveTo>
                    <a:pt x="1" y="0"/>
                  </a:moveTo>
                  <a:cubicBezTo>
                    <a:pt x="458" y="4349"/>
                    <a:pt x="1152" y="8041"/>
                    <a:pt x="1682" y="10691"/>
                  </a:cubicBezTo>
                  <a:cubicBezTo>
                    <a:pt x="1243" y="7712"/>
                    <a:pt x="494" y="4258"/>
                    <a:pt x="1" y="0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0"/>
            <p:cNvSpPr/>
            <p:nvPr/>
          </p:nvSpPr>
          <p:spPr>
            <a:xfrm>
              <a:off x="691775" y="3972650"/>
              <a:ext cx="282350" cy="258600"/>
            </a:xfrm>
            <a:custGeom>
              <a:rect b="b" l="l" r="r" t="t"/>
              <a:pathLst>
                <a:path extrusionOk="0" h="10344" w="11294">
                  <a:moveTo>
                    <a:pt x="11293" y="0"/>
                  </a:moveTo>
                  <a:cubicBezTo>
                    <a:pt x="7657" y="2522"/>
                    <a:pt x="3728" y="6232"/>
                    <a:pt x="0" y="10215"/>
                  </a:cubicBezTo>
                  <a:lnTo>
                    <a:pt x="0" y="10343"/>
                  </a:lnTo>
                  <a:cubicBezTo>
                    <a:pt x="3308" y="6999"/>
                    <a:pt x="7072" y="3491"/>
                    <a:pt x="11293" y="0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0"/>
            <p:cNvSpPr/>
            <p:nvPr/>
          </p:nvSpPr>
          <p:spPr>
            <a:xfrm>
              <a:off x="691782" y="1666024"/>
              <a:ext cx="1451401" cy="2612682"/>
            </a:xfrm>
            <a:custGeom>
              <a:rect b="b" l="l" r="r" t="t"/>
              <a:pathLst>
                <a:path extrusionOk="0" h="82380" w="21783">
                  <a:moveTo>
                    <a:pt x="0" y="0"/>
                  </a:moveTo>
                  <a:lnTo>
                    <a:pt x="0" y="82379"/>
                  </a:lnTo>
                  <a:cubicBezTo>
                    <a:pt x="658" y="81776"/>
                    <a:pt x="1298" y="81063"/>
                    <a:pt x="1882" y="80296"/>
                  </a:cubicBezTo>
                  <a:cubicBezTo>
                    <a:pt x="3874" y="77646"/>
                    <a:pt x="5208" y="74174"/>
                    <a:pt x="5775" y="70574"/>
                  </a:cubicBezTo>
                  <a:cubicBezTo>
                    <a:pt x="5994" y="68381"/>
                    <a:pt x="5994" y="66261"/>
                    <a:pt x="5957" y="64397"/>
                  </a:cubicBezTo>
                  <a:cubicBezTo>
                    <a:pt x="5884" y="63721"/>
                    <a:pt x="5775" y="63027"/>
                    <a:pt x="5647" y="62369"/>
                  </a:cubicBezTo>
                  <a:lnTo>
                    <a:pt x="5555" y="61949"/>
                  </a:lnTo>
                  <a:cubicBezTo>
                    <a:pt x="4221" y="55461"/>
                    <a:pt x="1115" y="40404"/>
                    <a:pt x="5062" y="25346"/>
                  </a:cubicBezTo>
                  <a:cubicBezTo>
                    <a:pt x="5117" y="25072"/>
                    <a:pt x="5172" y="24798"/>
                    <a:pt x="5226" y="24524"/>
                  </a:cubicBezTo>
                  <a:lnTo>
                    <a:pt x="5299" y="24524"/>
                  </a:lnTo>
                  <a:cubicBezTo>
                    <a:pt x="7492" y="16629"/>
                    <a:pt x="11677" y="8772"/>
                    <a:pt x="19133" y="2211"/>
                  </a:cubicBezTo>
                  <a:cubicBezTo>
                    <a:pt x="19425" y="1937"/>
                    <a:pt x="19736" y="1681"/>
                    <a:pt x="20047" y="1425"/>
                  </a:cubicBezTo>
                  <a:cubicBezTo>
                    <a:pt x="20065" y="1407"/>
                    <a:pt x="20065" y="1389"/>
                    <a:pt x="20065" y="1389"/>
                  </a:cubicBezTo>
                  <a:cubicBezTo>
                    <a:pt x="20083" y="1389"/>
                    <a:pt x="20083" y="1371"/>
                    <a:pt x="20101" y="1371"/>
                  </a:cubicBezTo>
                  <a:cubicBezTo>
                    <a:pt x="20668" y="895"/>
                    <a:pt x="21216" y="439"/>
                    <a:pt x="2178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0"/>
            <p:cNvSpPr/>
            <p:nvPr/>
          </p:nvSpPr>
          <p:spPr>
            <a:xfrm>
              <a:off x="1752100" y="2163525"/>
              <a:ext cx="2775" cy="15100"/>
            </a:xfrm>
            <a:custGeom>
              <a:rect b="b" l="l" r="r" t="t"/>
              <a:pathLst>
                <a:path extrusionOk="0" h="604" w="111">
                  <a:moveTo>
                    <a:pt x="1" y="0"/>
                  </a:moveTo>
                  <a:cubicBezTo>
                    <a:pt x="1" y="0"/>
                    <a:pt x="1" y="19"/>
                    <a:pt x="1" y="19"/>
                  </a:cubicBezTo>
                  <a:cubicBezTo>
                    <a:pt x="37" y="220"/>
                    <a:pt x="56" y="402"/>
                    <a:pt x="92" y="603"/>
                  </a:cubicBezTo>
                  <a:cubicBezTo>
                    <a:pt x="111" y="585"/>
                    <a:pt x="111" y="585"/>
                    <a:pt x="111" y="585"/>
                  </a:cubicBezTo>
                  <a:cubicBezTo>
                    <a:pt x="111" y="512"/>
                    <a:pt x="92" y="457"/>
                    <a:pt x="92" y="384"/>
                  </a:cubicBezTo>
                  <a:cubicBezTo>
                    <a:pt x="56" y="256"/>
                    <a:pt x="37" y="128"/>
                    <a:pt x="1" y="0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0"/>
            <p:cNvSpPr/>
            <p:nvPr/>
          </p:nvSpPr>
          <p:spPr>
            <a:xfrm>
              <a:off x="1457900" y="3136150"/>
              <a:ext cx="22875" cy="29275"/>
            </a:xfrm>
            <a:custGeom>
              <a:rect b="b" l="l" r="r" t="t"/>
              <a:pathLst>
                <a:path extrusionOk="0" h="1171" w="915">
                  <a:moveTo>
                    <a:pt x="0" y="1"/>
                  </a:moveTo>
                  <a:cubicBezTo>
                    <a:pt x="92" y="183"/>
                    <a:pt x="421" y="604"/>
                    <a:pt x="914" y="1170"/>
                  </a:cubicBezTo>
                  <a:cubicBezTo>
                    <a:pt x="604" y="786"/>
                    <a:pt x="311" y="403"/>
                    <a:pt x="19" y="1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0"/>
            <p:cNvSpPr/>
            <p:nvPr/>
          </p:nvSpPr>
          <p:spPr>
            <a:xfrm>
              <a:off x="691775" y="3881275"/>
              <a:ext cx="76300" cy="34750"/>
            </a:xfrm>
            <a:custGeom>
              <a:rect b="b" l="l" r="r" t="t"/>
              <a:pathLst>
                <a:path extrusionOk="0" h="1390" w="3052">
                  <a:moveTo>
                    <a:pt x="3052" y="0"/>
                  </a:moveTo>
                  <a:lnTo>
                    <a:pt x="3052" y="0"/>
                  </a:lnTo>
                  <a:cubicBezTo>
                    <a:pt x="2065" y="183"/>
                    <a:pt x="1042" y="293"/>
                    <a:pt x="0" y="366"/>
                  </a:cubicBezTo>
                  <a:lnTo>
                    <a:pt x="0" y="1389"/>
                  </a:lnTo>
                  <a:cubicBezTo>
                    <a:pt x="1078" y="805"/>
                    <a:pt x="2010" y="402"/>
                    <a:pt x="3052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0"/>
            <p:cNvSpPr/>
            <p:nvPr/>
          </p:nvSpPr>
          <p:spPr>
            <a:xfrm>
              <a:off x="1426825" y="4021075"/>
              <a:ext cx="72225" cy="163575"/>
            </a:xfrm>
            <a:custGeom>
              <a:rect b="b" l="l" r="r" t="t"/>
              <a:pathLst>
                <a:path extrusionOk="0" h="6543" w="2889">
                  <a:moveTo>
                    <a:pt x="1" y="0"/>
                  </a:moveTo>
                  <a:cubicBezTo>
                    <a:pt x="1262" y="1681"/>
                    <a:pt x="2212" y="3692"/>
                    <a:pt x="2742" y="5903"/>
                  </a:cubicBezTo>
                  <a:cubicBezTo>
                    <a:pt x="2797" y="6104"/>
                    <a:pt x="2852" y="6323"/>
                    <a:pt x="2888" y="6542"/>
                  </a:cubicBezTo>
                  <a:cubicBezTo>
                    <a:pt x="2523" y="4167"/>
                    <a:pt x="1682" y="1846"/>
                    <a:pt x="19" y="0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1426825" y="4021075"/>
              <a:ext cx="72225" cy="163575"/>
            </a:xfrm>
            <a:custGeom>
              <a:rect b="b" l="l" r="r" t="t"/>
              <a:pathLst>
                <a:path extrusionOk="0" h="6543" w="2889">
                  <a:moveTo>
                    <a:pt x="1" y="0"/>
                  </a:moveTo>
                  <a:cubicBezTo>
                    <a:pt x="1262" y="1681"/>
                    <a:pt x="2212" y="3692"/>
                    <a:pt x="2742" y="5903"/>
                  </a:cubicBezTo>
                  <a:cubicBezTo>
                    <a:pt x="2797" y="6104"/>
                    <a:pt x="2852" y="6323"/>
                    <a:pt x="2888" y="6542"/>
                  </a:cubicBezTo>
                  <a:cubicBezTo>
                    <a:pt x="2523" y="4167"/>
                    <a:pt x="1682" y="1846"/>
                    <a:pt x="19" y="0"/>
                  </a:cubicBezTo>
                  <a:close/>
                </a:path>
              </a:pathLst>
            </a:custGeom>
            <a:solidFill>
              <a:srgbClr val="FFC9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691300" y="3892475"/>
              <a:ext cx="809100" cy="385825"/>
            </a:xfrm>
            <a:custGeom>
              <a:rect b="b" l="l" r="r" t="t"/>
              <a:pathLst>
                <a:path extrusionOk="0" h="15433" w="32364">
                  <a:moveTo>
                    <a:pt x="19395" y="0"/>
                  </a:moveTo>
                  <a:cubicBezTo>
                    <a:pt x="17740" y="0"/>
                    <a:pt x="15864" y="491"/>
                    <a:pt x="13524" y="1800"/>
                  </a:cubicBezTo>
                  <a:cubicBezTo>
                    <a:pt x="12811" y="2220"/>
                    <a:pt x="12062" y="2677"/>
                    <a:pt x="11312" y="3207"/>
                  </a:cubicBezTo>
                  <a:cubicBezTo>
                    <a:pt x="7091" y="6698"/>
                    <a:pt x="3327" y="10188"/>
                    <a:pt x="1" y="13550"/>
                  </a:cubicBezTo>
                  <a:lnTo>
                    <a:pt x="1" y="15433"/>
                  </a:lnTo>
                  <a:lnTo>
                    <a:pt x="32236" y="15433"/>
                  </a:lnTo>
                  <a:lnTo>
                    <a:pt x="32364" y="14336"/>
                  </a:lnTo>
                  <a:cubicBezTo>
                    <a:pt x="32291" y="13240"/>
                    <a:pt x="32126" y="12161"/>
                    <a:pt x="31871" y="11120"/>
                  </a:cubicBezTo>
                  <a:cubicBezTo>
                    <a:pt x="30811" y="6679"/>
                    <a:pt x="28015" y="3043"/>
                    <a:pt x="24415" y="1362"/>
                  </a:cubicBezTo>
                  <a:cubicBezTo>
                    <a:pt x="22792" y="603"/>
                    <a:pt x="21229" y="0"/>
                    <a:pt x="19395" y="0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691300" y="3868475"/>
              <a:ext cx="809100" cy="409825"/>
            </a:xfrm>
            <a:custGeom>
              <a:rect b="b" l="l" r="r" t="t"/>
              <a:pathLst>
                <a:path extrusionOk="0" h="16393" w="32364">
                  <a:moveTo>
                    <a:pt x="32364" y="15296"/>
                  </a:moveTo>
                  <a:cubicBezTo>
                    <a:pt x="32291" y="14200"/>
                    <a:pt x="32126" y="13121"/>
                    <a:pt x="31871" y="12080"/>
                  </a:cubicBezTo>
                  <a:cubicBezTo>
                    <a:pt x="30811" y="7639"/>
                    <a:pt x="28015" y="4003"/>
                    <a:pt x="24415" y="2322"/>
                  </a:cubicBezTo>
                  <a:cubicBezTo>
                    <a:pt x="21326" y="878"/>
                    <a:pt x="18457" y="1"/>
                    <a:pt x="13524" y="2760"/>
                  </a:cubicBezTo>
                  <a:cubicBezTo>
                    <a:pt x="12811" y="3180"/>
                    <a:pt x="12062" y="3637"/>
                    <a:pt x="11312" y="4167"/>
                  </a:cubicBezTo>
                  <a:lnTo>
                    <a:pt x="11312" y="4167"/>
                  </a:lnTo>
                  <a:cubicBezTo>
                    <a:pt x="7091" y="7658"/>
                    <a:pt x="3327" y="11148"/>
                    <a:pt x="1" y="14510"/>
                  </a:cubicBezTo>
                  <a:lnTo>
                    <a:pt x="1" y="16393"/>
                  </a:lnTo>
                  <a:lnTo>
                    <a:pt x="32236" y="16393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1225375" y="3889950"/>
              <a:ext cx="36550" cy="11450"/>
            </a:xfrm>
            <a:custGeom>
              <a:rect b="b" l="l" r="r" t="t"/>
              <a:pathLst>
                <a:path extrusionOk="0" h="458" w="1462">
                  <a:moveTo>
                    <a:pt x="0" y="1"/>
                  </a:moveTo>
                  <a:cubicBezTo>
                    <a:pt x="493" y="129"/>
                    <a:pt x="987" y="275"/>
                    <a:pt x="1462" y="458"/>
                  </a:cubicBezTo>
                  <a:cubicBezTo>
                    <a:pt x="1297" y="366"/>
                    <a:pt x="1133" y="311"/>
                    <a:pt x="969" y="238"/>
                  </a:cubicBezTo>
                  <a:cubicBezTo>
                    <a:pt x="603" y="129"/>
                    <a:pt x="274" y="55"/>
                    <a:pt x="0" y="1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1225375" y="3889950"/>
              <a:ext cx="36550" cy="11450"/>
            </a:xfrm>
            <a:custGeom>
              <a:rect b="b" l="l" r="r" t="t"/>
              <a:pathLst>
                <a:path extrusionOk="0" h="458" w="1462">
                  <a:moveTo>
                    <a:pt x="0" y="1"/>
                  </a:moveTo>
                  <a:cubicBezTo>
                    <a:pt x="493" y="129"/>
                    <a:pt x="987" y="275"/>
                    <a:pt x="1462" y="458"/>
                  </a:cubicBezTo>
                  <a:cubicBezTo>
                    <a:pt x="1297" y="366"/>
                    <a:pt x="1133" y="311"/>
                    <a:pt x="969" y="238"/>
                  </a:cubicBezTo>
                  <a:cubicBezTo>
                    <a:pt x="603" y="129"/>
                    <a:pt x="274" y="55"/>
                    <a:pt x="0" y="1"/>
                  </a:cubicBezTo>
                  <a:close/>
                </a:path>
              </a:pathLst>
            </a:custGeom>
            <a:solidFill>
              <a:srgbClr val="FFC9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1049025" y="3899100"/>
              <a:ext cx="44800" cy="19200"/>
            </a:xfrm>
            <a:custGeom>
              <a:rect b="b" l="l" r="r" t="t"/>
              <a:pathLst>
                <a:path extrusionOk="0" h="768" w="1792">
                  <a:moveTo>
                    <a:pt x="1791" y="0"/>
                  </a:moveTo>
                  <a:lnTo>
                    <a:pt x="1791" y="0"/>
                  </a:lnTo>
                  <a:cubicBezTo>
                    <a:pt x="1243" y="146"/>
                    <a:pt x="676" y="402"/>
                    <a:pt x="0" y="768"/>
                  </a:cubicBezTo>
                  <a:cubicBezTo>
                    <a:pt x="622" y="457"/>
                    <a:pt x="1206" y="201"/>
                    <a:pt x="1791" y="0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1049025" y="3899100"/>
              <a:ext cx="44800" cy="19200"/>
            </a:xfrm>
            <a:custGeom>
              <a:rect b="b" l="l" r="r" t="t"/>
              <a:pathLst>
                <a:path extrusionOk="0" h="768" w="1792">
                  <a:moveTo>
                    <a:pt x="1791" y="0"/>
                  </a:moveTo>
                  <a:cubicBezTo>
                    <a:pt x="1243" y="146"/>
                    <a:pt x="676" y="402"/>
                    <a:pt x="0" y="768"/>
                  </a:cubicBezTo>
                  <a:cubicBezTo>
                    <a:pt x="622" y="457"/>
                    <a:pt x="1206" y="201"/>
                    <a:pt x="1791" y="0"/>
                  </a:cubicBezTo>
                  <a:close/>
                </a:path>
              </a:pathLst>
            </a:custGeom>
            <a:solidFill>
              <a:srgbClr val="FFC9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1430025" y="3867100"/>
              <a:ext cx="169975" cy="171800"/>
            </a:xfrm>
            <a:custGeom>
              <a:rect b="b" l="l" r="r" t="t"/>
              <a:pathLst>
                <a:path extrusionOk="0" h="6872" w="6799">
                  <a:moveTo>
                    <a:pt x="1" y="1"/>
                  </a:moveTo>
                  <a:cubicBezTo>
                    <a:pt x="677" y="604"/>
                    <a:pt x="1463" y="1353"/>
                    <a:pt x="2340" y="2212"/>
                  </a:cubicBezTo>
                  <a:cubicBezTo>
                    <a:pt x="2504" y="2358"/>
                    <a:pt x="2669" y="2523"/>
                    <a:pt x="2833" y="2687"/>
                  </a:cubicBezTo>
                  <a:cubicBezTo>
                    <a:pt x="3491" y="3327"/>
                    <a:pt x="4186" y="4021"/>
                    <a:pt x="4862" y="4752"/>
                  </a:cubicBezTo>
                  <a:cubicBezTo>
                    <a:pt x="5520" y="5447"/>
                    <a:pt x="6159" y="6159"/>
                    <a:pt x="6799" y="6872"/>
                  </a:cubicBezTo>
                  <a:cubicBezTo>
                    <a:pt x="4259" y="3637"/>
                    <a:pt x="1773" y="1372"/>
                    <a:pt x="56" y="1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1430025" y="3867100"/>
              <a:ext cx="169975" cy="171800"/>
            </a:xfrm>
            <a:custGeom>
              <a:rect b="b" l="l" r="r" t="t"/>
              <a:pathLst>
                <a:path extrusionOk="0" h="6872" w="6799">
                  <a:moveTo>
                    <a:pt x="2340" y="2212"/>
                  </a:moveTo>
                  <a:cubicBezTo>
                    <a:pt x="2504" y="2358"/>
                    <a:pt x="2669" y="2523"/>
                    <a:pt x="2833" y="2687"/>
                  </a:cubicBezTo>
                  <a:cubicBezTo>
                    <a:pt x="3491" y="3327"/>
                    <a:pt x="4186" y="4021"/>
                    <a:pt x="4862" y="4752"/>
                  </a:cubicBezTo>
                  <a:cubicBezTo>
                    <a:pt x="5520" y="5447"/>
                    <a:pt x="6159" y="6159"/>
                    <a:pt x="6799" y="6872"/>
                  </a:cubicBezTo>
                  <a:cubicBezTo>
                    <a:pt x="4259" y="3637"/>
                    <a:pt x="1773" y="1372"/>
                    <a:pt x="56" y="1"/>
                  </a:cubicBezTo>
                  <a:cubicBezTo>
                    <a:pt x="37" y="1"/>
                    <a:pt x="19" y="1"/>
                    <a:pt x="1" y="1"/>
                  </a:cubicBezTo>
                  <a:cubicBezTo>
                    <a:pt x="677" y="604"/>
                    <a:pt x="1463" y="1353"/>
                    <a:pt x="2340" y="2212"/>
                  </a:cubicBezTo>
                  <a:close/>
                </a:path>
              </a:pathLst>
            </a:custGeom>
            <a:solidFill>
              <a:srgbClr val="FFC9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1404000" y="3796625"/>
              <a:ext cx="738750" cy="482125"/>
            </a:xfrm>
            <a:custGeom>
              <a:rect b="b" l="l" r="r" t="t"/>
              <a:pathLst>
                <a:path extrusionOk="0" h="19285" w="29550">
                  <a:moveTo>
                    <a:pt x="4275" y="0"/>
                  </a:moveTo>
                  <a:cubicBezTo>
                    <a:pt x="4172" y="0"/>
                    <a:pt x="4069" y="2"/>
                    <a:pt x="3966" y="6"/>
                  </a:cubicBezTo>
                  <a:cubicBezTo>
                    <a:pt x="2559" y="42"/>
                    <a:pt x="1078" y="682"/>
                    <a:pt x="0" y="1614"/>
                  </a:cubicBezTo>
                  <a:cubicBezTo>
                    <a:pt x="2120" y="3131"/>
                    <a:pt x="7218" y="7261"/>
                    <a:pt x="11440" y="14479"/>
                  </a:cubicBezTo>
                  <a:cubicBezTo>
                    <a:pt x="11440" y="14497"/>
                    <a:pt x="11458" y="14515"/>
                    <a:pt x="11476" y="14552"/>
                  </a:cubicBezTo>
                  <a:cubicBezTo>
                    <a:pt x="11531" y="14643"/>
                    <a:pt x="11586" y="14735"/>
                    <a:pt x="11641" y="14826"/>
                  </a:cubicBezTo>
                  <a:cubicBezTo>
                    <a:pt x="12573" y="16379"/>
                    <a:pt x="13304" y="17768"/>
                    <a:pt x="14108" y="19011"/>
                  </a:cubicBezTo>
                  <a:cubicBezTo>
                    <a:pt x="14181" y="19102"/>
                    <a:pt x="14236" y="19193"/>
                    <a:pt x="14309" y="19285"/>
                  </a:cubicBezTo>
                  <a:lnTo>
                    <a:pt x="29549" y="19285"/>
                  </a:lnTo>
                  <a:lnTo>
                    <a:pt x="29549" y="15118"/>
                  </a:lnTo>
                  <a:cubicBezTo>
                    <a:pt x="29440" y="15210"/>
                    <a:pt x="29330" y="15283"/>
                    <a:pt x="29220" y="15356"/>
                  </a:cubicBezTo>
                  <a:lnTo>
                    <a:pt x="28270" y="15959"/>
                  </a:lnTo>
                  <a:lnTo>
                    <a:pt x="28270" y="15959"/>
                  </a:lnTo>
                  <a:lnTo>
                    <a:pt x="29037" y="15118"/>
                  </a:lnTo>
                  <a:cubicBezTo>
                    <a:pt x="29257" y="14881"/>
                    <a:pt x="29421" y="14625"/>
                    <a:pt x="29549" y="14351"/>
                  </a:cubicBezTo>
                  <a:lnTo>
                    <a:pt x="29549" y="10897"/>
                  </a:lnTo>
                  <a:cubicBezTo>
                    <a:pt x="29385" y="10458"/>
                    <a:pt x="29184" y="10020"/>
                    <a:pt x="28946" y="9654"/>
                  </a:cubicBezTo>
                  <a:cubicBezTo>
                    <a:pt x="27795" y="7827"/>
                    <a:pt x="25803" y="6676"/>
                    <a:pt x="24213" y="5872"/>
                  </a:cubicBezTo>
                  <a:cubicBezTo>
                    <a:pt x="19846" y="3697"/>
                    <a:pt x="15021" y="2436"/>
                    <a:pt x="10362" y="1212"/>
                  </a:cubicBezTo>
                  <a:cubicBezTo>
                    <a:pt x="9229" y="919"/>
                    <a:pt x="8059" y="609"/>
                    <a:pt x="6908" y="298"/>
                  </a:cubicBezTo>
                  <a:cubicBezTo>
                    <a:pt x="6040" y="134"/>
                    <a:pt x="5158" y="0"/>
                    <a:pt x="4275" y="0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1404000" y="3795850"/>
              <a:ext cx="738750" cy="482900"/>
            </a:xfrm>
            <a:custGeom>
              <a:rect b="b" l="l" r="r" t="t"/>
              <a:pathLst>
                <a:path extrusionOk="0" h="19316" w="29550">
                  <a:moveTo>
                    <a:pt x="24213" y="5903"/>
                  </a:moveTo>
                  <a:cubicBezTo>
                    <a:pt x="19846" y="3728"/>
                    <a:pt x="15021" y="2467"/>
                    <a:pt x="10362" y="1243"/>
                  </a:cubicBezTo>
                  <a:cubicBezTo>
                    <a:pt x="9229" y="950"/>
                    <a:pt x="8059" y="640"/>
                    <a:pt x="6908" y="329"/>
                  </a:cubicBezTo>
                  <a:cubicBezTo>
                    <a:pt x="5939" y="146"/>
                    <a:pt x="4952" y="0"/>
                    <a:pt x="3966" y="37"/>
                  </a:cubicBezTo>
                  <a:cubicBezTo>
                    <a:pt x="2559" y="73"/>
                    <a:pt x="1078" y="713"/>
                    <a:pt x="0" y="1645"/>
                  </a:cubicBezTo>
                  <a:cubicBezTo>
                    <a:pt x="2120" y="3162"/>
                    <a:pt x="7218" y="7292"/>
                    <a:pt x="11440" y="14510"/>
                  </a:cubicBezTo>
                  <a:cubicBezTo>
                    <a:pt x="11440" y="14528"/>
                    <a:pt x="11458" y="14546"/>
                    <a:pt x="11476" y="14583"/>
                  </a:cubicBezTo>
                  <a:cubicBezTo>
                    <a:pt x="11531" y="14674"/>
                    <a:pt x="11586" y="14766"/>
                    <a:pt x="11641" y="14857"/>
                  </a:cubicBezTo>
                  <a:cubicBezTo>
                    <a:pt x="12573" y="16410"/>
                    <a:pt x="13304" y="17799"/>
                    <a:pt x="14108" y="19042"/>
                  </a:cubicBezTo>
                  <a:cubicBezTo>
                    <a:pt x="14181" y="19133"/>
                    <a:pt x="14236" y="19224"/>
                    <a:pt x="14309" y="19316"/>
                  </a:cubicBezTo>
                  <a:lnTo>
                    <a:pt x="29549" y="19316"/>
                  </a:lnTo>
                  <a:lnTo>
                    <a:pt x="29549" y="15149"/>
                  </a:lnTo>
                  <a:cubicBezTo>
                    <a:pt x="29440" y="15241"/>
                    <a:pt x="29330" y="15314"/>
                    <a:pt x="29220" y="15387"/>
                  </a:cubicBezTo>
                  <a:lnTo>
                    <a:pt x="28270" y="15990"/>
                  </a:lnTo>
                  <a:lnTo>
                    <a:pt x="29037" y="15149"/>
                  </a:lnTo>
                  <a:cubicBezTo>
                    <a:pt x="29257" y="14912"/>
                    <a:pt x="29421" y="14656"/>
                    <a:pt x="29549" y="14382"/>
                  </a:cubicBezTo>
                  <a:lnTo>
                    <a:pt x="29549" y="10928"/>
                  </a:lnTo>
                  <a:cubicBezTo>
                    <a:pt x="29385" y="10489"/>
                    <a:pt x="29184" y="10051"/>
                    <a:pt x="28946" y="9685"/>
                  </a:cubicBezTo>
                  <a:cubicBezTo>
                    <a:pt x="27795" y="7858"/>
                    <a:pt x="25803" y="6707"/>
                    <a:pt x="24213" y="5903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1924800" y="3598025"/>
              <a:ext cx="217950" cy="308850"/>
            </a:xfrm>
            <a:custGeom>
              <a:rect b="b" l="l" r="r" t="t"/>
              <a:pathLst>
                <a:path extrusionOk="0" h="12354" w="8718">
                  <a:moveTo>
                    <a:pt x="0" y="1"/>
                  </a:moveTo>
                  <a:lnTo>
                    <a:pt x="0" y="19"/>
                  </a:lnTo>
                  <a:cubicBezTo>
                    <a:pt x="1846" y="1408"/>
                    <a:pt x="3710" y="2998"/>
                    <a:pt x="5190" y="4861"/>
                  </a:cubicBezTo>
                  <a:cubicBezTo>
                    <a:pt x="5684" y="5391"/>
                    <a:pt x="6122" y="6049"/>
                    <a:pt x="6469" y="6725"/>
                  </a:cubicBezTo>
                  <a:cubicBezTo>
                    <a:pt x="7127" y="7840"/>
                    <a:pt x="7621" y="9046"/>
                    <a:pt x="7877" y="10362"/>
                  </a:cubicBezTo>
                  <a:lnTo>
                    <a:pt x="8059" y="11239"/>
                  </a:lnTo>
                  <a:cubicBezTo>
                    <a:pt x="8114" y="11495"/>
                    <a:pt x="8132" y="11641"/>
                    <a:pt x="8132" y="11641"/>
                  </a:cubicBezTo>
                  <a:cubicBezTo>
                    <a:pt x="8132" y="11641"/>
                    <a:pt x="8370" y="11860"/>
                    <a:pt x="8717" y="12354"/>
                  </a:cubicBezTo>
                  <a:lnTo>
                    <a:pt x="8717" y="732"/>
                  </a:lnTo>
                  <a:cubicBezTo>
                    <a:pt x="8553" y="732"/>
                    <a:pt x="8388" y="713"/>
                    <a:pt x="8169" y="695"/>
                  </a:cubicBezTo>
                  <a:cubicBezTo>
                    <a:pt x="8114" y="695"/>
                    <a:pt x="8059" y="677"/>
                    <a:pt x="7986" y="677"/>
                  </a:cubicBezTo>
                  <a:cubicBezTo>
                    <a:pt x="7822" y="677"/>
                    <a:pt x="7639" y="658"/>
                    <a:pt x="7475" y="640"/>
                  </a:cubicBezTo>
                  <a:lnTo>
                    <a:pt x="2449" y="805"/>
                  </a:lnTo>
                  <a:cubicBezTo>
                    <a:pt x="2350" y="805"/>
                    <a:pt x="2251" y="806"/>
                    <a:pt x="2152" y="806"/>
                  </a:cubicBezTo>
                  <a:cubicBezTo>
                    <a:pt x="1904" y="806"/>
                    <a:pt x="1656" y="797"/>
                    <a:pt x="1408" y="732"/>
                  </a:cubicBezTo>
                  <a:cubicBezTo>
                    <a:pt x="1079" y="640"/>
                    <a:pt x="786" y="476"/>
                    <a:pt x="494" y="293"/>
                  </a:cubicBezTo>
                  <a:cubicBezTo>
                    <a:pt x="329" y="202"/>
                    <a:pt x="165" y="92"/>
                    <a:pt x="0" y="1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1924800" y="3598025"/>
              <a:ext cx="217950" cy="308850"/>
            </a:xfrm>
            <a:custGeom>
              <a:rect b="b" l="l" r="r" t="t"/>
              <a:pathLst>
                <a:path extrusionOk="0" h="12354" w="8718">
                  <a:moveTo>
                    <a:pt x="8169" y="695"/>
                  </a:moveTo>
                  <a:cubicBezTo>
                    <a:pt x="8114" y="695"/>
                    <a:pt x="8059" y="677"/>
                    <a:pt x="7986" y="677"/>
                  </a:cubicBezTo>
                  <a:cubicBezTo>
                    <a:pt x="7822" y="677"/>
                    <a:pt x="7639" y="658"/>
                    <a:pt x="7475" y="640"/>
                  </a:cubicBezTo>
                  <a:lnTo>
                    <a:pt x="2449" y="805"/>
                  </a:lnTo>
                  <a:cubicBezTo>
                    <a:pt x="2102" y="805"/>
                    <a:pt x="1755" y="823"/>
                    <a:pt x="1408" y="732"/>
                  </a:cubicBezTo>
                  <a:cubicBezTo>
                    <a:pt x="1079" y="640"/>
                    <a:pt x="786" y="476"/>
                    <a:pt x="494" y="293"/>
                  </a:cubicBezTo>
                  <a:cubicBezTo>
                    <a:pt x="329" y="202"/>
                    <a:pt x="165" y="92"/>
                    <a:pt x="0" y="1"/>
                  </a:cubicBezTo>
                  <a:lnTo>
                    <a:pt x="0" y="19"/>
                  </a:lnTo>
                  <a:cubicBezTo>
                    <a:pt x="1846" y="1408"/>
                    <a:pt x="3710" y="2998"/>
                    <a:pt x="5190" y="4861"/>
                  </a:cubicBezTo>
                  <a:cubicBezTo>
                    <a:pt x="5684" y="5391"/>
                    <a:pt x="6122" y="6049"/>
                    <a:pt x="6469" y="6725"/>
                  </a:cubicBezTo>
                  <a:cubicBezTo>
                    <a:pt x="7127" y="7840"/>
                    <a:pt x="7621" y="9046"/>
                    <a:pt x="7877" y="10362"/>
                  </a:cubicBezTo>
                  <a:lnTo>
                    <a:pt x="8059" y="11239"/>
                  </a:lnTo>
                  <a:cubicBezTo>
                    <a:pt x="8114" y="11495"/>
                    <a:pt x="8132" y="11641"/>
                    <a:pt x="8132" y="11641"/>
                  </a:cubicBezTo>
                  <a:cubicBezTo>
                    <a:pt x="8132" y="11641"/>
                    <a:pt x="8370" y="11860"/>
                    <a:pt x="8717" y="12354"/>
                  </a:cubicBezTo>
                  <a:lnTo>
                    <a:pt x="8717" y="732"/>
                  </a:lnTo>
                  <a:cubicBezTo>
                    <a:pt x="8553" y="732"/>
                    <a:pt x="8388" y="713"/>
                    <a:pt x="8169" y="6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1422725" y="3860250"/>
              <a:ext cx="3675" cy="3225"/>
            </a:xfrm>
            <a:custGeom>
              <a:rect b="b" l="l" r="r" t="t"/>
              <a:pathLst>
                <a:path extrusionOk="0" h="129" w="147">
                  <a:moveTo>
                    <a:pt x="0" y="1"/>
                  </a:moveTo>
                  <a:cubicBezTo>
                    <a:pt x="37" y="37"/>
                    <a:pt x="92" y="92"/>
                    <a:pt x="128" y="129"/>
                  </a:cubicBezTo>
                  <a:lnTo>
                    <a:pt x="147" y="129"/>
                  </a:lnTo>
                  <a:cubicBezTo>
                    <a:pt x="92" y="74"/>
                    <a:pt x="37" y="37"/>
                    <a:pt x="0" y="1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1422725" y="3860250"/>
              <a:ext cx="3675" cy="3225"/>
            </a:xfrm>
            <a:custGeom>
              <a:rect b="b" l="l" r="r" t="t"/>
              <a:pathLst>
                <a:path extrusionOk="0" h="129" w="147">
                  <a:moveTo>
                    <a:pt x="147" y="129"/>
                  </a:moveTo>
                  <a:cubicBezTo>
                    <a:pt x="92" y="74"/>
                    <a:pt x="37" y="37"/>
                    <a:pt x="0" y="1"/>
                  </a:cubicBezTo>
                  <a:cubicBezTo>
                    <a:pt x="37" y="37"/>
                    <a:pt x="92" y="92"/>
                    <a:pt x="128" y="129"/>
                  </a:cubicBezTo>
                  <a:cubicBezTo>
                    <a:pt x="147" y="129"/>
                    <a:pt x="147" y="129"/>
                    <a:pt x="147" y="129"/>
                  </a:cubicBezTo>
                  <a:close/>
                </a:path>
              </a:pathLst>
            </a:custGeom>
            <a:solidFill>
              <a:srgbClr val="FFC9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0"/>
            <p:cNvSpPr/>
            <p:nvPr/>
          </p:nvSpPr>
          <p:spPr>
            <a:xfrm>
              <a:off x="1225375" y="3889950"/>
              <a:ext cx="24225" cy="5975"/>
            </a:xfrm>
            <a:custGeom>
              <a:rect b="b" l="l" r="r" t="t"/>
              <a:pathLst>
                <a:path extrusionOk="0" h="239" w="969">
                  <a:moveTo>
                    <a:pt x="969" y="238"/>
                  </a:moveTo>
                  <a:cubicBezTo>
                    <a:pt x="603" y="129"/>
                    <a:pt x="274" y="55"/>
                    <a:pt x="0" y="1"/>
                  </a:cubicBezTo>
                  <a:lnTo>
                    <a:pt x="0" y="1"/>
                  </a:lnTo>
                  <a:cubicBezTo>
                    <a:pt x="274" y="55"/>
                    <a:pt x="603" y="129"/>
                    <a:pt x="969" y="238"/>
                  </a:cubicBezTo>
                  <a:close/>
                </a:path>
              </a:pathLst>
            </a:custGeom>
            <a:solidFill>
              <a:srgbClr val="8DB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0"/>
            <p:cNvSpPr/>
            <p:nvPr/>
          </p:nvSpPr>
          <p:spPr>
            <a:xfrm>
              <a:off x="1426825" y="4021075"/>
              <a:ext cx="72225" cy="163575"/>
            </a:xfrm>
            <a:custGeom>
              <a:rect b="b" l="l" r="r" t="t"/>
              <a:pathLst>
                <a:path extrusionOk="0" h="6543" w="2889">
                  <a:moveTo>
                    <a:pt x="1" y="0"/>
                  </a:moveTo>
                  <a:lnTo>
                    <a:pt x="1" y="0"/>
                  </a:lnTo>
                  <a:lnTo>
                    <a:pt x="19" y="0"/>
                  </a:lnTo>
                  <a:cubicBezTo>
                    <a:pt x="1682" y="1846"/>
                    <a:pt x="2523" y="4167"/>
                    <a:pt x="2888" y="6542"/>
                  </a:cubicBezTo>
                  <a:lnTo>
                    <a:pt x="2888" y="6542"/>
                  </a:lnTo>
                  <a:cubicBezTo>
                    <a:pt x="2523" y="4167"/>
                    <a:pt x="1682" y="1846"/>
                    <a:pt x="19" y="0"/>
                  </a:cubicBezTo>
                  <a:close/>
                </a:path>
              </a:pathLst>
            </a:custGeom>
            <a:solidFill>
              <a:srgbClr val="8DB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0"/>
            <p:cNvSpPr/>
            <p:nvPr/>
          </p:nvSpPr>
          <p:spPr>
            <a:xfrm>
              <a:off x="1689975" y="4158575"/>
              <a:ext cx="66725" cy="113325"/>
            </a:xfrm>
            <a:custGeom>
              <a:rect b="b" l="l" r="r" t="t"/>
              <a:pathLst>
                <a:path extrusionOk="0" h="4533" w="2669">
                  <a:moveTo>
                    <a:pt x="1" y="1"/>
                  </a:moveTo>
                  <a:cubicBezTo>
                    <a:pt x="1" y="15"/>
                    <a:pt x="11" y="29"/>
                    <a:pt x="25" y="43"/>
                  </a:cubicBezTo>
                  <a:lnTo>
                    <a:pt x="25" y="43"/>
                  </a:lnTo>
                  <a:cubicBezTo>
                    <a:pt x="17" y="29"/>
                    <a:pt x="9" y="15"/>
                    <a:pt x="1" y="1"/>
                  </a:cubicBezTo>
                  <a:close/>
                  <a:moveTo>
                    <a:pt x="25" y="43"/>
                  </a:moveTo>
                  <a:cubicBezTo>
                    <a:pt x="455" y="798"/>
                    <a:pt x="885" y="1588"/>
                    <a:pt x="1298" y="2413"/>
                  </a:cubicBezTo>
                  <a:cubicBezTo>
                    <a:pt x="1682" y="3162"/>
                    <a:pt x="2139" y="3875"/>
                    <a:pt x="2669" y="4533"/>
                  </a:cubicBezTo>
                  <a:cubicBezTo>
                    <a:pt x="1865" y="3290"/>
                    <a:pt x="1134" y="1901"/>
                    <a:pt x="202" y="348"/>
                  </a:cubicBezTo>
                  <a:cubicBezTo>
                    <a:pt x="147" y="257"/>
                    <a:pt x="92" y="165"/>
                    <a:pt x="37" y="56"/>
                  </a:cubicBezTo>
                  <a:cubicBezTo>
                    <a:pt x="33" y="51"/>
                    <a:pt x="29" y="47"/>
                    <a:pt x="25" y="43"/>
                  </a:cubicBezTo>
                  <a:close/>
                </a:path>
              </a:pathLst>
            </a:custGeom>
            <a:solidFill>
              <a:srgbClr val="4993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0"/>
            <p:cNvSpPr/>
            <p:nvPr/>
          </p:nvSpPr>
          <p:spPr>
            <a:xfrm>
              <a:off x="1207100" y="3884025"/>
              <a:ext cx="42500" cy="11900"/>
            </a:xfrm>
            <a:custGeom>
              <a:rect b="b" l="l" r="r" t="t"/>
              <a:pathLst>
                <a:path extrusionOk="0" h="476" w="1700">
                  <a:moveTo>
                    <a:pt x="530" y="0"/>
                  </a:moveTo>
                  <a:cubicBezTo>
                    <a:pt x="347" y="37"/>
                    <a:pt x="183" y="73"/>
                    <a:pt x="0" y="110"/>
                  </a:cubicBezTo>
                  <a:cubicBezTo>
                    <a:pt x="256" y="146"/>
                    <a:pt x="493" y="201"/>
                    <a:pt x="731" y="238"/>
                  </a:cubicBezTo>
                  <a:cubicBezTo>
                    <a:pt x="1023" y="292"/>
                    <a:pt x="1334" y="366"/>
                    <a:pt x="1700" y="475"/>
                  </a:cubicBezTo>
                  <a:cubicBezTo>
                    <a:pt x="1316" y="311"/>
                    <a:pt x="914" y="146"/>
                    <a:pt x="530" y="0"/>
                  </a:cubicBezTo>
                  <a:close/>
                </a:path>
              </a:pathLst>
            </a:custGeom>
            <a:solidFill>
              <a:srgbClr val="4993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0"/>
            <p:cNvSpPr/>
            <p:nvPr/>
          </p:nvSpPr>
          <p:spPr>
            <a:xfrm>
              <a:off x="1422725" y="3860250"/>
              <a:ext cx="3225" cy="3225"/>
            </a:xfrm>
            <a:custGeom>
              <a:rect b="b" l="l" r="r" t="t"/>
              <a:pathLst>
                <a:path extrusionOk="0" h="129" w="129">
                  <a:moveTo>
                    <a:pt x="0" y="1"/>
                  </a:moveTo>
                  <a:lnTo>
                    <a:pt x="0" y="1"/>
                  </a:lnTo>
                  <a:cubicBezTo>
                    <a:pt x="37" y="56"/>
                    <a:pt x="73" y="92"/>
                    <a:pt x="110" y="129"/>
                  </a:cubicBezTo>
                  <a:lnTo>
                    <a:pt x="128" y="129"/>
                  </a:lnTo>
                  <a:cubicBezTo>
                    <a:pt x="92" y="92"/>
                    <a:pt x="37" y="37"/>
                    <a:pt x="0" y="1"/>
                  </a:cubicBezTo>
                  <a:close/>
                </a:path>
              </a:pathLst>
            </a:custGeom>
            <a:solidFill>
              <a:srgbClr val="4993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0"/>
            <p:cNvSpPr/>
            <p:nvPr/>
          </p:nvSpPr>
          <p:spPr>
            <a:xfrm>
              <a:off x="1322675" y="3864800"/>
              <a:ext cx="429450" cy="413950"/>
            </a:xfrm>
            <a:custGeom>
              <a:rect b="b" l="l" r="r" t="t"/>
              <a:pathLst>
                <a:path extrusionOk="0" h="16558" w="17178">
                  <a:moveTo>
                    <a:pt x="3354" y="0"/>
                  </a:moveTo>
                  <a:cubicBezTo>
                    <a:pt x="2827" y="0"/>
                    <a:pt x="2301" y="86"/>
                    <a:pt x="1810" y="257"/>
                  </a:cubicBezTo>
                  <a:cubicBezTo>
                    <a:pt x="1280" y="458"/>
                    <a:pt x="750" y="751"/>
                    <a:pt x="421" y="1208"/>
                  </a:cubicBezTo>
                  <a:cubicBezTo>
                    <a:pt x="128" y="1610"/>
                    <a:pt x="0" y="2158"/>
                    <a:pt x="128" y="2633"/>
                  </a:cubicBezTo>
                  <a:cubicBezTo>
                    <a:pt x="1682" y="3510"/>
                    <a:pt x="3034" y="4753"/>
                    <a:pt x="4167" y="6251"/>
                  </a:cubicBezTo>
                  <a:lnTo>
                    <a:pt x="4185" y="6251"/>
                  </a:lnTo>
                  <a:cubicBezTo>
                    <a:pt x="5848" y="8097"/>
                    <a:pt x="6689" y="10418"/>
                    <a:pt x="7054" y="12793"/>
                  </a:cubicBezTo>
                  <a:cubicBezTo>
                    <a:pt x="7310" y="13999"/>
                    <a:pt x="7438" y="15260"/>
                    <a:pt x="7456" y="16558"/>
                  </a:cubicBezTo>
                  <a:lnTo>
                    <a:pt x="17178" y="16558"/>
                  </a:lnTo>
                  <a:cubicBezTo>
                    <a:pt x="16611" y="15845"/>
                    <a:pt x="16136" y="15096"/>
                    <a:pt x="15734" y="14292"/>
                  </a:cubicBezTo>
                  <a:cubicBezTo>
                    <a:pt x="14291" y="11441"/>
                    <a:pt x="12683" y="9011"/>
                    <a:pt x="11093" y="6964"/>
                  </a:cubicBezTo>
                  <a:cubicBezTo>
                    <a:pt x="10453" y="6251"/>
                    <a:pt x="9814" y="5539"/>
                    <a:pt x="9156" y="4844"/>
                  </a:cubicBezTo>
                  <a:cubicBezTo>
                    <a:pt x="8480" y="4113"/>
                    <a:pt x="7785" y="3419"/>
                    <a:pt x="7127" y="2779"/>
                  </a:cubicBezTo>
                  <a:cubicBezTo>
                    <a:pt x="6963" y="2615"/>
                    <a:pt x="6798" y="2450"/>
                    <a:pt x="6634" y="2304"/>
                  </a:cubicBezTo>
                  <a:cubicBezTo>
                    <a:pt x="5757" y="1445"/>
                    <a:pt x="4971" y="696"/>
                    <a:pt x="4295" y="93"/>
                  </a:cubicBezTo>
                  <a:cubicBezTo>
                    <a:pt x="3986" y="31"/>
                    <a:pt x="3670" y="0"/>
                    <a:pt x="335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0"/>
            <p:cNvSpPr/>
            <p:nvPr/>
          </p:nvSpPr>
          <p:spPr>
            <a:xfrm>
              <a:off x="1497200" y="4250875"/>
              <a:ext cx="4125" cy="27875"/>
            </a:xfrm>
            <a:custGeom>
              <a:rect b="b" l="l" r="r" t="t"/>
              <a:pathLst>
                <a:path extrusionOk="0" h="1115" w="165">
                  <a:moveTo>
                    <a:pt x="128" y="0"/>
                  </a:moveTo>
                  <a:lnTo>
                    <a:pt x="0" y="1115"/>
                  </a:lnTo>
                  <a:lnTo>
                    <a:pt x="165" y="1115"/>
                  </a:lnTo>
                  <a:cubicBezTo>
                    <a:pt x="165" y="731"/>
                    <a:pt x="146" y="366"/>
                    <a:pt x="128" y="0"/>
                  </a:cubicBezTo>
                  <a:close/>
                </a:path>
              </a:pathLst>
            </a:custGeom>
            <a:solidFill>
              <a:srgbClr val="350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0"/>
            <p:cNvSpPr/>
            <p:nvPr/>
          </p:nvSpPr>
          <p:spPr>
            <a:xfrm>
              <a:off x="1220350" y="3827825"/>
              <a:ext cx="211075" cy="102825"/>
            </a:xfrm>
            <a:custGeom>
              <a:rect b="b" l="l" r="r" t="t"/>
              <a:pathLst>
                <a:path extrusionOk="0" h="4113" w="8443">
                  <a:moveTo>
                    <a:pt x="6268" y="0"/>
                  </a:moveTo>
                  <a:cubicBezTo>
                    <a:pt x="4313" y="1060"/>
                    <a:pt x="2357" y="1700"/>
                    <a:pt x="786" y="2065"/>
                  </a:cubicBezTo>
                  <a:cubicBezTo>
                    <a:pt x="530" y="2138"/>
                    <a:pt x="256" y="2193"/>
                    <a:pt x="0" y="2248"/>
                  </a:cubicBezTo>
                  <a:cubicBezTo>
                    <a:pt x="384" y="2394"/>
                    <a:pt x="768" y="2559"/>
                    <a:pt x="1170" y="2723"/>
                  </a:cubicBezTo>
                  <a:cubicBezTo>
                    <a:pt x="1334" y="2796"/>
                    <a:pt x="1498" y="2851"/>
                    <a:pt x="1663" y="2943"/>
                  </a:cubicBezTo>
                  <a:cubicBezTo>
                    <a:pt x="2229" y="3144"/>
                    <a:pt x="2796" y="3399"/>
                    <a:pt x="3381" y="3655"/>
                  </a:cubicBezTo>
                  <a:cubicBezTo>
                    <a:pt x="3673" y="3801"/>
                    <a:pt x="3947" y="3948"/>
                    <a:pt x="4221" y="4112"/>
                  </a:cubicBezTo>
                  <a:cubicBezTo>
                    <a:pt x="4093" y="3637"/>
                    <a:pt x="4221" y="3089"/>
                    <a:pt x="4514" y="2687"/>
                  </a:cubicBezTo>
                  <a:cubicBezTo>
                    <a:pt x="4843" y="2230"/>
                    <a:pt x="5373" y="1937"/>
                    <a:pt x="5903" y="1736"/>
                  </a:cubicBezTo>
                  <a:cubicBezTo>
                    <a:pt x="6394" y="1565"/>
                    <a:pt x="6920" y="1479"/>
                    <a:pt x="7447" y="1479"/>
                  </a:cubicBezTo>
                  <a:cubicBezTo>
                    <a:pt x="7763" y="1479"/>
                    <a:pt x="8079" y="1510"/>
                    <a:pt x="8388" y="1572"/>
                  </a:cubicBezTo>
                  <a:lnTo>
                    <a:pt x="8443" y="1572"/>
                  </a:lnTo>
                  <a:cubicBezTo>
                    <a:pt x="8370" y="1517"/>
                    <a:pt x="8315" y="1462"/>
                    <a:pt x="8242" y="1426"/>
                  </a:cubicBezTo>
                  <a:lnTo>
                    <a:pt x="8223" y="1426"/>
                  </a:lnTo>
                  <a:cubicBezTo>
                    <a:pt x="8223" y="1426"/>
                    <a:pt x="8205" y="1426"/>
                    <a:pt x="8205" y="1444"/>
                  </a:cubicBezTo>
                  <a:cubicBezTo>
                    <a:pt x="8168" y="1389"/>
                    <a:pt x="8132" y="1353"/>
                    <a:pt x="8077" y="1298"/>
                  </a:cubicBezTo>
                  <a:cubicBezTo>
                    <a:pt x="7127" y="549"/>
                    <a:pt x="6451" y="128"/>
                    <a:pt x="6268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0"/>
            <p:cNvSpPr/>
            <p:nvPr/>
          </p:nvSpPr>
          <p:spPr>
            <a:xfrm>
              <a:off x="1192925" y="1700275"/>
              <a:ext cx="1400" cy="1400"/>
            </a:xfrm>
            <a:custGeom>
              <a:rect b="b" l="l" r="r" t="t"/>
              <a:pathLst>
                <a:path extrusionOk="0" h="56" w="56">
                  <a:moveTo>
                    <a:pt x="55" y="1"/>
                  </a:moveTo>
                  <a:cubicBezTo>
                    <a:pt x="37" y="1"/>
                    <a:pt x="37" y="19"/>
                    <a:pt x="19" y="19"/>
                  </a:cubicBezTo>
                  <a:cubicBezTo>
                    <a:pt x="19" y="19"/>
                    <a:pt x="19" y="37"/>
                    <a:pt x="1" y="55"/>
                  </a:cubicBezTo>
                  <a:cubicBezTo>
                    <a:pt x="19" y="37"/>
                    <a:pt x="37" y="19"/>
                    <a:pt x="55" y="1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0"/>
            <p:cNvSpPr/>
            <p:nvPr/>
          </p:nvSpPr>
          <p:spPr>
            <a:xfrm>
              <a:off x="836125" y="3275950"/>
              <a:ext cx="9625" cy="154450"/>
            </a:xfrm>
            <a:custGeom>
              <a:rect b="b" l="l" r="r" t="t"/>
              <a:pathLst>
                <a:path extrusionOk="0" h="6178" w="385">
                  <a:moveTo>
                    <a:pt x="183" y="0"/>
                  </a:moveTo>
                  <a:cubicBezTo>
                    <a:pt x="220" y="1864"/>
                    <a:pt x="220" y="3984"/>
                    <a:pt x="1" y="6177"/>
                  </a:cubicBezTo>
                  <a:cubicBezTo>
                    <a:pt x="311" y="4130"/>
                    <a:pt x="384" y="2029"/>
                    <a:pt x="183" y="0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0"/>
            <p:cNvSpPr/>
            <p:nvPr/>
          </p:nvSpPr>
          <p:spPr>
            <a:xfrm>
              <a:off x="1939425" y="2073525"/>
              <a:ext cx="17825" cy="86825"/>
            </a:xfrm>
            <a:custGeom>
              <a:rect b="b" l="l" r="r" t="t"/>
              <a:pathLst>
                <a:path extrusionOk="0" h="3473" w="713">
                  <a:moveTo>
                    <a:pt x="713" y="0"/>
                  </a:moveTo>
                  <a:lnTo>
                    <a:pt x="713" y="0"/>
                  </a:lnTo>
                  <a:cubicBezTo>
                    <a:pt x="405" y="1068"/>
                    <a:pt x="169" y="2225"/>
                    <a:pt x="5" y="3436"/>
                  </a:cubicBezTo>
                  <a:lnTo>
                    <a:pt x="5" y="3436"/>
                  </a:lnTo>
                  <a:cubicBezTo>
                    <a:pt x="11" y="3413"/>
                    <a:pt x="19" y="3393"/>
                    <a:pt x="19" y="3381"/>
                  </a:cubicBezTo>
                  <a:cubicBezTo>
                    <a:pt x="55" y="3162"/>
                    <a:pt x="110" y="2943"/>
                    <a:pt x="146" y="2741"/>
                  </a:cubicBezTo>
                  <a:cubicBezTo>
                    <a:pt x="201" y="2449"/>
                    <a:pt x="238" y="2175"/>
                    <a:pt x="311" y="1883"/>
                  </a:cubicBezTo>
                  <a:cubicBezTo>
                    <a:pt x="421" y="1261"/>
                    <a:pt x="567" y="640"/>
                    <a:pt x="713" y="0"/>
                  </a:cubicBezTo>
                  <a:close/>
                  <a:moveTo>
                    <a:pt x="5" y="3436"/>
                  </a:moveTo>
                  <a:lnTo>
                    <a:pt x="5" y="3436"/>
                  </a:lnTo>
                  <a:cubicBezTo>
                    <a:pt x="2" y="3447"/>
                    <a:pt x="0" y="3460"/>
                    <a:pt x="0" y="3472"/>
                  </a:cubicBezTo>
                  <a:cubicBezTo>
                    <a:pt x="2" y="3460"/>
                    <a:pt x="4" y="3448"/>
                    <a:pt x="5" y="3436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0"/>
            <p:cNvSpPr/>
            <p:nvPr/>
          </p:nvSpPr>
          <p:spPr>
            <a:xfrm>
              <a:off x="1754400" y="2173150"/>
              <a:ext cx="925" cy="5025"/>
            </a:xfrm>
            <a:custGeom>
              <a:rect b="b" l="l" r="r" t="t"/>
              <a:pathLst>
                <a:path extrusionOk="0" h="201" w="37">
                  <a:moveTo>
                    <a:pt x="0" y="1"/>
                  </a:moveTo>
                  <a:cubicBezTo>
                    <a:pt x="1" y="73"/>
                    <a:pt x="19" y="128"/>
                    <a:pt x="19" y="200"/>
                  </a:cubicBezTo>
                  <a:cubicBezTo>
                    <a:pt x="37" y="182"/>
                    <a:pt x="37" y="182"/>
                    <a:pt x="37" y="182"/>
                  </a:cubicBezTo>
                  <a:cubicBezTo>
                    <a:pt x="19" y="127"/>
                    <a:pt x="1" y="73"/>
                    <a:pt x="0" y="1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0"/>
            <p:cNvSpPr/>
            <p:nvPr/>
          </p:nvSpPr>
          <p:spPr>
            <a:xfrm>
              <a:off x="1748925" y="2148000"/>
              <a:ext cx="3200" cy="16000"/>
            </a:xfrm>
            <a:custGeom>
              <a:rect b="b" l="l" r="r" t="t"/>
              <a:pathLst>
                <a:path extrusionOk="0" h="640" w="128">
                  <a:moveTo>
                    <a:pt x="0" y="0"/>
                  </a:moveTo>
                  <a:cubicBezTo>
                    <a:pt x="0" y="12"/>
                    <a:pt x="0" y="24"/>
                    <a:pt x="5" y="31"/>
                  </a:cubicBezTo>
                  <a:lnTo>
                    <a:pt x="5" y="31"/>
                  </a:lnTo>
                  <a:cubicBezTo>
                    <a:pt x="3" y="21"/>
                    <a:pt x="2" y="10"/>
                    <a:pt x="0" y="0"/>
                  </a:cubicBezTo>
                  <a:close/>
                  <a:moveTo>
                    <a:pt x="5" y="31"/>
                  </a:moveTo>
                  <a:lnTo>
                    <a:pt x="5" y="31"/>
                  </a:lnTo>
                  <a:cubicBezTo>
                    <a:pt x="40" y="240"/>
                    <a:pt x="76" y="448"/>
                    <a:pt x="128" y="640"/>
                  </a:cubicBezTo>
                  <a:cubicBezTo>
                    <a:pt x="128" y="640"/>
                    <a:pt x="128" y="621"/>
                    <a:pt x="128" y="621"/>
                  </a:cubicBezTo>
                  <a:cubicBezTo>
                    <a:pt x="91" y="420"/>
                    <a:pt x="55" y="238"/>
                    <a:pt x="18" y="37"/>
                  </a:cubicBezTo>
                  <a:cubicBezTo>
                    <a:pt x="12" y="37"/>
                    <a:pt x="8" y="34"/>
                    <a:pt x="5" y="31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0"/>
            <p:cNvSpPr/>
            <p:nvPr/>
          </p:nvSpPr>
          <p:spPr>
            <a:xfrm>
              <a:off x="1425655" y="2703525"/>
              <a:ext cx="3675" cy="20575"/>
            </a:xfrm>
            <a:custGeom>
              <a:rect b="b" l="l" r="r" t="t"/>
              <a:pathLst>
                <a:path extrusionOk="0" h="823" w="147">
                  <a:moveTo>
                    <a:pt x="146" y="0"/>
                  </a:moveTo>
                  <a:cubicBezTo>
                    <a:pt x="92" y="0"/>
                    <a:pt x="37" y="0"/>
                    <a:pt x="0" y="18"/>
                  </a:cubicBezTo>
                  <a:cubicBezTo>
                    <a:pt x="19" y="293"/>
                    <a:pt x="37" y="548"/>
                    <a:pt x="55" y="823"/>
                  </a:cubicBezTo>
                  <a:cubicBezTo>
                    <a:pt x="73" y="548"/>
                    <a:pt x="110" y="274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0"/>
            <p:cNvSpPr/>
            <p:nvPr/>
          </p:nvSpPr>
          <p:spPr>
            <a:xfrm>
              <a:off x="1847600" y="2395150"/>
              <a:ext cx="34275" cy="55750"/>
            </a:xfrm>
            <a:custGeom>
              <a:rect b="b" l="l" r="r" t="t"/>
              <a:pathLst>
                <a:path extrusionOk="0" h="2230" w="1371">
                  <a:moveTo>
                    <a:pt x="0" y="0"/>
                  </a:moveTo>
                  <a:cubicBezTo>
                    <a:pt x="420" y="731"/>
                    <a:pt x="877" y="1480"/>
                    <a:pt x="1371" y="2230"/>
                  </a:cubicBezTo>
                  <a:cubicBezTo>
                    <a:pt x="1298" y="2047"/>
                    <a:pt x="1225" y="1882"/>
                    <a:pt x="1151" y="1718"/>
                  </a:cubicBezTo>
                  <a:cubicBezTo>
                    <a:pt x="896" y="1152"/>
                    <a:pt x="676" y="585"/>
                    <a:pt x="4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0"/>
            <p:cNvSpPr/>
            <p:nvPr/>
          </p:nvSpPr>
          <p:spPr>
            <a:xfrm>
              <a:off x="831550" y="2245750"/>
              <a:ext cx="10075" cy="35200"/>
            </a:xfrm>
            <a:custGeom>
              <a:rect b="b" l="l" r="r" t="t"/>
              <a:pathLst>
                <a:path extrusionOk="0" h="1408" w="403">
                  <a:moveTo>
                    <a:pt x="403" y="1"/>
                  </a:moveTo>
                  <a:cubicBezTo>
                    <a:pt x="257" y="476"/>
                    <a:pt x="129" y="933"/>
                    <a:pt x="1" y="1408"/>
                  </a:cubicBezTo>
                  <a:lnTo>
                    <a:pt x="37" y="1408"/>
                  </a:lnTo>
                  <a:cubicBezTo>
                    <a:pt x="165" y="951"/>
                    <a:pt x="275" y="476"/>
                    <a:pt x="403" y="1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0"/>
            <p:cNvSpPr/>
            <p:nvPr/>
          </p:nvSpPr>
          <p:spPr>
            <a:xfrm>
              <a:off x="691300" y="3613100"/>
              <a:ext cx="761600" cy="602150"/>
            </a:xfrm>
            <a:custGeom>
              <a:rect b="b" l="l" r="r" t="t"/>
              <a:pathLst>
                <a:path extrusionOk="0" h="24086" w="30464">
                  <a:moveTo>
                    <a:pt x="19426" y="1"/>
                  </a:moveTo>
                  <a:cubicBezTo>
                    <a:pt x="18439" y="1408"/>
                    <a:pt x="17233" y="2888"/>
                    <a:pt x="15771" y="4295"/>
                  </a:cubicBezTo>
                  <a:cubicBezTo>
                    <a:pt x="12847" y="7091"/>
                    <a:pt x="9448" y="9046"/>
                    <a:pt x="5629" y="10143"/>
                  </a:cubicBezTo>
                  <a:cubicBezTo>
                    <a:pt x="3272" y="10947"/>
                    <a:pt x="1920" y="11440"/>
                    <a:pt x="1" y="12463"/>
                  </a:cubicBezTo>
                  <a:lnTo>
                    <a:pt x="1" y="15753"/>
                  </a:lnTo>
                  <a:lnTo>
                    <a:pt x="458" y="15497"/>
                  </a:lnTo>
                  <a:lnTo>
                    <a:pt x="2669" y="14236"/>
                  </a:lnTo>
                  <a:lnTo>
                    <a:pt x="7036" y="11696"/>
                  </a:lnTo>
                  <a:lnTo>
                    <a:pt x="2687" y="14273"/>
                  </a:lnTo>
                  <a:lnTo>
                    <a:pt x="512" y="15570"/>
                  </a:lnTo>
                  <a:lnTo>
                    <a:pt x="19" y="15862"/>
                  </a:lnTo>
                  <a:lnTo>
                    <a:pt x="19" y="22112"/>
                  </a:lnTo>
                  <a:cubicBezTo>
                    <a:pt x="1298" y="20285"/>
                    <a:pt x="2632" y="18494"/>
                    <a:pt x="4167" y="16867"/>
                  </a:cubicBezTo>
                  <a:cubicBezTo>
                    <a:pt x="5191" y="15771"/>
                    <a:pt x="6305" y="14766"/>
                    <a:pt x="7530" y="13889"/>
                  </a:cubicBezTo>
                  <a:cubicBezTo>
                    <a:pt x="8736" y="13012"/>
                    <a:pt x="10033" y="12262"/>
                    <a:pt x="11385" y="11605"/>
                  </a:cubicBezTo>
                  <a:cubicBezTo>
                    <a:pt x="14090" y="10307"/>
                    <a:pt x="16941" y="9412"/>
                    <a:pt x="19791" y="8589"/>
                  </a:cubicBezTo>
                  <a:cubicBezTo>
                    <a:pt x="21217" y="8187"/>
                    <a:pt x="22660" y="7804"/>
                    <a:pt x="24068" y="7383"/>
                  </a:cubicBezTo>
                  <a:cubicBezTo>
                    <a:pt x="24780" y="7146"/>
                    <a:pt x="25475" y="6908"/>
                    <a:pt x="26114" y="6561"/>
                  </a:cubicBezTo>
                  <a:cubicBezTo>
                    <a:pt x="26772" y="6214"/>
                    <a:pt x="27357" y="5757"/>
                    <a:pt x="27850" y="5172"/>
                  </a:cubicBezTo>
                  <a:lnTo>
                    <a:pt x="27850" y="5172"/>
                  </a:lnTo>
                  <a:cubicBezTo>
                    <a:pt x="27412" y="5793"/>
                    <a:pt x="26845" y="6305"/>
                    <a:pt x="26206" y="6689"/>
                  </a:cubicBezTo>
                  <a:cubicBezTo>
                    <a:pt x="25548" y="7091"/>
                    <a:pt x="24853" y="7383"/>
                    <a:pt x="24159" y="7639"/>
                  </a:cubicBezTo>
                  <a:cubicBezTo>
                    <a:pt x="22734" y="8114"/>
                    <a:pt x="21308" y="8516"/>
                    <a:pt x="19901" y="8955"/>
                  </a:cubicBezTo>
                  <a:cubicBezTo>
                    <a:pt x="17050" y="9795"/>
                    <a:pt x="14218" y="10673"/>
                    <a:pt x="11513" y="11897"/>
                  </a:cubicBezTo>
                  <a:cubicBezTo>
                    <a:pt x="10179" y="12518"/>
                    <a:pt x="8864" y="13231"/>
                    <a:pt x="7658" y="14072"/>
                  </a:cubicBezTo>
                  <a:cubicBezTo>
                    <a:pt x="6433" y="14912"/>
                    <a:pt x="5300" y="15881"/>
                    <a:pt x="4259" y="16941"/>
                  </a:cubicBezTo>
                  <a:cubicBezTo>
                    <a:pt x="2687" y="18549"/>
                    <a:pt x="1317" y="20321"/>
                    <a:pt x="19" y="22130"/>
                  </a:cubicBezTo>
                  <a:lnTo>
                    <a:pt x="19" y="24086"/>
                  </a:lnTo>
                  <a:cubicBezTo>
                    <a:pt x="4789" y="19024"/>
                    <a:pt x="9887" y="14419"/>
                    <a:pt x="14309" y="12208"/>
                  </a:cubicBezTo>
                  <a:cubicBezTo>
                    <a:pt x="14985" y="11842"/>
                    <a:pt x="15552" y="11586"/>
                    <a:pt x="16100" y="11440"/>
                  </a:cubicBezTo>
                  <a:cubicBezTo>
                    <a:pt x="16959" y="11129"/>
                    <a:pt x="17781" y="10928"/>
                    <a:pt x="18567" y="10855"/>
                  </a:cubicBezTo>
                  <a:cubicBezTo>
                    <a:pt x="18640" y="10855"/>
                    <a:pt x="25347" y="10581"/>
                    <a:pt x="30463" y="6122"/>
                  </a:cubicBezTo>
                  <a:cubicBezTo>
                    <a:pt x="27613" y="5154"/>
                    <a:pt x="24853" y="3966"/>
                    <a:pt x="22295" y="2358"/>
                  </a:cubicBezTo>
                  <a:cubicBezTo>
                    <a:pt x="22021" y="2194"/>
                    <a:pt x="21802" y="2047"/>
                    <a:pt x="21619" y="1938"/>
                  </a:cubicBezTo>
                  <a:cubicBezTo>
                    <a:pt x="20687" y="1371"/>
                    <a:pt x="20669" y="1353"/>
                    <a:pt x="19481" y="55"/>
                  </a:cubicBezTo>
                  <a:lnTo>
                    <a:pt x="19426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0"/>
            <p:cNvSpPr/>
            <p:nvPr/>
          </p:nvSpPr>
          <p:spPr>
            <a:xfrm>
              <a:off x="1423175" y="2772050"/>
              <a:ext cx="60800" cy="104175"/>
            </a:xfrm>
            <a:custGeom>
              <a:rect b="b" l="l" r="r" t="t"/>
              <a:pathLst>
                <a:path extrusionOk="0" h="4167" w="2432">
                  <a:moveTo>
                    <a:pt x="1" y="0"/>
                  </a:moveTo>
                  <a:cubicBezTo>
                    <a:pt x="512" y="1170"/>
                    <a:pt x="1115" y="2303"/>
                    <a:pt x="1846" y="3344"/>
                  </a:cubicBezTo>
                  <a:cubicBezTo>
                    <a:pt x="2029" y="3637"/>
                    <a:pt x="2230" y="3893"/>
                    <a:pt x="2431" y="4167"/>
                  </a:cubicBezTo>
                  <a:cubicBezTo>
                    <a:pt x="2011" y="3015"/>
                    <a:pt x="1773" y="1718"/>
                    <a:pt x="1737" y="329"/>
                  </a:cubicBezTo>
                  <a:cubicBezTo>
                    <a:pt x="1718" y="238"/>
                    <a:pt x="1700" y="128"/>
                    <a:pt x="1700" y="19"/>
                  </a:cubicBezTo>
                  <a:cubicBezTo>
                    <a:pt x="1446" y="35"/>
                    <a:pt x="1191" y="44"/>
                    <a:pt x="936" y="44"/>
                  </a:cubicBezTo>
                  <a:cubicBezTo>
                    <a:pt x="624" y="44"/>
                    <a:pt x="313" y="3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0"/>
            <p:cNvSpPr/>
            <p:nvPr/>
          </p:nvSpPr>
          <p:spPr>
            <a:xfrm>
              <a:off x="1465200" y="2422550"/>
              <a:ext cx="126575" cy="205600"/>
            </a:xfrm>
            <a:custGeom>
              <a:rect b="b" l="l" r="r" t="t"/>
              <a:pathLst>
                <a:path extrusionOk="0" h="8224" w="5063">
                  <a:moveTo>
                    <a:pt x="5063" y="1"/>
                  </a:moveTo>
                  <a:lnTo>
                    <a:pt x="5063" y="1"/>
                  </a:lnTo>
                  <a:cubicBezTo>
                    <a:pt x="3509" y="348"/>
                    <a:pt x="1956" y="768"/>
                    <a:pt x="421" y="1262"/>
                  </a:cubicBezTo>
                  <a:cubicBezTo>
                    <a:pt x="147" y="3528"/>
                    <a:pt x="1" y="5830"/>
                    <a:pt x="1" y="8133"/>
                  </a:cubicBezTo>
                  <a:cubicBezTo>
                    <a:pt x="293" y="8187"/>
                    <a:pt x="604" y="8224"/>
                    <a:pt x="896" y="8224"/>
                  </a:cubicBezTo>
                  <a:cubicBezTo>
                    <a:pt x="1737" y="5355"/>
                    <a:pt x="3162" y="2486"/>
                    <a:pt x="506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0"/>
            <p:cNvSpPr/>
            <p:nvPr/>
          </p:nvSpPr>
          <p:spPr>
            <a:xfrm>
              <a:off x="1465200" y="2627225"/>
              <a:ext cx="21050" cy="62600"/>
            </a:xfrm>
            <a:custGeom>
              <a:rect b="b" l="l" r="r" t="t"/>
              <a:pathLst>
                <a:path extrusionOk="0" h="2504" w="842">
                  <a:moveTo>
                    <a:pt x="1" y="0"/>
                  </a:moveTo>
                  <a:cubicBezTo>
                    <a:pt x="1" y="841"/>
                    <a:pt x="19" y="1663"/>
                    <a:pt x="56" y="2504"/>
                  </a:cubicBezTo>
                  <a:cubicBezTo>
                    <a:pt x="147" y="2467"/>
                    <a:pt x="257" y="2431"/>
                    <a:pt x="348" y="2394"/>
                  </a:cubicBezTo>
                  <a:cubicBezTo>
                    <a:pt x="476" y="1682"/>
                    <a:pt x="640" y="987"/>
                    <a:pt x="841" y="275"/>
                  </a:cubicBezTo>
                  <a:cubicBezTo>
                    <a:pt x="549" y="220"/>
                    <a:pt x="257" y="128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0"/>
            <p:cNvSpPr/>
            <p:nvPr/>
          </p:nvSpPr>
          <p:spPr>
            <a:xfrm>
              <a:off x="691775" y="1666025"/>
              <a:ext cx="1451425" cy="2217100"/>
            </a:xfrm>
            <a:custGeom>
              <a:rect b="b" l="l" r="r" t="t"/>
              <a:pathLst>
                <a:path extrusionOk="0" h="88684" w="58057">
                  <a:moveTo>
                    <a:pt x="22276" y="0"/>
                  </a:moveTo>
                  <a:cubicBezTo>
                    <a:pt x="21289" y="749"/>
                    <a:pt x="20302" y="1553"/>
                    <a:pt x="19316" y="2430"/>
                  </a:cubicBezTo>
                  <a:cubicBezTo>
                    <a:pt x="17945" y="3637"/>
                    <a:pt x="16684" y="4897"/>
                    <a:pt x="15533" y="6195"/>
                  </a:cubicBezTo>
                  <a:cubicBezTo>
                    <a:pt x="15094" y="6871"/>
                    <a:pt x="14674" y="7565"/>
                    <a:pt x="14272" y="8278"/>
                  </a:cubicBezTo>
                  <a:cubicBezTo>
                    <a:pt x="13340" y="9905"/>
                    <a:pt x="12463" y="11567"/>
                    <a:pt x="11732" y="13303"/>
                  </a:cubicBezTo>
                  <a:cubicBezTo>
                    <a:pt x="10983" y="15021"/>
                    <a:pt x="10380" y="16812"/>
                    <a:pt x="9923" y="18621"/>
                  </a:cubicBezTo>
                  <a:cubicBezTo>
                    <a:pt x="8991" y="22276"/>
                    <a:pt x="8625" y="26059"/>
                    <a:pt x="8662" y="29823"/>
                  </a:cubicBezTo>
                  <a:cubicBezTo>
                    <a:pt x="8717" y="33606"/>
                    <a:pt x="9155" y="37370"/>
                    <a:pt x="9868" y="41062"/>
                  </a:cubicBezTo>
                  <a:cubicBezTo>
                    <a:pt x="9100" y="37370"/>
                    <a:pt x="8607" y="33606"/>
                    <a:pt x="8497" y="29823"/>
                  </a:cubicBezTo>
                  <a:cubicBezTo>
                    <a:pt x="8424" y="26040"/>
                    <a:pt x="8735" y="22239"/>
                    <a:pt x="9612" y="18548"/>
                  </a:cubicBezTo>
                  <a:cubicBezTo>
                    <a:pt x="10069" y="16702"/>
                    <a:pt x="10654" y="14893"/>
                    <a:pt x="11366" y="13139"/>
                  </a:cubicBezTo>
                  <a:cubicBezTo>
                    <a:pt x="12006" y="11622"/>
                    <a:pt x="12719" y="10142"/>
                    <a:pt x="13505" y="8698"/>
                  </a:cubicBezTo>
                  <a:lnTo>
                    <a:pt x="13505" y="8698"/>
                  </a:lnTo>
                  <a:cubicBezTo>
                    <a:pt x="12079" y="10581"/>
                    <a:pt x="10617" y="12719"/>
                    <a:pt x="9375" y="15021"/>
                  </a:cubicBezTo>
                  <a:cubicBezTo>
                    <a:pt x="9155" y="15442"/>
                    <a:pt x="8936" y="15862"/>
                    <a:pt x="8735" y="16282"/>
                  </a:cubicBezTo>
                  <a:cubicBezTo>
                    <a:pt x="8717" y="16300"/>
                    <a:pt x="8717" y="16337"/>
                    <a:pt x="8698" y="16355"/>
                  </a:cubicBezTo>
                  <a:cubicBezTo>
                    <a:pt x="7748" y="18292"/>
                    <a:pt x="6962" y="20266"/>
                    <a:pt x="6305" y="22258"/>
                  </a:cubicBezTo>
                  <a:cubicBezTo>
                    <a:pt x="6286" y="22331"/>
                    <a:pt x="6268" y="22422"/>
                    <a:pt x="6231" y="22514"/>
                  </a:cubicBezTo>
                  <a:cubicBezTo>
                    <a:pt x="6177" y="22769"/>
                    <a:pt x="6104" y="23080"/>
                    <a:pt x="6012" y="23427"/>
                  </a:cubicBezTo>
                  <a:cubicBezTo>
                    <a:pt x="5976" y="23610"/>
                    <a:pt x="5939" y="23811"/>
                    <a:pt x="5884" y="24012"/>
                  </a:cubicBezTo>
                  <a:cubicBezTo>
                    <a:pt x="5848" y="24213"/>
                    <a:pt x="5811" y="24414"/>
                    <a:pt x="5775" y="24615"/>
                  </a:cubicBezTo>
                  <a:lnTo>
                    <a:pt x="5829" y="24633"/>
                  </a:lnTo>
                  <a:cubicBezTo>
                    <a:pt x="5610" y="25748"/>
                    <a:pt x="5391" y="26844"/>
                    <a:pt x="5208" y="27977"/>
                  </a:cubicBezTo>
                  <a:cubicBezTo>
                    <a:pt x="5208" y="28032"/>
                    <a:pt x="5190" y="28087"/>
                    <a:pt x="5190" y="28142"/>
                  </a:cubicBezTo>
                  <a:cubicBezTo>
                    <a:pt x="5172" y="28325"/>
                    <a:pt x="5135" y="28489"/>
                    <a:pt x="5117" y="28654"/>
                  </a:cubicBezTo>
                  <a:cubicBezTo>
                    <a:pt x="5098" y="28836"/>
                    <a:pt x="5080" y="29019"/>
                    <a:pt x="5062" y="29202"/>
                  </a:cubicBezTo>
                  <a:cubicBezTo>
                    <a:pt x="5025" y="29567"/>
                    <a:pt x="4989" y="29933"/>
                    <a:pt x="4952" y="30317"/>
                  </a:cubicBezTo>
                  <a:cubicBezTo>
                    <a:pt x="4861" y="31084"/>
                    <a:pt x="4861" y="31906"/>
                    <a:pt x="4806" y="32747"/>
                  </a:cubicBezTo>
                  <a:cubicBezTo>
                    <a:pt x="4806" y="32966"/>
                    <a:pt x="4788" y="33186"/>
                    <a:pt x="4788" y="33405"/>
                  </a:cubicBezTo>
                  <a:lnTo>
                    <a:pt x="4788" y="34063"/>
                  </a:lnTo>
                  <a:cubicBezTo>
                    <a:pt x="4788" y="34501"/>
                    <a:pt x="4770" y="34958"/>
                    <a:pt x="4770" y="35433"/>
                  </a:cubicBezTo>
                  <a:cubicBezTo>
                    <a:pt x="4770" y="35890"/>
                    <a:pt x="4806" y="36365"/>
                    <a:pt x="4824" y="36859"/>
                  </a:cubicBezTo>
                  <a:cubicBezTo>
                    <a:pt x="4861" y="37334"/>
                    <a:pt x="4861" y="37827"/>
                    <a:pt x="4897" y="38321"/>
                  </a:cubicBezTo>
                  <a:cubicBezTo>
                    <a:pt x="5007" y="39307"/>
                    <a:pt x="5062" y="40349"/>
                    <a:pt x="5226" y="41391"/>
                  </a:cubicBezTo>
                  <a:cubicBezTo>
                    <a:pt x="5299" y="41920"/>
                    <a:pt x="5354" y="42469"/>
                    <a:pt x="5446" y="42999"/>
                  </a:cubicBezTo>
                  <a:cubicBezTo>
                    <a:pt x="5555" y="43529"/>
                    <a:pt x="5647" y="44077"/>
                    <a:pt x="5756" y="44625"/>
                  </a:cubicBezTo>
                  <a:lnTo>
                    <a:pt x="5829" y="45045"/>
                  </a:lnTo>
                  <a:lnTo>
                    <a:pt x="5921" y="45447"/>
                  </a:lnTo>
                  <a:cubicBezTo>
                    <a:pt x="5994" y="45721"/>
                    <a:pt x="6049" y="46014"/>
                    <a:pt x="6122" y="46288"/>
                  </a:cubicBezTo>
                  <a:cubicBezTo>
                    <a:pt x="6250" y="46836"/>
                    <a:pt x="6359" y="47403"/>
                    <a:pt x="6524" y="47969"/>
                  </a:cubicBezTo>
                  <a:cubicBezTo>
                    <a:pt x="6688" y="48536"/>
                    <a:pt x="6835" y="49102"/>
                    <a:pt x="7017" y="49669"/>
                  </a:cubicBezTo>
                  <a:cubicBezTo>
                    <a:pt x="7200" y="50235"/>
                    <a:pt x="7383" y="50802"/>
                    <a:pt x="7565" y="51386"/>
                  </a:cubicBezTo>
                  <a:cubicBezTo>
                    <a:pt x="8370" y="53671"/>
                    <a:pt x="9356" y="55973"/>
                    <a:pt x="10526" y="58239"/>
                  </a:cubicBezTo>
                  <a:cubicBezTo>
                    <a:pt x="10526" y="58239"/>
                    <a:pt x="10398" y="58002"/>
                    <a:pt x="10124" y="57545"/>
                  </a:cubicBezTo>
                  <a:cubicBezTo>
                    <a:pt x="9996" y="57307"/>
                    <a:pt x="9850" y="57015"/>
                    <a:pt x="9667" y="56686"/>
                  </a:cubicBezTo>
                  <a:cubicBezTo>
                    <a:pt x="9576" y="56521"/>
                    <a:pt x="9466" y="56339"/>
                    <a:pt x="9356" y="56138"/>
                  </a:cubicBezTo>
                  <a:cubicBezTo>
                    <a:pt x="9265" y="55937"/>
                    <a:pt x="9174" y="55736"/>
                    <a:pt x="9064" y="55516"/>
                  </a:cubicBezTo>
                  <a:cubicBezTo>
                    <a:pt x="8845" y="55059"/>
                    <a:pt x="8607" y="54566"/>
                    <a:pt x="8351" y="54018"/>
                  </a:cubicBezTo>
                  <a:cubicBezTo>
                    <a:pt x="8114" y="53470"/>
                    <a:pt x="7858" y="52867"/>
                    <a:pt x="7584" y="52227"/>
                  </a:cubicBezTo>
                  <a:cubicBezTo>
                    <a:pt x="7310" y="51569"/>
                    <a:pt x="7090" y="50856"/>
                    <a:pt x="6816" y="50125"/>
                  </a:cubicBezTo>
                  <a:cubicBezTo>
                    <a:pt x="6670" y="49760"/>
                    <a:pt x="6560" y="49358"/>
                    <a:pt x="6432" y="48974"/>
                  </a:cubicBezTo>
                  <a:cubicBezTo>
                    <a:pt x="6323" y="48572"/>
                    <a:pt x="6195" y="48170"/>
                    <a:pt x="6067" y="47750"/>
                  </a:cubicBezTo>
                  <a:cubicBezTo>
                    <a:pt x="5098" y="44387"/>
                    <a:pt x="4441" y="40294"/>
                    <a:pt x="4349" y="35817"/>
                  </a:cubicBezTo>
                  <a:cubicBezTo>
                    <a:pt x="4349" y="35342"/>
                    <a:pt x="4368" y="34867"/>
                    <a:pt x="4368" y="34392"/>
                  </a:cubicBezTo>
                  <a:lnTo>
                    <a:pt x="4368" y="34392"/>
                  </a:lnTo>
                  <a:cubicBezTo>
                    <a:pt x="4075" y="37736"/>
                    <a:pt x="4020" y="41098"/>
                    <a:pt x="4294" y="44442"/>
                  </a:cubicBezTo>
                  <a:cubicBezTo>
                    <a:pt x="4550" y="47768"/>
                    <a:pt x="5153" y="51057"/>
                    <a:pt x="6140" y="54219"/>
                  </a:cubicBezTo>
                  <a:cubicBezTo>
                    <a:pt x="7127" y="57399"/>
                    <a:pt x="8516" y="60450"/>
                    <a:pt x="10325" y="63246"/>
                  </a:cubicBezTo>
                  <a:cubicBezTo>
                    <a:pt x="8479" y="60487"/>
                    <a:pt x="7036" y="57435"/>
                    <a:pt x="5994" y="54274"/>
                  </a:cubicBezTo>
                  <a:cubicBezTo>
                    <a:pt x="4952" y="51112"/>
                    <a:pt x="4294" y="47805"/>
                    <a:pt x="3984" y="44479"/>
                  </a:cubicBezTo>
                  <a:cubicBezTo>
                    <a:pt x="3527" y="39837"/>
                    <a:pt x="3710" y="35159"/>
                    <a:pt x="4276" y="30518"/>
                  </a:cubicBezTo>
                  <a:lnTo>
                    <a:pt x="4276" y="30518"/>
                  </a:lnTo>
                  <a:cubicBezTo>
                    <a:pt x="4020" y="32126"/>
                    <a:pt x="3819" y="33715"/>
                    <a:pt x="3691" y="35287"/>
                  </a:cubicBezTo>
                  <a:cubicBezTo>
                    <a:pt x="3673" y="35506"/>
                    <a:pt x="3655" y="35726"/>
                    <a:pt x="3637" y="35963"/>
                  </a:cubicBezTo>
                  <a:cubicBezTo>
                    <a:pt x="3618" y="36109"/>
                    <a:pt x="3618" y="36256"/>
                    <a:pt x="3600" y="36402"/>
                  </a:cubicBezTo>
                  <a:cubicBezTo>
                    <a:pt x="3582" y="36584"/>
                    <a:pt x="3582" y="36785"/>
                    <a:pt x="3563" y="36968"/>
                  </a:cubicBezTo>
                  <a:cubicBezTo>
                    <a:pt x="3289" y="41628"/>
                    <a:pt x="3490" y="46069"/>
                    <a:pt x="3911" y="49998"/>
                  </a:cubicBezTo>
                  <a:cubicBezTo>
                    <a:pt x="4404" y="54237"/>
                    <a:pt x="5153" y="57691"/>
                    <a:pt x="5592" y="60670"/>
                  </a:cubicBezTo>
                  <a:cubicBezTo>
                    <a:pt x="5683" y="61108"/>
                    <a:pt x="5775" y="61510"/>
                    <a:pt x="5848" y="61894"/>
                  </a:cubicBezTo>
                  <a:lnTo>
                    <a:pt x="5939" y="62296"/>
                  </a:lnTo>
                  <a:cubicBezTo>
                    <a:pt x="6908" y="67047"/>
                    <a:pt x="6213" y="72456"/>
                    <a:pt x="4221" y="76860"/>
                  </a:cubicBezTo>
                  <a:cubicBezTo>
                    <a:pt x="3911" y="77610"/>
                    <a:pt x="3545" y="78322"/>
                    <a:pt x="3107" y="79017"/>
                  </a:cubicBezTo>
                  <a:cubicBezTo>
                    <a:pt x="2796" y="79528"/>
                    <a:pt x="2467" y="80003"/>
                    <a:pt x="2120" y="80479"/>
                  </a:cubicBezTo>
                  <a:cubicBezTo>
                    <a:pt x="1462" y="81356"/>
                    <a:pt x="749" y="82123"/>
                    <a:pt x="0" y="82781"/>
                  </a:cubicBezTo>
                  <a:lnTo>
                    <a:pt x="0" y="88684"/>
                  </a:lnTo>
                  <a:cubicBezTo>
                    <a:pt x="1955" y="88537"/>
                    <a:pt x="3819" y="88227"/>
                    <a:pt x="5592" y="87697"/>
                  </a:cubicBezTo>
                  <a:lnTo>
                    <a:pt x="5628" y="87697"/>
                  </a:lnTo>
                  <a:cubicBezTo>
                    <a:pt x="6250" y="87477"/>
                    <a:pt x="6962" y="87222"/>
                    <a:pt x="7766" y="86929"/>
                  </a:cubicBezTo>
                  <a:lnTo>
                    <a:pt x="7766" y="86948"/>
                  </a:lnTo>
                  <a:cubicBezTo>
                    <a:pt x="12244" y="85157"/>
                    <a:pt x="16063" y="82050"/>
                    <a:pt x="19169" y="77610"/>
                  </a:cubicBezTo>
                  <a:lnTo>
                    <a:pt x="19115" y="77555"/>
                  </a:lnTo>
                  <a:lnTo>
                    <a:pt x="19334" y="77354"/>
                  </a:lnTo>
                  <a:lnTo>
                    <a:pt x="19352" y="77354"/>
                  </a:lnTo>
                  <a:cubicBezTo>
                    <a:pt x="20430" y="75782"/>
                    <a:pt x="21417" y="74064"/>
                    <a:pt x="22331" y="72164"/>
                  </a:cubicBezTo>
                  <a:cubicBezTo>
                    <a:pt x="22185" y="72146"/>
                    <a:pt x="22057" y="72127"/>
                    <a:pt x="21911" y="72109"/>
                  </a:cubicBezTo>
                  <a:cubicBezTo>
                    <a:pt x="21472" y="72036"/>
                    <a:pt x="21033" y="71926"/>
                    <a:pt x="20613" y="71835"/>
                  </a:cubicBezTo>
                  <a:cubicBezTo>
                    <a:pt x="17634" y="78633"/>
                    <a:pt x="11494" y="83859"/>
                    <a:pt x="4441" y="85650"/>
                  </a:cubicBezTo>
                  <a:cubicBezTo>
                    <a:pt x="11403" y="83676"/>
                    <a:pt x="17287" y="78340"/>
                    <a:pt x="20010" y="71652"/>
                  </a:cubicBezTo>
                  <a:cubicBezTo>
                    <a:pt x="19809" y="71597"/>
                    <a:pt x="19590" y="71524"/>
                    <a:pt x="19407" y="71469"/>
                  </a:cubicBezTo>
                  <a:cubicBezTo>
                    <a:pt x="18639" y="71214"/>
                    <a:pt x="17927" y="70866"/>
                    <a:pt x="17214" y="70501"/>
                  </a:cubicBezTo>
                  <a:cubicBezTo>
                    <a:pt x="15606" y="73991"/>
                    <a:pt x="13377" y="77171"/>
                    <a:pt x="10672" y="79839"/>
                  </a:cubicBezTo>
                  <a:cubicBezTo>
                    <a:pt x="13230" y="77025"/>
                    <a:pt x="15277" y="73735"/>
                    <a:pt x="16648" y="70209"/>
                  </a:cubicBezTo>
                  <a:lnTo>
                    <a:pt x="16812" y="70282"/>
                  </a:lnTo>
                  <a:cubicBezTo>
                    <a:pt x="16648" y="70172"/>
                    <a:pt x="16465" y="70081"/>
                    <a:pt x="16300" y="69971"/>
                  </a:cubicBezTo>
                  <a:cubicBezTo>
                    <a:pt x="13760" y="75928"/>
                    <a:pt x="9228" y="80935"/>
                    <a:pt x="3655" y="83987"/>
                  </a:cubicBezTo>
                  <a:cubicBezTo>
                    <a:pt x="6378" y="82379"/>
                    <a:pt x="8808" y="80296"/>
                    <a:pt x="10855" y="77902"/>
                  </a:cubicBezTo>
                  <a:cubicBezTo>
                    <a:pt x="12646" y="75106"/>
                    <a:pt x="13870" y="71926"/>
                    <a:pt x="14400" y="68619"/>
                  </a:cubicBezTo>
                  <a:cubicBezTo>
                    <a:pt x="13102" y="67632"/>
                    <a:pt x="11933" y="66481"/>
                    <a:pt x="10837" y="65220"/>
                  </a:cubicBezTo>
                  <a:cubicBezTo>
                    <a:pt x="10252" y="64525"/>
                    <a:pt x="9685" y="63813"/>
                    <a:pt x="9174" y="63045"/>
                  </a:cubicBezTo>
                  <a:cubicBezTo>
                    <a:pt x="8662" y="62278"/>
                    <a:pt x="8187" y="61492"/>
                    <a:pt x="7803" y="60633"/>
                  </a:cubicBezTo>
                  <a:lnTo>
                    <a:pt x="7803" y="60633"/>
                  </a:lnTo>
                  <a:cubicBezTo>
                    <a:pt x="7803" y="60633"/>
                    <a:pt x="7913" y="60871"/>
                    <a:pt x="8150" y="61309"/>
                  </a:cubicBezTo>
                  <a:cubicBezTo>
                    <a:pt x="8260" y="61510"/>
                    <a:pt x="8424" y="61784"/>
                    <a:pt x="8607" y="62095"/>
                  </a:cubicBezTo>
                  <a:cubicBezTo>
                    <a:pt x="8808" y="62387"/>
                    <a:pt x="9027" y="62753"/>
                    <a:pt x="9301" y="63137"/>
                  </a:cubicBezTo>
                  <a:cubicBezTo>
                    <a:pt x="9850" y="63904"/>
                    <a:pt x="10581" y="64818"/>
                    <a:pt x="11531" y="65805"/>
                  </a:cubicBezTo>
                  <a:cubicBezTo>
                    <a:pt x="12445" y="66755"/>
                    <a:pt x="13559" y="67760"/>
                    <a:pt x="14912" y="68747"/>
                  </a:cubicBezTo>
                  <a:cubicBezTo>
                    <a:pt x="15167" y="68893"/>
                    <a:pt x="15442" y="69057"/>
                    <a:pt x="15697" y="69222"/>
                  </a:cubicBezTo>
                  <a:cubicBezTo>
                    <a:pt x="15734" y="69258"/>
                    <a:pt x="15789" y="69295"/>
                    <a:pt x="15825" y="69313"/>
                  </a:cubicBezTo>
                  <a:cubicBezTo>
                    <a:pt x="15844" y="69350"/>
                    <a:pt x="15862" y="69368"/>
                    <a:pt x="15862" y="69405"/>
                  </a:cubicBezTo>
                  <a:cubicBezTo>
                    <a:pt x="17104" y="70209"/>
                    <a:pt x="18548" y="70940"/>
                    <a:pt x="20175" y="71396"/>
                  </a:cubicBezTo>
                  <a:cubicBezTo>
                    <a:pt x="21464" y="71760"/>
                    <a:pt x="22866" y="71973"/>
                    <a:pt x="24327" y="71973"/>
                  </a:cubicBezTo>
                  <a:cubicBezTo>
                    <a:pt x="25145" y="71973"/>
                    <a:pt x="25981" y="71906"/>
                    <a:pt x="26826" y="71762"/>
                  </a:cubicBezTo>
                  <a:cubicBezTo>
                    <a:pt x="27996" y="71561"/>
                    <a:pt x="29184" y="71214"/>
                    <a:pt x="30335" y="70665"/>
                  </a:cubicBezTo>
                  <a:cubicBezTo>
                    <a:pt x="31486" y="70154"/>
                    <a:pt x="32564" y="69405"/>
                    <a:pt x="33588" y="68546"/>
                  </a:cubicBezTo>
                  <a:cubicBezTo>
                    <a:pt x="34611" y="67687"/>
                    <a:pt x="35543" y="66682"/>
                    <a:pt x="36420" y="65604"/>
                  </a:cubicBezTo>
                  <a:cubicBezTo>
                    <a:pt x="36420" y="65604"/>
                    <a:pt x="36420" y="65585"/>
                    <a:pt x="36420" y="65585"/>
                  </a:cubicBezTo>
                  <a:cubicBezTo>
                    <a:pt x="34812" y="67047"/>
                    <a:pt x="32985" y="68272"/>
                    <a:pt x="30974" y="69076"/>
                  </a:cubicBezTo>
                  <a:cubicBezTo>
                    <a:pt x="29215" y="69801"/>
                    <a:pt x="27308" y="70201"/>
                    <a:pt x="25411" y="70201"/>
                  </a:cubicBezTo>
                  <a:cubicBezTo>
                    <a:pt x="24392" y="70201"/>
                    <a:pt x="23375" y="70086"/>
                    <a:pt x="22386" y="69843"/>
                  </a:cubicBezTo>
                  <a:lnTo>
                    <a:pt x="22386" y="69843"/>
                  </a:lnTo>
                  <a:cubicBezTo>
                    <a:pt x="23225" y="70021"/>
                    <a:pt x="24077" y="70105"/>
                    <a:pt x="24928" y="70105"/>
                  </a:cubicBezTo>
                  <a:cubicBezTo>
                    <a:pt x="26969" y="70105"/>
                    <a:pt x="29008" y="69621"/>
                    <a:pt x="30865" y="68783"/>
                  </a:cubicBezTo>
                  <a:cubicBezTo>
                    <a:pt x="32528" y="68034"/>
                    <a:pt x="34063" y="66992"/>
                    <a:pt x="35433" y="65768"/>
                  </a:cubicBezTo>
                  <a:lnTo>
                    <a:pt x="35433" y="65768"/>
                  </a:lnTo>
                  <a:cubicBezTo>
                    <a:pt x="34300" y="66426"/>
                    <a:pt x="33058" y="66956"/>
                    <a:pt x="31742" y="67358"/>
                  </a:cubicBezTo>
                  <a:cubicBezTo>
                    <a:pt x="30207" y="67833"/>
                    <a:pt x="28581" y="68198"/>
                    <a:pt x="26899" y="68253"/>
                  </a:cubicBezTo>
                  <a:cubicBezTo>
                    <a:pt x="26816" y="68255"/>
                    <a:pt x="26733" y="68256"/>
                    <a:pt x="26649" y="68256"/>
                  </a:cubicBezTo>
                  <a:cubicBezTo>
                    <a:pt x="25889" y="68256"/>
                    <a:pt x="25117" y="68180"/>
                    <a:pt x="24359" y="68016"/>
                  </a:cubicBezTo>
                  <a:cubicBezTo>
                    <a:pt x="23519" y="67833"/>
                    <a:pt x="22696" y="67577"/>
                    <a:pt x="21911" y="67193"/>
                  </a:cubicBezTo>
                  <a:cubicBezTo>
                    <a:pt x="21125" y="66828"/>
                    <a:pt x="20376" y="66371"/>
                    <a:pt x="19663" y="65859"/>
                  </a:cubicBezTo>
                  <a:cubicBezTo>
                    <a:pt x="18950" y="65329"/>
                    <a:pt x="18274" y="64745"/>
                    <a:pt x="17671" y="64105"/>
                  </a:cubicBezTo>
                  <a:cubicBezTo>
                    <a:pt x="16410" y="62826"/>
                    <a:pt x="15405" y="61309"/>
                    <a:pt x="14583" y="59683"/>
                  </a:cubicBezTo>
                  <a:cubicBezTo>
                    <a:pt x="13760" y="58056"/>
                    <a:pt x="13139" y="56320"/>
                    <a:pt x="12646" y="54548"/>
                  </a:cubicBezTo>
                  <a:cubicBezTo>
                    <a:pt x="12152" y="52775"/>
                    <a:pt x="11768" y="50948"/>
                    <a:pt x="11421" y="49120"/>
                  </a:cubicBezTo>
                  <a:lnTo>
                    <a:pt x="11421" y="49120"/>
                  </a:lnTo>
                  <a:cubicBezTo>
                    <a:pt x="11421" y="49121"/>
                    <a:pt x="11476" y="49376"/>
                    <a:pt x="11586" y="49851"/>
                  </a:cubicBezTo>
                  <a:cubicBezTo>
                    <a:pt x="11695" y="50327"/>
                    <a:pt x="11842" y="51057"/>
                    <a:pt x="12079" y="51989"/>
                  </a:cubicBezTo>
                  <a:cubicBezTo>
                    <a:pt x="12298" y="52921"/>
                    <a:pt x="12591" y="54054"/>
                    <a:pt x="13029" y="55370"/>
                  </a:cubicBezTo>
                  <a:cubicBezTo>
                    <a:pt x="13468" y="56686"/>
                    <a:pt x="14034" y="58184"/>
                    <a:pt x="14875" y="59756"/>
                  </a:cubicBezTo>
                  <a:cubicBezTo>
                    <a:pt x="15697" y="61327"/>
                    <a:pt x="16849" y="62954"/>
                    <a:pt x="18402" y="64397"/>
                  </a:cubicBezTo>
                  <a:cubicBezTo>
                    <a:pt x="19188" y="65128"/>
                    <a:pt x="20065" y="65805"/>
                    <a:pt x="21070" y="66371"/>
                  </a:cubicBezTo>
                  <a:cubicBezTo>
                    <a:pt x="22057" y="66938"/>
                    <a:pt x="23153" y="67376"/>
                    <a:pt x="24341" y="67614"/>
                  </a:cubicBezTo>
                  <a:cubicBezTo>
                    <a:pt x="24505" y="67650"/>
                    <a:pt x="24652" y="67687"/>
                    <a:pt x="24798" y="67705"/>
                  </a:cubicBezTo>
                  <a:cubicBezTo>
                    <a:pt x="24944" y="67723"/>
                    <a:pt x="25108" y="67742"/>
                    <a:pt x="25255" y="67760"/>
                  </a:cubicBezTo>
                  <a:cubicBezTo>
                    <a:pt x="25565" y="67815"/>
                    <a:pt x="25876" y="67833"/>
                    <a:pt x="26187" y="67851"/>
                  </a:cubicBezTo>
                  <a:cubicBezTo>
                    <a:pt x="26808" y="67851"/>
                    <a:pt x="27448" y="67833"/>
                    <a:pt x="28087" y="67742"/>
                  </a:cubicBezTo>
                  <a:cubicBezTo>
                    <a:pt x="29092" y="67614"/>
                    <a:pt x="30134" y="67394"/>
                    <a:pt x="31157" y="67084"/>
                  </a:cubicBezTo>
                  <a:cubicBezTo>
                    <a:pt x="29915" y="65457"/>
                    <a:pt x="28855" y="63721"/>
                    <a:pt x="27959" y="61894"/>
                  </a:cubicBezTo>
                  <a:cubicBezTo>
                    <a:pt x="26296" y="59957"/>
                    <a:pt x="23957" y="58696"/>
                    <a:pt x="21947" y="57088"/>
                  </a:cubicBezTo>
                  <a:cubicBezTo>
                    <a:pt x="20668" y="56046"/>
                    <a:pt x="19517" y="54858"/>
                    <a:pt x="18512" y="53543"/>
                  </a:cubicBezTo>
                  <a:cubicBezTo>
                    <a:pt x="18110" y="53086"/>
                    <a:pt x="17726" y="52611"/>
                    <a:pt x="17360" y="52099"/>
                  </a:cubicBezTo>
                  <a:cubicBezTo>
                    <a:pt x="12024" y="44771"/>
                    <a:pt x="11915" y="34337"/>
                    <a:pt x="12225" y="33679"/>
                  </a:cubicBezTo>
                  <a:lnTo>
                    <a:pt x="12225" y="33679"/>
                  </a:lnTo>
                  <a:lnTo>
                    <a:pt x="12499" y="33789"/>
                  </a:lnTo>
                  <a:cubicBezTo>
                    <a:pt x="12207" y="34428"/>
                    <a:pt x="12445" y="44844"/>
                    <a:pt x="17616" y="51935"/>
                  </a:cubicBezTo>
                  <a:cubicBezTo>
                    <a:pt x="20302" y="55608"/>
                    <a:pt x="23811" y="57764"/>
                    <a:pt x="28124" y="58330"/>
                  </a:cubicBezTo>
                  <a:lnTo>
                    <a:pt x="28215" y="58330"/>
                  </a:lnTo>
                  <a:cubicBezTo>
                    <a:pt x="27667" y="58203"/>
                    <a:pt x="27082" y="58038"/>
                    <a:pt x="26479" y="57782"/>
                  </a:cubicBezTo>
                  <a:cubicBezTo>
                    <a:pt x="25182" y="57271"/>
                    <a:pt x="23811" y="56430"/>
                    <a:pt x="22550" y="55260"/>
                  </a:cubicBezTo>
                  <a:lnTo>
                    <a:pt x="22550" y="55260"/>
                  </a:lnTo>
                  <a:cubicBezTo>
                    <a:pt x="22568" y="55279"/>
                    <a:pt x="22587" y="55297"/>
                    <a:pt x="22587" y="55315"/>
                  </a:cubicBezTo>
                  <a:cubicBezTo>
                    <a:pt x="20686" y="53835"/>
                    <a:pt x="19425" y="51752"/>
                    <a:pt x="18493" y="49486"/>
                  </a:cubicBezTo>
                  <a:cubicBezTo>
                    <a:pt x="18000" y="48408"/>
                    <a:pt x="17580" y="47275"/>
                    <a:pt x="17232" y="46105"/>
                  </a:cubicBezTo>
                  <a:lnTo>
                    <a:pt x="17232" y="46105"/>
                  </a:lnTo>
                  <a:cubicBezTo>
                    <a:pt x="17232" y="46105"/>
                    <a:pt x="17306" y="46251"/>
                    <a:pt x="17415" y="46544"/>
                  </a:cubicBezTo>
                  <a:cubicBezTo>
                    <a:pt x="17488" y="46708"/>
                    <a:pt x="17561" y="46909"/>
                    <a:pt x="17671" y="47147"/>
                  </a:cubicBezTo>
                  <a:cubicBezTo>
                    <a:pt x="17507" y="46599"/>
                    <a:pt x="17360" y="46050"/>
                    <a:pt x="17214" y="45502"/>
                  </a:cubicBezTo>
                  <a:lnTo>
                    <a:pt x="17214" y="45502"/>
                  </a:lnTo>
                  <a:cubicBezTo>
                    <a:pt x="17525" y="46526"/>
                    <a:pt x="18110" y="47457"/>
                    <a:pt x="18895" y="48152"/>
                  </a:cubicBezTo>
                  <a:cubicBezTo>
                    <a:pt x="19571" y="47677"/>
                    <a:pt x="20248" y="47202"/>
                    <a:pt x="20924" y="46727"/>
                  </a:cubicBezTo>
                  <a:cubicBezTo>
                    <a:pt x="21070" y="46617"/>
                    <a:pt x="21216" y="46507"/>
                    <a:pt x="21289" y="46361"/>
                  </a:cubicBezTo>
                  <a:cubicBezTo>
                    <a:pt x="21344" y="46178"/>
                    <a:pt x="21289" y="45977"/>
                    <a:pt x="21216" y="45795"/>
                  </a:cubicBezTo>
                  <a:cubicBezTo>
                    <a:pt x="19571" y="40879"/>
                    <a:pt x="18749" y="35671"/>
                    <a:pt x="18822" y="30481"/>
                  </a:cubicBezTo>
                  <a:lnTo>
                    <a:pt x="18822" y="30481"/>
                  </a:lnTo>
                  <a:lnTo>
                    <a:pt x="19462" y="37041"/>
                  </a:lnTo>
                  <a:cubicBezTo>
                    <a:pt x="19900" y="41665"/>
                    <a:pt x="21545" y="46178"/>
                    <a:pt x="24177" y="49998"/>
                  </a:cubicBezTo>
                  <a:cubicBezTo>
                    <a:pt x="24021" y="49951"/>
                    <a:pt x="23865" y="49930"/>
                    <a:pt x="23709" y="49930"/>
                  </a:cubicBezTo>
                  <a:cubicBezTo>
                    <a:pt x="22695" y="49930"/>
                    <a:pt x="21733" y="50852"/>
                    <a:pt x="21527" y="51898"/>
                  </a:cubicBezTo>
                  <a:cubicBezTo>
                    <a:pt x="21417" y="52538"/>
                    <a:pt x="21509" y="53196"/>
                    <a:pt x="21746" y="53799"/>
                  </a:cubicBezTo>
                  <a:cubicBezTo>
                    <a:pt x="22660" y="54822"/>
                    <a:pt x="23774" y="55809"/>
                    <a:pt x="25090" y="56631"/>
                  </a:cubicBezTo>
                  <a:cubicBezTo>
                    <a:pt x="26168" y="57271"/>
                    <a:pt x="27374" y="57819"/>
                    <a:pt x="28672" y="58129"/>
                  </a:cubicBezTo>
                  <a:cubicBezTo>
                    <a:pt x="29533" y="58333"/>
                    <a:pt x="30426" y="58442"/>
                    <a:pt x="31335" y="58442"/>
                  </a:cubicBezTo>
                  <a:cubicBezTo>
                    <a:pt x="31814" y="58442"/>
                    <a:pt x="32298" y="58412"/>
                    <a:pt x="32784" y="58349"/>
                  </a:cubicBezTo>
                  <a:lnTo>
                    <a:pt x="32784" y="58349"/>
                  </a:lnTo>
                  <a:cubicBezTo>
                    <a:pt x="32784" y="58349"/>
                    <a:pt x="32656" y="58385"/>
                    <a:pt x="32418" y="58422"/>
                  </a:cubicBezTo>
                  <a:cubicBezTo>
                    <a:pt x="32601" y="58404"/>
                    <a:pt x="32784" y="58385"/>
                    <a:pt x="32985" y="58367"/>
                  </a:cubicBezTo>
                  <a:cubicBezTo>
                    <a:pt x="31121" y="57344"/>
                    <a:pt x="23921" y="52940"/>
                    <a:pt x="22733" y="45703"/>
                  </a:cubicBezTo>
                  <a:cubicBezTo>
                    <a:pt x="20047" y="41646"/>
                    <a:pt x="18841" y="36000"/>
                    <a:pt x="19133" y="28873"/>
                  </a:cubicBezTo>
                  <a:lnTo>
                    <a:pt x="19133" y="28873"/>
                  </a:lnTo>
                  <a:lnTo>
                    <a:pt x="19425" y="28891"/>
                  </a:lnTo>
                  <a:cubicBezTo>
                    <a:pt x="19060" y="37717"/>
                    <a:pt x="21015" y="44241"/>
                    <a:pt x="25255" y="48262"/>
                  </a:cubicBezTo>
                  <a:cubicBezTo>
                    <a:pt x="25383" y="48389"/>
                    <a:pt x="25529" y="48517"/>
                    <a:pt x="25675" y="48645"/>
                  </a:cubicBezTo>
                  <a:cubicBezTo>
                    <a:pt x="28398" y="50710"/>
                    <a:pt x="31833" y="52154"/>
                    <a:pt x="35141" y="52355"/>
                  </a:cubicBezTo>
                  <a:cubicBezTo>
                    <a:pt x="35068" y="52300"/>
                    <a:pt x="34995" y="52264"/>
                    <a:pt x="34922" y="52209"/>
                  </a:cubicBezTo>
                  <a:cubicBezTo>
                    <a:pt x="34849" y="52172"/>
                    <a:pt x="34757" y="52136"/>
                    <a:pt x="34666" y="52099"/>
                  </a:cubicBezTo>
                  <a:cubicBezTo>
                    <a:pt x="34501" y="52044"/>
                    <a:pt x="34337" y="51971"/>
                    <a:pt x="34172" y="51916"/>
                  </a:cubicBezTo>
                  <a:cubicBezTo>
                    <a:pt x="33990" y="51825"/>
                    <a:pt x="33825" y="51752"/>
                    <a:pt x="33624" y="51661"/>
                  </a:cubicBezTo>
                  <a:cubicBezTo>
                    <a:pt x="32857" y="51295"/>
                    <a:pt x="31943" y="50802"/>
                    <a:pt x="30956" y="50107"/>
                  </a:cubicBezTo>
                  <a:cubicBezTo>
                    <a:pt x="29969" y="49413"/>
                    <a:pt x="28909" y="48536"/>
                    <a:pt x="27868" y="47421"/>
                  </a:cubicBezTo>
                  <a:cubicBezTo>
                    <a:pt x="26826" y="46325"/>
                    <a:pt x="25785" y="45009"/>
                    <a:pt x="24889" y="43455"/>
                  </a:cubicBezTo>
                  <a:cubicBezTo>
                    <a:pt x="23975" y="41920"/>
                    <a:pt x="23208" y="40166"/>
                    <a:pt x="22623" y="38247"/>
                  </a:cubicBezTo>
                  <a:cubicBezTo>
                    <a:pt x="21454" y="34428"/>
                    <a:pt x="21106" y="29969"/>
                    <a:pt x="21655" y="25474"/>
                  </a:cubicBezTo>
                  <a:lnTo>
                    <a:pt x="21655" y="25474"/>
                  </a:lnTo>
                  <a:cubicBezTo>
                    <a:pt x="21655" y="25474"/>
                    <a:pt x="21636" y="25730"/>
                    <a:pt x="21618" y="26187"/>
                  </a:cubicBezTo>
                  <a:cubicBezTo>
                    <a:pt x="21600" y="26424"/>
                    <a:pt x="21600" y="26717"/>
                    <a:pt x="21582" y="27045"/>
                  </a:cubicBezTo>
                  <a:cubicBezTo>
                    <a:pt x="21563" y="27393"/>
                    <a:pt x="21563" y="27776"/>
                    <a:pt x="21563" y="28215"/>
                  </a:cubicBezTo>
                  <a:cubicBezTo>
                    <a:pt x="21563" y="29969"/>
                    <a:pt x="21691" y="32509"/>
                    <a:pt x="22331" y="35488"/>
                  </a:cubicBezTo>
                  <a:cubicBezTo>
                    <a:pt x="22641" y="36987"/>
                    <a:pt x="23117" y="38576"/>
                    <a:pt x="23774" y="40203"/>
                  </a:cubicBezTo>
                  <a:cubicBezTo>
                    <a:pt x="24432" y="41847"/>
                    <a:pt x="25328" y="43492"/>
                    <a:pt x="26461" y="45082"/>
                  </a:cubicBezTo>
                  <a:cubicBezTo>
                    <a:pt x="27594" y="46653"/>
                    <a:pt x="28964" y="48170"/>
                    <a:pt x="30572" y="49468"/>
                  </a:cubicBezTo>
                  <a:cubicBezTo>
                    <a:pt x="31376" y="50107"/>
                    <a:pt x="32235" y="50729"/>
                    <a:pt x="33167" y="51240"/>
                  </a:cubicBezTo>
                  <a:cubicBezTo>
                    <a:pt x="33624" y="51514"/>
                    <a:pt x="34099" y="51752"/>
                    <a:pt x="34593" y="51971"/>
                  </a:cubicBezTo>
                  <a:cubicBezTo>
                    <a:pt x="34063" y="51679"/>
                    <a:pt x="33588" y="51295"/>
                    <a:pt x="33167" y="50838"/>
                  </a:cubicBezTo>
                  <a:cubicBezTo>
                    <a:pt x="31121" y="48938"/>
                    <a:pt x="29458" y="46617"/>
                    <a:pt x="28270" y="44095"/>
                  </a:cubicBezTo>
                  <a:cubicBezTo>
                    <a:pt x="28087" y="44059"/>
                    <a:pt x="27886" y="44022"/>
                    <a:pt x="27703" y="43967"/>
                  </a:cubicBezTo>
                  <a:cubicBezTo>
                    <a:pt x="27868" y="43949"/>
                    <a:pt x="28014" y="43912"/>
                    <a:pt x="28179" y="43894"/>
                  </a:cubicBezTo>
                  <a:cubicBezTo>
                    <a:pt x="27320" y="42030"/>
                    <a:pt x="26735" y="40057"/>
                    <a:pt x="26461" y="38083"/>
                  </a:cubicBezTo>
                  <a:cubicBezTo>
                    <a:pt x="25492" y="30901"/>
                    <a:pt x="26570" y="25090"/>
                    <a:pt x="28763" y="17470"/>
                  </a:cubicBezTo>
                  <a:lnTo>
                    <a:pt x="29037" y="17561"/>
                  </a:lnTo>
                  <a:cubicBezTo>
                    <a:pt x="26808" y="25309"/>
                    <a:pt x="25785" y="30865"/>
                    <a:pt x="26771" y="38046"/>
                  </a:cubicBezTo>
                  <a:cubicBezTo>
                    <a:pt x="27046" y="40020"/>
                    <a:pt x="27630" y="41975"/>
                    <a:pt x="28471" y="43821"/>
                  </a:cubicBezTo>
                  <a:cubicBezTo>
                    <a:pt x="28544" y="43803"/>
                    <a:pt x="28617" y="43784"/>
                    <a:pt x="28672" y="43766"/>
                  </a:cubicBezTo>
                  <a:cubicBezTo>
                    <a:pt x="28380" y="42944"/>
                    <a:pt x="28124" y="42103"/>
                    <a:pt x="27923" y="41244"/>
                  </a:cubicBezTo>
                  <a:cubicBezTo>
                    <a:pt x="27356" y="38905"/>
                    <a:pt x="27155" y="36493"/>
                    <a:pt x="27137" y="34099"/>
                  </a:cubicBezTo>
                  <a:cubicBezTo>
                    <a:pt x="27137" y="31705"/>
                    <a:pt x="27320" y="29311"/>
                    <a:pt x="27575" y="26936"/>
                  </a:cubicBezTo>
                  <a:lnTo>
                    <a:pt x="27575" y="26936"/>
                  </a:lnTo>
                  <a:cubicBezTo>
                    <a:pt x="27374" y="29330"/>
                    <a:pt x="27247" y="31705"/>
                    <a:pt x="27301" y="34099"/>
                  </a:cubicBezTo>
                  <a:cubicBezTo>
                    <a:pt x="27356" y="36475"/>
                    <a:pt x="27612" y="38869"/>
                    <a:pt x="28215" y="41153"/>
                  </a:cubicBezTo>
                  <a:cubicBezTo>
                    <a:pt x="28434" y="42012"/>
                    <a:pt x="28708" y="42852"/>
                    <a:pt x="29037" y="43675"/>
                  </a:cubicBezTo>
                  <a:cubicBezTo>
                    <a:pt x="29659" y="43492"/>
                    <a:pt x="30262" y="43273"/>
                    <a:pt x="30847" y="42999"/>
                  </a:cubicBezTo>
                  <a:cubicBezTo>
                    <a:pt x="30792" y="42505"/>
                    <a:pt x="30773" y="42030"/>
                    <a:pt x="30737" y="41555"/>
                  </a:cubicBezTo>
                  <a:cubicBezTo>
                    <a:pt x="30534" y="41571"/>
                    <a:pt x="30330" y="41580"/>
                    <a:pt x="30125" y="41580"/>
                  </a:cubicBezTo>
                  <a:cubicBezTo>
                    <a:pt x="29647" y="41580"/>
                    <a:pt x="29169" y="41535"/>
                    <a:pt x="28708" y="41445"/>
                  </a:cubicBezTo>
                  <a:cubicBezTo>
                    <a:pt x="29385" y="41372"/>
                    <a:pt x="30061" y="41244"/>
                    <a:pt x="30700" y="41043"/>
                  </a:cubicBezTo>
                  <a:cubicBezTo>
                    <a:pt x="30554" y="37900"/>
                    <a:pt x="30682" y="34739"/>
                    <a:pt x="31066" y="31632"/>
                  </a:cubicBezTo>
                  <a:lnTo>
                    <a:pt x="31066" y="31632"/>
                  </a:lnTo>
                  <a:cubicBezTo>
                    <a:pt x="29951" y="31998"/>
                    <a:pt x="28836" y="32418"/>
                    <a:pt x="27740" y="32875"/>
                  </a:cubicBezTo>
                  <a:cubicBezTo>
                    <a:pt x="28855" y="32308"/>
                    <a:pt x="29988" y="31760"/>
                    <a:pt x="31102" y="31230"/>
                  </a:cubicBezTo>
                  <a:cubicBezTo>
                    <a:pt x="31815" y="25803"/>
                    <a:pt x="33350" y="20485"/>
                    <a:pt x="35634" y="15551"/>
                  </a:cubicBezTo>
                  <a:lnTo>
                    <a:pt x="35908" y="15679"/>
                  </a:lnTo>
                  <a:cubicBezTo>
                    <a:pt x="33661" y="20540"/>
                    <a:pt x="32144" y="25766"/>
                    <a:pt x="31431" y="31084"/>
                  </a:cubicBezTo>
                  <a:cubicBezTo>
                    <a:pt x="33295" y="30225"/>
                    <a:pt x="35177" y="29439"/>
                    <a:pt x="37114" y="28818"/>
                  </a:cubicBezTo>
                  <a:cubicBezTo>
                    <a:pt x="37590" y="28160"/>
                    <a:pt x="38028" y="27521"/>
                    <a:pt x="38430" y="26863"/>
                  </a:cubicBezTo>
                  <a:cubicBezTo>
                    <a:pt x="39655" y="24725"/>
                    <a:pt x="40641" y="22422"/>
                    <a:pt x="41336" y="20047"/>
                  </a:cubicBezTo>
                  <a:cubicBezTo>
                    <a:pt x="41592" y="18987"/>
                    <a:pt x="41738" y="17927"/>
                    <a:pt x="41793" y="16867"/>
                  </a:cubicBezTo>
                  <a:cubicBezTo>
                    <a:pt x="41774" y="16776"/>
                    <a:pt x="41774" y="16702"/>
                    <a:pt x="41756" y="16611"/>
                  </a:cubicBezTo>
                  <a:cubicBezTo>
                    <a:pt x="41445" y="14583"/>
                    <a:pt x="41281" y="11750"/>
                    <a:pt x="41756" y="8717"/>
                  </a:cubicBezTo>
                  <a:cubicBezTo>
                    <a:pt x="41756" y="8717"/>
                    <a:pt x="41756" y="9064"/>
                    <a:pt x="41774" y="9649"/>
                  </a:cubicBezTo>
                  <a:cubicBezTo>
                    <a:pt x="41774" y="10233"/>
                    <a:pt x="41793" y="11092"/>
                    <a:pt x="41847" y="12116"/>
                  </a:cubicBezTo>
                  <a:cubicBezTo>
                    <a:pt x="41866" y="12901"/>
                    <a:pt x="41921" y="13797"/>
                    <a:pt x="41994" y="14765"/>
                  </a:cubicBezTo>
                  <a:lnTo>
                    <a:pt x="42103" y="14765"/>
                  </a:lnTo>
                  <a:cubicBezTo>
                    <a:pt x="42103" y="14838"/>
                    <a:pt x="42030" y="20686"/>
                    <a:pt x="45411" y="27575"/>
                  </a:cubicBezTo>
                  <a:cubicBezTo>
                    <a:pt x="45685" y="27612"/>
                    <a:pt x="45959" y="27649"/>
                    <a:pt x="46215" y="27703"/>
                  </a:cubicBezTo>
                  <a:cubicBezTo>
                    <a:pt x="46124" y="27448"/>
                    <a:pt x="46050" y="27192"/>
                    <a:pt x="45959" y="26918"/>
                  </a:cubicBezTo>
                  <a:cubicBezTo>
                    <a:pt x="45118" y="24250"/>
                    <a:pt x="44461" y="21527"/>
                    <a:pt x="43985" y="18767"/>
                  </a:cubicBezTo>
                  <a:lnTo>
                    <a:pt x="43985" y="18767"/>
                  </a:lnTo>
                  <a:cubicBezTo>
                    <a:pt x="44570" y="21508"/>
                    <a:pt x="45319" y="24195"/>
                    <a:pt x="46251" y="26826"/>
                  </a:cubicBezTo>
                  <a:cubicBezTo>
                    <a:pt x="46379" y="27155"/>
                    <a:pt x="46489" y="27484"/>
                    <a:pt x="46617" y="27813"/>
                  </a:cubicBezTo>
                  <a:cubicBezTo>
                    <a:pt x="47019" y="27923"/>
                    <a:pt x="47403" y="28069"/>
                    <a:pt x="47768" y="28270"/>
                  </a:cubicBezTo>
                  <a:cubicBezTo>
                    <a:pt x="47969" y="28361"/>
                    <a:pt x="48170" y="28489"/>
                    <a:pt x="48243" y="28690"/>
                  </a:cubicBezTo>
                  <a:cubicBezTo>
                    <a:pt x="48314" y="28885"/>
                    <a:pt x="48179" y="29166"/>
                    <a:pt x="47970" y="29166"/>
                  </a:cubicBezTo>
                  <a:cubicBezTo>
                    <a:pt x="47964" y="29166"/>
                    <a:pt x="47958" y="29166"/>
                    <a:pt x="47951" y="29165"/>
                  </a:cubicBezTo>
                  <a:lnTo>
                    <a:pt x="47951" y="29165"/>
                  </a:lnTo>
                  <a:lnTo>
                    <a:pt x="48061" y="29202"/>
                  </a:lnTo>
                  <a:cubicBezTo>
                    <a:pt x="47750" y="29184"/>
                    <a:pt x="47458" y="29184"/>
                    <a:pt x="47165" y="29184"/>
                  </a:cubicBezTo>
                  <a:cubicBezTo>
                    <a:pt x="47366" y="29695"/>
                    <a:pt x="47585" y="30189"/>
                    <a:pt x="47823" y="30682"/>
                  </a:cubicBezTo>
                  <a:cubicBezTo>
                    <a:pt x="48335" y="31760"/>
                    <a:pt x="48938" y="32765"/>
                    <a:pt x="49669" y="33661"/>
                  </a:cubicBezTo>
                  <a:cubicBezTo>
                    <a:pt x="49468" y="31705"/>
                    <a:pt x="49084" y="27246"/>
                    <a:pt x="49340" y="22769"/>
                  </a:cubicBezTo>
                  <a:lnTo>
                    <a:pt x="49340" y="22769"/>
                  </a:lnTo>
                  <a:cubicBezTo>
                    <a:pt x="49303" y="22916"/>
                    <a:pt x="49267" y="23062"/>
                    <a:pt x="49248" y="23226"/>
                  </a:cubicBezTo>
                  <a:cubicBezTo>
                    <a:pt x="49267" y="23025"/>
                    <a:pt x="49303" y="22824"/>
                    <a:pt x="49340" y="22623"/>
                  </a:cubicBezTo>
                  <a:cubicBezTo>
                    <a:pt x="49522" y="19754"/>
                    <a:pt x="49961" y="16903"/>
                    <a:pt x="50875" y="14711"/>
                  </a:cubicBezTo>
                  <a:lnTo>
                    <a:pt x="50984" y="14455"/>
                  </a:lnTo>
                  <a:lnTo>
                    <a:pt x="51076" y="14583"/>
                  </a:lnTo>
                  <a:cubicBezTo>
                    <a:pt x="51185" y="14144"/>
                    <a:pt x="51313" y="13705"/>
                    <a:pt x="51460" y="13267"/>
                  </a:cubicBezTo>
                  <a:cubicBezTo>
                    <a:pt x="51971" y="11604"/>
                    <a:pt x="52593" y="9905"/>
                    <a:pt x="53342" y="8205"/>
                  </a:cubicBezTo>
                  <a:lnTo>
                    <a:pt x="53342" y="8205"/>
                  </a:lnTo>
                  <a:cubicBezTo>
                    <a:pt x="53342" y="8205"/>
                    <a:pt x="53269" y="8406"/>
                    <a:pt x="53141" y="8772"/>
                  </a:cubicBezTo>
                  <a:cubicBezTo>
                    <a:pt x="53031" y="9119"/>
                    <a:pt x="52830" y="9649"/>
                    <a:pt x="52629" y="10325"/>
                  </a:cubicBezTo>
                  <a:cubicBezTo>
                    <a:pt x="52245" y="11458"/>
                    <a:pt x="51788" y="13029"/>
                    <a:pt x="51332" y="14930"/>
                  </a:cubicBezTo>
                  <a:cubicBezTo>
                    <a:pt x="51350" y="14948"/>
                    <a:pt x="51368" y="14985"/>
                    <a:pt x="51368" y="15003"/>
                  </a:cubicBezTo>
                  <a:cubicBezTo>
                    <a:pt x="51533" y="15222"/>
                    <a:pt x="51770" y="15551"/>
                    <a:pt x="52044" y="15971"/>
                  </a:cubicBezTo>
                  <a:cubicBezTo>
                    <a:pt x="53086" y="17470"/>
                    <a:pt x="55041" y="20522"/>
                    <a:pt x="56649" y="24341"/>
                  </a:cubicBezTo>
                  <a:cubicBezTo>
                    <a:pt x="57161" y="25547"/>
                    <a:pt x="57636" y="26808"/>
                    <a:pt x="58056" y="28124"/>
                  </a:cubicBezTo>
                  <a:lnTo>
                    <a:pt x="58056" y="19681"/>
                  </a:lnTo>
                  <a:cubicBezTo>
                    <a:pt x="58039" y="19663"/>
                    <a:pt x="58038" y="19629"/>
                    <a:pt x="58022" y="19610"/>
                  </a:cubicBezTo>
                  <a:lnTo>
                    <a:pt x="58022" y="19610"/>
                  </a:lnTo>
                  <a:cubicBezTo>
                    <a:pt x="58027" y="19615"/>
                    <a:pt x="58041" y="19633"/>
                    <a:pt x="58056" y="19663"/>
                  </a:cubicBezTo>
                  <a:lnTo>
                    <a:pt x="58056" y="0"/>
                  </a:lnTo>
                  <a:lnTo>
                    <a:pt x="30189" y="0"/>
                  </a:lnTo>
                  <a:cubicBezTo>
                    <a:pt x="28581" y="2248"/>
                    <a:pt x="27228" y="4696"/>
                    <a:pt x="26150" y="7255"/>
                  </a:cubicBezTo>
                  <a:cubicBezTo>
                    <a:pt x="27137" y="4715"/>
                    <a:pt x="28416" y="2266"/>
                    <a:pt x="29915" y="0"/>
                  </a:cubicBezTo>
                  <a:lnTo>
                    <a:pt x="25931" y="0"/>
                  </a:lnTo>
                  <a:cubicBezTo>
                    <a:pt x="24067" y="2175"/>
                    <a:pt x="22477" y="4550"/>
                    <a:pt x="21125" y="7072"/>
                  </a:cubicBezTo>
                  <a:cubicBezTo>
                    <a:pt x="20924" y="7419"/>
                    <a:pt x="20759" y="7766"/>
                    <a:pt x="20577" y="8114"/>
                  </a:cubicBezTo>
                  <a:lnTo>
                    <a:pt x="20065" y="9174"/>
                  </a:lnTo>
                  <a:lnTo>
                    <a:pt x="19590" y="10252"/>
                  </a:lnTo>
                  <a:lnTo>
                    <a:pt x="19352" y="10800"/>
                  </a:lnTo>
                  <a:lnTo>
                    <a:pt x="19151" y="11348"/>
                  </a:lnTo>
                  <a:lnTo>
                    <a:pt x="18731" y="12445"/>
                  </a:lnTo>
                  <a:cubicBezTo>
                    <a:pt x="18585" y="12810"/>
                    <a:pt x="18475" y="13176"/>
                    <a:pt x="18347" y="13559"/>
                  </a:cubicBezTo>
                  <a:cubicBezTo>
                    <a:pt x="18091" y="14290"/>
                    <a:pt x="17890" y="15058"/>
                    <a:pt x="17671" y="15807"/>
                  </a:cubicBezTo>
                  <a:cubicBezTo>
                    <a:pt x="16867" y="18840"/>
                    <a:pt x="16410" y="21984"/>
                    <a:pt x="16319" y="25145"/>
                  </a:cubicBezTo>
                  <a:cubicBezTo>
                    <a:pt x="16374" y="21984"/>
                    <a:pt x="16757" y="18840"/>
                    <a:pt x="17525" y="15770"/>
                  </a:cubicBezTo>
                  <a:cubicBezTo>
                    <a:pt x="17726" y="15003"/>
                    <a:pt x="17909" y="14235"/>
                    <a:pt x="18164" y="13486"/>
                  </a:cubicBezTo>
                  <a:cubicBezTo>
                    <a:pt x="18292" y="13121"/>
                    <a:pt x="18402" y="12737"/>
                    <a:pt x="18530" y="12371"/>
                  </a:cubicBezTo>
                  <a:lnTo>
                    <a:pt x="18932" y="11257"/>
                  </a:lnTo>
                  <a:lnTo>
                    <a:pt x="19133" y="10690"/>
                  </a:lnTo>
                  <a:lnTo>
                    <a:pt x="19370" y="10142"/>
                  </a:lnTo>
                  <a:lnTo>
                    <a:pt x="19827" y="9064"/>
                  </a:lnTo>
                  <a:lnTo>
                    <a:pt x="20321" y="7986"/>
                  </a:lnTo>
                  <a:cubicBezTo>
                    <a:pt x="20485" y="7620"/>
                    <a:pt x="20650" y="7273"/>
                    <a:pt x="20851" y="6926"/>
                  </a:cubicBezTo>
                  <a:cubicBezTo>
                    <a:pt x="22112" y="4477"/>
                    <a:pt x="23592" y="2138"/>
                    <a:pt x="25328" y="0"/>
                  </a:cubicBezTo>
                  <a:lnTo>
                    <a:pt x="23573" y="0"/>
                  </a:lnTo>
                  <a:cubicBezTo>
                    <a:pt x="23446" y="164"/>
                    <a:pt x="23299" y="329"/>
                    <a:pt x="23153" y="493"/>
                  </a:cubicBezTo>
                  <a:cubicBezTo>
                    <a:pt x="21161" y="2851"/>
                    <a:pt x="19444" y="5464"/>
                    <a:pt x="17744" y="8059"/>
                  </a:cubicBezTo>
                  <a:cubicBezTo>
                    <a:pt x="19352" y="5409"/>
                    <a:pt x="20997" y="2741"/>
                    <a:pt x="22916" y="292"/>
                  </a:cubicBezTo>
                  <a:cubicBezTo>
                    <a:pt x="22989" y="183"/>
                    <a:pt x="23080" y="91"/>
                    <a:pt x="2315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0"/>
            <p:cNvSpPr/>
            <p:nvPr/>
          </p:nvSpPr>
          <p:spPr>
            <a:xfrm>
              <a:off x="1270600" y="2824125"/>
              <a:ext cx="925" cy="1400"/>
            </a:xfrm>
            <a:custGeom>
              <a:rect b="b" l="l" r="r" t="t"/>
              <a:pathLst>
                <a:path extrusionOk="0" h="56" w="37">
                  <a:moveTo>
                    <a:pt x="0" y="1"/>
                  </a:moveTo>
                  <a:cubicBezTo>
                    <a:pt x="0" y="1"/>
                    <a:pt x="0" y="19"/>
                    <a:pt x="0" y="19"/>
                  </a:cubicBezTo>
                  <a:cubicBezTo>
                    <a:pt x="0" y="37"/>
                    <a:pt x="18" y="37"/>
                    <a:pt x="37" y="55"/>
                  </a:cubicBezTo>
                  <a:cubicBezTo>
                    <a:pt x="18" y="37"/>
                    <a:pt x="0" y="19"/>
                    <a:pt x="0" y="1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0"/>
            <p:cNvSpPr/>
            <p:nvPr/>
          </p:nvSpPr>
          <p:spPr>
            <a:xfrm>
              <a:off x="1407200" y="2769750"/>
              <a:ext cx="27875" cy="51200"/>
            </a:xfrm>
            <a:custGeom>
              <a:rect b="b" l="l" r="r" t="t"/>
              <a:pathLst>
                <a:path extrusionOk="0" h="2048" w="1115">
                  <a:moveTo>
                    <a:pt x="0" y="1"/>
                  </a:moveTo>
                  <a:lnTo>
                    <a:pt x="0" y="1"/>
                  </a:lnTo>
                  <a:cubicBezTo>
                    <a:pt x="329" y="714"/>
                    <a:pt x="713" y="1390"/>
                    <a:pt x="1115" y="2048"/>
                  </a:cubicBezTo>
                  <a:cubicBezTo>
                    <a:pt x="786" y="1390"/>
                    <a:pt x="475" y="714"/>
                    <a:pt x="201" y="37"/>
                  </a:cubicBezTo>
                  <a:cubicBezTo>
                    <a:pt x="128" y="19"/>
                    <a:pt x="73" y="19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0"/>
            <p:cNvSpPr/>
            <p:nvPr/>
          </p:nvSpPr>
          <p:spPr>
            <a:xfrm>
              <a:off x="1579875" y="3314325"/>
              <a:ext cx="484300" cy="430825"/>
            </a:xfrm>
            <a:custGeom>
              <a:rect b="b" l="l" r="r" t="t"/>
              <a:pathLst>
                <a:path extrusionOk="0" h="17233" w="19372">
                  <a:moveTo>
                    <a:pt x="1207" y="0"/>
                  </a:moveTo>
                  <a:cubicBezTo>
                    <a:pt x="1006" y="238"/>
                    <a:pt x="805" y="476"/>
                    <a:pt x="585" y="713"/>
                  </a:cubicBezTo>
                  <a:cubicBezTo>
                    <a:pt x="403" y="969"/>
                    <a:pt x="202" y="1243"/>
                    <a:pt x="1" y="1481"/>
                  </a:cubicBezTo>
                  <a:cubicBezTo>
                    <a:pt x="732" y="1627"/>
                    <a:pt x="1700" y="3710"/>
                    <a:pt x="2212" y="4240"/>
                  </a:cubicBezTo>
                  <a:cubicBezTo>
                    <a:pt x="3601" y="5684"/>
                    <a:pt x="5154" y="6963"/>
                    <a:pt x="6762" y="8151"/>
                  </a:cubicBezTo>
                  <a:cubicBezTo>
                    <a:pt x="9997" y="10581"/>
                    <a:pt x="12902" y="13560"/>
                    <a:pt x="16539" y="15351"/>
                  </a:cubicBezTo>
                  <a:cubicBezTo>
                    <a:pt x="17799" y="15972"/>
                    <a:pt x="18713" y="16611"/>
                    <a:pt x="19371" y="17233"/>
                  </a:cubicBezTo>
                  <a:cubicBezTo>
                    <a:pt x="17781" y="14949"/>
                    <a:pt x="15552" y="13048"/>
                    <a:pt x="13395" y="11422"/>
                  </a:cubicBezTo>
                  <a:cubicBezTo>
                    <a:pt x="12738" y="10947"/>
                    <a:pt x="12061" y="10453"/>
                    <a:pt x="11422" y="9978"/>
                  </a:cubicBezTo>
                  <a:cubicBezTo>
                    <a:pt x="8425" y="7822"/>
                    <a:pt x="5318" y="5592"/>
                    <a:pt x="3582" y="2303"/>
                  </a:cubicBezTo>
                  <a:cubicBezTo>
                    <a:pt x="2797" y="1572"/>
                    <a:pt x="1993" y="805"/>
                    <a:pt x="1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0"/>
            <p:cNvSpPr/>
            <p:nvPr/>
          </p:nvSpPr>
          <p:spPr>
            <a:xfrm>
              <a:off x="1256875" y="3471475"/>
              <a:ext cx="27000" cy="2325"/>
            </a:xfrm>
            <a:custGeom>
              <a:rect b="b" l="l" r="r" t="t"/>
              <a:pathLst>
                <a:path extrusionOk="0" h="93" w="1080">
                  <a:moveTo>
                    <a:pt x="37" y="1"/>
                  </a:moveTo>
                  <a:cubicBezTo>
                    <a:pt x="37" y="19"/>
                    <a:pt x="19" y="37"/>
                    <a:pt x="1" y="74"/>
                  </a:cubicBezTo>
                  <a:cubicBezTo>
                    <a:pt x="366" y="92"/>
                    <a:pt x="732" y="92"/>
                    <a:pt x="1079" y="92"/>
                  </a:cubicBezTo>
                  <a:cubicBezTo>
                    <a:pt x="732" y="74"/>
                    <a:pt x="385" y="37"/>
                    <a:pt x="37" y="1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0"/>
            <p:cNvSpPr/>
            <p:nvPr/>
          </p:nvSpPr>
          <p:spPr>
            <a:xfrm>
              <a:off x="1469775" y="3329400"/>
              <a:ext cx="17850" cy="11450"/>
            </a:xfrm>
            <a:custGeom>
              <a:rect b="b" l="l" r="r" t="t"/>
              <a:pathLst>
                <a:path extrusionOk="0" h="458" w="714">
                  <a:moveTo>
                    <a:pt x="1" y="1"/>
                  </a:moveTo>
                  <a:lnTo>
                    <a:pt x="1" y="1"/>
                  </a:lnTo>
                  <a:cubicBezTo>
                    <a:pt x="110" y="165"/>
                    <a:pt x="220" y="311"/>
                    <a:pt x="330" y="457"/>
                  </a:cubicBezTo>
                  <a:cubicBezTo>
                    <a:pt x="457" y="421"/>
                    <a:pt x="585" y="384"/>
                    <a:pt x="713" y="348"/>
                  </a:cubicBezTo>
                  <a:cubicBezTo>
                    <a:pt x="604" y="311"/>
                    <a:pt x="494" y="293"/>
                    <a:pt x="384" y="238"/>
                  </a:cubicBezTo>
                  <a:cubicBezTo>
                    <a:pt x="238" y="183"/>
                    <a:pt x="110" y="92"/>
                    <a:pt x="1" y="1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0"/>
            <p:cNvSpPr/>
            <p:nvPr/>
          </p:nvSpPr>
          <p:spPr>
            <a:xfrm>
              <a:off x="1444200" y="3136150"/>
              <a:ext cx="143475" cy="175925"/>
            </a:xfrm>
            <a:custGeom>
              <a:rect b="b" l="l" r="r" t="t"/>
              <a:pathLst>
                <a:path extrusionOk="0" h="7037" w="5739">
                  <a:moveTo>
                    <a:pt x="0" y="1"/>
                  </a:moveTo>
                  <a:cubicBezTo>
                    <a:pt x="293" y="366"/>
                    <a:pt x="421" y="859"/>
                    <a:pt x="622" y="1353"/>
                  </a:cubicBezTo>
                  <a:cubicBezTo>
                    <a:pt x="1480" y="3491"/>
                    <a:pt x="2613" y="5410"/>
                    <a:pt x="4240" y="7036"/>
                  </a:cubicBezTo>
                  <a:cubicBezTo>
                    <a:pt x="4733" y="6799"/>
                    <a:pt x="5227" y="6524"/>
                    <a:pt x="5702" y="6214"/>
                  </a:cubicBezTo>
                  <a:cubicBezTo>
                    <a:pt x="5720" y="6195"/>
                    <a:pt x="5720" y="6195"/>
                    <a:pt x="5738" y="6177"/>
                  </a:cubicBezTo>
                  <a:cubicBezTo>
                    <a:pt x="4313" y="4660"/>
                    <a:pt x="2888" y="2998"/>
                    <a:pt x="1462" y="1170"/>
                  </a:cubicBezTo>
                  <a:cubicBezTo>
                    <a:pt x="969" y="604"/>
                    <a:pt x="640" y="183"/>
                    <a:pt x="5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0"/>
            <p:cNvSpPr/>
            <p:nvPr/>
          </p:nvSpPr>
          <p:spPr>
            <a:xfrm>
              <a:off x="1466125" y="3412550"/>
              <a:ext cx="676625" cy="583425"/>
            </a:xfrm>
            <a:custGeom>
              <a:rect b="b" l="l" r="r" t="t"/>
              <a:pathLst>
                <a:path extrusionOk="0" h="23337" w="27065">
                  <a:moveTo>
                    <a:pt x="2029" y="0"/>
                  </a:moveTo>
                  <a:cubicBezTo>
                    <a:pt x="1389" y="512"/>
                    <a:pt x="713" y="969"/>
                    <a:pt x="0" y="1371"/>
                  </a:cubicBezTo>
                  <a:cubicBezTo>
                    <a:pt x="55" y="1426"/>
                    <a:pt x="110" y="1499"/>
                    <a:pt x="183" y="1554"/>
                  </a:cubicBezTo>
                  <a:cubicBezTo>
                    <a:pt x="366" y="1773"/>
                    <a:pt x="622" y="2029"/>
                    <a:pt x="932" y="2321"/>
                  </a:cubicBezTo>
                  <a:cubicBezTo>
                    <a:pt x="1225" y="2632"/>
                    <a:pt x="1572" y="2961"/>
                    <a:pt x="1956" y="3345"/>
                  </a:cubicBezTo>
                  <a:cubicBezTo>
                    <a:pt x="3527" y="4880"/>
                    <a:pt x="5866" y="7018"/>
                    <a:pt x="8936" y="9375"/>
                  </a:cubicBezTo>
                  <a:cubicBezTo>
                    <a:pt x="10490" y="10563"/>
                    <a:pt x="12207" y="11787"/>
                    <a:pt x="14126" y="13011"/>
                  </a:cubicBezTo>
                  <a:cubicBezTo>
                    <a:pt x="16027" y="14236"/>
                    <a:pt x="18165" y="15387"/>
                    <a:pt x="20321" y="16776"/>
                  </a:cubicBezTo>
                  <a:cubicBezTo>
                    <a:pt x="22459" y="18146"/>
                    <a:pt x="24652" y="19809"/>
                    <a:pt x="26278" y="22112"/>
                  </a:cubicBezTo>
                  <a:cubicBezTo>
                    <a:pt x="26571" y="22496"/>
                    <a:pt x="26827" y="22916"/>
                    <a:pt x="27064" y="23336"/>
                  </a:cubicBezTo>
                  <a:lnTo>
                    <a:pt x="27064" y="20321"/>
                  </a:lnTo>
                  <a:cubicBezTo>
                    <a:pt x="26315" y="19261"/>
                    <a:pt x="25474" y="18366"/>
                    <a:pt x="24743" y="17671"/>
                  </a:cubicBezTo>
                  <a:cubicBezTo>
                    <a:pt x="22441" y="15424"/>
                    <a:pt x="19828" y="13505"/>
                    <a:pt x="17178" y="11732"/>
                  </a:cubicBezTo>
                  <a:cubicBezTo>
                    <a:pt x="17141" y="11732"/>
                    <a:pt x="17087" y="11714"/>
                    <a:pt x="17050" y="11714"/>
                  </a:cubicBezTo>
                  <a:lnTo>
                    <a:pt x="17050" y="11641"/>
                  </a:lnTo>
                  <a:cubicBezTo>
                    <a:pt x="16136" y="11020"/>
                    <a:pt x="15204" y="10435"/>
                    <a:pt x="14309" y="9832"/>
                  </a:cubicBezTo>
                  <a:cubicBezTo>
                    <a:pt x="9960" y="6999"/>
                    <a:pt x="5483" y="4075"/>
                    <a:pt x="20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0"/>
            <p:cNvSpPr/>
            <p:nvPr/>
          </p:nvSpPr>
          <p:spPr>
            <a:xfrm>
              <a:off x="1218050" y="3447275"/>
              <a:ext cx="924700" cy="602600"/>
            </a:xfrm>
            <a:custGeom>
              <a:rect b="b" l="l" r="r" t="t"/>
              <a:pathLst>
                <a:path extrusionOk="0" h="24104" w="36988">
                  <a:moveTo>
                    <a:pt x="9905" y="0"/>
                  </a:moveTo>
                  <a:cubicBezTo>
                    <a:pt x="9759" y="92"/>
                    <a:pt x="9613" y="165"/>
                    <a:pt x="9467" y="256"/>
                  </a:cubicBezTo>
                  <a:cubicBezTo>
                    <a:pt x="6634" y="1809"/>
                    <a:pt x="3509" y="2686"/>
                    <a:pt x="366" y="3399"/>
                  </a:cubicBezTo>
                  <a:cubicBezTo>
                    <a:pt x="256" y="3600"/>
                    <a:pt x="129" y="3819"/>
                    <a:pt x="1" y="4039"/>
                  </a:cubicBezTo>
                  <a:cubicBezTo>
                    <a:pt x="110" y="4130"/>
                    <a:pt x="256" y="4240"/>
                    <a:pt x="421" y="4404"/>
                  </a:cubicBezTo>
                  <a:cubicBezTo>
                    <a:pt x="841" y="4770"/>
                    <a:pt x="1463" y="5281"/>
                    <a:pt x="2267" y="5921"/>
                  </a:cubicBezTo>
                  <a:cubicBezTo>
                    <a:pt x="3911" y="7200"/>
                    <a:pt x="6323" y="8954"/>
                    <a:pt x="9558" y="10709"/>
                  </a:cubicBezTo>
                  <a:cubicBezTo>
                    <a:pt x="11166" y="11586"/>
                    <a:pt x="12957" y="12463"/>
                    <a:pt x="14949" y="13267"/>
                  </a:cubicBezTo>
                  <a:cubicBezTo>
                    <a:pt x="16941" y="14071"/>
                    <a:pt x="19115" y="14784"/>
                    <a:pt x="21399" y="15497"/>
                  </a:cubicBezTo>
                  <a:cubicBezTo>
                    <a:pt x="23702" y="16227"/>
                    <a:pt x="26114" y="16977"/>
                    <a:pt x="28545" y="17927"/>
                  </a:cubicBezTo>
                  <a:cubicBezTo>
                    <a:pt x="29751" y="18420"/>
                    <a:pt x="30975" y="18969"/>
                    <a:pt x="32163" y="19590"/>
                  </a:cubicBezTo>
                  <a:cubicBezTo>
                    <a:pt x="33351" y="20229"/>
                    <a:pt x="34520" y="20960"/>
                    <a:pt x="35617" y="21783"/>
                  </a:cubicBezTo>
                  <a:cubicBezTo>
                    <a:pt x="35617" y="21783"/>
                    <a:pt x="35361" y="21618"/>
                    <a:pt x="34886" y="21308"/>
                  </a:cubicBezTo>
                  <a:cubicBezTo>
                    <a:pt x="34776" y="21235"/>
                    <a:pt x="34630" y="21143"/>
                    <a:pt x="34484" y="21052"/>
                  </a:cubicBezTo>
                  <a:cubicBezTo>
                    <a:pt x="34337" y="20960"/>
                    <a:pt x="34173" y="20869"/>
                    <a:pt x="33990" y="20759"/>
                  </a:cubicBezTo>
                  <a:cubicBezTo>
                    <a:pt x="33807" y="20668"/>
                    <a:pt x="33625" y="20558"/>
                    <a:pt x="33424" y="20430"/>
                  </a:cubicBezTo>
                  <a:cubicBezTo>
                    <a:pt x="33223" y="20321"/>
                    <a:pt x="33003" y="20211"/>
                    <a:pt x="32784" y="20102"/>
                  </a:cubicBezTo>
                  <a:lnTo>
                    <a:pt x="32784" y="20102"/>
                  </a:lnTo>
                  <a:cubicBezTo>
                    <a:pt x="34191" y="20887"/>
                    <a:pt x="35690" y="21947"/>
                    <a:pt x="36640" y="23464"/>
                  </a:cubicBezTo>
                  <a:cubicBezTo>
                    <a:pt x="36750" y="23665"/>
                    <a:pt x="36878" y="23884"/>
                    <a:pt x="36987" y="24104"/>
                  </a:cubicBezTo>
                  <a:lnTo>
                    <a:pt x="36987" y="22477"/>
                  </a:lnTo>
                  <a:cubicBezTo>
                    <a:pt x="36823" y="22185"/>
                    <a:pt x="36658" y="21911"/>
                    <a:pt x="36475" y="21618"/>
                  </a:cubicBezTo>
                  <a:cubicBezTo>
                    <a:pt x="35635" y="20303"/>
                    <a:pt x="34411" y="18969"/>
                    <a:pt x="32876" y="17744"/>
                  </a:cubicBezTo>
                  <a:cubicBezTo>
                    <a:pt x="29842" y="15277"/>
                    <a:pt x="25548" y="13377"/>
                    <a:pt x="21436" y="10380"/>
                  </a:cubicBezTo>
                  <a:cubicBezTo>
                    <a:pt x="17452" y="7566"/>
                    <a:pt x="13469" y="4057"/>
                    <a:pt x="99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0"/>
            <p:cNvSpPr/>
            <p:nvPr/>
          </p:nvSpPr>
          <p:spPr>
            <a:xfrm>
              <a:off x="1181500" y="3548700"/>
              <a:ext cx="509425" cy="277775"/>
            </a:xfrm>
            <a:custGeom>
              <a:rect b="b" l="l" r="r" t="t"/>
              <a:pathLst>
                <a:path extrusionOk="0" h="11111" w="20377">
                  <a:moveTo>
                    <a:pt x="1463" y="0"/>
                  </a:moveTo>
                  <a:cubicBezTo>
                    <a:pt x="1042" y="713"/>
                    <a:pt x="567" y="1498"/>
                    <a:pt x="1" y="2321"/>
                  </a:cubicBezTo>
                  <a:lnTo>
                    <a:pt x="92" y="2430"/>
                  </a:lnTo>
                  <a:cubicBezTo>
                    <a:pt x="1262" y="3691"/>
                    <a:pt x="1262" y="3691"/>
                    <a:pt x="2157" y="4258"/>
                  </a:cubicBezTo>
                  <a:cubicBezTo>
                    <a:pt x="2340" y="4367"/>
                    <a:pt x="2577" y="4514"/>
                    <a:pt x="2851" y="4678"/>
                  </a:cubicBezTo>
                  <a:cubicBezTo>
                    <a:pt x="7859" y="7821"/>
                    <a:pt x="13688" y="9356"/>
                    <a:pt x="19335" y="10836"/>
                  </a:cubicBezTo>
                  <a:cubicBezTo>
                    <a:pt x="19678" y="10927"/>
                    <a:pt x="20021" y="11017"/>
                    <a:pt x="20364" y="11107"/>
                  </a:cubicBezTo>
                  <a:lnTo>
                    <a:pt x="20364" y="11107"/>
                  </a:lnTo>
                  <a:cubicBezTo>
                    <a:pt x="20295" y="11088"/>
                    <a:pt x="20226" y="11055"/>
                    <a:pt x="20157" y="11037"/>
                  </a:cubicBezTo>
                  <a:cubicBezTo>
                    <a:pt x="19115" y="10709"/>
                    <a:pt x="18074" y="10343"/>
                    <a:pt x="16996" y="9923"/>
                  </a:cubicBezTo>
                  <a:cubicBezTo>
                    <a:pt x="15936" y="9502"/>
                    <a:pt x="14857" y="9046"/>
                    <a:pt x="13761" y="8534"/>
                  </a:cubicBezTo>
                  <a:cubicBezTo>
                    <a:pt x="9521" y="6506"/>
                    <a:pt x="5227" y="3618"/>
                    <a:pt x="1463" y="0"/>
                  </a:cubicBezTo>
                  <a:close/>
                  <a:moveTo>
                    <a:pt x="20364" y="11107"/>
                  </a:moveTo>
                  <a:lnTo>
                    <a:pt x="20364" y="11107"/>
                  </a:lnTo>
                  <a:cubicBezTo>
                    <a:pt x="20368" y="11109"/>
                    <a:pt x="20372" y="11110"/>
                    <a:pt x="20376" y="11111"/>
                  </a:cubicBezTo>
                  <a:cubicBezTo>
                    <a:pt x="20372" y="11110"/>
                    <a:pt x="20368" y="11108"/>
                    <a:pt x="20364" y="111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0"/>
            <p:cNvSpPr/>
            <p:nvPr/>
          </p:nvSpPr>
          <p:spPr>
            <a:xfrm>
              <a:off x="2126275" y="3887225"/>
              <a:ext cx="16475" cy="21025"/>
            </a:xfrm>
            <a:custGeom>
              <a:rect b="b" l="l" r="r" t="t"/>
              <a:pathLst>
                <a:path extrusionOk="0" h="841" w="659">
                  <a:moveTo>
                    <a:pt x="0" y="0"/>
                  </a:moveTo>
                  <a:lnTo>
                    <a:pt x="73" y="91"/>
                  </a:lnTo>
                  <a:cubicBezTo>
                    <a:pt x="73" y="91"/>
                    <a:pt x="84" y="101"/>
                    <a:pt x="104" y="121"/>
                  </a:cubicBezTo>
                  <a:lnTo>
                    <a:pt x="104" y="121"/>
                  </a:lnTo>
                  <a:cubicBezTo>
                    <a:pt x="70" y="81"/>
                    <a:pt x="35" y="40"/>
                    <a:pt x="0" y="0"/>
                  </a:cubicBezTo>
                  <a:close/>
                  <a:moveTo>
                    <a:pt x="104" y="121"/>
                  </a:moveTo>
                  <a:cubicBezTo>
                    <a:pt x="302" y="355"/>
                    <a:pt x="487" y="591"/>
                    <a:pt x="658" y="841"/>
                  </a:cubicBezTo>
                  <a:lnTo>
                    <a:pt x="658" y="786"/>
                  </a:lnTo>
                  <a:cubicBezTo>
                    <a:pt x="384" y="411"/>
                    <a:pt x="179" y="195"/>
                    <a:pt x="104" y="121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0"/>
            <p:cNvSpPr/>
            <p:nvPr/>
          </p:nvSpPr>
          <p:spPr>
            <a:xfrm>
              <a:off x="2118950" y="3868950"/>
              <a:ext cx="9175" cy="20575"/>
            </a:xfrm>
            <a:custGeom>
              <a:rect b="b" l="l" r="r" t="t"/>
              <a:pathLst>
                <a:path extrusionOk="0" h="823" w="367">
                  <a:moveTo>
                    <a:pt x="1" y="0"/>
                  </a:moveTo>
                  <a:lnTo>
                    <a:pt x="1" y="0"/>
                  </a:lnTo>
                  <a:cubicBezTo>
                    <a:pt x="92" y="292"/>
                    <a:pt x="202" y="567"/>
                    <a:pt x="366" y="82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>
              <a:off x="2126275" y="3879000"/>
              <a:ext cx="1850" cy="10525"/>
            </a:xfrm>
            <a:custGeom>
              <a:rect b="b" l="l" r="r" t="t"/>
              <a:pathLst>
                <a:path extrusionOk="0" h="421" w="74">
                  <a:moveTo>
                    <a:pt x="0" y="0"/>
                  </a:moveTo>
                  <a:lnTo>
                    <a:pt x="73" y="420"/>
                  </a:lnTo>
                  <a:cubicBezTo>
                    <a:pt x="73" y="420"/>
                    <a:pt x="55" y="256"/>
                    <a:pt x="0" y="0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>
              <a:off x="2054550" y="3719550"/>
              <a:ext cx="32450" cy="46625"/>
            </a:xfrm>
            <a:custGeom>
              <a:rect b="b" l="l" r="r" t="t"/>
              <a:pathLst>
                <a:path extrusionOk="0" h="1865" w="1298">
                  <a:moveTo>
                    <a:pt x="0" y="0"/>
                  </a:moveTo>
                  <a:lnTo>
                    <a:pt x="0" y="0"/>
                  </a:lnTo>
                  <a:cubicBezTo>
                    <a:pt x="475" y="585"/>
                    <a:pt x="914" y="1225"/>
                    <a:pt x="1298" y="1864"/>
                  </a:cubicBezTo>
                  <a:cubicBezTo>
                    <a:pt x="932" y="1188"/>
                    <a:pt x="512" y="530"/>
                    <a:pt x="0" y="0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>
              <a:off x="1924350" y="3597575"/>
              <a:ext cx="475" cy="475"/>
            </a:xfrm>
            <a:custGeom>
              <a:rect b="b" l="l" r="r" t="t"/>
              <a:pathLst>
                <a:path extrusionOk="0" h="19" w="19">
                  <a:moveTo>
                    <a:pt x="0" y="0"/>
                  </a:moveTo>
                  <a:cubicBezTo>
                    <a:pt x="0" y="19"/>
                    <a:pt x="18" y="19"/>
                    <a:pt x="18" y="19"/>
                  </a:cubicBezTo>
                  <a:cubicBezTo>
                    <a:pt x="14" y="14"/>
                    <a:pt x="9" y="9"/>
                    <a:pt x="0" y="0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>
              <a:off x="1204800" y="3879450"/>
              <a:ext cx="35200" cy="7325"/>
            </a:xfrm>
            <a:custGeom>
              <a:rect b="b" l="l" r="r" t="t"/>
              <a:pathLst>
                <a:path extrusionOk="0" h="293" w="1408">
                  <a:moveTo>
                    <a:pt x="1408" y="0"/>
                  </a:moveTo>
                  <a:cubicBezTo>
                    <a:pt x="896" y="110"/>
                    <a:pt x="421" y="220"/>
                    <a:pt x="1" y="274"/>
                  </a:cubicBezTo>
                  <a:lnTo>
                    <a:pt x="92" y="293"/>
                  </a:lnTo>
                  <a:cubicBezTo>
                    <a:pt x="275" y="256"/>
                    <a:pt x="439" y="220"/>
                    <a:pt x="622" y="183"/>
                  </a:cubicBezTo>
                  <a:cubicBezTo>
                    <a:pt x="878" y="128"/>
                    <a:pt x="1152" y="73"/>
                    <a:pt x="1408" y="0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>
              <a:off x="1754400" y="2178150"/>
              <a:ext cx="1400" cy="5950"/>
            </a:xfrm>
            <a:custGeom>
              <a:rect b="b" l="l" r="r" t="t"/>
              <a:pathLst>
                <a:path extrusionOk="0" h="238" w="56">
                  <a:moveTo>
                    <a:pt x="19" y="0"/>
                  </a:moveTo>
                  <a:cubicBezTo>
                    <a:pt x="19" y="0"/>
                    <a:pt x="19" y="0"/>
                    <a:pt x="0" y="18"/>
                  </a:cubicBezTo>
                  <a:cubicBezTo>
                    <a:pt x="18" y="91"/>
                    <a:pt x="37" y="164"/>
                    <a:pt x="55" y="219"/>
                  </a:cubicBezTo>
                  <a:lnTo>
                    <a:pt x="55" y="219"/>
                  </a:lnTo>
                  <a:cubicBezTo>
                    <a:pt x="53" y="136"/>
                    <a:pt x="36" y="68"/>
                    <a:pt x="19" y="0"/>
                  </a:cubicBezTo>
                  <a:close/>
                  <a:moveTo>
                    <a:pt x="55" y="219"/>
                  </a:moveTo>
                  <a:cubicBezTo>
                    <a:pt x="55" y="225"/>
                    <a:pt x="55" y="231"/>
                    <a:pt x="55" y="238"/>
                  </a:cubicBezTo>
                  <a:lnTo>
                    <a:pt x="55" y="219"/>
                  </a:lnTo>
                  <a:cubicBezTo>
                    <a:pt x="55" y="219"/>
                    <a:pt x="55" y="219"/>
                    <a:pt x="55" y="219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0"/>
            <p:cNvSpPr/>
            <p:nvPr/>
          </p:nvSpPr>
          <p:spPr>
            <a:xfrm>
              <a:off x="1754400" y="2178150"/>
              <a:ext cx="1400" cy="5950"/>
            </a:xfrm>
            <a:custGeom>
              <a:rect b="b" l="l" r="r" t="t"/>
              <a:pathLst>
                <a:path extrusionOk="0" h="238" w="56">
                  <a:moveTo>
                    <a:pt x="0" y="18"/>
                  </a:moveTo>
                  <a:cubicBezTo>
                    <a:pt x="19" y="91"/>
                    <a:pt x="37" y="165"/>
                    <a:pt x="55" y="219"/>
                  </a:cubicBezTo>
                  <a:lnTo>
                    <a:pt x="55" y="238"/>
                  </a:lnTo>
                  <a:cubicBezTo>
                    <a:pt x="55" y="146"/>
                    <a:pt x="37" y="73"/>
                    <a:pt x="19" y="0"/>
                  </a:cubicBezTo>
                  <a:cubicBezTo>
                    <a:pt x="19" y="0"/>
                    <a:pt x="19" y="0"/>
                    <a:pt x="0" y="18"/>
                  </a:cubicBezTo>
                  <a:close/>
                </a:path>
              </a:pathLst>
            </a:custGeom>
            <a:solidFill>
              <a:srgbClr val="FFC9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0"/>
            <p:cNvSpPr/>
            <p:nvPr/>
          </p:nvSpPr>
          <p:spPr>
            <a:xfrm>
              <a:off x="1475250" y="2679750"/>
              <a:ext cx="62175" cy="54850"/>
            </a:xfrm>
            <a:custGeom>
              <a:rect b="b" l="l" r="r" t="t"/>
              <a:pathLst>
                <a:path extrusionOk="0" h="2194" w="2487">
                  <a:moveTo>
                    <a:pt x="2486" y="1"/>
                  </a:moveTo>
                  <a:lnTo>
                    <a:pt x="2486" y="1"/>
                  </a:lnTo>
                  <a:cubicBezTo>
                    <a:pt x="1755" y="421"/>
                    <a:pt x="969" y="732"/>
                    <a:pt x="147" y="896"/>
                  </a:cubicBezTo>
                  <a:cubicBezTo>
                    <a:pt x="92" y="1317"/>
                    <a:pt x="37" y="1755"/>
                    <a:pt x="1" y="2194"/>
                  </a:cubicBezTo>
                  <a:cubicBezTo>
                    <a:pt x="732" y="1792"/>
                    <a:pt x="1426" y="1317"/>
                    <a:pt x="2048" y="768"/>
                  </a:cubicBezTo>
                  <a:cubicBezTo>
                    <a:pt x="2176" y="531"/>
                    <a:pt x="2322" y="257"/>
                    <a:pt x="2486" y="1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1475250" y="2679750"/>
              <a:ext cx="62175" cy="54850"/>
            </a:xfrm>
            <a:custGeom>
              <a:rect b="b" l="l" r="r" t="t"/>
              <a:pathLst>
                <a:path extrusionOk="0" h="2194" w="2487">
                  <a:moveTo>
                    <a:pt x="2048" y="768"/>
                  </a:moveTo>
                  <a:cubicBezTo>
                    <a:pt x="2176" y="531"/>
                    <a:pt x="2322" y="257"/>
                    <a:pt x="2486" y="1"/>
                  </a:cubicBezTo>
                  <a:cubicBezTo>
                    <a:pt x="1755" y="421"/>
                    <a:pt x="969" y="732"/>
                    <a:pt x="147" y="896"/>
                  </a:cubicBezTo>
                  <a:cubicBezTo>
                    <a:pt x="92" y="1317"/>
                    <a:pt x="37" y="1755"/>
                    <a:pt x="1" y="2194"/>
                  </a:cubicBezTo>
                  <a:cubicBezTo>
                    <a:pt x="732" y="1792"/>
                    <a:pt x="1426" y="1317"/>
                    <a:pt x="2048" y="7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1640650" y="2192750"/>
              <a:ext cx="157625" cy="186875"/>
            </a:xfrm>
            <a:custGeom>
              <a:rect b="b" l="l" r="r" t="t"/>
              <a:pathLst>
                <a:path extrusionOk="0" h="7475" w="6305">
                  <a:moveTo>
                    <a:pt x="4660" y="1"/>
                  </a:moveTo>
                  <a:cubicBezTo>
                    <a:pt x="4020" y="1317"/>
                    <a:pt x="3271" y="2614"/>
                    <a:pt x="2449" y="3838"/>
                  </a:cubicBezTo>
                  <a:cubicBezTo>
                    <a:pt x="2449" y="3857"/>
                    <a:pt x="2449" y="3857"/>
                    <a:pt x="2449" y="3857"/>
                  </a:cubicBezTo>
                  <a:cubicBezTo>
                    <a:pt x="2175" y="4697"/>
                    <a:pt x="1206" y="5922"/>
                    <a:pt x="0" y="7475"/>
                  </a:cubicBezTo>
                  <a:cubicBezTo>
                    <a:pt x="1425" y="7055"/>
                    <a:pt x="2887" y="6744"/>
                    <a:pt x="4368" y="6561"/>
                  </a:cubicBezTo>
                  <a:cubicBezTo>
                    <a:pt x="5007" y="6470"/>
                    <a:pt x="5665" y="6433"/>
                    <a:pt x="6305" y="6433"/>
                  </a:cubicBezTo>
                  <a:cubicBezTo>
                    <a:pt x="5391" y="3784"/>
                    <a:pt x="4898" y="1371"/>
                    <a:pt x="4660" y="1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1640650" y="2192750"/>
              <a:ext cx="157625" cy="186875"/>
            </a:xfrm>
            <a:custGeom>
              <a:rect b="b" l="l" r="r" t="t"/>
              <a:pathLst>
                <a:path extrusionOk="0" h="7475" w="6305">
                  <a:moveTo>
                    <a:pt x="2449" y="3838"/>
                  </a:moveTo>
                  <a:cubicBezTo>
                    <a:pt x="2449" y="3857"/>
                    <a:pt x="2449" y="3857"/>
                    <a:pt x="2449" y="3857"/>
                  </a:cubicBezTo>
                  <a:cubicBezTo>
                    <a:pt x="2175" y="4697"/>
                    <a:pt x="1206" y="5922"/>
                    <a:pt x="0" y="7475"/>
                  </a:cubicBezTo>
                  <a:cubicBezTo>
                    <a:pt x="1425" y="7055"/>
                    <a:pt x="2887" y="6744"/>
                    <a:pt x="4368" y="6561"/>
                  </a:cubicBezTo>
                  <a:cubicBezTo>
                    <a:pt x="5007" y="6470"/>
                    <a:pt x="5665" y="6433"/>
                    <a:pt x="6305" y="6433"/>
                  </a:cubicBezTo>
                  <a:cubicBezTo>
                    <a:pt x="5391" y="3784"/>
                    <a:pt x="4898" y="1371"/>
                    <a:pt x="4660" y="1"/>
                  </a:cubicBezTo>
                  <a:cubicBezTo>
                    <a:pt x="4020" y="1317"/>
                    <a:pt x="3271" y="2614"/>
                    <a:pt x="2449" y="383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1467500" y="3136150"/>
              <a:ext cx="20575" cy="26525"/>
            </a:xfrm>
            <a:custGeom>
              <a:rect b="b" l="l" r="r" t="t"/>
              <a:pathLst>
                <a:path extrusionOk="0" h="1061" w="823">
                  <a:moveTo>
                    <a:pt x="0" y="1"/>
                  </a:moveTo>
                  <a:cubicBezTo>
                    <a:pt x="274" y="366"/>
                    <a:pt x="548" y="713"/>
                    <a:pt x="823" y="1061"/>
                  </a:cubicBezTo>
                  <a:cubicBezTo>
                    <a:pt x="603" y="713"/>
                    <a:pt x="384" y="348"/>
                    <a:pt x="165" y="1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1467500" y="3136150"/>
              <a:ext cx="20575" cy="26525"/>
            </a:xfrm>
            <a:custGeom>
              <a:rect b="b" l="l" r="r" t="t"/>
              <a:pathLst>
                <a:path extrusionOk="0" h="1061" w="823">
                  <a:moveTo>
                    <a:pt x="0" y="1"/>
                  </a:moveTo>
                  <a:cubicBezTo>
                    <a:pt x="274" y="366"/>
                    <a:pt x="548" y="713"/>
                    <a:pt x="823" y="1061"/>
                  </a:cubicBezTo>
                  <a:cubicBezTo>
                    <a:pt x="603" y="713"/>
                    <a:pt x="384" y="348"/>
                    <a:pt x="165" y="1"/>
                  </a:cubicBezTo>
                  <a:cubicBezTo>
                    <a:pt x="110" y="1"/>
                    <a:pt x="55" y="1"/>
                    <a:pt x="0" y="1"/>
                  </a:cubicBezTo>
                  <a:close/>
                </a:path>
              </a:pathLst>
            </a:custGeom>
            <a:solidFill>
              <a:srgbClr val="FFC9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1473900" y="2101850"/>
              <a:ext cx="668850" cy="1505475"/>
            </a:xfrm>
            <a:custGeom>
              <a:rect b="b" l="l" r="r" t="t"/>
              <a:pathLst>
                <a:path extrusionOk="0" h="60219" w="26754">
                  <a:moveTo>
                    <a:pt x="21362" y="0"/>
                  </a:moveTo>
                  <a:cubicBezTo>
                    <a:pt x="21070" y="0"/>
                    <a:pt x="20796" y="238"/>
                    <a:pt x="20577" y="476"/>
                  </a:cubicBezTo>
                  <a:cubicBezTo>
                    <a:pt x="20503" y="549"/>
                    <a:pt x="20430" y="622"/>
                    <a:pt x="20357" y="713"/>
                  </a:cubicBezTo>
                  <a:cubicBezTo>
                    <a:pt x="20887" y="6413"/>
                    <a:pt x="21812" y="19535"/>
                    <a:pt x="19128" y="19535"/>
                  </a:cubicBezTo>
                  <a:cubicBezTo>
                    <a:pt x="18757" y="19535"/>
                    <a:pt x="18318" y="19285"/>
                    <a:pt x="17799" y="18731"/>
                  </a:cubicBezTo>
                  <a:lnTo>
                    <a:pt x="17799" y="18731"/>
                  </a:lnTo>
                  <a:cubicBezTo>
                    <a:pt x="17854" y="18859"/>
                    <a:pt x="17890" y="18987"/>
                    <a:pt x="17945" y="19133"/>
                  </a:cubicBezTo>
                  <a:cubicBezTo>
                    <a:pt x="18055" y="19389"/>
                    <a:pt x="18110" y="19535"/>
                    <a:pt x="18110" y="19535"/>
                  </a:cubicBezTo>
                  <a:cubicBezTo>
                    <a:pt x="18073" y="19499"/>
                    <a:pt x="18055" y="19444"/>
                    <a:pt x="18036" y="19407"/>
                  </a:cubicBezTo>
                  <a:lnTo>
                    <a:pt x="18036" y="19407"/>
                  </a:lnTo>
                  <a:cubicBezTo>
                    <a:pt x="18347" y="20431"/>
                    <a:pt x="18548" y="21728"/>
                    <a:pt x="18676" y="23336"/>
                  </a:cubicBezTo>
                  <a:cubicBezTo>
                    <a:pt x="19133" y="29294"/>
                    <a:pt x="18950" y="33040"/>
                    <a:pt x="12207" y="33789"/>
                  </a:cubicBezTo>
                  <a:cubicBezTo>
                    <a:pt x="11811" y="33833"/>
                    <a:pt x="11437" y="33853"/>
                    <a:pt x="11083" y="33853"/>
                  </a:cubicBezTo>
                  <a:cubicBezTo>
                    <a:pt x="7187" y="33853"/>
                    <a:pt x="5866" y="31395"/>
                    <a:pt x="5866" y="31395"/>
                  </a:cubicBezTo>
                  <a:cubicBezTo>
                    <a:pt x="5866" y="31395"/>
                    <a:pt x="5829" y="31358"/>
                    <a:pt x="5775" y="31304"/>
                  </a:cubicBezTo>
                  <a:cubicBezTo>
                    <a:pt x="5153" y="30774"/>
                    <a:pt x="1608" y="27685"/>
                    <a:pt x="1133" y="26626"/>
                  </a:cubicBezTo>
                  <a:cubicBezTo>
                    <a:pt x="896" y="26680"/>
                    <a:pt x="658" y="26735"/>
                    <a:pt x="402" y="26753"/>
                  </a:cubicBezTo>
                  <a:cubicBezTo>
                    <a:pt x="274" y="26772"/>
                    <a:pt x="128" y="26790"/>
                    <a:pt x="0" y="26808"/>
                  </a:cubicBezTo>
                  <a:cubicBezTo>
                    <a:pt x="0" y="26900"/>
                    <a:pt x="0" y="26991"/>
                    <a:pt x="0" y="27082"/>
                  </a:cubicBezTo>
                  <a:cubicBezTo>
                    <a:pt x="91" y="27941"/>
                    <a:pt x="219" y="28800"/>
                    <a:pt x="366" y="29641"/>
                  </a:cubicBezTo>
                  <a:lnTo>
                    <a:pt x="329" y="29659"/>
                  </a:lnTo>
                  <a:cubicBezTo>
                    <a:pt x="420" y="30043"/>
                    <a:pt x="530" y="30427"/>
                    <a:pt x="658" y="30792"/>
                  </a:cubicBezTo>
                  <a:cubicBezTo>
                    <a:pt x="822" y="31194"/>
                    <a:pt x="987" y="31541"/>
                    <a:pt x="1170" y="31870"/>
                  </a:cubicBezTo>
                  <a:cubicBezTo>
                    <a:pt x="2248" y="33076"/>
                    <a:pt x="3509" y="34100"/>
                    <a:pt x="4916" y="34849"/>
                  </a:cubicBezTo>
                  <a:lnTo>
                    <a:pt x="4898" y="34867"/>
                  </a:lnTo>
                  <a:cubicBezTo>
                    <a:pt x="4971" y="34885"/>
                    <a:pt x="5044" y="34922"/>
                    <a:pt x="5117" y="34922"/>
                  </a:cubicBezTo>
                  <a:cubicBezTo>
                    <a:pt x="5373" y="34922"/>
                    <a:pt x="5628" y="34904"/>
                    <a:pt x="5884" y="34867"/>
                  </a:cubicBezTo>
                  <a:lnTo>
                    <a:pt x="5884" y="34867"/>
                  </a:lnTo>
                  <a:lnTo>
                    <a:pt x="5592" y="35013"/>
                  </a:lnTo>
                  <a:cubicBezTo>
                    <a:pt x="5756" y="35050"/>
                    <a:pt x="5939" y="35068"/>
                    <a:pt x="6122" y="35086"/>
                  </a:cubicBezTo>
                  <a:lnTo>
                    <a:pt x="6122" y="35397"/>
                  </a:lnTo>
                  <a:cubicBezTo>
                    <a:pt x="6122" y="35397"/>
                    <a:pt x="5775" y="35415"/>
                    <a:pt x="5190" y="35415"/>
                  </a:cubicBezTo>
                  <a:lnTo>
                    <a:pt x="4514" y="35415"/>
                  </a:lnTo>
                  <a:cubicBezTo>
                    <a:pt x="3436" y="35415"/>
                    <a:pt x="2284" y="35561"/>
                    <a:pt x="1718" y="36457"/>
                  </a:cubicBezTo>
                  <a:cubicBezTo>
                    <a:pt x="1389" y="36987"/>
                    <a:pt x="1389" y="37663"/>
                    <a:pt x="1444" y="38284"/>
                  </a:cubicBezTo>
                  <a:cubicBezTo>
                    <a:pt x="1499" y="39107"/>
                    <a:pt x="1663" y="39911"/>
                    <a:pt x="1864" y="40696"/>
                  </a:cubicBezTo>
                  <a:cubicBezTo>
                    <a:pt x="2102" y="40824"/>
                    <a:pt x="2230" y="40897"/>
                    <a:pt x="2248" y="40897"/>
                  </a:cubicBezTo>
                  <a:lnTo>
                    <a:pt x="2705" y="41117"/>
                  </a:lnTo>
                  <a:lnTo>
                    <a:pt x="2193" y="41190"/>
                  </a:lnTo>
                  <a:lnTo>
                    <a:pt x="2028" y="41208"/>
                  </a:lnTo>
                  <a:cubicBezTo>
                    <a:pt x="2686" y="43346"/>
                    <a:pt x="3765" y="45375"/>
                    <a:pt x="4879" y="47348"/>
                  </a:cubicBezTo>
                  <a:cubicBezTo>
                    <a:pt x="5208" y="47111"/>
                    <a:pt x="5537" y="46873"/>
                    <a:pt x="5866" y="46599"/>
                  </a:cubicBezTo>
                  <a:cubicBezTo>
                    <a:pt x="6030" y="46435"/>
                    <a:pt x="6177" y="46252"/>
                    <a:pt x="6323" y="46069"/>
                  </a:cubicBezTo>
                  <a:lnTo>
                    <a:pt x="6396" y="46124"/>
                  </a:lnTo>
                  <a:cubicBezTo>
                    <a:pt x="6889" y="45667"/>
                    <a:pt x="7346" y="45174"/>
                    <a:pt x="7767" y="44644"/>
                  </a:cubicBezTo>
                  <a:lnTo>
                    <a:pt x="8132" y="44918"/>
                  </a:lnTo>
                  <a:cubicBezTo>
                    <a:pt x="7346" y="46014"/>
                    <a:pt x="6542" y="47147"/>
                    <a:pt x="5628" y="48262"/>
                  </a:cubicBezTo>
                  <a:cubicBezTo>
                    <a:pt x="7145" y="49815"/>
                    <a:pt x="8607" y="51149"/>
                    <a:pt x="9996" y="52319"/>
                  </a:cubicBezTo>
                  <a:cubicBezTo>
                    <a:pt x="11202" y="53269"/>
                    <a:pt x="12426" y="54219"/>
                    <a:pt x="13687" y="55133"/>
                  </a:cubicBezTo>
                  <a:cubicBezTo>
                    <a:pt x="15222" y="56193"/>
                    <a:pt x="16629" y="57015"/>
                    <a:pt x="17872" y="57655"/>
                  </a:cubicBezTo>
                  <a:cubicBezTo>
                    <a:pt x="21408" y="59501"/>
                    <a:pt x="24362" y="60218"/>
                    <a:pt x="26451" y="60218"/>
                  </a:cubicBezTo>
                  <a:cubicBezTo>
                    <a:pt x="26554" y="60218"/>
                    <a:pt x="26655" y="60217"/>
                    <a:pt x="26753" y="60213"/>
                  </a:cubicBezTo>
                  <a:lnTo>
                    <a:pt x="26753" y="45576"/>
                  </a:lnTo>
                  <a:cubicBezTo>
                    <a:pt x="26534" y="45557"/>
                    <a:pt x="26315" y="45557"/>
                    <a:pt x="26095" y="45521"/>
                  </a:cubicBezTo>
                  <a:cubicBezTo>
                    <a:pt x="23318" y="45247"/>
                    <a:pt x="21728" y="44187"/>
                    <a:pt x="20558" y="42688"/>
                  </a:cubicBezTo>
                  <a:cubicBezTo>
                    <a:pt x="20522" y="42670"/>
                    <a:pt x="20485" y="42652"/>
                    <a:pt x="20467" y="42652"/>
                  </a:cubicBezTo>
                  <a:cubicBezTo>
                    <a:pt x="20193" y="42469"/>
                    <a:pt x="20047" y="42359"/>
                    <a:pt x="20047" y="42359"/>
                  </a:cubicBezTo>
                  <a:lnTo>
                    <a:pt x="20047" y="42359"/>
                  </a:lnTo>
                  <a:cubicBezTo>
                    <a:pt x="21655" y="42780"/>
                    <a:pt x="23080" y="43054"/>
                    <a:pt x="24158" y="43218"/>
                  </a:cubicBezTo>
                  <a:cubicBezTo>
                    <a:pt x="24688" y="43291"/>
                    <a:pt x="25145" y="43364"/>
                    <a:pt x="25456" y="43401"/>
                  </a:cubicBezTo>
                  <a:cubicBezTo>
                    <a:pt x="25766" y="43438"/>
                    <a:pt x="25931" y="43456"/>
                    <a:pt x="25931" y="43456"/>
                  </a:cubicBezTo>
                  <a:cubicBezTo>
                    <a:pt x="25894" y="43456"/>
                    <a:pt x="25858" y="43474"/>
                    <a:pt x="25821" y="43474"/>
                  </a:cubicBezTo>
                  <a:cubicBezTo>
                    <a:pt x="26132" y="43492"/>
                    <a:pt x="26443" y="43492"/>
                    <a:pt x="26753" y="43511"/>
                  </a:cubicBezTo>
                  <a:lnTo>
                    <a:pt x="26753" y="24433"/>
                  </a:lnTo>
                  <a:lnTo>
                    <a:pt x="26516" y="24652"/>
                  </a:lnTo>
                  <a:lnTo>
                    <a:pt x="26735" y="24067"/>
                  </a:lnTo>
                  <a:lnTo>
                    <a:pt x="26753" y="24012"/>
                  </a:lnTo>
                  <a:lnTo>
                    <a:pt x="26753" y="11714"/>
                  </a:lnTo>
                  <a:cubicBezTo>
                    <a:pt x="25419" y="6963"/>
                    <a:pt x="23007" y="2632"/>
                    <a:pt x="21362" y="0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1473900" y="2101850"/>
              <a:ext cx="668850" cy="1507175"/>
            </a:xfrm>
            <a:custGeom>
              <a:rect b="b" l="l" r="r" t="t"/>
              <a:pathLst>
                <a:path extrusionOk="0" h="60287" w="26754">
                  <a:moveTo>
                    <a:pt x="20577" y="476"/>
                  </a:moveTo>
                  <a:cubicBezTo>
                    <a:pt x="20503" y="549"/>
                    <a:pt x="20430" y="622"/>
                    <a:pt x="20357" y="713"/>
                  </a:cubicBezTo>
                  <a:cubicBezTo>
                    <a:pt x="20960" y="7200"/>
                    <a:pt x="22075" y="23300"/>
                    <a:pt x="17799" y="18731"/>
                  </a:cubicBezTo>
                  <a:cubicBezTo>
                    <a:pt x="17854" y="18859"/>
                    <a:pt x="17890" y="18987"/>
                    <a:pt x="17945" y="19133"/>
                  </a:cubicBezTo>
                  <a:cubicBezTo>
                    <a:pt x="18055" y="19389"/>
                    <a:pt x="18110" y="19535"/>
                    <a:pt x="18110" y="19535"/>
                  </a:cubicBezTo>
                  <a:cubicBezTo>
                    <a:pt x="18073" y="19499"/>
                    <a:pt x="18055" y="19444"/>
                    <a:pt x="18036" y="19407"/>
                  </a:cubicBezTo>
                  <a:cubicBezTo>
                    <a:pt x="18347" y="20431"/>
                    <a:pt x="18548" y="21728"/>
                    <a:pt x="18676" y="23336"/>
                  </a:cubicBezTo>
                  <a:cubicBezTo>
                    <a:pt x="19133" y="29294"/>
                    <a:pt x="18950" y="33040"/>
                    <a:pt x="12207" y="33789"/>
                  </a:cubicBezTo>
                  <a:cubicBezTo>
                    <a:pt x="7438" y="34319"/>
                    <a:pt x="5866" y="31395"/>
                    <a:pt x="5866" y="31395"/>
                  </a:cubicBezTo>
                  <a:cubicBezTo>
                    <a:pt x="5866" y="31395"/>
                    <a:pt x="5829" y="31358"/>
                    <a:pt x="5775" y="31304"/>
                  </a:cubicBezTo>
                  <a:cubicBezTo>
                    <a:pt x="5153" y="30774"/>
                    <a:pt x="1608" y="27685"/>
                    <a:pt x="1133" y="26626"/>
                  </a:cubicBezTo>
                  <a:cubicBezTo>
                    <a:pt x="896" y="26680"/>
                    <a:pt x="658" y="26735"/>
                    <a:pt x="402" y="26753"/>
                  </a:cubicBezTo>
                  <a:cubicBezTo>
                    <a:pt x="274" y="26772"/>
                    <a:pt x="128" y="26790"/>
                    <a:pt x="0" y="26808"/>
                  </a:cubicBezTo>
                  <a:cubicBezTo>
                    <a:pt x="0" y="26900"/>
                    <a:pt x="0" y="26991"/>
                    <a:pt x="0" y="27082"/>
                  </a:cubicBezTo>
                  <a:cubicBezTo>
                    <a:pt x="91" y="27941"/>
                    <a:pt x="219" y="28800"/>
                    <a:pt x="366" y="29641"/>
                  </a:cubicBezTo>
                  <a:lnTo>
                    <a:pt x="329" y="29659"/>
                  </a:lnTo>
                  <a:cubicBezTo>
                    <a:pt x="420" y="30043"/>
                    <a:pt x="530" y="30427"/>
                    <a:pt x="658" y="30792"/>
                  </a:cubicBezTo>
                  <a:cubicBezTo>
                    <a:pt x="822" y="31194"/>
                    <a:pt x="987" y="31541"/>
                    <a:pt x="1170" y="31870"/>
                  </a:cubicBezTo>
                  <a:cubicBezTo>
                    <a:pt x="2248" y="33076"/>
                    <a:pt x="3509" y="34100"/>
                    <a:pt x="4916" y="34849"/>
                  </a:cubicBezTo>
                  <a:lnTo>
                    <a:pt x="4898" y="34867"/>
                  </a:lnTo>
                  <a:cubicBezTo>
                    <a:pt x="4971" y="34885"/>
                    <a:pt x="5044" y="34922"/>
                    <a:pt x="5117" y="34922"/>
                  </a:cubicBezTo>
                  <a:cubicBezTo>
                    <a:pt x="5373" y="34922"/>
                    <a:pt x="5628" y="34904"/>
                    <a:pt x="5884" y="34867"/>
                  </a:cubicBezTo>
                  <a:lnTo>
                    <a:pt x="5592" y="35013"/>
                  </a:lnTo>
                  <a:cubicBezTo>
                    <a:pt x="5756" y="35050"/>
                    <a:pt x="5939" y="35068"/>
                    <a:pt x="6122" y="35086"/>
                  </a:cubicBezTo>
                  <a:lnTo>
                    <a:pt x="6122" y="35397"/>
                  </a:lnTo>
                  <a:cubicBezTo>
                    <a:pt x="6122" y="35397"/>
                    <a:pt x="5775" y="35415"/>
                    <a:pt x="5190" y="35415"/>
                  </a:cubicBezTo>
                  <a:cubicBezTo>
                    <a:pt x="4989" y="35415"/>
                    <a:pt x="4751" y="35415"/>
                    <a:pt x="4514" y="35415"/>
                  </a:cubicBezTo>
                  <a:cubicBezTo>
                    <a:pt x="3436" y="35415"/>
                    <a:pt x="2284" y="35561"/>
                    <a:pt x="1718" y="36457"/>
                  </a:cubicBezTo>
                  <a:cubicBezTo>
                    <a:pt x="1389" y="36987"/>
                    <a:pt x="1389" y="37663"/>
                    <a:pt x="1444" y="38284"/>
                  </a:cubicBezTo>
                  <a:cubicBezTo>
                    <a:pt x="1499" y="39107"/>
                    <a:pt x="1663" y="39911"/>
                    <a:pt x="1864" y="40696"/>
                  </a:cubicBezTo>
                  <a:cubicBezTo>
                    <a:pt x="2102" y="40824"/>
                    <a:pt x="2230" y="40897"/>
                    <a:pt x="2248" y="40897"/>
                  </a:cubicBezTo>
                  <a:lnTo>
                    <a:pt x="2705" y="41117"/>
                  </a:lnTo>
                  <a:lnTo>
                    <a:pt x="2193" y="41190"/>
                  </a:lnTo>
                  <a:lnTo>
                    <a:pt x="2028" y="41208"/>
                  </a:lnTo>
                  <a:cubicBezTo>
                    <a:pt x="2686" y="43346"/>
                    <a:pt x="3765" y="45375"/>
                    <a:pt x="4879" y="47348"/>
                  </a:cubicBezTo>
                  <a:cubicBezTo>
                    <a:pt x="5208" y="47111"/>
                    <a:pt x="5537" y="46873"/>
                    <a:pt x="5866" y="46599"/>
                  </a:cubicBezTo>
                  <a:cubicBezTo>
                    <a:pt x="6030" y="46435"/>
                    <a:pt x="6177" y="46252"/>
                    <a:pt x="6323" y="46069"/>
                  </a:cubicBezTo>
                  <a:lnTo>
                    <a:pt x="6396" y="46124"/>
                  </a:lnTo>
                  <a:cubicBezTo>
                    <a:pt x="6889" y="45667"/>
                    <a:pt x="7346" y="45174"/>
                    <a:pt x="7767" y="44644"/>
                  </a:cubicBezTo>
                  <a:lnTo>
                    <a:pt x="8132" y="44918"/>
                  </a:lnTo>
                  <a:cubicBezTo>
                    <a:pt x="7346" y="46014"/>
                    <a:pt x="6542" y="47147"/>
                    <a:pt x="5628" y="48262"/>
                  </a:cubicBezTo>
                  <a:cubicBezTo>
                    <a:pt x="7145" y="49815"/>
                    <a:pt x="8607" y="51149"/>
                    <a:pt x="9996" y="52319"/>
                  </a:cubicBezTo>
                  <a:cubicBezTo>
                    <a:pt x="11202" y="53269"/>
                    <a:pt x="12426" y="54219"/>
                    <a:pt x="13687" y="55133"/>
                  </a:cubicBezTo>
                  <a:cubicBezTo>
                    <a:pt x="15222" y="56193"/>
                    <a:pt x="16629" y="57015"/>
                    <a:pt x="17872" y="57655"/>
                  </a:cubicBezTo>
                  <a:cubicBezTo>
                    <a:pt x="21582" y="59592"/>
                    <a:pt x="24652" y="60286"/>
                    <a:pt x="26753" y="60213"/>
                  </a:cubicBezTo>
                  <a:lnTo>
                    <a:pt x="26753" y="45576"/>
                  </a:lnTo>
                  <a:cubicBezTo>
                    <a:pt x="26534" y="45557"/>
                    <a:pt x="26315" y="45557"/>
                    <a:pt x="26095" y="45521"/>
                  </a:cubicBezTo>
                  <a:cubicBezTo>
                    <a:pt x="23318" y="45247"/>
                    <a:pt x="21728" y="44187"/>
                    <a:pt x="20558" y="42688"/>
                  </a:cubicBezTo>
                  <a:cubicBezTo>
                    <a:pt x="20522" y="42670"/>
                    <a:pt x="20485" y="42652"/>
                    <a:pt x="20467" y="42652"/>
                  </a:cubicBezTo>
                  <a:cubicBezTo>
                    <a:pt x="20193" y="42469"/>
                    <a:pt x="20047" y="42359"/>
                    <a:pt x="20047" y="42359"/>
                  </a:cubicBezTo>
                  <a:cubicBezTo>
                    <a:pt x="21655" y="42780"/>
                    <a:pt x="23080" y="43054"/>
                    <a:pt x="24158" y="43218"/>
                  </a:cubicBezTo>
                  <a:cubicBezTo>
                    <a:pt x="24688" y="43291"/>
                    <a:pt x="25145" y="43364"/>
                    <a:pt x="25456" y="43401"/>
                  </a:cubicBezTo>
                  <a:cubicBezTo>
                    <a:pt x="25766" y="43438"/>
                    <a:pt x="25931" y="43456"/>
                    <a:pt x="25931" y="43456"/>
                  </a:cubicBezTo>
                  <a:cubicBezTo>
                    <a:pt x="25894" y="43456"/>
                    <a:pt x="25858" y="43474"/>
                    <a:pt x="25821" y="43474"/>
                  </a:cubicBezTo>
                  <a:cubicBezTo>
                    <a:pt x="26132" y="43492"/>
                    <a:pt x="26443" y="43492"/>
                    <a:pt x="26753" y="43511"/>
                  </a:cubicBezTo>
                  <a:lnTo>
                    <a:pt x="26753" y="24433"/>
                  </a:lnTo>
                  <a:lnTo>
                    <a:pt x="26516" y="24652"/>
                  </a:lnTo>
                  <a:lnTo>
                    <a:pt x="26735" y="24067"/>
                  </a:lnTo>
                  <a:lnTo>
                    <a:pt x="26753" y="24012"/>
                  </a:lnTo>
                  <a:lnTo>
                    <a:pt x="26753" y="11714"/>
                  </a:lnTo>
                  <a:cubicBezTo>
                    <a:pt x="25419" y="6963"/>
                    <a:pt x="23007" y="2632"/>
                    <a:pt x="21362" y="0"/>
                  </a:cubicBezTo>
                  <a:cubicBezTo>
                    <a:pt x="21070" y="0"/>
                    <a:pt x="20796" y="238"/>
                    <a:pt x="20577" y="476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1482125" y="2593875"/>
              <a:ext cx="111475" cy="89575"/>
            </a:xfrm>
            <a:custGeom>
              <a:rect b="b" l="l" r="r" t="t"/>
              <a:pathLst>
                <a:path extrusionOk="0" h="3583" w="4459">
                  <a:moveTo>
                    <a:pt x="4459" y="0"/>
                  </a:moveTo>
                  <a:cubicBezTo>
                    <a:pt x="3659" y="1073"/>
                    <a:pt x="2340" y="1682"/>
                    <a:pt x="1018" y="1682"/>
                  </a:cubicBezTo>
                  <a:cubicBezTo>
                    <a:pt x="831" y="1682"/>
                    <a:pt x="643" y="1670"/>
                    <a:pt x="457" y="1645"/>
                  </a:cubicBezTo>
                  <a:cubicBezTo>
                    <a:pt x="274" y="2303"/>
                    <a:pt x="110" y="2943"/>
                    <a:pt x="0" y="3582"/>
                  </a:cubicBezTo>
                  <a:cubicBezTo>
                    <a:pt x="1773" y="2851"/>
                    <a:pt x="3362" y="1590"/>
                    <a:pt x="4459" y="0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1482125" y="2593875"/>
              <a:ext cx="111475" cy="89575"/>
            </a:xfrm>
            <a:custGeom>
              <a:rect b="b" l="l" r="r" t="t"/>
              <a:pathLst>
                <a:path extrusionOk="0" h="3583" w="4459">
                  <a:moveTo>
                    <a:pt x="4459" y="0"/>
                  </a:moveTo>
                  <a:cubicBezTo>
                    <a:pt x="3545" y="1225"/>
                    <a:pt x="1955" y="1846"/>
                    <a:pt x="457" y="1645"/>
                  </a:cubicBezTo>
                  <a:cubicBezTo>
                    <a:pt x="274" y="2303"/>
                    <a:pt x="110" y="2943"/>
                    <a:pt x="0" y="3582"/>
                  </a:cubicBezTo>
                  <a:cubicBezTo>
                    <a:pt x="1773" y="2851"/>
                    <a:pt x="3362" y="1590"/>
                    <a:pt x="44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0"/>
            <p:cNvSpPr/>
            <p:nvPr/>
          </p:nvSpPr>
          <p:spPr>
            <a:xfrm>
              <a:off x="1495825" y="2395600"/>
              <a:ext cx="369150" cy="232100"/>
            </a:xfrm>
            <a:custGeom>
              <a:rect b="b" l="l" r="r" t="t"/>
              <a:pathLst>
                <a:path extrusionOk="0" h="9284" w="14766">
                  <a:moveTo>
                    <a:pt x="12737" y="1"/>
                  </a:moveTo>
                  <a:cubicBezTo>
                    <a:pt x="9996" y="74"/>
                    <a:pt x="7273" y="384"/>
                    <a:pt x="4587" y="914"/>
                  </a:cubicBezTo>
                  <a:cubicBezTo>
                    <a:pt x="3436" y="2468"/>
                    <a:pt x="2175" y="4222"/>
                    <a:pt x="1151" y="6177"/>
                  </a:cubicBezTo>
                  <a:cubicBezTo>
                    <a:pt x="695" y="7200"/>
                    <a:pt x="311" y="8242"/>
                    <a:pt x="0" y="9284"/>
                  </a:cubicBezTo>
                  <a:cubicBezTo>
                    <a:pt x="1572" y="9138"/>
                    <a:pt x="3089" y="8096"/>
                    <a:pt x="4331" y="6999"/>
                  </a:cubicBezTo>
                  <a:cubicBezTo>
                    <a:pt x="5738" y="5757"/>
                    <a:pt x="7182" y="4350"/>
                    <a:pt x="8936" y="3838"/>
                  </a:cubicBezTo>
                  <a:cubicBezTo>
                    <a:pt x="10025" y="3220"/>
                    <a:pt x="10996" y="2968"/>
                    <a:pt x="11855" y="2968"/>
                  </a:cubicBezTo>
                  <a:cubicBezTo>
                    <a:pt x="13030" y="2968"/>
                    <a:pt x="13995" y="3440"/>
                    <a:pt x="14766" y="4094"/>
                  </a:cubicBezTo>
                  <a:cubicBezTo>
                    <a:pt x="13962" y="2778"/>
                    <a:pt x="13285" y="1371"/>
                    <a:pt x="12737" y="1"/>
                  </a:cubicBezTo>
                  <a:close/>
                </a:path>
              </a:pathLst>
            </a:custGeom>
            <a:solidFill>
              <a:srgbClr val="C69B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0"/>
            <p:cNvSpPr/>
            <p:nvPr/>
          </p:nvSpPr>
          <p:spPr>
            <a:xfrm>
              <a:off x="1495825" y="2395600"/>
              <a:ext cx="369150" cy="232100"/>
            </a:xfrm>
            <a:custGeom>
              <a:rect b="b" l="l" r="r" t="t"/>
              <a:pathLst>
                <a:path extrusionOk="0" h="9284" w="14766">
                  <a:moveTo>
                    <a:pt x="8936" y="3838"/>
                  </a:moveTo>
                  <a:cubicBezTo>
                    <a:pt x="11513" y="2376"/>
                    <a:pt x="13432" y="2961"/>
                    <a:pt x="14766" y="4094"/>
                  </a:cubicBezTo>
                  <a:cubicBezTo>
                    <a:pt x="13962" y="2778"/>
                    <a:pt x="13285" y="1371"/>
                    <a:pt x="12737" y="1"/>
                  </a:cubicBezTo>
                  <a:cubicBezTo>
                    <a:pt x="9996" y="74"/>
                    <a:pt x="7273" y="384"/>
                    <a:pt x="4587" y="914"/>
                  </a:cubicBezTo>
                  <a:cubicBezTo>
                    <a:pt x="3436" y="2468"/>
                    <a:pt x="2175" y="4222"/>
                    <a:pt x="1151" y="6177"/>
                  </a:cubicBezTo>
                  <a:cubicBezTo>
                    <a:pt x="695" y="7200"/>
                    <a:pt x="311" y="8242"/>
                    <a:pt x="0" y="9284"/>
                  </a:cubicBezTo>
                  <a:cubicBezTo>
                    <a:pt x="1572" y="9138"/>
                    <a:pt x="3089" y="8096"/>
                    <a:pt x="4331" y="6999"/>
                  </a:cubicBezTo>
                  <a:cubicBezTo>
                    <a:pt x="5738" y="5757"/>
                    <a:pt x="7182" y="4350"/>
                    <a:pt x="8936" y="383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0"/>
            <p:cNvSpPr/>
            <p:nvPr/>
          </p:nvSpPr>
          <p:spPr>
            <a:xfrm>
              <a:off x="1939875" y="2142050"/>
              <a:ext cx="3225" cy="16025"/>
            </a:xfrm>
            <a:custGeom>
              <a:rect b="b" l="l" r="r" t="t"/>
              <a:pathLst>
                <a:path extrusionOk="0" h="641" w="129">
                  <a:moveTo>
                    <a:pt x="128" y="0"/>
                  </a:moveTo>
                  <a:cubicBezTo>
                    <a:pt x="108" y="114"/>
                    <a:pt x="87" y="234"/>
                    <a:pt x="63" y="357"/>
                  </a:cubicBezTo>
                  <a:lnTo>
                    <a:pt x="63" y="357"/>
                  </a:lnTo>
                  <a:cubicBezTo>
                    <a:pt x="95" y="238"/>
                    <a:pt x="111" y="119"/>
                    <a:pt x="128" y="0"/>
                  </a:cubicBezTo>
                  <a:close/>
                  <a:moveTo>
                    <a:pt x="63" y="357"/>
                  </a:moveTo>
                  <a:cubicBezTo>
                    <a:pt x="61" y="366"/>
                    <a:pt x="58" y="375"/>
                    <a:pt x="55" y="384"/>
                  </a:cubicBezTo>
                  <a:cubicBezTo>
                    <a:pt x="37" y="476"/>
                    <a:pt x="19" y="549"/>
                    <a:pt x="1" y="640"/>
                  </a:cubicBezTo>
                  <a:cubicBezTo>
                    <a:pt x="24" y="545"/>
                    <a:pt x="45" y="450"/>
                    <a:pt x="63" y="357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1939875" y="2142050"/>
              <a:ext cx="3225" cy="16025"/>
            </a:xfrm>
            <a:custGeom>
              <a:rect b="b" l="l" r="r" t="t"/>
              <a:pathLst>
                <a:path extrusionOk="0" h="641" w="129">
                  <a:moveTo>
                    <a:pt x="55" y="384"/>
                  </a:moveTo>
                  <a:cubicBezTo>
                    <a:pt x="92" y="256"/>
                    <a:pt x="110" y="128"/>
                    <a:pt x="128" y="0"/>
                  </a:cubicBezTo>
                  <a:cubicBezTo>
                    <a:pt x="92" y="202"/>
                    <a:pt x="55" y="421"/>
                    <a:pt x="1" y="640"/>
                  </a:cubicBezTo>
                  <a:cubicBezTo>
                    <a:pt x="19" y="549"/>
                    <a:pt x="37" y="476"/>
                    <a:pt x="55" y="384"/>
                  </a:cubicBezTo>
                  <a:close/>
                </a:path>
              </a:pathLst>
            </a:custGeom>
            <a:solidFill>
              <a:srgbClr val="FFC9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0"/>
            <p:cNvSpPr/>
            <p:nvPr/>
          </p:nvSpPr>
          <p:spPr>
            <a:xfrm>
              <a:off x="1631500" y="2288700"/>
              <a:ext cx="70375" cy="93675"/>
            </a:xfrm>
            <a:custGeom>
              <a:rect b="b" l="l" r="r" t="t"/>
              <a:pathLst>
                <a:path extrusionOk="0" h="3747" w="2815">
                  <a:moveTo>
                    <a:pt x="2815" y="0"/>
                  </a:moveTo>
                  <a:cubicBezTo>
                    <a:pt x="2011" y="1225"/>
                    <a:pt x="1134" y="2376"/>
                    <a:pt x="183" y="3472"/>
                  </a:cubicBezTo>
                  <a:cubicBezTo>
                    <a:pt x="129" y="3564"/>
                    <a:pt x="55" y="3655"/>
                    <a:pt x="1" y="3747"/>
                  </a:cubicBezTo>
                  <a:lnTo>
                    <a:pt x="1" y="3747"/>
                  </a:lnTo>
                  <a:cubicBezTo>
                    <a:pt x="129" y="3710"/>
                    <a:pt x="238" y="3673"/>
                    <a:pt x="366" y="3637"/>
                  </a:cubicBezTo>
                  <a:cubicBezTo>
                    <a:pt x="1572" y="2084"/>
                    <a:pt x="2541" y="859"/>
                    <a:pt x="2815" y="19"/>
                  </a:cubicBezTo>
                  <a:cubicBezTo>
                    <a:pt x="2815" y="19"/>
                    <a:pt x="2815" y="19"/>
                    <a:pt x="2815" y="0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0"/>
            <p:cNvSpPr/>
            <p:nvPr/>
          </p:nvSpPr>
          <p:spPr>
            <a:xfrm>
              <a:off x="1631500" y="2288700"/>
              <a:ext cx="70375" cy="93675"/>
            </a:xfrm>
            <a:custGeom>
              <a:rect b="b" l="l" r="r" t="t"/>
              <a:pathLst>
                <a:path extrusionOk="0" h="3747" w="2815">
                  <a:moveTo>
                    <a:pt x="2815" y="0"/>
                  </a:moveTo>
                  <a:cubicBezTo>
                    <a:pt x="2011" y="1225"/>
                    <a:pt x="1134" y="2376"/>
                    <a:pt x="183" y="3472"/>
                  </a:cubicBezTo>
                  <a:cubicBezTo>
                    <a:pt x="129" y="3564"/>
                    <a:pt x="55" y="3655"/>
                    <a:pt x="1" y="3747"/>
                  </a:cubicBezTo>
                  <a:cubicBezTo>
                    <a:pt x="129" y="3710"/>
                    <a:pt x="238" y="3673"/>
                    <a:pt x="366" y="3637"/>
                  </a:cubicBezTo>
                  <a:cubicBezTo>
                    <a:pt x="1572" y="2084"/>
                    <a:pt x="2541" y="859"/>
                    <a:pt x="2815" y="19"/>
                  </a:cubicBezTo>
                  <a:cubicBezTo>
                    <a:pt x="2815" y="19"/>
                    <a:pt x="2815" y="19"/>
                    <a:pt x="2815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0"/>
            <p:cNvSpPr/>
            <p:nvPr/>
          </p:nvSpPr>
          <p:spPr>
            <a:xfrm>
              <a:off x="1524600" y="2418450"/>
              <a:ext cx="85900" cy="131600"/>
            </a:xfrm>
            <a:custGeom>
              <a:rect b="b" l="l" r="r" t="t"/>
              <a:pathLst>
                <a:path extrusionOk="0" h="5264" w="3436">
                  <a:moveTo>
                    <a:pt x="3436" y="0"/>
                  </a:moveTo>
                  <a:lnTo>
                    <a:pt x="3436" y="0"/>
                  </a:lnTo>
                  <a:cubicBezTo>
                    <a:pt x="3345" y="37"/>
                    <a:pt x="3253" y="37"/>
                    <a:pt x="3144" y="73"/>
                  </a:cubicBezTo>
                  <a:cubicBezTo>
                    <a:pt x="3144" y="73"/>
                    <a:pt x="3144" y="73"/>
                    <a:pt x="3125" y="92"/>
                  </a:cubicBezTo>
                  <a:cubicBezTo>
                    <a:pt x="1864" y="1681"/>
                    <a:pt x="823" y="3436"/>
                    <a:pt x="0" y="5263"/>
                  </a:cubicBezTo>
                  <a:cubicBezTo>
                    <a:pt x="1024" y="3308"/>
                    <a:pt x="2266" y="1554"/>
                    <a:pt x="3436" y="0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0"/>
            <p:cNvSpPr/>
            <p:nvPr/>
          </p:nvSpPr>
          <p:spPr>
            <a:xfrm>
              <a:off x="1524600" y="2418450"/>
              <a:ext cx="85900" cy="131600"/>
            </a:xfrm>
            <a:custGeom>
              <a:rect b="b" l="l" r="r" t="t"/>
              <a:pathLst>
                <a:path extrusionOk="0" h="5264" w="3436">
                  <a:moveTo>
                    <a:pt x="3144" y="73"/>
                  </a:moveTo>
                  <a:cubicBezTo>
                    <a:pt x="3144" y="73"/>
                    <a:pt x="3144" y="73"/>
                    <a:pt x="3125" y="92"/>
                  </a:cubicBezTo>
                  <a:cubicBezTo>
                    <a:pt x="1864" y="1681"/>
                    <a:pt x="823" y="3436"/>
                    <a:pt x="0" y="5263"/>
                  </a:cubicBezTo>
                  <a:cubicBezTo>
                    <a:pt x="1024" y="3308"/>
                    <a:pt x="2266" y="1554"/>
                    <a:pt x="3436" y="0"/>
                  </a:cubicBezTo>
                  <a:cubicBezTo>
                    <a:pt x="3345" y="37"/>
                    <a:pt x="3253" y="37"/>
                    <a:pt x="3144" y="73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0"/>
            <p:cNvSpPr/>
            <p:nvPr/>
          </p:nvSpPr>
          <p:spPr>
            <a:xfrm>
              <a:off x="1992875" y="2065300"/>
              <a:ext cx="114700" cy="208800"/>
            </a:xfrm>
            <a:custGeom>
              <a:rect b="b" l="l" r="r" t="t"/>
              <a:pathLst>
                <a:path extrusionOk="0" h="8352" w="4588">
                  <a:moveTo>
                    <a:pt x="0" y="0"/>
                  </a:moveTo>
                  <a:cubicBezTo>
                    <a:pt x="1097" y="1627"/>
                    <a:pt x="2997" y="4679"/>
                    <a:pt x="4587" y="8352"/>
                  </a:cubicBezTo>
                  <a:cubicBezTo>
                    <a:pt x="2979" y="4532"/>
                    <a:pt x="1024" y="1499"/>
                    <a:pt x="0" y="0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0"/>
            <p:cNvSpPr/>
            <p:nvPr/>
          </p:nvSpPr>
          <p:spPr>
            <a:xfrm>
              <a:off x="1992875" y="2065300"/>
              <a:ext cx="114700" cy="208800"/>
            </a:xfrm>
            <a:custGeom>
              <a:rect b="b" l="l" r="r" t="t"/>
              <a:pathLst>
                <a:path extrusionOk="0" h="8352" w="4588">
                  <a:moveTo>
                    <a:pt x="0" y="0"/>
                  </a:moveTo>
                  <a:cubicBezTo>
                    <a:pt x="1097" y="1627"/>
                    <a:pt x="2997" y="4679"/>
                    <a:pt x="4587" y="8352"/>
                  </a:cubicBezTo>
                  <a:cubicBezTo>
                    <a:pt x="2979" y="4532"/>
                    <a:pt x="1024" y="1499"/>
                    <a:pt x="0" y="0"/>
                  </a:cubicBezTo>
                  <a:close/>
                </a:path>
              </a:pathLst>
            </a:custGeom>
            <a:solidFill>
              <a:srgbClr val="FFC9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0"/>
            <p:cNvSpPr/>
            <p:nvPr/>
          </p:nvSpPr>
          <p:spPr>
            <a:xfrm>
              <a:off x="1490325" y="2871625"/>
              <a:ext cx="12825" cy="27000"/>
            </a:xfrm>
            <a:custGeom>
              <a:rect b="b" l="l" r="r" t="t"/>
              <a:pathLst>
                <a:path extrusionOk="0" h="1080" w="513">
                  <a:moveTo>
                    <a:pt x="1" y="1"/>
                  </a:moveTo>
                  <a:lnTo>
                    <a:pt x="1" y="1"/>
                  </a:lnTo>
                  <a:cubicBezTo>
                    <a:pt x="56" y="147"/>
                    <a:pt x="111" y="275"/>
                    <a:pt x="165" y="403"/>
                  </a:cubicBezTo>
                  <a:cubicBezTo>
                    <a:pt x="257" y="622"/>
                    <a:pt x="348" y="823"/>
                    <a:pt x="458" y="1024"/>
                  </a:cubicBezTo>
                  <a:cubicBezTo>
                    <a:pt x="476" y="1043"/>
                    <a:pt x="494" y="1061"/>
                    <a:pt x="513" y="1079"/>
                  </a:cubicBezTo>
                  <a:cubicBezTo>
                    <a:pt x="330" y="750"/>
                    <a:pt x="165" y="403"/>
                    <a:pt x="1" y="1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1490325" y="2871625"/>
              <a:ext cx="12825" cy="27000"/>
            </a:xfrm>
            <a:custGeom>
              <a:rect b="b" l="l" r="r" t="t"/>
              <a:pathLst>
                <a:path extrusionOk="0" h="1080" w="513">
                  <a:moveTo>
                    <a:pt x="165" y="403"/>
                  </a:moveTo>
                  <a:cubicBezTo>
                    <a:pt x="257" y="622"/>
                    <a:pt x="348" y="823"/>
                    <a:pt x="458" y="1024"/>
                  </a:cubicBezTo>
                  <a:cubicBezTo>
                    <a:pt x="476" y="1043"/>
                    <a:pt x="494" y="1061"/>
                    <a:pt x="513" y="1079"/>
                  </a:cubicBezTo>
                  <a:cubicBezTo>
                    <a:pt x="330" y="750"/>
                    <a:pt x="165" y="403"/>
                    <a:pt x="1" y="1"/>
                  </a:cubicBezTo>
                  <a:cubicBezTo>
                    <a:pt x="56" y="147"/>
                    <a:pt x="111" y="275"/>
                    <a:pt x="165" y="403"/>
                  </a:cubicBezTo>
                  <a:close/>
                </a:path>
              </a:pathLst>
            </a:custGeom>
            <a:solidFill>
              <a:srgbClr val="FFC9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1814250" y="2119675"/>
              <a:ext cx="204625" cy="470575"/>
            </a:xfrm>
            <a:custGeom>
              <a:rect b="b" l="l" r="r" t="t"/>
              <a:pathLst>
                <a:path extrusionOk="0" h="18823" w="8185">
                  <a:moveTo>
                    <a:pt x="6743" y="0"/>
                  </a:moveTo>
                  <a:lnTo>
                    <a:pt x="6743" y="0"/>
                  </a:lnTo>
                  <a:cubicBezTo>
                    <a:pt x="6232" y="585"/>
                    <a:pt x="5793" y="1243"/>
                    <a:pt x="5428" y="1937"/>
                  </a:cubicBezTo>
                  <a:cubicBezTo>
                    <a:pt x="5208" y="3344"/>
                    <a:pt x="5044" y="4861"/>
                    <a:pt x="4916" y="6451"/>
                  </a:cubicBezTo>
                  <a:cubicBezTo>
                    <a:pt x="4806" y="8041"/>
                    <a:pt x="4733" y="9704"/>
                    <a:pt x="4733" y="11421"/>
                  </a:cubicBezTo>
                  <a:cubicBezTo>
                    <a:pt x="4733" y="11458"/>
                    <a:pt x="4733" y="11494"/>
                    <a:pt x="4733" y="11513"/>
                  </a:cubicBezTo>
                  <a:cubicBezTo>
                    <a:pt x="4843" y="13505"/>
                    <a:pt x="5007" y="15094"/>
                    <a:pt x="5099" y="15917"/>
                  </a:cubicBezTo>
                  <a:cubicBezTo>
                    <a:pt x="5117" y="15935"/>
                    <a:pt x="5135" y="15935"/>
                    <a:pt x="5153" y="15953"/>
                  </a:cubicBezTo>
                  <a:lnTo>
                    <a:pt x="5117" y="15990"/>
                  </a:lnTo>
                  <a:cubicBezTo>
                    <a:pt x="5153" y="16319"/>
                    <a:pt x="5172" y="16501"/>
                    <a:pt x="5172" y="16520"/>
                  </a:cubicBezTo>
                  <a:lnTo>
                    <a:pt x="5245" y="17013"/>
                  </a:lnTo>
                  <a:lnTo>
                    <a:pt x="4916" y="16629"/>
                  </a:lnTo>
                  <a:cubicBezTo>
                    <a:pt x="4843" y="16556"/>
                    <a:pt x="4770" y="16465"/>
                    <a:pt x="4697" y="16374"/>
                  </a:cubicBezTo>
                  <a:lnTo>
                    <a:pt x="4678" y="16374"/>
                  </a:lnTo>
                  <a:cubicBezTo>
                    <a:pt x="4514" y="16191"/>
                    <a:pt x="4368" y="15990"/>
                    <a:pt x="4221" y="15789"/>
                  </a:cubicBezTo>
                  <a:cubicBezTo>
                    <a:pt x="2924" y="14199"/>
                    <a:pt x="1864" y="12591"/>
                    <a:pt x="1005" y="11019"/>
                  </a:cubicBezTo>
                  <a:cubicBezTo>
                    <a:pt x="658" y="11019"/>
                    <a:pt x="329" y="11019"/>
                    <a:pt x="0" y="11038"/>
                  </a:cubicBezTo>
                  <a:cubicBezTo>
                    <a:pt x="548" y="12408"/>
                    <a:pt x="1225" y="13815"/>
                    <a:pt x="2029" y="15131"/>
                  </a:cubicBezTo>
                  <a:cubicBezTo>
                    <a:pt x="2467" y="15496"/>
                    <a:pt x="2833" y="15898"/>
                    <a:pt x="3143" y="16319"/>
                  </a:cubicBezTo>
                  <a:cubicBezTo>
                    <a:pt x="3545" y="16739"/>
                    <a:pt x="3893" y="17287"/>
                    <a:pt x="4185" y="18018"/>
                  </a:cubicBezTo>
                  <a:cubicBezTo>
                    <a:pt x="4701" y="18572"/>
                    <a:pt x="5139" y="18822"/>
                    <a:pt x="5508" y="18822"/>
                  </a:cubicBezTo>
                  <a:cubicBezTo>
                    <a:pt x="8184" y="18822"/>
                    <a:pt x="7273" y="5700"/>
                    <a:pt x="6743" y="0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1814250" y="2119675"/>
              <a:ext cx="211075" cy="564675"/>
            </a:xfrm>
            <a:custGeom>
              <a:rect b="b" l="l" r="r" t="t"/>
              <a:pathLst>
                <a:path extrusionOk="0" h="22587" w="8443">
                  <a:moveTo>
                    <a:pt x="3143" y="16319"/>
                  </a:moveTo>
                  <a:cubicBezTo>
                    <a:pt x="3545" y="16739"/>
                    <a:pt x="3893" y="17287"/>
                    <a:pt x="4185" y="18018"/>
                  </a:cubicBezTo>
                  <a:cubicBezTo>
                    <a:pt x="8443" y="22587"/>
                    <a:pt x="7346" y="6487"/>
                    <a:pt x="6743" y="0"/>
                  </a:cubicBezTo>
                  <a:cubicBezTo>
                    <a:pt x="6232" y="585"/>
                    <a:pt x="5793" y="1243"/>
                    <a:pt x="5428" y="1937"/>
                  </a:cubicBezTo>
                  <a:cubicBezTo>
                    <a:pt x="5208" y="3344"/>
                    <a:pt x="5044" y="4861"/>
                    <a:pt x="4916" y="6451"/>
                  </a:cubicBezTo>
                  <a:cubicBezTo>
                    <a:pt x="4806" y="8041"/>
                    <a:pt x="4733" y="9704"/>
                    <a:pt x="4733" y="11421"/>
                  </a:cubicBezTo>
                  <a:cubicBezTo>
                    <a:pt x="4733" y="11458"/>
                    <a:pt x="4733" y="11494"/>
                    <a:pt x="4733" y="11513"/>
                  </a:cubicBezTo>
                  <a:cubicBezTo>
                    <a:pt x="4843" y="13505"/>
                    <a:pt x="5007" y="15094"/>
                    <a:pt x="5099" y="15917"/>
                  </a:cubicBezTo>
                  <a:cubicBezTo>
                    <a:pt x="5117" y="15935"/>
                    <a:pt x="5135" y="15935"/>
                    <a:pt x="5153" y="15953"/>
                  </a:cubicBezTo>
                  <a:lnTo>
                    <a:pt x="5117" y="15990"/>
                  </a:lnTo>
                  <a:cubicBezTo>
                    <a:pt x="5153" y="16319"/>
                    <a:pt x="5172" y="16501"/>
                    <a:pt x="5172" y="16520"/>
                  </a:cubicBezTo>
                  <a:lnTo>
                    <a:pt x="5245" y="17013"/>
                  </a:lnTo>
                  <a:lnTo>
                    <a:pt x="4916" y="16629"/>
                  </a:lnTo>
                  <a:cubicBezTo>
                    <a:pt x="4843" y="16556"/>
                    <a:pt x="4770" y="16465"/>
                    <a:pt x="4697" y="16374"/>
                  </a:cubicBezTo>
                  <a:lnTo>
                    <a:pt x="4678" y="16374"/>
                  </a:lnTo>
                  <a:cubicBezTo>
                    <a:pt x="4514" y="16191"/>
                    <a:pt x="4368" y="15990"/>
                    <a:pt x="4221" y="15789"/>
                  </a:cubicBezTo>
                  <a:cubicBezTo>
                    <a:pt x="2924" y="14199"/>
                    <a:pt x="1864" y="12591"/>
                    <a:pt x="1005" y="11019"/>
                  </a:cubicBezTo>
                  <a:cubicBezTo>
                    <a:pt x="658" y="11019"/>
                    <a:pt x="329" y="11019"/>
                    <a:pt x="0" y="11038"/>
                  </a:cubicBezTo>
                  <a:cubicBezTo>
                    <a:pt x="548" y="12408"/>
                    <a:pt x="1225" y="13815"/>
                    <a:pt x="2029" y="15131"/>
                  </a:cubicBezTo>
                  <a:cubicBezTo>
                    <a:pt x="2467" y="15496"/>
                    <a:pt x="2833" y="15898"/>
                    <a:pt x="3143" y="1631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1754850" y="2177675"/>
              <a:ext cx="1850" cy="6425"/>
            </a:xfrm>
            <a:custGeom>
              <a:rect b="b" l="l" r="r" t="t"/>
              <a:pathLst>
                <a:path extrusionOk="0" h="257" w="74">
                  <a:moveTo>
                    <a:pt x="19" y="1"/>
                  </a:moveTo>
                  <a:cubicBezTo>
                    <a:pt x="19" y="1"/>
                    <a:pt x="19" y="1"/>
                    <a:pt x="1" y="19"/>
                  </a:cubicBezTo>
                  <a:cubicBezTo>
                    <a:pt x="19" y="92"/>
                    <a:pt x="37" y="165"/>
                    <a:pt x="37" y="257"/>
                  </a:cubicBezTo>
                  <a:lnTo>
                    <a:pt x="74" y="257"/>
                  </a:lnTo>
                  <a:cubicBezTo>
                    <a:pt x="55" y="165"/>
                    <a:pt x="37" y="92"/>
                    <a:pt x="19" y="1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1754850" y="2177675"/>
              <a:ext cx="1850" cy="6425"/>
            </a:xfrm>
            <a:custGeom>
              <a:rect b="b" l="l" r="r" t="t"/>
              <a:pathLst>
                <a:path extrusionOk="0" h="257" w="74">
                  <a:moveTo>
                    <a:pt x="1" y="19"/>
                  </a:moveTo>
                  <a:cubicBezTo>
                    <a:pt x="19" y="92"/>
                    <a:pt x="37" y="165"/>
                    <a:pt x="37" y="257"/>
                  </a:cubicBezTo>
                  <a:lnTo>
                    <a:pt x="74" y="257"/>
                  </a:lnTo>
                  <a:cubicBezTo>
                    <a:pt x="55" y="165"/>
                    <a:pt x="37" y="92"/>
                    <a:pt x="19" y="1"/>
                  </a:cubicBezTo>
                  <a:lnTo>
                    <a:pt x="19" y="1"/>
                  </a:lnTo>
                  <a:cubicBezTo>
                    <a:pt x="19" y="1"/>
                    <a:pt x="19" y="1"/>
                    <a:pt x="1" y="19"/>
                  </a:cubicBezTo>
                  <a:close/>
                </a:path>
              </a:pathLst>
            </a:custGeom>
            <a:solidFill>
              <a:srgbClr val="FFC9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1757125" y="2190475"/>
              <a:ext cx="60800" cy="164025"/>
            </a:xfrm>
            <a:custGeom>
              <a:rect b="b" l="l" r="r" t="t"/>
              <a:pathLst>
                <a:path extrusionOk="0" h="6561" w="2432">
                  <a:moveTo>
                    <a:pt x="56" y="1"/>
                  </a:moveTo>
                  <a:cubicBezTo>
                    <a:pt x="37" y="37"/>
                    <a:pt x="19" y="55"/>
                    <a:pt x="1" y="92"/>
                  </a:cubicBezTo>
                  <a:cubicBezTo>
                    <a:pt x="239" y="1462"/>
                    <a:pt x="732" y="3875"/>
                    <a:pt x="1646" y="6524"/>
                  </a:cubicBezTo>
                  <a:cubicBezTo>
                    <a:pt x="1920" y="6524"/>
                    <a:pt x="2176" y="6543"/>
                    <a:pt x="2431" y="6561"/>
                  </a:cubicBezTo>
                  <a:cubicBezTo>
                    <a:pt x="1280" y="4185"/>
                    <a:pt x="531" y="1938"/>
                    <a:pt x="56" y="1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0"/>
            <p:cNvSpPr/>
            <p:nvPr/>
          </p:nvSpPr>
          <p:spPr>
            <a:xfrm>
              <a:off x="1757125" y="2190475"/>
              <a:ext cx="60800" cy="164025"/>
            </a:xfrm>
            <a:custGeom>
              <a:rect b="b" l="l" r="r" t="t"/>
              <a:pathLst>
                <a:path extrusionOk="0" h="6561" w="2432">
                  <a:moveTo>
                    <a:pt x="1" y="92"/>
                  </a:moveTo>
                  <a:cubicBezTo>
                    <a:pt x="239" y="1462"/>
                    <a:pt x="732" y="3875"/>
                    <a:pt x="1646" y="6524"/>
                  </a:cubicBezTo>
                  <a:cubicBezTo>
                    <a:pt x="1920" y="6524"/>
                    <a:pt x="2176" y="6543"/>
                    <a:pt x="2431" y="6561"/>
                  </a:cubicBezTo>
                  <a:cubicBezTo>
                    <a:pt x="1280" y="4185"/>
                    <a:pt x="531" y="1938"/>
                    <a:pt x="56" y="1"/>
                  </a:cubicBezTo>
                  <a:cubicBezTo>
                    <a:pt x="37" y="37"/>
                    <a:pt x="19" y="55"/>
                    <a:pt x="1" y="9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0"/>
            <p:cNvSpPr/>
            <p:nvPr/>
          </p:nvSpPr>
          <p:spPr>
            <a:xfrm>
              <a:off x="1975050" y="3160825"/>
              <a:ext cx="147125" cy="27900"/>
            </a:xfrm>
            <a:custGeom>
              <a:rect b="b" l="l" r="r" t="t"/>
              <a:pathLst>
                <a:path extrusionOk="0" h="1116" w="5885">
                  <a:moveTo>
                    <a:pt x="1" y="0"/>
                  </a:moveTo>
                  <a:cubicBezTo>
                    <a:pt x="1" y="0"/>
                    <a:pt x="129" y="110"/>
                    <a:pt x="421" y="275"/>
                  </a:cubicBezTo>
                  <a:cubicBezTo>
                    <a:pt x="439" y="293"/>
                    <a:pt x="476" y="311"/>
                    <a:pt x="512" y="329"/>
                  </a:cubicBezTo>
                  <a:cubicBezTo>
                    <a:pt x="439" y="256"/>
                    <a:pt x="384" y="183"/>
                    <a:pt x="311" y="92"/>
                  </a:cubicBezTo>
                  <a:lnTo>
                    <a:pt x="311" y="92"/>
                  </a:lnTo>
                  <a:cubicBezTo>
                    <a:pt x="2029" y="859"/>
                    <a:pt x="3893" y="1060"/>
                    <a:pt x="5775" y="1115"/>
                  </a:cubicBezTo>
                  <a:cubicBezTo>
                    <a:pt x="5812" y="1115"/>
                    <a:pt x="5848" y="1097"/>
                    <a:pt x="5885" y="1097"/>
                  </a:cubicBezTo>
                  <a:cubicBezTo>
                    <a:pt x="5885" y="1097"/>
                    <a:pt x="5720" y="1079"/>
                    <a:pt x="5391" y="1042"/>
                  </a:cubicBezTo>
                  <a:cubicBezTo>
                    <a:pt x="5099" y="1005"/>
                    <a:pt x="4642" y="932"/>
                    <a:pt x="4112" y="859"/>
                  </a:cubicBezTo>
                  <a:cubicBezTo>
                    <a:pt x="3034" y="695"/>
                    <a:pt x="1609" y="421"/>
                    <a:pt x="1" y="0"/>
                  </a:cubicBezTo>
                  <a:close/>
                </a:path>
              </a:pathLst>
            </a:custGeom>
            <a:solidFill>
              <a:srgbClr val="1E00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983275" y="3163100"/>
              <a:ext cx="159475" cy="78150"/>
            </a:xfrm>
            <a:custGeom>
              <a:rect b="b" l="l" r="r" t="t"/>
              <a:pathLst>
                <a:path extrusionOk="0" h="3126" w="6379">
                  <a:moveTo>
                    <a:pt x="1" y="1"/>
                  </a:moveTo>
                  <a:cubicBezTo>
                    <a:pt x="55" y="92"/>
                    <a:pt x="110" y="165"/>
                    <a:pt x="183" y="238"/>
                  </a:cubicBezTo>
                  <a:cubicBezTo>
                    <a:pt x="1353" y="1737"/>
                    <a:pt x="2943" y="2778"/>
                    <a:pt x="5720" y="3071"/>
                  </a:cubicBezTo>
                  <a:cubicBezTo>
                    <a:pt x="5940" y="3107"/>
                    <a:pt x="6159" y="3107"/>
                    <a:pt x="6378" y="3126"/>
                  </a:cubicBezTo>
                  <a:lnTo>
                    <a:pt x="6378" y="1061"/>
                  </a:lnTo>
                  <a:cubicBezTo>
                    <a:pt x="6068" y="1042"/>
                    <a:pt x="5757" y="1042"/>
                    <a:pt x="5446" y="1024"/>
                  </a:cubicBezTo>
                  <a:cubicBezTo>
                    <a:pt x="3564" y="969"/>
                    <a:pt x="1700" y="76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1154100" y="2903150"/>
              <a:ext cx="102350" cy="145775"/>
            </a:xfrm>
            <a:custGeom>
              <a:rect b="b" l="l" r="r" t="t"/>
              <a:pathLst>
                <a:path extrusionOk="0" h="5831" w="4094">
                  <a:moveTo>
                    <a:pt x="0" y="1"/>
                  </a:moveTo>
                  <a:lnTo>
                    <a:pt x="0" y="1"/>
                  </a:lnTo>
                  <a:cubicBezTo>
                    <a:pt x="914" y="2267"/>
                    <a:pt x="2193" y="4350"/>
                    <a:pt x="4094" y="5830"/>
                  </a:cubicBezTo>
                  <a:cubicBezTo>
                    <a:pt x="4075" y="5812"/>
                    <a:pt x="4057" y="5794"/>
                    <a:pt x="4057" y="5775"/>
                  </a:cubicBezTo>
                  <a:cubicBezTo>
                    <a:pt x="3509" y="5282"/>
                    <a:pt x="2979" y="4716"/>
                    <a:pt x="2486" y="4113"/>
                  </a:cubicBezTo>
                  <a:cubicBezTo>
                    <a:pt x="1517" y="2906"/>
                    <a:pt x="695" y="1518"/>
                    <a:pt x="0" y="1"/>
                  </a:cubicBezTo>
                  <a:close/>
                </a:path>
              </a:pathLst>
            </a:custGeom>
            <a:solidFill>
              <a:srgbClr val="CFF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1121650" y="2428025"/>
              <a:ext cx="174100" cy="582975"/>
            </a:xfrm>
            <a:custGeom>
              <a:rect b="b" l="l" r="r" t="t"/>
              <a:pathLst>
                <a:path extrusionOk="0" h="23319" w="6964">
                  <a:moveTo>
                    <a:pt x="1609" y="1"/>
                  </a:moveTo>
                  <a:lnTo>
                    <a:pt x="1609" y="1"/>
                  </a:lnTo>
                  <a:cubicBezTo>
                    <a:pt x="1536" y="5191"/>
                    <a:pt x="2358" y="10399"/>
                    <a:pt x="4021" y="15315"/>
                  </a:cubicBezTo>
                  <a:cubicBezTo>
                    <a:pt x="4076" y="15497"/>
                    <a:pt x="4149" y="15698"/>
                    <a:pt x="4076" y="15881"/>
                  </a:cubicBezTo>
                  <a:cubicBezTo>
                    <a:pt x="4021" y="16046"/>
                    <a:pt x="3875" y="16155"/>
                    <a:pt x="3729" y="16247"/>
                  </a:cubicBezTo>
                  <a:cubicBezTo>
                    <a:pt x="3053" y="16722"/>
                    <a:pt x="2376" y="17197"/>
                    <a:pt x="1682" y="17672"/>
                  </a:cubicBezTo>
                  <a:cubicBezTo>
                    <a:pt x="896" y="16977"/>
                    <a:pt x="312" y="16046"/>
                    <a:pt x="1" y="15022"/>
                  </a:cubicBezTo>
                  <a:lnTo>
                    <a:pt x="1" y="15022"/>
                  </a:lnTo>
                  <a:cubicBezTo>
                    <a:pt x="147" y="15570"/>
                    <a:pt x="293" y="16137"/>
                    <a:pt x="476" y="16685"/>
                  </a:cubicBezTo>
                  <a:cubicBezTo>
                    <a:pt x="549" y="16850"/>
                    <a:pt x="640" y="17051"/>
                    <a:pt x="732" y="17288"/>
                  </a:cubicBezTo>
                  <a:cubicBezTo>
                    <a:pt x="1207" y="18311"/>
                    <a:pt x="1920" y="19810"/>
                    <a:pt x="3034" y="21436"/>
                  </a:cubicBezTo>
                  <a:cubicBezTo>
                    <a:pt x="3473" y="22058"/>
                    <a:pt x="3966" y="22697"/>
                    <a:pt x="4533" y="23319"/>
                  </a:cubicBezTo>
                  <a:cubicBezTo>
                    <a:pt x="4314" y="22716"/>
                    <a:pt x="4204" y="22058"/>
                    <a:pt x="4332" y="21418"/>
                  </a:cubicBezTo>
                  <a:cubicBezTo>
                    <a:pt x="4522" y="20372"/>
                    <a:pt x="5482" y="19450"/>
                    <a:pt x="6496" y="19450"/>
                  </a:cubicBezTo>
                  <a:cubicBezTo>
                    <a:pt x="6651" y="19450"/>
                    <a:pt x="6808" y="19471"/>
                    <a:pt x="6963" y="19518"/>
                  </a:cubicBezTo>
                  <a:cubicBezTo>
                    <a:pt x="4332" y="15698"/>
                    <a:pt x="2705" y="11185"/>
                    <a:pt x="2267" y="6561"/>
                  </a:cubicBezTo>
                  <a:lnTo>
                    <a:pt x="160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1557950" y="2523975"/>
              <a:ext cx="394275" cy="424225"/>
            </a:xfrm>
            <a:custGeom>
              <a:rect b="b" l="l" r="r" t="t"/>
              <a:pathLst>
                <a:path extrusionOk="0" h="16969" w="15771">
                  <a:moveTo>
                    <a:pt x="11769" y="1"/>
                  </a:moveTo>
                  <a:cubicBezTo>
                    <a:pt x="13578" y="549"/>
                    <a:pt x="13615" y="2888"/>
                    <a:pt x="13615" y="2888"/>
                  </a:cubicBezTo>
                  <a:cubicBezTo>
                    <a:pt x="13615" y="2888"/>
                    <a:pt x="13560" y="2815"/>
                    <a:pt x="13468" y="2669"/>
                  </a:cubicBezTo>
                  <a:lnTo>
                    <a:pt x="13468" y="2669"/>
                  </a:lnTo>
                  <a:cubicBezTo>
                    <a:pt x="13651" y="3125"/>
                    <a:pt x="13779" y="3600"/>
                    <a:pt x="13834" y="4094"/>
                  </a:cubicBezTo>
                  <a:lnTo>
                    <a:pt x="13870" y="4167"/>
                  </a:lnTo>
                  <a:cubicBezTo>
                    <a:pt x="13852" y="4149"/>
                    <a:pt x="13834" y="4130"/>
                    <a:pt x="13816" y="4094"/>
                  </a:cubicBezTo>
                  <a:lnTo>
                    <a:pt x="13816" y="4094"/>
                  </a:lnTo>
                  <a:cubicBezTo>
                    <a:pt x="14291" y="5209"/>
                    <a:pt x="14565" y="6469"/>
                    <a:pt x="14565" y="7803"/>
                  </a:cubicBezTo>
                  <a:cubicBezTo>
                    <a:pt x="14565" y="12098"/>
                    <a:pt x="11787" y="15588"/>
                    <a:pt x="8370" y="15588"/>
                  </a:cubicBezTo>
                  <a:cubicBezTo>
                    <a:pt x="6122" y="15588"/>
                    <a:pt x="4130" y="14053"/>
                    <a:pt x="3052" y="11769"/>
                  </a:cubicBezTo>
                  <a:lnTo>
                    <a:pt x="2997" y="11714"/>
                  </a:lnTo>
                  <a:cubicBezTo>
                    <a:pt x="2961" y="11623"/>
                    <a:pt x="2924" y="11550"/>
                    <a:pt x="2906" y="11458"/>
                  </a:cubicBezTo>
                  <a:cubicBezTo>
                    <a:pt x="2029" y="10033"/>
                    <a:pt x="1737" y="8242"/>
                    <a:pt x="2011" y="6561"/>
                  </a:cubicBezTo>
                  <a:lnTo>
                    <a:pt x="2011" y="6561"/>
                  </a:lnTo>
                  <a:cubicBezTo>
                    <a:pt x="1243" y="7639"/>
                    <a:pt x="731" y="8589"/>
                    <a:pt x="530" y="9119"/>
                  </a:cubicBezTo>
                  <a:cubicBezTo>
                    <a:pt x="0" y="10563"/>
                    <a:pt x="2504" y="14510"/>
                    <a:pt x="2504" y="14510"/>
                  </a:cubicBezTo>
                  <a:cubicBezTo>
                    <a:pt x="2504" y="14510"/>
                    <a:pt x="3825" y="16968"/>
                    <a:pt x="7721" y="16968"/>
                  </a:cubicBezTo>
                  <a:cubicBezTo>
                    <a:pt x="8075" y="16968"/>
                    <a:pt x="8449" y="16948"/>
                    <a:pt x="8845" y="16904"/>
                  </a:cubicBezTo>
                  <a:cubicBezTo>
                    <a:pt x="15570" y="16155"/>
                    <a:pt x="15771" y="12427"/>
                    <a:pt x="15314" y="6451"/>
                  </a:cubicBezTo>
                  <a:cubicBezTo>
                    <a:pt x="15186" y="4843"/>
                    <a:pt x="14967" y="3546"/>
                    <a:pt x="14674" y="2522"/>
                  </a:cubicBezTo>
                  <a:cubicBezTo>
                    <a:pt x="13304" y="1"/>
                    <a:pt x="11769" y="1"/>
                    <a:pt x="117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1892825" y="2527625"/>
              <a:ext cx="29725" cy="52575"/>
            </a:xfrm>
            <a:custGeom>
              <a:rect b="b" l="l" r="r" t="t"/>
              <a:pathLst>
                <a:path extrusionOk="0" h="2103" w="1189">
                  <a:moveTo>
                    <a:pt x="0" y="1"/>
                  </a:moveTo>
                  <a:lnTo>
                    <a:pt x="0" y="1"/>
                  </a:lnTo>
                  <a:cubicBezTo>
                    <a:pt x="585" y="805"/>
                    <a:pt x="987" y="1627"/>
                    <a:pt x="1188" y="2102"/>
                  </a:cubicBezTo>
                  <a:cubicBezTo>
                    <a:pt x="1133" y="1956"/>
                    <a:pt x="1078" y="1828"/>
                    <a:pt x="1042" y="1700"/>
                  </a:cubicBezTo>
                  <a:cubicBezTo>
                    <a:pt x="750" y="969"/>
                    <a:pt x="402" y="403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1628750" y="2804925"/>
              <a:ext cx="2775" cy="6900"/>
            </a:xfrm>
            <a:custGeom>
              <a:rect b="b" l="l" r="r" t="t"/>
              <a:pathLst>
                <a:path extrusionOk="0" h="276" w="111">
                  <a:moveTo>
                    <a:pt x="1" y="1"/>
                  </a:moveTo>
                  <a:lnTo>
                    <a:pt x="1" y="1"/>
                  </a:lnTo>
                  <a:cubicBezTo>
                    <a:pt x="19" y="74"/>
                    <a:pt x="38" y="147"/>
                    <a:pt x="74" y="220"/>
                  </a:cubicBezTo>
                  <a:cubicBezTo>
                    <a:pt x="74" y="239"/>
                    <a:pt x="92" y="257"/>
                    <a:pt x="111" y="275"/>
                  </a:cubicBezTo>
                  <a:cubicBezTo>
                    <a:pt x="74" y="184"/>
                    <a:pt x="38" y="9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0"/>
            <p:cNvSpPr/>
            <p:nvPr/>
          </p:nvSpPr>
          <p:spPr>
            <a:xfrm>
              <a:off x="1610950" y="2604650"/>
              <a:ext cx="311125" cy="308575"/>
            </a:xfrm>
            <a:custGeom>
              <a:rect b="b" l="l" r="r" t="t"/>
              <a:pathLst>
                <a:path extrusionOk="0" h="12343" w="12445">
                  <a:moveTo>
                    <a:pt x="2961" y="1561"/>
                  </a:moveTo>
                  <a:cubicBezTo>
                    <a:pt x="3509" y="1561"/>
                    <a:pt x="3966" y="2036"/>
                    <a:pt x="4094" y="2658"/>
                  </a:cubicBezTo>
                  <a:cubicBezTo>
                    <a:pt x="4624" y="2000"/>
                    <a:pt x="5355" y="1598"/>
                    <a:pt x="6159" y="1598"/>
                  </a:cubicBezTo>
                  <a:cubicBezTo>
                    <a:pt x="7748" y="1598"/>
                    <a:pt x="9046" y="3188"/>
                    <a:pt x="9046" y="5143"/>
                  </a:cubicBezTo>
                  <a:cubicBezTo>
                    <a:pt x="9046" y="7080"/>
                    <a:pt x="7748" y="8670"/>
                    <a:pt x="6159" y="8670"/>
                  </a:cubicBezTo>
                  <a:cubicBezTo>
                    <a:pt x="4550" y="8670"/>
                    <a:pt x="3253" y="7080"/>
                    <a:pt x="3253" y="5125"/>
                  </a:cubicBezTo>
                  <a:cubicBezTo>
                    <a:pt x="3253" y="4887"/>
                    <a:pt x="3290" y="4650"/>
                    <a:pt x="3326" y="4412"/>
                  </a:cubicBezTo>
                  <a:lnTo>
                    <a:pt x="3326" y="4412"/>
                  </a:lnTo>
                  <a:cubicBezTo>
                    <a:pt x="3216" y="4449"/>
                    <a:pt x="3089" y="4485"/>
                    <a:pt x="2961" y="4485"/>
                  </a:cubicBezTo>
                  <a:cubicBezTo>
                    <a:pt x="2321" y="4485"/>
                    <a:pt x="1809" y="3827"/>
                    <a:pt x="1809" y="3023"/>
                  </a:cubicBezTo>
                  <a:cubicBezTo>
                    <a:pt x="1809" y="2219"/>
                    <a:pt x="2321" y="1561"/>
                    <a:pt x="2961" y="1561"/>
                  </a:cubicBezTo>
                  <a:close/>
                  <a:moveTo>
                    <a:pt x="10014" y="6605"/>
                  </a:moveTo>
                  <a:cubicBezTo>
                    <a:pt x="10490" y="6605"/>
                    <a:pt x="10873" y="7080"/>
                    <a:pt x="10873" y="7665"/>
                  </a:cubicBezTo>
                  <a:cubicBezTo>
                    <a:pt x="10873" y="8268"/>
                    <a:pt x="10490" y="8743"/>
                    <a:pt x="10014" y="8743"/>
                  </a:cubicBezTo>
                  <a:cubicBezTo>
                    <a:pt x="9558" y="8743"/>
                    <a:pt x="9174" y="8268"/>
                    <a:pt x="9174" y="7665"/>
                  </a:cubicBezTo>
                  <a:cubicBezTo>
                    <a:pt x="9174" y="7080"/>
                    <a:pt x="9539" y="6605"/>
                    <a:pt x="10014" y="6605"/>
                  </a:cubicBezTo>
                  <a:close/>
                  <a:moveTo>
                    <a:pt x="10381" y="1"/>
                  </a:moveTo>
                  <a:cubicBezTo>
                    <a:pt x="10044" y="1"/>
                    <a:pt x="9692" y="145"/>
                    <a:pt x="9411" y="337"/>
                  </a:cubicBezTo>
                  <a:cubicBezTo>
                    <a:pt x="8955" y="666"/>
                    <a:pt x="8571" y="1104"/>
                    <a:pt x="8059" y="1360"/>
                  </a:cubicBezTo>
                  <a:cubicBezTo>
                    <a:pt x="7725" y="1525"/>
                    <a:pt x="7378" y="1587"/>
                    <a:pt x="7023" y="1587"/>
                  </a:cubicBezTo>
                  <a:cubicBezTo>
                    <a:pt x="5931" y="1587"/>
                    <a:pt x="4755" y="1001"/>
                    <a:pt x="3607" y="1001"/>
                  </a:cubicBezTo>
                  <a:cubicBezTo>
                    <a:pt x="3513" y="1001"/>
                    <a:pt x="3420" y="1005"/>
                    <a:pt x="3326" y="1013"/>
                  </a:cubicBezTo>
                  <a:cubicBezTo>
                    <a:pt x="1828" y="1159"/>
                    <a:pt x="640" y="2530"/>
                    <a:pt x="311" y="4010"/>
                  </a:cubicBezTo>
                  <a:cubicBezTo>
                    <a:pt x="0" y="5326"/>
                    <a:pt x="256" y="6715"/>
                    <a:pt x="713" y="8012"/>
                  </a:cubicBezTo>
                  <a:cubicBezTo>
                    <a:pt x="750" y="8103"/>
                    <a:pt x="786" y="8195"/>
                    <a:pt x="823" y="8286"/>
                  </a:cubicBezTo>
                  <a:cubicBezTo>
                    <a:pt x="969" y="8524"/>
                    <a:pt x="1133" y="8743"/>
                    <a:pt x="1316" y="8962"/>
                  </a:cubicBezTo>
                  <a:lnTo>
                    <a:pt x="932" y="8542"/>
                  </a:lnTo>
                  <a:lnTo>
                    <a:pt x="932" y="8542"/>
                  </a:lnTo>
                  <a:cubicBezTo>
                    <a:pt x="2010" y="10826"/>
                    <a:pt x="4002" y="12343"/>
                    <a:pt x="6250" y="12343"/>
                  </a:cubicBezTo>
                  <a:cubicBezTo>
                    <a:pt x="9667" y="12343"/>
                    <a:pt x="12445" y="8871"/>
                    <a:pt x="12445" y="4576"/>
                  </a:cubicBezTo>
                  <a:cubicBezTo>
                    <a:pt x="12445" y="3242"/>
                    <a:pt x="12171" y="1963"/>
                    <a:pt x="11696" y="867"/>
                  </a:cubicBezTo>
                  <a:cubicBezTo>
                    <a:pt x="11440" y="538"/>
                    <a:pt x="11111" y="282"/>
                    <a:pt x="10764" y="81"/>
                  </a:cubicBezTo>
                  <a:cubicBezTo>
                    <a:pt x="10709" y="63"/>
                    <a:pt x="10654" y="45"/>
                    <a:pt x="10617" y="26"/>
                  </a:cubicBezTo>
                  <a:cubicBezTo>
                    <a:pt x="10540" y="9"/>
                    <a:pt x="10461" y="1"/>
                    <a:pt x="10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0"/>
            <p:cNvSpPr/>
            <p:nvPr/>
          </p:nvSpPr>
          <p:spPr>
            <a:xfrm>
              <a:off x="1610950" y="2603000"/>
              <a:ext cx="311125" cy="310225"/>
            </a:xfrm>
            <a:custGeom>
              <a:rect b="b" l="l" r="r" t="t"/>
              <a:pathLst>
                <a:path extrusionOk="0" h="12409" w="12445">
                  <a:moveTo>
                    <a:pt x="9411" y="403"/>
                  </a:moveTo>
                  <a:cubicBezTo>
                    <a:pt x="8955" y="732"/>
                    <a:pt x="8571" y="1170"/>
                    <a:pt x="8059" y="1426"/>
                  </a:cubicBezTo>
                  <a:cubicBezTo>
                    <a:pt x="6615" y="2139"/>
                    <a:pt x="4934" y="933"/>
                    <a:pt x="3326" y="1079"/>
                  </a:cubicBezTo>
                  <a:cubicBezTo>
                    <a:pt x="1828" y="1225"/>
                    <a:pt x="640" y="2596"/>
                    <a:pt x="311" y="4076"/>
                  </a:cubicBezTo>
                  <a:cubicBezTo>
                    <a:pt x="0" y="5392"/>
                    <a:pt x="256" y="6781"/>
                    <a:pt x="713" y="8078"/>
                  </a:cubicBezTo>
                  <a:cubicBezTo>
                    <a:pt x="750" y="8169"/>
                    <a:pt x="786" y="8261"/>
                    <a:pt x="823" y="8352"/>
                  </a:cubicBezTo>
                  <a:cubicBezTo>
                    <a:pt x="969" y="8590"/>
                    <a:pt x="1133" y="8809"/>
                    <a:pt x="1316" y="9028"/>
                  </a:cubicBezTo>
                  <a:lnTo>
                    <a:pt x="932" y="8608"/>
                  </a:lnTo>
                  <a:cubicBezTo>
                    <a:pt x="2010" y="10892"/>
                    <a:pt x="4002" y="12409"/>
                    <a:pt x="6250" y="12409"/>
                  </a:cubicBezTo>
                  <a:cubicBezTo>
                    <a:pt x="9667" y="12409"/>
                    <a:pt x="12445" y="8937"/>
                    <a:pt x="12445" y="4642"/>
                  </a:cubicBezTo>
                  <a:cubicBezTo>
                    <a:pt x="12445" y="3308"/>
                    <a:pt x="12171" y="2029"/>
                    <a:pt x="11696" y="933"/>
                  </a:cubicBezTo>
                  <a:cubicBezTo>
                    <a:pt x="11440" y="604"/>
                    <a:pt x="11111" y="348"/>
                    <a:pt x="10764" y="147"/>
                  </a:cubicBezTo>
                  <a:cubicBezTo>
                    <a:pt x="10709" y="129"/>
                    <a:pt x="10654" y="111"/>
                    <a:pt x="10617" y="92"/>
                  </a:cubicBezTo>
                  <a:cubicBezTo>
                    <a:pt x="10215" y="1"/>
                    <a:pt x="9759" y="165"/>
                    <a:pt x="9411" y="403"/>
                  </a:cubicBezTo>
                  <a:close/>
                  <a:moveTo>
                    <a:pt x="6159" y="8736"/>
                  </a:moveTo>
                  <a:cubicBezTo>
                    <a:pt x="4550" y="8736"/>
                    <a:pt x="3253" y="7146"/>
                    <a:pt x="3253" y="5191"/>
                  </a:cubicBezTo>
                  <a:cubicBezTo>
                    <a:pt x="3253" y="4953"/>
                    <a:pt x="3290" y="4716"/>
                    <a:pt x="3326" y="4478"/>
                  </a:cubicBezTo>
                  <a:cubicBezTo>
                    <a:pt x="3216" y="4515"/>
                    <a:pt x="3089" y="4551"/>
                    <a:pt x="2961" y="4551"/>
                  </a:cubicBezTo>
                  <a:cubicBezTo>
                    <a:pt x="2321" y="4551"/>
                    <a:pt x="1809" y="3893"/>
                    <a:pt x="1809" y="3089"/>
                  </a:cubicBezTo>
                  <a:cubicBezTo>
                    <a:pt x="1809" y="2285"/>
                    <a:pt x="2321" y="1627"/>
                    <a:pt x="2961" y="1627"/>
                  </a:cubicBezTo>
                  <a:cubicBezTo>
                    <a:pt x="3509" y="1627"/>
                    <a:pt x="3966" y="2102"/>
                    <a:pt x="4094" y="2724"/>
                  </a:cubicBezTo>
                  <a:cubicBezTo>
                    <a:pt x="4624" y="2066"/>
                    <a:pt x="5355" y="1664"/>
                    <a:pt x="6159" y="1664"/>
                  </a:cubicBezTo>
                  <a:cubicBezTo>
                    <a:pt x="7748" y="1664"/>
                    <a:pt x="9046" y="3254"/>
                    <a:pt x="9046" y="5209"/>
                  </a:cubicBezTo>
                  <a:cubicBezTo>
                    <a:pt x="9046" y="7146"/>
                    <a:pt x="7748" y="8736"/>
                    <a:pt x="6159" y="8736"/>
                  </a:cubicBezTo>
                  <a:close/>
                  <a:moveTo>
                    <a:pt x="10873" y="7731"/>
                  </a:moveTo>
                  <a:cubicBezTo>
                    <a:pt x="10873" y="8334"/>
                    <a:pt x="10490" y="8809"/>
                    <a:pt x="10014" y="8809"/>
                  </a:cubicBezTo>
                  <a:cubicBezTo>
                    <a:pt x="9558" y="8809"/>
                    <a:pt x="9174" y="8334"/>
                    <a:pt x="9174" y="7731"/>
                  </a:cubicBezTo>
                  <a:cubicBezTo>
                    <a:pt x="9174" y="7146"/>
                    <a:pt x="9539" y="6671"/>
                    <a:pt x="10014" y="6671"/>
                  </a:cubicBezTo>
                  <a:cubicBezTo>
                    <a:pt x="10490" y="6671"/>
                    <a:pt x="10873" y="7146"/>
                    <a:pt x="10873" y="773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1601350" y="2592125"/>
              <a:ext cx="275050" cy="218325"/>
            </a:xfrm>
            <a:custGeom>
              <a:rect b="b" l="l" r="r" t="t"/>
              <a:pathLst>
                <a:path extrusionOk="0" h="8733" w="11002">
                  <a:moveTo>
                    <a:pt x="8565" y="0"/>
                  </a:moveTo>
                  <a:cubicBezTo>
                    <a:pt x="7876" y="0"/>
                    <a:pt x="7178" y="96"/>
                    <a:pt x="6506" y="235"/>
                  </a:cubicBezTo>
                  <a:cubicBezTo>
                    <a:pt x="4733" y="619"/>
                    <a:pt x="3052" y="1295"/>
                    <a:pt x="1499" y="2227"/>
                  </a:cubicBezTo>
                  <a:cubicBezTo>
                    <a:pt x="1042" y="2775"/>
                    <a:pt x="622" y="3323"/>
                    <a:pt x="275" y="3835"/>
                  </a:cubicBezTo>
                  <a:cubicBezTo>
                    <a:pt x="1" y="5516"/>
                    <a:pt x="293" y="7307"/>
                    <a:pt x="1170" y="8732"/>
                  </a:cubicBezTo>
                  <a:cubicBezTo>
                    <a:pt x="1134" y="8659"/>
                    <a:pt x="1115" y="8586"/>
                    <a:pt x="1097" y="8513"/>
                  </a:cubicBezTo>
                  <a:cubicBezTo>
                    <a:pt x="640" y="7216"/>
                    <a:pt x="384" y="5845"/>
                    <a:pt x="695" y="4511"/>
                  </a:cubicBezTo>
                  <a:cubicBezTo>
                    <a:pt x="1024" y="3031"/>
                    <a:pt x="2212" y="1660"/>
                    <a:pt x="3710" y="1514"/>
                  </a:cubicBezTo>
                  <a:cubicBezTo>
                    <a:pt x="3805" y="1505"/>
                    <a:pt x="3900" y="1501"/>
                    <a:pt x="3995" y="1501"/>
                  </a:cubicBezTo>
                  <a:cubicBezTo>
                    <a:pt x="5145" y="1501"/>
                    <a:pt x="6322" y="2081"/>
                    <a:pt x="7416" y="2081"/>
                  </a:cubicBezTo>
                  <a:cubicBezTo>
                    <a:pt x="7768" y="2081"/>
                    <a:pt x="8112" y="2021"/>
                    <a:pt x="8443" y="1861"/>
                  </a:cubicBezTo>
                  <a:cubicBezTo>
                    <a:pt x="8955" y="1605"/>
                    <a:pt x="9339" y="1167"/>
                    <a:pt x="9795" y="838"/>
                  </a:cubicBezTo>
                  <a:cubicBezTo>
                    <a:pt x="10076" y="646"/>
                    <a:pt x="10428" y="502"/>
                    <a:pt x="10765" y="502"/>
                  </a:cubicBezTo>
                  <a:cubicBezTo>
                    <a:pt x="10845" y="502"/>
                    <a:pt x="10924" y="510"/>
                    <a:pt x="11001" y="527"/>
                  </a:cubicBezTo>
                  <a:cubicBezTo>
                    <a:pt x="10246" y="144"/>
                    <a:pt x="9412" y="0"/>
                    <a:pt x="8565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1630600" y="2810425"/>
              <a:ext cx="13250" cy="18300"/>
            </a:xfrm>
            <a:custGeom>
              <a:rect b="b" l="l" r="r" t="t"/>
              <a:pathLst>
                <a:path extrusionOk="0" h="732" w="530">
                  <a:moveTo>
                    <a:pt x="0" y="0"/>
                  </a:moveTo>
                  <a:lnTo>
                    <a:pt x="0" y="0"/>
                  </a:lnTo>
                  <a:cubicBezTo>
                    <a:pt x="0" y="9"/>
                    <a:pt x="4" y="17"/>
                    <a:pt x="10" y="26"/>
                  </a:cubicBezTo>
                  <a:lnTo>
                    <a:pt x="10" y="26"/>
                  </a:lnTo>
                  <a:cubicBezTo>
                    <a:pt x="7" y="17"/>
                    <a:pt x="3" y="9"/>
                    <a:pt x="0" y="0"/>
                  </a:cubicBezTo>
                  <a:close/>
                  <a:moveTo>
                    <a:pt x="10" y="26"/>
                  </a:moveTo>
                  <a:lnTo>
                    <a:pt x="10" y="26"/>
                  </a:lnTo>
                  <a:cubicBezTo>
                    <a:pt x="40" y="105"/>
                    <a:pt x="58" y="172"/>
                    <a:pt x="91" y="238"/>
                  </a:cubicBezTo>
                  <a:lnTo>
                    <a:pt x="146" y="311"/>
                  </a:lnTo>
                  <a:lnTo>
                    <a:pt x="530" y="731"/>
                  </a:lnTo>
                  <a:cubicBezTo>
                    <a:pt x="347" y="530"/>
                    <a:pt x="183" y="293"/>
                    <a:pt x="37" y="55"/>
                  </a:cubicBezTo>
                  <a:cubicBezTo>
                    <a:pt x="27" y="45"/>
                    <a:pt x="17" y="35"/>
                    <a:pt x="10" y="26"/>
                  </a:cubicBezTo>
                  <a:close/>
                </a:path>
              </a:pathLst>
            </a:custGeom>
            <a:solidFill>
              <a:srgbClr val="7757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1394850" y="3124275"/>
              <a:ext cx="6875" cy="950"/>
            </a:xfrm>
            <a:custGeom>
              <a:rect b="b" l="l" r="r" t="t"/>
              <a:pathLst>
                <a:path extrusionOk="0" h="38" w="275">
                  <a:moveTo>
                    <a:pt x="1" y="0"/>
                  </a:moveTo>
                  <a:cubicBezTo>
                    <a:pt x="92" y="19"/>
                    <a:pt x="183" y="37"/>
                    <a:pt x="275" y="37"/>
                  </a:cubicBezTo>
                  <a:cubicBezTo>
                    <a:pt x="220" y="37"/>
                    <a:pt x="147" y="19"/>
                    <a:pt x="92" y="0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1394850" y="3124275"/>
              <a:ext cx="6875" cy="950"/>
            </a:xfrm>
            <a:custGeom>
              <a:rect b="b" l="l" r="r" t="t"/>
              <a:pathLst>
                <a:path extrusionOk="0" h="38" w="275">
                  <a:moveTo>
                    <a:pt x="275" y="37"/>
                  </a:moveTo>
                  <a:cubicBezTo>
                    <a:pt x="220" y="37"/>
                    <a:pt x="147" y="19"/>
                    <a:pt x="92" y="0"/>
                  </a:cubicBezTo>
                  <a:cubicBezTo>
                    <a:pt x="56" y="0"/>
                    <a:pt x="19" y="0"/>
                    <a:pt x="1" y="0"/>
                  </a:cubicBezTo>
                  <a:cubicBezTo>
                    <a:pt x="92" y="19"/>
                    <a:pt x="183" y="37"/>
                    <a:pt x="275" y="37"/>
                  </a:cubicBezTo>
                  <a:close/>
                </a:path>
              </a:pathLst>
            </a:custGeom>
            <a:solidFill>
              <a:srgbClr val="8C64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1352825" y="3124725"/>
              <a:ext cx="2775" cy="3675"/>
            </a:xfrm>
            <a:custGeom>
              <a:rect b="b" l="l" r="r" t="t"/>
              <a:pathLst>
                <a:path extrusionOk="0" h="147" w="111">
                  <a:moveTo>
                    <a:pt x="0" y="1"/>
                  </a:moveTo>
                  <a:cubicBezTo>
                    <a:pt x="37" y="37"/>
                    <a:pt x="74" y="92"/>
                    <a:pt x="110" y="147"/>
                  </a:cubicBezTo>
                  <a:lnTo>
                    <a:pt x="55" y="1"/>
                  </a:ln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1352825" y="3124725"/>
              <a:ext cx="2775" cy="3675"/>
            </a:xfrm>
            <a:custGeom>
              <a:rect b="b" l="l" r="r" t="t"/>
              <a:pathLst>
                <a:path extrusionOk="0" h="147" w="111">
                  <a:moveTo>
                    <a:pt x="0" y="1"/>
                  </a:moveTo>
                  <a:cubicBezTo>
                    <a:pt x="37" y="37"/>
                    <a:pt x="74" y="92"/>
                    <a:pt x="110" y="147"/>
                  </a:cubicBezTo>
                  <a:lnTo>
                    <a:pt x="55" y="1"/>
                  </a:lnTo>
                  <a:cubicBezTo>
                    <a:pt x="37" y="1"/>
                    <a:pt x="19" y="1"/>
                    <a:pt x="0" y="1"/>
                  </a:cubicBezTo>
                  <a:close/>
                </a:path>
              </a:pathLst>
            </a:custGeom>
            <a:solidFill>
              <a:srgbClr val="8C64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1362875" y="3127025"/>
              <a:ext cx="187325" cy="211075"/>
            </a:xfrm>
            <a:custGeom>
              <a:rect b="b" l="l" r="r" t="t"/>
              <a:pathLst>
                <a:path extrusionOk="0" h="8443" w="7493">
                  <a:moveTo>
                    <a:pt x="1" y="0"/>
                  </a:moveTo>
                  <a:lnTo>
                    <a:pt x="1" y="0"/>
                  </a:lnTo>
                  <a:cubicBezTo>
                    <a:pt x="348" y="969"/>
                    <a:pt x="731" y="1919"/>
                    <a:pt x="1170" y="2851"/>
                  </a:cubicBezTo>
                  <a:cubicBezTo>
                    <a:pt x="1316" y="3143"/>
                    <a:pt x="1481" y="3454"/>
                    <a:pt x="1627" y="3746"/>
                  </a:cubicBezTo>
                  <a:lnTo>
                    <a:pt x="1627" y="3819"/>
                  </a:lnTo>
                  <a:cubicBezTo>
                    <a:pt x="2394" y="5318"/>
                    <a:pt x="3272" y="6743"/>
                    <a:pt x="4277" y="8114"/>
                  </a:cubicBezTo>
                  <a:cubicBezTo>
                    <a:pt x="4386" y="8205"/>
                    <a:pt x="4514" y="8278"/>
                    <a:pt x="4660" y="8333"/>
                  </a:cubicBezTo>
                  <a:cubicBezTo>
                    <a:pt x="4770" y="8388"/>
                    <a:pt x="4880" y="8424"/>
                    <a:pt x="4989" y="8443"/>
                  </a:cubicBezTo>
                  <a:cubicBezTo>
                    <a:pt x="5044" y="8424"/>
                    <a:pt x="5081" y="8406"/>
                    <a:pt x="5135" y="8388"/>
                  </a:cubicBezTo>
                  <a:cubicBezTo>
                    <a:pt x="5940" y="8132"/>
                    <a:pt x="6725" y="7803"/>
                    <a:pt x="7493" y="7419"/>
                  </a:cubicBezTo>
                  <a:cubicBezTo>
                    <a:pt x="5866" y="5793"/>
                    <a:pt x="4752" y="3856"/>
                    <a:pt x="3875" y="1718"/>
                  </a:cubicBezTo>
                  <a:cubicBezTo>
                    <a:pt x="3674" y="1224"/>
                    <a:pt x="3546" y="731"/>
                    <a:pt x="3253" y="366"/>
                  </a:cubicBezTo>
                  <a:cubicBezTo>
                    <a:pt x="2120" y="329"/>
                    <a:pt x="1042" y="201"/>
                    <a:pt x="1" y="0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0"/>
            <p:cNvSpPr/>
            <p:nvPr/>
          </p:nvSpPr>
          <p:spPr>
            <a:xfrm>
              <a:off x="1362875" y="3127025"/>
              <a:ext cx="187325" cy="211075"/>
            </a:xfrm>
            <a:custGeom>
              <a:rect b="b" l="l" r="r" t="t"/>
              <a:pathLst>
                <a:path extrusionOk="0" h="8443" w="7493">
                  <a:moveTo>
                    <a:pt x="3253" y="366"/>
                  </a:moveTo>
                  <a:cubicBezTo>
                    <a:pt x="2120" y="329"/>
                    <a:pt x="1042" y="201"/>
                    <a:pt x="1" y="0"/>
                  </a:cubicBezTo>
                  <a:cubicBezTo>
                    <a:pt x="348" y="969"/>
                    <a:pt x="731" y="1919"/>
                    <a:pt x="1170" y="2851"/>
                  </a:cubicBezTo>
                  <a:cubicBezTo>
                    <a:pt x="1316" y="3143"/>
                    <a:pt x="1481" y="3454"/>
                    <a:pt x="1627" y="3746"/>
                  </a:cubicBezTo>
                  <a:lnTo>
                    <a:pt x="1627" y="3819"/>
                  </a:lnTo>
                  <a:cubicBezTo>
                    <a:pt x="2394" y="5318"/>
                    <a:pt x="3272" y="6743"/>
                    <a:pt x="4277" y="8114"/>
                  </a:cubicBezTo>
                  <a:cubicBezTo>
                    <a:pt x="4386" y="8205"/>
                    <a:pt x="4514" y="8278"/>
                    <a:pt x="4660" y="8333"/>
                  </a:cubicBezTo>
                  <a:cubicBezTo>
                    <a:pt x="4770" y="8388"/>
                    <a:pt x="4880" y="8424"/>
                    <a:pt x="4989" y="8443"/>
                  </a:cubicBezTo>
                  <a:cubicBezTo>
                    <a:pt x="5044" y="8424"/>
                    <a:pt x="5081" y="8406"/>
                    <a:pt x="5135" y="8388"/>
                  </a:cubicBezTo>
                  <a:cubicBezTo>
                    <a:pt x="5940" y="8132"/>
                    <a:pt x="6725" y="7803"/>
                    <a:pt x="7493" y="7419"/>
                  </a:cubicBezTo>
                  <a:cubicBezTo>
                    <a:pt x="5866" y="5793"/>
                    <a:pt x="4752" y="3856"/>
                    <a:pt x="3875" y="1718"/>
                  </a:cubicBezTo>
                  <a:cubicBezTo>
                    <a:pt x="3674" y="1224"/>
                    <a:pt x="3546" y="731"/>
                    <a:pt x="3253" y="3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0"/>
            <p:cNvSpPr/>
            <p:nvPr/>
          </p:nvSpPr>
          <p:spPr>
            <a:xfrm>
              <a:off x="1522775" y="3351325"/>
              <a:ext cx="583425" cy="476525"/>
            </a:xfrm>
            <a:custGeom>
              <a:rect b="b" l="l" r="r" t="t"/>
              <a:pathLst>
                <a:path extrusionOk="0" h="19061" w="23337">
                  <a:moveTo>
                    <a:pt x="2285" y="1"/>
                  </a:moveTo>
                  <a:cubicBezTo>
                    <a:pt x="1609" y="823"/>
                    <a:pt x="841" y="1590"/>
                    <a:pt x="0" y="2267"/>
                  </a:cubicBezTo>
                  <a:cubicBezTo>
                    <a:pt x="3436" y="6305"/>
                    <a:pt x="7876" y="9211"/>
                    <a:pt x="12207" y="12025"/>
                  </a:cubicBezTo>
                  <a:cubicBezTo>
                    <a:pt x="13139" y="12628"/>
                    <a:pt x="14071" y="13249"/>
                    <a:pt x="15022" y="13889"/>
                  </a:cubicBezTo>
                  <a:cubicBezTo>
                    <a:pt x="18366" y="14163"/>
                    <a:pt x="21564" y="16173"/>
                    <a:pt x="23336" y="19060"/>
                  </a:cubicBezTo>
                  <a:cubicBezTo>
                    <a:pt x="22952" y="17873"/>
                    <a:pt x="22368" y="16776"/>
                    <a:pt x="21655" y="15753"/>
                  </a:cubicBezTo>
                  <a:cubicBezTo>
                    <a:pt x="20997" y="15131"/>
                    <a:pt x="20083" y="14492"/>
                    <a:pt x="18823" y="13871"/>
                  </a:cubicBezTo>
                  <a:cubicBezTo>
                    <a:pt x="15186" y="12080"/>
                    <a:pt x="12281" y="9101"/>
                    <a:pt x="9046" y="6671"/>
                  </a:cubicBezTo>
                  <a:cubicBezTo>
                    <a:pt x="7456" y="5465"/>
                    <a:pt x="5885" y="4204"/>
                    <a:pt x="4496" y="2742"/>
                  </a:cubicBezTo>
                  <a:cubicBezTo>
                    <a:pt x="3984" y="2212"/>
                    <a:pt x="3016" y="147"/>
                    <a:pt x="2285" y="1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1522775" y="3351325"/>
              <a:ext cx="583425" cy="476525"/>
            </a:xfrm>
            <a:custGeom>
              <a:rect b="b" l="l" r="r" t="t"/>
              <a:pathLst>
                <a:path extrusionOk="0" h="19061" w="23337">
                  <a:moveTo>
                    <a:pt x="12207" y="12025"/>
                  </a:moveTo>
                  <a:cubicBezTo>
                    <a:pt x="13139" y="12628"/>
                    <a:pt x="14071" y="13249"/>
                    <a:pt x="15022" y="13889"/>
                  </a:cubicBezTo>
                  <a:cubicBezTo>
                    <a:pt x="18366" y="14163"/>
                    <a:pt x="21564" y="16173"/>
                    <a:pt x="23336" y="19060"/>
                  </a:cubicBezTo>
                  <a:cubicBezTo>
                    <a:pt x="22952" y="17873"/>
                    <a:pt x="22368" y="16776"/>
                    <a:pt x="21655" y="15753"/>
                  </a:cubicBezTo>
                  <a:cubicBezTo>
                    <a:pt x="20997" y="15131"/>
                    <a:pt x="20083" y="14492"/>
                    <a:pt x="18823" y="13871"/>
                  </a:cubicBezTo>
                  <a:cubicBezTo>
                    <a:pt x="15186" y="12080"/>
                    <a:pt x="12281" y="9101"/>
                    <a:pt x="9046" y="6671"/>
                  </a:cubicBezTo>
                  <a:cubicBezTo>
                    <a:pt x="7456" y="5465"/>
                    <a:pt x="5885" y="4204"/>
                    <a:pt x="4496" y="2742"/>
                  </a:cubicBezTo>
                  <a:cubicBezTo>
                    <a:pt x="3984" y="2212"/>
                    <a:pt x="3016" y="147"/>
                    <a:pt x="2285" y="1"/>
                  </a:cubicBezTo>
                  <a:cubicBezTo>
                    <a:pt x="1609" y="823"/>
                    <a:pt x="841" y="1590"/>
                    <a:pt x="0" y="2267"/>
                  </a:cubicBezTo>
                  <a:cubicBezTo>
                    <a:pt x="3436" y="6305"/>
                    <a:pt x="7876" y="9211"/>
                    <a:pt x="12207" y="120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1911550" y="3707675"/>
              <a:ext cx="216575" cy="181850"/>
            </a:xfrm>
            <a:custGeom>
              <a:rect b="b" l="l" r="r" t="t"/>
              <a:pathLst>
                <a:path extrusionOk="0" h="7274" w="8663">
                  <a:moveTo>
                    <a:pt x="1" y="0"/>
                  </a:moveTo>
                  <a:lnTo>
                    <a:pt x="1" y="0"/>
                  </a:lnTo>
                  <a:cubicBezTo>
                    <a:pt x="2504" y="1682"/>
                    <a:pt x="4953" y="3509"/>
                    <a:pt x="7146" y="5647"/>
                  </a:cubicBezTo>
                  <a:cubicBezTo>
                    <a:pt x="7603" y="6086"/>
                    <a:pt x="8096" y="6597"/>
                    <a:pt x="8589" y="7182"/>
                  </a:cubicBezTo>
                  <a:lnTo>
                    <a:pt x="8662" y="7273"/>
                  </a:lnTo>
                  <a:cubicBezTo>
                    <a:pt x="8498" y="7018"/>
                    <a:pt x="8388" y="6743"/>
                    <a:pt x="8297" y="6451"/>
                  </a:cubicBezTo>
                  <a:lnTo>
                    <a:pt x="8132" y="6067"/>
                  </a:lnTo>
                  <a:cubicBezTo>
                    <a:pt x="6671" y="2851"/>
                    <a:pt x="3473" y="494"/>
                    <a:pt x="1" y="0"/>
                  </a:cubicBezTo>
                  <a:close/>
                </a:path>
              </a:pathLst>
            </a:custGeom>
            <a:solidFill>
              <a:srgbClr val="7AE0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1911550" y="3707675"/>
              <a:ext cx="216575" cy="181850"/>
            </a:xfrm>
            <a:custGeom>
              <a:rect b="b" l="l" r="r" t="t"/>
              <a:pathLst>
                <a:path extrusionOk="0" h="7274" w="8663">
                  <a:moveTo>
                    <a:pt x="8297" y="6451"/>
                  </a:moveTo>
                  <a:lnTo>
                    <a:pt x="8132" y="6067"/>
                  </a:lnTo>
                  <a:cubicBezTo>
                    <a:pt x="6671" y="2851"/>
                    <a:pt x="3473" y="494"/>
                    <a:pt x="1" y="0"/>
                  </a:cubicBezTo>
                  <a:cubicBezTo>
                    <a:pt x="2504" y="1682"/>
                    <a:pt x="4953" y="3509"/>
                    <a:pt x="7146" y="5647"/>
                  </a:cubicBezTo>
                  <a:cubicBezTo>
                    <a:pt x="7603" y="6086"/>
                    <a:pt x="8096" y="6597"/>
                    <a:pt x="8589" y="7182"/>
                  </a:cubicBezTo>
                  <a:lnTo>
                    <a:pt x="8662" y="7273"/>
                  </a:lnTo>
                  <a:cubicBezTo>
                    <a:pt x="8498" y="7018"/>
                    <a:pt x="8388" y="6743"/>
                    <a:pt x="8297" y="64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1392125" y="2933300"/>
              <a:ext cx="82250" cy="34750"/>
            </a:xfrm>
            <a:custGeom>
              <a:rect b="b" l="l" r="r" t="t"/>
              <a:pathLst>
                <a:path extrusionOk="0" h="1390" w="3290">
                  <a:moveTo>
                    <a:pt x="0" y="1"/>
                  </a:moveTo>
                  <a:lnTo>
                    <a:pt x="0" y="1"/>
                  </a:lnTo>
                  <a:cubicBezTo>
                    <a:pt x="1023" y="622"/>
                    <a:pt x="2138" y="1116"/>
                    <a:pt x="3289" y="1390"/>
                  </a:cubicBezTo>
                  <a:cubicBezTo>
                    <a:pt x="2229" y="1061"/>
                    <a:pt x="1115" y="622"/>
                    <a:pt x="0" y="1"/>
                  </a:cubicBezTo>
                  <a:close/>
                </a:path>
              </a:pathLst>
            </a:custGeom>
            <a:solidFill>
              <a:srgbClr val="350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1333175" y="2882150"/>
              <a:ext cx="243075" cy="96875"/>
            </a:xfrm>
            <a:custGeom>
              <a:rect b="b" l="l" r="r" t="t"/>
              <a:pathLst>
                <a:path extrusionOk="0" h="3875" w="9723">
                  <a:moveTo>
                    <a:pt x="1" y="0"/>
                  </a:moveTo>
                  <a:cubicBezTo>
                    <a:pt x="3381" y="2979"/>
                    <a:pt x="7383" y="3710"/>
                    <a:pt x="9722" y="3874"/>
                  </a:cubicBezTo>
                  <a:cubicBezTo>
                    <a:pt x="9631" y="3820"/>
                    <a:pt x="9558" y="3765"/>
                    <a:pt x="9467" y="3710"/>
                  </a:cubicBezTo>
                  <a:cubicBezTo>
                    <a:pt x="6159" y="3509"/>
                    <a:pt x="2742" y="206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1471600" y="3132050"/>
              <a:ext cx="124300" cy="154425"/>
            </a:xfrm>
            <a:custGeom>
              <a:rect b="b" l="l" r="r" t="t"/>
              <a:pathLst>
                <a:path extrusionOk="0" h="6177" w="4972">
                  <a:moveTo>
                    <a:pt x="2120" y="0"/>
                  </a:moveTo>
                  <a:cubicBezTo>
                    <a:pt x="1390" y="92"/>
                    <a:pt x="695" y="146"/>
                    <a:pt x="1" y="165"/>
                  </a:cubicBezTo>
                  <a:cubicBezTo>
                    <a:pt x="220" y="530"/>
                    <a:pt x="439" y="877"/>
                    <a:pt x="659" y="1225"/>
                  </a:cubicBezTo>
                  <a:cubicBezTo>
                    <a:pt x="2102" y="3070"/>
                    <a:pt x="3509" y="4715"/>
                    <a:pt x="4898" y="6177"/>
                  </a:cubicBezTo>
                  <a:cubicBezTo>
                    <a:pt x="4916" y="6177"/>
                    <a:pt x="4953" y="6158"/>
                    <a:pt x="4971" y="6140"/>
                  </a:cubicBezTo>
                  <a:cubicBezTo>
                    <a:pt x="3857" y="4167"/>
                    <a:pt x="2778" y="2138"/>
                    <a:pt x="2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1273325" y="2836925"/>
              <a:ext cx="313425" cy="282350"/>
            </a:xfrm>
            <a:custGeom>
              <a:rect b="b" l="l" r="r" t="t"/>
              <a:pathLst>
                <a:path extrusionOk="0" h="11294" w="12537">
                  <a:moveTo>
                    <a:pt x="1" y="0"/>
                  </a:moveTo>
                  <a:lnTo>
                    <a:pt x="1" y="0"/>
                  </a:lnTo>
                  <a:cubicBezTo>
                    <a:pt x="1719" y="6469"/>
                    <a:pt x="8261" y="10398"/>
                    <a:pt x="9905" y="11293"/>
                  </a:cubicBezTo>
                  <a:cubicBezTo>
                    <a:pt x="9686" y="10508"/>
                    <a:pt x="9522" y="9704"/>
                    <a:pt x="9467" y="8900"/>
                  </a:cubicBezTo>
                  <a:cubicBezTo>
                    <a:pt x="9412" y="8260"/>
                    <a:pt x="9412" y="7584"/>
                    <a:pt x="9741" y="7054"/>
                  </a:cubicBezTo>
                  <a:cubicBezTo>
                    <a:pt x="10307" y="6158"/>
                    <a:pt x="11477" y="6012"/>
                    <a:pt x="12537" y="6012"/>
                  </a:cubicBezTo>
                  <a:cubicBezTo>
                    <a:pt x="11769" y="5976"/>
                    <a:pt x="10764" y="5884"/>
                    <a:pt x="9649" y="5647"/>
                  </a:cubicBezTo>
                  <a:cubicBezTo>
                    <a:pt x="8060" y="5519"/>
                    <a:pt x="6488" y="5245"/>
                    <a:pt x="5008" y="4678"/>
                  </a:cubicBezTo>
                  <a:cubicBezTo>
                    <a:pt x="2815" y="3838"/>
                    <a:pt x="805" y="2193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0"/>
            <p:cNvSpPr/>
            <p:nvPr/>
          </p:nvSpPr>
          <p:spPr>
            <a:xfrm>
              <a:off x="1601800" y="2973525"/>
              <a:ext cx="19225" cy="3675"/>
            </a:xfrm>
            <a:custGeom>
              <a:rect b="b" l="l" r="r" t="t"/>
              <a:pathLst>
                <a:path extrusionOk="0" h="147" w="769">
                  <a:moveTo>
                    <a:pt x="768" y="0"/>
                  </a:moveTo>
                  <a:lnTo>
                    <a:pt x="768" y="0"/>
                  </a:lnTo>
                  <a:cubicBezTo>
                    <a:pt x="512" y="37"/>
                    <a:pt x="257" y="55"/>
                    <a:pt x="1" y="55"/>
                  </a:cubicBezTo>
                  <a:cubicBezTo>
                    <a:pt x="165" y="91"/>
                    <a:pt x="311" y="128"/>
                    <a:pt x="476" y="146"/>
                  </a:cubicBezTo>
                  <a:lnTo>
                    <a:pt x="768" y="0"/>
                  </a:lnTo>
                  <a:close/>
                </a:path>
              </a:pathLst>
            </a:custGeom>
            <a:solidFill>
              <a:srgbClr val="350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0"/>
            <p:cNvSpPr/>
            <p:nvPr/>
          </p:nvSpPr>
          <p:spPr>
            <a:xfrm>
              <a:off x="1473900" y="2634075"/>
              <a:ext cx="19650" cy="53025"/>
            </a:xfrm>
            <a:custGeom>
              <a:rect b="b" l="l" r="r" t="t"/>
              <a:pathLst>
                <a:path extrusionOk="0" h="2121" w="786">
                  <a:moveTo>
                    <a:pt x="493" y="1"/>
                  </a:moveTo>
                  <a:cubicBezTo>
                    <a:pt x="292" y="713"/>
                    <a:pt x="128" y="1408"/>
                    <a:pt x="0" y="2120"/>
                  </a:cubicBezTo>
                  <a:cubicBezTo>
                    <a:pt x="110" y="2065"/>
                    <a:pt x="219" y="2029"/>
                    <a:pt x="329" y="1974"/>
                  </a:cubicBezTo>
                  <a:cubicBezTo>
                    <a:pt x="457" y="1335"/>
                    <a:pt x="603" y="695"/>
                    <a:pt x="786" y="37"/>
                  </a:cubicBezTo>
                  <a:cubicBezTo>
                    <a:pt x="694" y="37"/>
                    <a:pt x="585" y="19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691300" y="2302850"/>
              <a:ext cx="1451900" cy="1975900"/>
            </a:xfrm>
            <a:custGeom>
              <a:rect b="b" l="l" r="r" t="t"/>
              <a:pathLst>
                <a:path extrusionOk="0" h="79036" w="58076">
                  <a:moveTo>
                    <a:pt x="23172" y="20852"/>
                  </a:moveTo>
                  <a:cubicBezTo>
                    <a:pt x="23172" y="20870"/>
                    <a:pt x="23190" y="20888"/>
                    <a:pt x="23209" y="20906"/>
                  </a:cubicBezTo>
                  <a:cubicBezTo>
                    <a:pt x="23190" y="20888"/>
                    <a:pt x="23172" y="20888"/>
                    <a:pt x="23172" y="20870"/>
                  </a:cubicBezTo>
                  <a:cubicBezTo>
                    <a:pt x="23172" y="20870"/>
                    <a:pt x="23172" y="20852"/>
                    <a:pt x="23172" y="20852"/>
                  </a:cubicBezTo>
                  <a:close/>
                  <a:moveTo>
                    <a:pt x="11440" y="23647"/>
                  </a:moveTo>
                  <a:cubicBezTo>
                    <a:pt x="11440" y="23648"/>
                    <a:pt x="11453" y="23731"/>
                    <a:pt x="11486" y="23902"/>
                  </a:cubicBezTo>
                  <a:lnTo>
                    <a:pt x="11486" y="23902"/>
                  </a:lnTo>
                  <a:cubicBezTo>
                    <a:pt x="11471" y="23817"/>
                    <a:pt x="11456" y="23732"/>
                    <a:pt x="11440" y="23647"/>
                  </a:cubicBezTo>
                  <a:close/>
                  <a:moveTo>
                    <a:pt x="28033" y="25219"/>
                  </a:moveTo>
                  <a:lnTo>
                    <a:pt x="28033" y="25219"/>
                  </a:lnTo>
                  <a:cubicBezTo>
                    <a:pt x="29148" y="25840"/>
                    <a:pt x="30262" y="26279"/>
                    <a:pt x="31304" y="26608"/>
                  </a:cubicBezTo>
                  <a:cubicBezTo>
                    <a:pt x="30153" y="26334"/>
                    <a:pt x="29056" y="25840"/>
                    <a:pt x="28033" y="25219"/>
                  </a:cubicBezTo>
                  <a:close/>
                  <a:moveTo>
                    <a:pt x="26516" y="32876"/>
                  </a:moveTo>
                  <a:lnTo>
                    <a:pt x="26571" y="33022"/>
                  </a:lnTo>
                  <a:cubicBezTo>
                    <a:pt x="26535" y="32967"/>
                    <a:pt x="26498" y="32912"/>
                    <a:pt x="26461" y="32876"/>
                  </a:cubicBezTo>
                  <a:close/>
                  <a:moveTo>
                    <a:pt x="26864" y="32949"/>
                  </a:moveTo>
                  <a:lnTo>
                    <a:pt x="26864" y="32949"/>
                  </a:lnTo>
                  <a:cubicBezTo>
                    <a:pt x="27905" y="33168"/>
                    <a:pt x="28983" y="33296"/>
                    <a:pt x="30116" y="33333"/>
                  </a:cubicBezTo>
                  <a:lnTo>
                    <a:pt x="30683" y="33333"/>
                  </a:lnTo>
                  <a:cubicBezTo>
                    <a:pt x="30975" y="33735"/>
                    <a:pt x="31268" y="34118"/>
                    <a:pt x="31578" y="34502"/>
                  </a:cubicBezTo>
                  <a:cubicBezTo>
                    <a:pt x="33004" y="36330"/>
                    <a:pt x="34429" y="37992"/>
                    <a:pt x="35854" y="39509"/>
                  </a:cubicBezTo>
                  <a:cubicBezTo>
                    <a:pt x="35854" y="39527"/>
                    <a:pt x="35836" y="39546"/>
                    <a:pt x="35818" y="39546"/>
                  </a:cubicBezTo>
                  <a:cubicBezTo>
                    <a:pt x="35343" y="39856"/>
                    <a:pt x="34849" y="40131"/>
                    <a:pt x="34356" y="40386"/>
                  </a:cubicBezTo>
                  <a:cubicBezTo>
                    <a:pt x="33588" y="40770"/>
                    <a:pt x="32803" y="41081"/>
                    <a:pt x="31998" y="41355"/>
                  </a:cubicBezTo>
                  <a:cubicBezTo>
                    <a:pt x="31944" y="41373"/>
                    <a:pt x="31907" y="41391"/>
                    <a:pt x="31852" y="41410"/>
                  </a:cubicBezTo>
                  <a:cubicBezTo>
                    <a:pt x="31724" y="41446"/>
                    <a:pt x="31596" y="41483"/>
                    <a:pt x="31469" y="41519"/>
                  </a:cubicBezTo>
                  <a:cubicBezTo>
                    <a:pt x="31359" y="41373"/>
                    <a:pt x="31249" y="41227"/>
                    <a:pt x="31140" y="41063"/>
                  </a:cubicBezTo>
                  <a:cubicBezTo>
                    <a:pt x="30135" y="39710"/>
                    <a:pt x="29257" y="38267"/>
                    <a:pt x="28490" y="36768"/>
                  </a:cubicBezTo>
                  <a:lnTo>
                    <a:pt x="28490" y="36695"/>
                  </a:lnTo>
                  <a:cubicBezTo>
                    <a:pt x="28344" y="36403"/>
                    <a:pt x="28179" y="36110"/>
                    <a:pt x="28033" y="35818"/>
                  </a:cubicBezTo>
                  <a:cubicBezTo>
                    <a:pt x="27594" y="34886"/>
                    <a:pt x="27211" y="33936"/>
                    <a:pt x="26864" y="32949"/>
                  </a:cubicBezTo>
                  <a:close/>
                  <a:moveTo>
                    <a:pt x="22660" y="46746"/>
                  </a:moveTo>
                  <a:cubicBezTo>
                    <a:pt x="23008" y="46782"/>
                    <a:pt x="23355" y="46819"/>
                    <a:pt x="23702" y="46837"/>
                  </a:cubicBezTo>
                  <a:cubicBezTo>
                    <a:pt x="23355" y="46837"/>
                    <a:pt x="22989" y="46837"/>
                    <a:pt x="22624" y="46819"/>
                  </a:cubicBezTo>
                  <a:cubicBezTo>
                    <a:pt x="22642" y="46782"/>
                    <a:pt x="22660" y="46764"/>
                    <a:pt x="22660" y="46746"/>
                  </a:cubicBezTo>
                  <a:close/>
                  <a:moveTo>
                    <a:pt x="49322" y="51789"/>
                  </a:moveTo>
                  <a:cubicBezTo>
                    <a:pt x="49334" y="51789"/>
                    <a:pt x="49338" y="51797"/>
                    <a:pt x="49340" y="51803"/>
                  </a:cubicBezTo>
                  <a:lnTo>
                    <a:pt x="49340" y="51803"/>
                  </a:lnTo>
                  <a:cubicBezTo>
                    <a:pt x="49334" y="51799"/>
                    <a:pt x="49328" y="51795"/>
                    <a:pt x="49322" y="51789"/>
                  </a:cubicBezTo>
                  <a:close/>
                  <a:moveTo>
                    <a:pt x="21071" y="49834"/>
                  </a:moveTo>
                  <a:cubicBezTo>
                    <a:pt x="24835" y="53452"/>
                    <a:pt x="29129" y="56340"/>
                    <a:pt x="33387" y="58368"/>
                  </a:cubicBezTo>
                  <a:cubicBezTo>
                    <a:pt x="34465" y="58880"/>
                    <a:pt x="35544" y="59336"/>
                    <a:pt x="36604" y="59757"/>
                  </a:cubicBezTo>
                  <a:cubicBezTo>
                    <a:pt x="37682" y="60159"/>
                    <a:pt x="38742" y="60543"/>
                    <a:pt x="39765" y="60871"/>
                  </a:cubicBezTo>
                  <a:cubicBezTo>
                    <a:pt x="39834" y="60889"/>
                    <a:pt x="39903" y="60922"/>
                    <a:pt x="39972" y="60941"/>
                  </a:cubicBezTo>
                  <a:lnTo>
                    <a:pt x="39972" y="60941"/>
                  </a:lnTo>
                  <a:cubicBezTo>
                    <a:pt x="39629" y="60851"/>
                    <a:pt x="39286" y="60761"/>
                    <a:pt x="38961" y="60670"/>
                  </a:cubicBezTo>
                  <a:cubicBezTo>
                    <a:pt x="33296" y="59190"/>
                    <a:pt x="27467" y="57655"/>
                    <a:pt x="22459" y="54512"/>
                  </a:cubicBezTo>
                  <a:cubicBezTo>
                    <a:pt x="22185" y="54348"/>
                    <a:pt x="21966" y="54201"/>
                    <a:pt x="21765" y="54092"/>
                  </a:cubicBezTo>
                  <a:cubicBezTo>
                    <a:pt x="20870" y="53544"/>
                    <a:pt x="20870" y="53544"/>
                    <a:pt x="19700" y="52264"/>
                  </a:cubicBezTo>
                  <a:lnTo>
                    <a:pt x="19609" y="52155"/>
                  </a:lnTo>
                  <a:cubicBezTo>
                    <a:pt x="20175" y="51332"/>
                    <a:pt x="20650" y="50547"/>
                    <a:pt x="21071" y="49834"/>
                  </a:cubicBezTo>
                  <a:close/>
                  <a:moveTo>
                    <a:pt x="36750" y="40441"/>
                  </a:moveTo>
                  <a:cubicBezTo>
                    <a:pt x="37554" y="41264"/>
                    <a:pt x="38340" y="42031"/>
                    <a:pt x="39125" y="42762"/>
                  </a:cubicBezTo>
                  <a:cubicBezTo>
                    <a:pt x="40880" y="46033"/>
                    <a:pt x="43968" y="48281"/>
                    <a:pt x="46965" y="50437"/>
                  </a:cubicBezTo>
                  <a:cubicBezTo>
                    <a:pt x="47623" y="50912"/>
                    <a:pt x="48299" y="51387"/>
                    <a:pt x="48938" y="51881"/>
                  </a:cubicBezTo>
                  <a:cubicBezTo>
                    <a:pt x="51095" y="53507"/>
                    <a:pt x="53342" y="55408"/>
                    <a:pt x="54932" y="57692"/>
                  </a:cubicBezTo>
                  <a:cubicBezTo>
                    <a:pt x="55645" y="58715"/>
                    <a:pt x="56211" y="59812"/>
                    <a:pt x="56614" y="60999"/>
                  </a:cubicBezTo>
                  <a:cubicBezTo>
                    <a:pt x="54823" y="58112"/>
                    <a:pt x="51643" y="56102"/>
                    <a:pt x="48281" y="55828"/>
                  </a:cubicBezTo>
                  <a:cubicBezTo>
                    <a:pt x="47349" y="55188"/>
                    <a:pt x="46398" y="54567"/>
                    <a:pt x="45466" y="53964"/>
                  </a:cubicBezTo>
                  <a:cubicBezTo>
                    <a:pt x="41154" y="51150"/>
                    <a:pt x="36695" y="48244"/>
                    <a:pt x="33259" y="44206"/>
                  </a:cubicBezTo>
                  <a:cubicBezTo>
                    <a:pt x="34100" y="43529"/>
                    <a:pt x="34868" y="42780"/>
                    <a:pt x="35544" y="41940"/>
                  </a:cubicBezTo>
                  <a:cubicBezTo>
                    <a:pt x="35763" y="41684"/>
                    <a:pt x="35946" y="41428"/>
                    <a:pt x="36147" y="41172"/>
                  </a:cubicBezTo>
                  <a:cubicBezTo>
                    <a:pt x="36348" y="40935"/>
                    <a:pt x="36549" y="40697"/>
                    <a:pt x="36750" y="40441"/>
                  </a:cubicBezTo>
                  <a:close/>
                  <a:moveTo>
                    <a:pt x="21655" y="1"/>
                  </a:moveTo>
                  <a:lnTo>
                    <a:pt x="21655" y="1"/>
                  </a:lnTo>
                  <a:cubicBezTo>
                    <a:pt x="21107" y="4496"/>
                    <a:pt x="21454" y="8937"/>
                    <a:pt x="22624" y="12774"/>
                  </a:cubicBezTo>
                  <a:cubicBezTo>
                    <a:pt x="23209" y="14675"/>
                    <a:pt x="23994" y="16429"/>
                    <a:pt x="24890" y="17982"/>
                  </a:cubicBezTo>
                  <a:cubicBezTo>
                    <a:pt x="25785" y="19518"/>
                    <a:pt x="26827" y="20833"/>
                    <a:pt x="27869" y="21948"/>
                  </a:cubicBezTo>
                  <a:cubicBezTo>
                    <a:pt x="28910" y="23044"/>
                    <a:pt x="29970" y="23922"/>
                    <a:pt x="30957" y="24616"/>
                  </a:cubicBezTo>
                  <a:cubicBezTo>
                    <a:pt x="31944" y="25310"/>
                    <a:pt x="32857" y="25822"/>
                    <a:pt x="33625" y="26169"/>
                  </a:cubicBezTo>
                  <a:cubicBezTo>
                    <a:pt x="33826" y="26261"/>
                    <a:pt x="34009" y="26352"/>
                    <a:pt x="34173" y="26425"/>
                  </a:cubicBezTo>
                  <a:cubicBezTo>
                    <a:pt x="34356" y="26498"/>
                    <a:pt x="34520" y="26553"/>
                    <a:pt x="34666" y="26626"/>
                  </a:cubicBezTo>
                  <a:cubicBezTo>
                    <a:pt x="34758" y="26663"/>
                    <a:pt x="34849" y="26699"/>
                    <a:pt x="34922" y="26717"/>
                  </a:cubicBezTo>
                  <a:cubicBezTo>
                    <a:pt x="34995" y="26772"/>
                    <a:pt x="35069" y="26827"/>
                    <a:pt x="35142" y="26864"/>
                  </a:cubicBezTo>
                  <a:cubicBezTo>
                    <a:pt x="35233" y="26918"/>
                    <a:pt x="35306" y="26973"/>
                    <a:pt x="35397" y="27028"/>
                  </a:cubicBezTo>
                  <a:cubicBezTo>
                    <a:pt x="33058" y="26882"/>
                    <a:pt x="29056" y="26133"/>
                    <a:pt x="25676" y="23154"/>
                  </a:cubicBezTo>
                  <a:cubicBezTo>
                    <a:pt x="25530" y="23026"/>
                    <a:pt x="25383" y="22898"/>
                    <a:pt x="25255" y="22770"/>
                  </a:cubicBezTo>
                  <a:cubicBezTo>
                    <a:pt x="21034" y="18750"/>
                    <a:pt x="19061" y="12244"/>
                    <a:pt x="19426" y="3400"/>
                  </a:cubicBezTo>
                  <a:lnTo>
                    <a:pt x="19134" y="3400"/>
                  </a:lnTo>
                  <a:cubicBezTo>
                    <a:pt x="18841" y="10527"/>
                    <a:pt x="20047" y="16173"/>
                    <a:pt x="22734" y="20230"/>
                  </a:cubicBezTo>
                  <a:cubicBezTo>
                    <a:pt x="23921" y="27448"/>
                    <a:pt x="31121" y="31852"/>
                    <a:pt x="32985" y="32894"/>
                  </a:cubicBezTo>
                  <a:cubicBezTo>
                    <a:pt x="32784" y="32912"/>
                    <a:pt x="32602" y="32931"/>
                    <a:pt x="32419" y="32949"/>
                  </a:cubicBezTo>
                  <a:cubicBezTo>
                    <a:pt x="32656" y="32894"/>
                    <a:pt x="32784" y="32858"/>
                    <a:pt x="32784" y="32857"/>
                  </a:cubicBezTo>
                  <a:lnTo>
                    <a:pt x="32784" y="32857"/>
                  </a:lnTo>
                  <a:cubicBezTo>
                    <a:pt x="32282" y="32924"/>
                    <a:pt x="31777" y="32956"/>
                    <a:pt x="31275" y="32956"/>
                  </a:cubicBezTo>
                  <a:cubicBezTo>
                    <a:pt x="30389" y="32956"/>
                    <a:pt x="29512" y="32855"/>
                    <a:pt x="28673" y="32656"/>
                  </a:cubicBezTo>
                  <a:cubicBezTo>
                    <a:pt x="27375" y="32328"/>
                    <a:pt x="26169" y="31798"/>
                    <a:pt x="25091" y="31140"/>
                  </a:cubicBezTo>
                  <a:cubicBezTo>
                    <a:pt x="23775" y="30317"/>
                    <a:pt x="22660" y="29331"/>
                    <a:pt x="21747" y="28326"/>
                  </a:cubicBezTo>
                  <a:cubicBezTo>
                    <a:pt x="21180" y="27686"/>
                    <a:pt x="20687" y="27046"/>
                    <a:pt x="20248" y="26443"/>
                  </a:cubicBezTo>
                  <a:cubicBezTo>
                    <a:pt x="19134" y="24799"/>
                    <a:pt x="18421" y="23318"/>
                    <a:pt x="17946" y="22277"/>
                  </a:cubicBezTo>
                  <a:cubicBezTo>
                    <a:pt x="17836" y="22058"/>
                    <a:pt x="17763" y="21857"/>
                    <a:pt x="17672" y="21674"/>
                  </a:cubicBezTo>
                  <a:cubicBezTo>
                    <a:pt x="17580" y="21436"/>
                    <a:pt x="17489" y="21217"/>
                    <a:pt x="17416" y="21053"/>
                  </a:cubicBezTo>
                  <a:cubicBezTo>
                    <a:pt x="17306" y="20779"/>
                    <a:pt x="17251" y="20632"/>
                    <a:pt x="17251" y="20632"/>
                  </a:cubicBezTo>
                  <a:lnTo>
                    <a:pt x="17251" y="20632"/>
                  </a:lnTo>
                  <a:cubicBezTo>
                    <a:pt x="17599" y="21802"/>
                    <a:pt x="18019" y="22935"/>
                    <a:pt x="18494" y="23995"/>
                  </a:cubicBezTo>
                  <a:cubicBezTo>
                    <a:pt x="19188" y="25530"/>
                    <a:pt x="20029" y="26918"/>
                    <a:pt x="20998" y="28106"/>
                  </a:cubicBezTo>
                  <a:cubicBezTo>
                    <a:pt x="21491" y="28728"/>
                    <a:pt x="22003" y="29276"/>
                    <a:pt x="22551" y="29787"/>
                  </a:cubicBezTo>
                  <a:cubicBezTo>
                    <a:pt x="23812" y="30939"/>
                    <a:pt x="25182" y="31779"/>
                    <a:pt x="26480" y="32309"/>
                  </a:cubicBezTo>
                  <a:cubicBezTo>
                    <a:pt x="27083" y="32547"/>
                    <a:pt x="27668" y="32730"/>
                    <a:pt x="28216" y="32857"/>
                  </a:cubicBezTo>
                  <a:cubicBezTo>
                    <a:pt x="28289" y="32876"/>
                    <a:pt x="28344" y="32876"/>
                    <a:pt x="28399" y="32894"/>
                  </a:cubicBezTo>
                  <a:cubicBezTo>
                    <a:pt x="28307" y="32876"/>
                    <a:pt x="28216" y="32876"/>
                    <a:pt x="28124" y="32857"/>
                  </a:cubicBezTo>
                  <a:cubicBezTo>
                    <a:pt x="23830" y="32273"/>
                    <a:pt x="20303" y="30135"/>
                    <a:pt x="17617" y="26443"/>
                  </a:cubicBezTo>
                  <a:cubicBezTo>
                    <a:pt x="12445" y="19371"/>
                    <a:pt x="12208" y="8937"/>
                    <a:pt x="12500" y="8316"/>
                  </a:cubicBezTo>
                  <a:lnTo>
                    <a:pt x="12226" y="8188"/>
                  </a:lnTo>
                  <a:lnTo>
                    <a:pt x="12226" y="8188"/>
                  </a:lnTo>
                  <a:cubicBezTo>
                    <a:pt x="11915" y="8864"/>
                    <a:pt x="12025" y="19298"/>
                    <a:pt x="17379" y="26626"/>
                  </a:cubicBezTo>
                  <a:cubicBezTo>
                    <a:pt x="17745" y="27138"/>
                    <a:pt x="18129" y="27613"/>
                    <a:pt x="18531" y="28051"/>
                  </a:cubicBezTo>
                  <a:cubicBezTo>
                    <a:pt x="19517" y="29367"/>
                    <a:pt x="20669" y="30573"/>
                    <a:pt x="21948" y="31597"/>
                  </a:cubicBezTo>
                  <a:cubicBezTo>
                    <a:pt x="23958" y="33223"/>
                    <a:pt x="26297" y="34484"/>
                    <a:pt x="27978" y="36421"/>
                  </a:cubicBezTo>
                  <a:cubicBezTo>
                    <a:pt x="28855" y="38248"/>
                    <a:pt x="29934" y="39984"/>
                    <a:pt x="31158" y="41611"/>
                  </a:cubicBezTo>
                  <a:cubicBezTo>
                    <a:pt x="30135" y="41921"/>
                    <a:pt x="29111" y="42141"/>
                    <a:pt x="28088" y="42269"/>
                  </a:cubicBezTo>
                  <a:cubicBezTo>
                    <a:pt x="27558" y="42329"/>
                    <a:pt x="27028" y="42365"/>
                    <a:pt x="26509" y="42365"/>
                  </a:cubicBezTo>
                  <a:cubicBezTo>
                    <a:pt x="26401" y="42365"/>
                    <a:pt x="26294" y="42363"/>
                    <a:pt x="26187" y="42360"/>
                  </a:cubicBezTo>
                  <a:cubicBezTo>
                    <a:pt x="25877" y="42360"/>
                    <a:pt x="25566" y="42342"/>
                    <a:pt x="25255" y="42287"/>
                  </a:cubicBezTo>
                  <a:cubicBezTo>
                    <a:pt x="25109" y="42269"/>
                    <a:pt x="24963" y="42250"/>
                    <a:pt x="24799" y="42232"/>
                  </a:cubicBezTo>
                  <a:cubicBezTo>
                    <a:pt x="24652" y="42195"/>
                    <a:pt x="24506" y="42177"/>
                    <a:pt x="24360" y="42141"/>
                  </a:cubicBezTo>
                  <a:cubicBezTo>
                    <a:pt x="23172" y="41903"/>
                    <a:pt x="22057" y="41446"/>
                    <a:pt x="21071" y="40880"/>
                  </a:cubicBezTo>
                  <a:cubicBezTo>
                    <a:pt x="20084" y="40313"/>
                    <a:pt x="19188" y="39637"/>
                    <a:pt x="18403" y="38924"/>
                  </a:cubicBezTo>
                  <a:cubicBezTo>
                    <a:pt x="16849" y="37481"/>
                    <a:pt x="15716" y="35836"/>
                    <a:pt x="14876" y="34283"/>
                  </a:cubicBezTo>
                  <a:cubicBezTo>
                    <a:pt x="14035" y="32711"/>
                    <a:pt x="13469" y="31213"/>
                    <a:pt x="13030" y="29897"/>
                  </a:cubicBezTo>
                  <a:cubicBezTo>
                    <a:pt x="12610" y="28581"/>
                    <a:pt x="12299" y="27430"/>
                    <a:pt x="12080" y="26498"/>
                  </a:cubicBezTo>
                  <a:cubicBezTo>
                    <a:pt x="11842" y="25566"/>
                    <a:pt x="11696" y="24854"/>
                    <a:pt x="11586" y="24378"/>
                  </a:cubicBezTo>
                  <a:cubicBezTo>
                    <a:pt x="11542" y="24178"/>
                    <a:pt x="11509" y="24019"/>
                    <a:pt x="11486" y="23902"/>
                  </a:cubicBezTo>
                  <a:lnTo>
                    <a:pt x="11486" y="23902"/>
                  </a:lnTo>
                  <a:cubicBezTo>
                    <a:pt x="11805" y="25643"/>
                    <a:pt x="12176" y="27367"/>
                    <a:pt x="12646" y="29075"/>
                  </a:cubicBezTo>
                  <a:cubicBezTo>
                    <a:pt x="13140" y="30847"/>
                    <a:pt x="13761" y="32583"/>
                    <a:pt x="14583" y="34210"/>
                  </a:cubicBezTo>
                  <a:cubicBezTo>
                    <a:pt x="15406" y="35818"/>
                    <a:pt x="16429" y="37335"/>
                    <a:pt x="17672" y="38614"/>
                  </a:cubicBezTo>
                  <a:cubicBezTo>
                    <a:pt x="18293" y="39272"/>
                    <a:pt x="18951" y="39856"/>
                    <a:pt x="19664" y="40386"/>
                  </a:cubicBezTo>
                  <a:cubicBezTo>
                    <a:pt x="20376" y="40898"/>
                    <a:pt x="21125" y="41355"/>
                    <a:pt x="21911" y="41720"/>
                  </a:cubicBezTo>
                  <a:cubicBezTo>
                    <a:pt x="22697" y="42086"/>
                    <a:pt x="23538" y="42360"/>
                    <a:pt x="24360" y="42543"/>
                  </a:cubicBezTo>
                  <a:cubicBezTo>
                    <a:pt x="25077" y="42683"/>
                    <a:pt x="25806" y="42770"/>
                    <a:pt x="26527" y="42770"/>
                  </a:cubicBezTo>
                  <a:cubicBezTo>
                    <a:pt x="26652" y="42770"/>
                    <a:pt x="26776" y="42767"/>
                    <a:pt x="26900" y="42762"/>
                  </a:cubicBezTo>
                  <a:cubicBezTo>
                    <a:pt x="28600" y="42725"/>
                    <a:pt x="30208" y="42360"/>
                    <a:pt x="31743" y="41885"/>
                  </a:cubicBezTo>
                  <a:cubicBezTo>
                    <a:pt x="33058" y="41483"/>
                    <a:pt x="34301" y="40935"/>
                    <a:pt x="35434" y="40277"/>
                  </a:cubicBezTo>
                  <a:lnTo>
                    <a:pt x="35434" y="40277"/>
                  </a:lnTo>
                  <a:cubicBezTo>
                    <a:pt x="34063" y="41501"/>
                    <a:pt x="32547" y="42561"/>
                    <a:pt x="30866" y="43310"/>
                  </a:cubicBezTo>
                  <a:cubicBezTo>
                    <a:pt x="29019" y="44144"/>
                    <a:pt x="26993" y="44617"/>
                    <a:pt x="24963" y="44617"/>
                  </a:cubicBezTo>
                  <a:cubicBezTo>
                    <a:pt x="24100" y="44617"/>
                    <a:pt x="23237" y="44532"/>
                    <a:pt x="22386" y="44352"/>
                  </a:cubicBezTo>
                  <a:lnTo>
                    <a:pt x="22386" y="44352"/>
                  </a:lnTo>
                  <a:cubicBezTo>
                    <a:pt x="23387" y="44604"/>
                    <a:pt x="24416" y="44723"/>
                    <a:pt x="25447" y="44723"/>
                  </a:cubicBezTo>
                  <a:cubicBezTo>
                    <a:pt x="27333" y="44723"/>
                    <a:pt x="29226" y="44323"/>
                    <a:pt x="30975" y="43603"/>
                  </a:cubicBezTo>
                  <a:cubicBezTo>
                    <a:pt x="32985" y="42780"/>
                    <a:pt x="34813" y="41574"/>
                    <a:pt x="36421" y="40112"/>
                  </a:cubicBezTo>
                  <a:lnTo>
                    <a:pt x="36439" y="40112"/>
                  </a:lnTo>
                  <a:cubicBezTo>
                    <a:pt x="35544" y="41209"/>
                    <a:pt x="34612" y="42195"/>
                    <a:pt x="33607" y="43054"/>
                  </a:cubicBezTo>
                  <a:cubicBezTo>
                    <a:pt x="32583" y="43932"/>
                    <a:pt x="31487" y="44662"/>
                    <a:pt x="30336" y="45192"/>
                  </a:cubicBezTo>
                  <a:cubicBezTo>
                    <a:pt x="29203" y="45722"/>
                    <a:pt x="28015" y="46088"/>
                    <a:pt x="26827" y="46289"/>
                  </a:cubicBezTo>
                  <a:cubicBezTo>
                    <a:pt x="26000" y="46430"/>
                    <a:pt x="25183" y="46494"/>
                    <a:pt x="24384" y="46494"/>
                  </a:cubicBezTo>
                  <a:cubicBezTo>
                    <a:pt x="22904" y="46494"/>
                    <a:pt x="21487" y="46273"/>
                    <a:pt x="20194" y="45905"/>
                  </a:cubicBezTo>
                  <a:cubicBezTo>
                    <a:pt x="18549" y="45448"/>
                    <a:pt x="17105" y="44736"/>
                    <a:pt x="15863" y="43932"/>
                  </a:cubicBezTo>
                  <a:cubicBezTo>
                    <a:pt x="15863" y="43895"/>
                    <a:pt x="15844" y="43858"/>
                    <a:pt x="15826" y="43840"/>
                  </a:cubicBezTo>
                  <a:cubicBezTo>
                    <a:pt x="15789" y="43804"/>
                    <a:pt x="15753" y="43785"/>
                    <a:pt x="15698" y="43749"/>
                  </a:cubicBezTo>
                  <a:cubicBezTo>
                    <a:pt x="15442" y="43584"/>
                    <a:pt x="15186" y="43420"/>
                    <a:pt x="14912" y="43274"/>
                  </a:cubicBezTo>
                  <a:cubicBezTo>
                    <a:pt x="13560" y="42287"/>
                    <a:pt x="12445" y="41264"/>
                    <a:pt x="11532" y="40313"/>
                  </a:cubicBezTo>
                  <a:cubicBezTo>
                    <a:pt x="10600" y="39345"/>
                    <a:pt x="9850" y="38431"/>
                    <a:pt x="9320" y="37645"/>
                  </a:cubicBezTo>
                  <a:cubicBezTo>
                    <a:pt x="9028" y="37262"/>
                    <a:pt x="8809" y="36914"/>
                    <a:pt x="8608" y="36604"/>
                  </a:cubicBezTo>
                  <a:cubicBezTo>
                    <a:pt x="8425" y="36293"/>
                    <a:pt x="8261" y="36037"/>
                    <a:pt x="8151" y="35818"/>
                  </a:cubicBezTo>
                  <a:cubicBezTo>
                    <a:pt x="7932" y="35379"/>
                    <a:pt x="7804" y="35160"/>
                    <a:pt x="7804" y="35160"/>
                  </a:cubicBezTo>
                  <a:lnTo>
                    <a:pt x="7804" y="35160"/>
                  </a:lnTo>
                  <a:cubicBezTo>
                    <a:pt x="8206" y="36001"/>
                    <a:pt x="8663" y="36805"/>
                    <a:pt x="9174" y="37572"/>
                  </a:cubicBezTo>
                  <a:cubicBezTo>
                    <a:pt x="9686" y="38340"/>
                    <a:pt x="10252" y="39052"/>
                    <a:pt x="10837" y="39747"/>
                  </a:cubicBezTo>
                  <a:cubicBezTo>
                    <a:pt x="11934" y="40989"/>
                    <a:pt x="13121" y="42141"/>
                    <a:pt x="14401" y="43146"/>
                  </a:cubicBezTo>
                  <a:cubicBezTo>
                    <a:pt x="13871" y="46435"/>
                    <a:pt x="12646" y="49615"/>
                    <a:pt x="10856" y="52411"/>
                  </a:cubicBezTo>
                  <a:cubicBezTo>
                    <a:pt x="8827" y="54823"/>
                    <a:pt x="6397" y="56906"/>
                    <a:pt x="3674" y="58514"/>
                  </a:cubicBezTo>
                  <a:cubicBezTo>
                    <a:pt x="9247" y="55462"/>
                    <a:pt x="13779" y="50437"/>
                    <a:pt x="16301" y="44480"/>
                  </a:cubicBezTo>
                  <a:cubicBezTo>
                    <a:pt x="16484" y="44589"/>
                    <a:pt x="16648" y="44699"/>
                    <a:pt x="16813" y="44790"/>
                  </a:cubicBezTo>
                  <a:lnTo>
                    <a:pt x="16667" y="44717"/>
                  </a:lnTo>
                  <a:cubicBezTo>
                    <a:pt x="15278" y="48244"/>
                    <a:pt x="13249" y="51533"/>
                    <a:pt x="10691" y="54366"/>
                  </a:cubicBezTo>
                  <a:cubicBezTo>
                    <a:pt x="13377" y="51698"/>
                    <a:pt x="15607" y="48518"/>
                    <a:pt x="17215" y="45010"/>
                  </a:cubicBezTo>
                  <a:cubicBezTo>
                    <a:pt x="17928" y="45393"/>
                    <a:pt x="18658" y="45722"/>
                    <a:pt x="19408" y="45978"/>
                  </a:cubicBezTo>
                  <a:cubicBezTo>
                    <a:pt x="19609" y="46051"/>
                    <a:pt x="19810" y="46124"/>
                    <a:pt x="20011" y="46179"/>
                  </a:cubicBezTo>
                  <a:cubicBezTo>
                    <a:pt x="17288" y="52849"/>
                    <a:pt x="11422" y="58203"/>
                    <a:pt x="4460" y="60177"/>
                  </a:cubicBezTo>
                  <a:cubicBezTo>
                    <a:pt x="11495" y="58386"/>
                    <a:pt x="17635" y="53160"/>
                    <a:pt x="20614" y="46344"/>
                  </a:cubicBezTo>
                  <a:cubicBezTo>
                    <a:pt x="21052" y="46453"/>
                    <a:pt x="21491" y="46545"/>
                    <a:pt x="21911" y="46618"/>
                  </a:cubicBezTo>
                  <a:cubicBezTo>
                    <a:pt x="22057" y="46654"/>
                    <a:pt x="22204" y="46673"/>
                    <a:pt x="22332" y="46691"/>
                  </a:cubicBezTo>
                  <a:cubicBezTo>
                    <a:pt x="21436" y="48573"/>
                    <a:pt x="20431" y="50309"/>
                    <a:pt x="19353" y="51881"/>
                  </a:cubicBezTo>
                  <a:lnTo>
                    <a:pt x="19335" y="51862"/>
                  </a:lnTo>
                  <a:lnTo>
                    <a:pt x="19115" y="52082"/>
                  </a:lnTo>
                  <a:lnTo>
                    <a:pt x="19170" y="52137"/>
                  </a:lnTo>
                  <a:cubicBezTo>
                    <a:pt x="16064" y="56577"/>
                    <a:pt x="12244" y="59684"/>
                    <a:pt x="7767" y="61475"/>
                  </a:cubicBezTo>
                  <a:lnTo>
                    <a:pt x="7767" y="61456"/>
                  </a:lnTo>
                  <a:cubicBezTo>
                    <a:pt x="6963" y="61749"/>
                    <a:pt x="6269" y="61986"/>
                    <a:pt x="5629" y="62205"/>
                  </a:cubicBezTo>
                  <a:cubicBezTo>
                    <a:pt x="5611" y="62224"/>
                    <a:pt x="5611" y="62224"/>
                    <a:pt x="5593" y="62224"/>
                  </a:cubicBezTo>
                  <a:cubicBezTo>
                    <a:pt x="3820" y="62735"/>
                    <a:pt x="1956" y="63064"/>
                    <a:pt x="1" y="63192"/>
                  </a:cubicBezTo>
                  <a:lnTo>
                    <a:pt x="1" y="63503"/>
                  </a:lnTo>
                  <a:cubicBezTo>
                    <a:pt x="1042" y="63430"/>
                    <a:pt x="2066" y="63302"/>
                    <a:pt x="3071" y="63137"/>
                  </a:cubicBezTo>
                  <a:lnTo>
                    <a:pt x="3071" y="63137"/>
                  </a:lnTo>
                  <a:cubicBezTo>
                    <a:pt x="2011" y="63521"/>
                    <a:pt x="1097" y="63942"/>
                    <a:pt x="1" y="64526"/>
                  </a:cubicBezTo>
                  <a:lnTo>
                    <a:pt x="1" y="64873"/>
                  </a:lnTo>
                  <a:cubicBezTo>
                    <a:pt x="1901" y="63832"/>
                    <a:pt x="3272" y="63357"/>
                    <a:pt x="5629" y="62534"/>
                  </a:cubicBezTo>
                  <a:cubicBezTo>
                    <a:pt x="9430" y="61438"/>
                    <a:pt x="12829" y="59483"/>
                    <a:pt x="15771" y="56687"/>
                  </a:cubicBezTo>
                  <a:cubicBezTo>
                    <a:pt x="17233" y="55298"/>
                    <a:pt x="18439" y="53818"/>
                    <a:pt x="19426" y="52411"/>
                  </a:cubicBezTo>
                  <a:lnTo>
                    <a:pt x="19463" y="52465"/>
                  </a:lnTo>
                  <a:cubicBezTo>
                    <a:pt x="20650" y="53745"/>
                    <a:pt x="20669" y="53763"/>
                    <a:pt x="21601" y="54348"/>
                  </a:cubicBezTo>
                  <a:cubicBezTo>
                    <a:pt x="21783" y="54457"/>
                    <a:pt x="22003" y="54585"/>
                    <a:pt x="22295" y="54768"/>
                  </a:cubicBezTo>
                  <a:cubicBezTo>
                    <a:pt x="24835" y="56376"/>
                    <a:pt x="27613" y="57564"/>
                    <a:pt x="30445" y="58532"/>
                  </a:cubicBezTo>
                  <a:cubicBezTo>
                    <a:pt x="25347" y="62991"/>
                    <a:pt x="18622" y="63265"/>
                    <a:pt x="18549" y="63265"/>
                  </a:cubicBezTo>
                  <a:cubicBezTo>
                    <a:pt x="17763" y="63338"/>
                    <a:pt x="16959" y="63539"/>
                    <a:pt x="16100" y="63832"/>
                  </a:cubicBezTo>
                  <a:cubicBezTo>
                    <a:pt x="15515" y="64051"/>
                    <a:pt x="14912" y="64307"/>
                    <a:pt x="14291" y="64618"/>
                  </a:cubicBezTo>
                  <a:cubicBezTo>
                    <a:pt x="9887" y="66811"/>
                    <a:pt x="4789" y="71416"/>
                    <a:pt x="1" y="76496"/>
                  </a:cubicBezTo>
                  <a:lnTo>
                    <a:pt x="1" y="76989"/>
                  </a:lnTo>
                  <a:cubicBezTo>
                    <a:pt x="3747" y="73024"/>
                    <a:pt x="7676" y="69314"/>
                    <a:pt x="11312" y="66792"/>
                  </a:cubicBezTo>
                  <a:cubicBezTo>
                    <a:pt x="12062" y="66262"/>
                    <a:pt x="12811" y="65805"/>
                    <a:pt x="13542" y="65385"/>
                  </a:cubicBezTo>
                  <a:cubicBezTo>
                    <a:pt x="15882" y="64076"/>
                    <a:pt x="17754" y="63585"/>
                    <a:pt x="19405" y="63585"/>
                  </a:cubicBezTo>
                  <a:cubicBezTo>
                    <a:pt x="21234" y="63585"/>
                    <a:pt x="22792" y="64188"/>
                    <a:pt x="24415" y="64947"/>
                  </a:cubicBezTo>
                  <a:cubicBezTo>
                    <a:pt x="28033" y="66628"/>
                    <a:pt x="30811" y="70264"/>
                    <a:pt x="31871" y="74705"/>
                  </a:cubicBezTo>
                  <a:cubicBezTo>
                    <a:pt x="32126" y="75746"/>
                    <a:pt x="32291" y="76825"/>
                    <a:pt x="32364" y="77921"/>
                  </a:cubicBezTo>
                  <a:cubicBezTo>
                    <a:pt x="32382" y="78287"/>
                    <a:pt x="32401" y="78652"/>
                    <a:pt x="32401" y="79018"/>
                  </a:cubicBezTo>
                  <a:lnTo>
                    <a:pt x="32711" y="79018"/>
                  </a:lnTo>
                  <a:cubicBezTo>
                    <a:pt x="32693" y="77738"/>
                    <a:pt x="32565" y="76477"/>
                    <a:pt x="32309" y="75271"/>
                  </a:cubicBezTo>
                  <a:cubicBezTo>
                    <a:pt x="32273" y="75052"/>
                    <a:pt x="32218" y="74833"/>
                    <a:pt x="32163" y="74632"/>
                  </a:cubicBezTo>
                  <a:cubicBezTo>
                    <a:pt x="31633" y="72421"/>
                    <a:pt x="30683" y="70410"/>
                    <a:pt x="29422" y="68711"/>
                  </a:cubicBezTo>
                  <a:cubicBezTo>
                    <a:pt x="28307" y="67213"/>
                    <a:pt x="26937" y="65988"/>
                    <a:pt x="25383" y="65111"/>
                  </a:cubicBezTo>
                  <a:cubicBezTo>
                    <a:pt x="25109" y="64947"/>
                    <a:pt x="24835" y="64800"/>
                    <a:pt x="24543" y="64654"/>
                  </a:cubicBezTo>
                  <a:cubicBezTo>
                    <a:pt x="23976" y="64398"/>
                    <a:pt x="23391" y="64143"/>
                    <a:pt x="22825" y="63942"/>
                  </a:cubicBezTo>
                  <a:cubicBezTo>
                    <a:pt x="22350" y="63759"/>
                    <a:pt x="21856" y="63613"/>
                    <a:pt x="21363" y="63485"/>
                  </a:cubicBezTo>
                  <a:cubicBezTo>
                    <a:pt x="21125" y="63430"/>
                    <a:pt x="20888" y="63393"/>
                    <a:pt x="20632" y="63357"/>
                  </a:cubicBezTo>
                  <a:lnTo>
                    <a:pt x="20541" y="63338"/>
                  </a:lnTo>
                  <a:cubicBezTo>
                    <a:pt x="20961" y="63284"/>
                    <a:pt x="21436" y="63174"/>
                    <a:pt x="21948" y="63064"/>
                  </a:cubicBezTo>
                  <a:cubicBezTo>
                    <a:pt x="23519" y="62699"/>
                    <a:pt x="25475" y="62059"/>
                    <a:pt x="27430" y="60999"/>
                  </a:cubicBezTo>
                  <a:cubicBezTo>
                    <a:pt x="27631" y="61127"/>
                    <a:pt x="28289" y="61548"/>
                    <a:pt x="29257" y="62297"/>
                  </a:cubicBezTo>
                  <a:cubicBezTo>
                    <a:pt x="29294" y="62333"/>
                    <a:pt x="29349" y="62370"/>
                    <a:pt x="29404" y="62425"/>
                  </a:cubicBezTo>
                  <a:cubicBezTo>
                    <a:pt x="29477" y="62480"/>
                    <a:pt x="29532" y="62516"/>
                    <a:pt x="29605" y="62571"/>
                  </a:cubicBezTo>
                  <a:cubicBezTo>
                    <a:pt x="31322" y="63942"/>
                    <a:pt x="33808" y="66207"/>
                    <a:pt x="36348" y="69442"/>
                  </a:cubicBezTo>
                  <a:cubicBezTo>
                    <a:pt x="37938" y="71489"/>
                    <a:pt x="39546" y="73919"/>
                    <a:pt x="40989" y="76770"/>
                  </a:cubicBezTo>
                  <a:cubicBezTo>
                    <a:pt x="41391" y="77574"/>
                    <a:pt x="41866" y="78323"/>
                    <a:pt x="42433" y="79036"/>
                  </a:cubicBezTo>
                  <a:lnTo>
                    <a:pt x="42817" y="79036"/>
                  </a:lnTo>
                  <a:cubicBezTo>
                    <a:pt x="42744" y="78944"/>
                    <a:pt x="42670" y="78853"/>
                    <a:pt x="42616" y="78762"/>
                  </a:cubicBezTo>
                  <a:cubicBezTo>
                    <a:pt x="42086" y="78104"/>
                    <a:pt x="41629" y="77391"/>
                    <a:pt x="41263" y="76642"/>
                  </a:cubicBezTo>
                  <a:cubicBezTo>
                    <a:pt x="40825" y="75801"/>
                    <a:pt x="40386" y="74997"/>
                    <a:pt x="39948" y="74230"/>
                  </a:cubicBezTo>
                  <a:cubicBezTo>
                    <a:pt x="35726" y="67012"/>
                    <a:pt x="30628" y="62882"/>
                    <a:pt x="28508" y="61365"/>
                  </a:cubicBezTo>
                  <a:cubicBezTo>
                    <a:pt x="29586" y="60433"/>
                    <a:pt x="31067" y="59793"/>
                    <a:pt x="32474" y="59757"/>
                  </a:cubicBezTo>
                  <a:cubicBezTo>
                    <a:pt x="32577" y="59753"/>
                    <a:pt x="32680" y="59751"/>
                    <a:pt x="32783" y="59751"/>
                  </a:cubicBezTo>
                  <a:cubicBezTo>
                    <a:pt x="33666" y="59751"/>
                    <a:pt x="34548" y="59885"/>
                    <a:pt x="35416" y="60049"/>
                  </a:cubicBezTo>
                  <a:cubicBezTo>
                    <a:pt x="36567" y="60360"/>
                    <a:pt x="37737" y="60670"/>
                    <a:pt x="38870" y="60963"/>
                  </a:cubicBezTo>
                  <a:cubicBezTo>
                    <a:pt x="43529" y="62187"/>
                    <a:pt x="48354" y="63448"/>
                    <a:pt x="52721" y="65623"/>
                  </a:cubicBezTo>
                  <a:cubicBezTo>
                    <a:pt x="54311" y="66427"/>
                    <a:pt x="56303" y="67578"/>
                    <a:pt x="57454" y="69405"/>
                  </a:cubicBezTo>
                  <a:cubicBezTo>
                    <a:pt x="57692" y="69771"/>
                    <a:pt x="57893" y="70191"/>
                    <a:pt x="58057" y="70648"/>
                  </a:cubicBezTo>
                  <a:lnTo>
                    <a:pt x="58057" y="69881"/>
                  </a:lnTo>
                  <a:cubicBezTo>
                    <a:pt x="57948" y="69661"/>
                    <a:pt x="57838" y="69442"/>
                    <a:pt x="57710" y="69241"/>
                  </a:cubicBezTo>
                  <a:cubicBezTo>
                    <a:pt x="56774" y="67748"/>
                    <a:pt x="55307" y="66697"/>
                    <a:pt x="53937" y="65915"/>
                  </a:cubicBezTo>
                  <a:lnTo>
                    <a:pt x="53937" y="65915"/>
                  </a:lnTo>
                  <a:cubicBezTo>
                    <a:pt x="54134" y="66024"/>
                    <a:pt x="54329" y="66109"/>
                    <a:pt x="54494" y="66207"/>
                  </a:cubicBezTo>
                  <a:cubicBezTo>
                    <a:pt x="54695" y="66335"/>
                    <a:pt x="54896" y="66445"/>
                    <a:pt x="55079" y="66536"/>
                  </a:cubicBezTo>
                  <a:cubicBezTo>
                    <a:pt x="55243" y="66646"/>
                    <a:pt x="55407" y="66737"/>
                    <a:pt x="55572" y="66829"/>
                  </a:cubicBezTo>
                  <a:cubicBezTo>
                    <a:pt x="55718" y="66920"/>
                    <a:pt x="55846" y="67012"/>
                    <a:pt x="55974" y="67085"/>
                  </a:cubicBezTo>
                  <a:cubicBezTo>
                    <a:pt x="56449" y="67395"/>
                    <a:pt x="56687" y="67560"/>
                    <a:pt x="56687" y="67560"/>
                  </a:cubicBezTo>
                  <a:cubicBezTo>
                    <a:pt x="55590" y="66737"/>
                    <a:pt x="54439" y="66006"/>
                    <a:pt x="53251" y="65367"/>
                  </a:cubicBezTo>
                  <a:cubicBezTo>
                    <a:pt x="52063" y="64746"/>
                    <a:pt x="50839" y="64197"/>
                    <a:pt x="49633" y="63704"/>
                  </a:cubicBezTo>
                  <a:cubicBezTo>
                    <a:pt x="47202" y="62754"/>
                    <a:pt x="44772" y="62004"/>
                    <a:pt x="42488" y="61274"/>
                  </a:cubicBezTo>
                  <a:cubicBezTo>
                    <a:pt x="40185" y="60561"/>
                    <a:pt x="38011" y="59848"/>
                    <a:pt x="36037" y="59044"/>
                  </a:cubicBezTo>
                  <a:cubicBezTo>
                    <a:pt x="34045" y="58240"/>
                    <a:pt x="32236" y="57363"/>
                    <a:pt x="30628" y="56486"/>
                  </a:cubicBezTo>
                  <a:cubicBezTo>
                    <a:pt x="27412" y="54731"/>
                    <a:pt x="24981" y="52977"/>
                    <a:pt x="23355" y="51698"/>
                  </a:cubicBezTo>
                  <a:cubicBezTo>
                    <a:pt x="22533" y="51058"/>
                    <a:pt x="21930" y="50528"/>
                    <a:pt x="21509" y="50181"/>
                  </a:cubicBezTo>
                  <a:cubicBezTo>
                    <a:pt x="21326" y="50035"/>
                    <a:pt x="21180" y="49907"/>
                    <a:pt x="21089" y="49816"/>
                  </a:cubicBezTo>
                  <a:cubicBezTo>
                    <a:pt x="21217" y="49596"/>
                    <a:pt x="21326" y="49377"/>
                    <a:pt x="21436" y="49176"/>
                  </a:cubicBezTo>
                  <a:cubicBezTo>
                    <a:pt x="24579" y="48482"/>
                    <a:pt x="27722" y="47586"/>
                    <a:pt x="30537" y="46033"/>
                  </a:cubicBezTo>
                  <a:cubicBezTo>
                    <a:pt x="30683" y="45942"/>
                    <a:pt x="30829" y="45869"/>
                    <a:pt x="30975" y="45777"/>
                  </a:cubicBezTo>
                  <a:cubicBezTo>
                    <a:pt x="34539" y="49834"/>
                    <a:pt x="38522" y="53343"/>
                    <a:pt x="42524" y="56157"/>
                  </a:cubicBezTo>
                  <a:cubicBezTo>
                    <a:pt x="46636" y="59154"/>
                    <a:pt x="50912" y="61054"/>
                    <a:pt x="53964" y="63521"/>
                  </a:cubicBezTo>
                  <a:cubicBezTo>
                    <a:pt x="55481" y="64746"/>
                    <a:pt x="56705" y="66080"/>
                    <a:pt x="57564" y="67395"/>
                  </a:cubicBezTo>
                  <a:cubicBezTo>
                    <a:pt x="57747" y="67688"/>
                    <a:pt x="57911" y="67962"/>
                    <a:pt x="58075" y="68236"/>
                  </a:cubicBezTo>
                  <a:lnTo>
                    <a:pt x="58075" y="67724"/>
                  </a:lnTo>
                  <a:cubicBezTo>
                    <a:pt x="57838" y="67304"/>
                    <a:pt x="57564" y="66884"/>
                    <a:pt x="57290" y="66482"/>
                  </a:cubicBezTo>
                  <a:cubicBezTo>
                    <a:pt x="55663" y="64197"/>
                    <a:pt x="53470" y="62534"/>
                    <a:pt x="51314" y="61146"/>
                  </a:cubicBezTo>
                  <a:cubicBezTo>
                    <a:pt x="49158" y="59775"/>
                    <a:pt x="47038" y="58624"/>
                    <a:pt x="45137" y="57381"/>
                  </a:cubicBezTo>
                  <a:cubicBezTo>
                    <a:pt x="43219" y="56175"/>
                    <a:pt x="41483" y="54951"/>
                    <a:pt x="39948" y="53763"/>
                  </a:cubicBezTo>
                  <a:cubicBezTo>
                    <a:pt x="36859" y="51406"/>
                    <a:pt x="34539" y="49268"/>
                    <a:pt x="32967" y="47733"/>
                  </a:cubicBezTo>
                  <a:cubicBezTo>
                    <a:pt x="32565" y="47349"/>
                    <a:pt x="32218" y="47002"/>
                    <a:pt x="31925" y="46709"/>
                  </a:cubicBezTo>
                  <a:cubicBezTo>
                    <a:pt x="31633" y="46399"/>
                    <a:pt x="31377" y="46143"/>
                    <a:pt x="31176" y="45942"/>
                  </a:cubicBezTo>
                  <a:cubicBezTo>
                    <a:pt x="31121" y="45869"/>
                    <a:pt x="31067" y="45814"/>
                    <a:pt x="31012" y="45759"/>
                  </a:cubicBezTo>
                  <a:cubicBezTo>
                    <a:pt x="31706" y="45357"/>
                    <a:pt x="32382" y="44882"/>
                    <a:pt x="33040" y="44388"/>
                  </a:cubicBezTo>
                  <a:cubicBezTo>
                    <a:pt x="36494" y="48463"/>
                    <a:pt x="40971" y="51387"/>
                    <a:pt x="45302" y="54220"/>
                  </a:cubicBezTo>
                  <a:cubicBezTo>
                    <a:pt x="46216" y="54805"/>
                    <a:pt x="47148" y="55408"/>
                    <a:pt x="48061" y="56029"/>
                  </a:cubicBezTo>
                  <a:lnTo>
                    <a:pt x="48043" y="56102"/>
                  </a:lnTo>
                  <a:cubicBezTo>
                    <a:pt x="48098" y="56102"/>
                    <a:pt x="48134" y="56102"/>
                    <a:pt x="48189" y="56120"/>
                  </a:cubicBezTo>
                  <a:cubicBezTo>
                    <a:pt x="50839" y="57893"/>
                    <a:pt x="53452" y="59793"/>
                    <a:pt x="55755" y="62059"/>
                  </a:cubicBezTo>
                  <a:cubicBezTo>
                    <a:pt x="56467" y="62754"/>
                    <a:pt x="57326" y="63649"/>
                    <a:pt x="58075" y="64709"/>
                  </a:cubicBezTo>
                  <a:lnTo>
                    <a:pt x="58075" y="64197"/>
                  </a:lnTo>
                  <a:cubicBezTo>
                    <a:pt x="57856" y="63923"/>
                    <a:pt x="57637" y="63631"/>
                    <a:pt x="57418" y="63375"/>
                  </a:cubicBezTo>
                  <a:cubicBezTo>
                    <a:pt x="56924" y="62790"/>
                    <a:pt x="56413" y="62279"/>
                    <a:pt x="55974" y="61840"/>
                  </a:cubicBezTo>
                  <a:cubicBezTo>
                    <a:pt x="53781" y="59702"/>
                    <a:pt x="51332" y="57875"/>
                    <a:pt x="48829" y="56175"/>
                  </a:cubicBezTo>
                  <a:lnTo>
                    <a:pt x="48829" y="56175"/>
                  </a:lnTo>
                  <a:cubicBezTo>
                    <a:pt x="52283" y="56668"/>
                    <a:pt x="55481" y="59044"/>
                    <a:pt x="56942" y="62260"/>
                  </a:cubicBezTo>
                  <a:lnTo>
                    <a:pt x="57125" y="62644"/>
                  </a:lnTo>
                  <a:lnTo>
                    <a:pt x="57491" y="63448"/>
                  </a:lnTo>
                  <a:lnTo>
                    <a:pt x="57491" y="63448"/>
                  </a:lnTo>
                  <a:lnTo>
                    <a:pt x="57399" y="63046"/>
                  </a:lnTo>
                  <a:lnTo>
                    <a:pt x="57235" y="62169"/>
                  </a:lnTo>
                  <a:cubicBezTo>
                    <a:pt x="56961" y="60853"/>
                    <a:pt x="56486" y="59647"/>
                    <a:pt x="55828" y="58532"/>
                  </a:cubicBezTo>
                  <a:cubicBezTo>
                    <a:pt x="55444" y="57875"/>
                    <a:pt x="55024" y="57253"/>
                    <a:pt x="54549" y="56668"/>
                  </a:cubicBezTo>
                  <a:cubicBezTo>
                    <a:pt x="53068" y="54805"/>
                    <a:pt x="51186" y="53215"/>
                    <a:pt x="49359" y="51826"/>
                  </a:cubicBezTo>
                  <a:cubicBezTo>
                    <a:pt x="49359" y="51822"/>
                    <a:pt x="49358" y="51819"/>
                    <a:pt x="49357" y="51817"/>
                  </a:cubicBezTo>
                  <a:lnTo>
                    <a:pt x="49357" y="51817"/>
                  </a:lnTo>
                  <a:cubicBezTo>
                    <a:pt x="49516" y="51906"/>
                    <a:pt x="49675" y="52012"/>
                    <a:pt x="49834" y="52100"/>
                  </a:cubicBezTo>
                  <a:cubicBezTo>
                    <a:pt x="50126" y="52283"/>
                    <a:pt x="50437" y="52447"/>
                    <a:pt x="50766" y="52539"/>
                  </a:cubicBezTo>
                  <a:cubicBezTo>
                    <a:pt x="51001" y="52604"/>
                    <a:pt x="51245" y="52613"/>
                    <a:pt x="51499" y="52613"/>
                  </a:cubicBezTo>
                  <a:cubicBezTo>
                    <a:pt x="51600" y="52613"/>
                    <a:pt x="51703" y="52612"/>
                    <a:pt x="51807" y="52612"/>
                  </a:cubicBezTo>
                  <a:lnTo>
                    <a:pt x="56815" y="52447"/>
                  </a:lnTo>
                  <a:cubicBezTo>
                    <a:pt x="56997" y="52465"/>
                    <a:pt x="57162" y="52465"/>
                    <a:pt x="57344" y="52484"/>
                  </a:cubicBezTo>
                  <a:cubicBezTo>
                    <a:pt x="57399" y="52484"/>
                    <a:pt x="57454" y="52502"/>
                    <a:pt x="57527" y="52502"/>
                  </a:cubicBezTo>
                  <a:cubicBezTo>
                    <a:pt x="57728" y="52520"/>
                    <a:pt x="57893" y="52539"/>
                    <a:pt x="58075" y="52539"/>
                  </a:cubicBezTo>
                  <a:lnTo>
                    <a:pt x="58075" y="52173"/>
                  </a:lnTo>
                  <a:cubicBezTo>
                    <a:pt x="57978" y="52176"/>
                    <a:pt x="57879" y="52178"/>
                    <a:pt x="57777" y="52178"/>
                  </a:cubicBezTo>
                  <a:cubicBezTo>
                    <a:pt x="55674" y="52178"/>
                    <a:pt x="52733" y="51445"/>
                    <a:pt x="49176" y="49615"/>
                  </a:cubicBezTo>
                  <a:cubicBezTo>
                    <a:pt x="47952" y="48975"/>
                    <a:pt x="46545" y="48153"/>
                    <a:pt x="44991" y="47075"/>
                  </a:cubicBezTo>
                  <a:cubicBezTo>
                    <a:pt x="43730" y="46179"/>
                    <a:pt x="42506" y="45229"/>
                    <a:pt x="41318" y="44279"/>
                  </a:cubicBezTo>
                  <a:cubicBezTo>
                    <a:pt x="39911" y="43109"/>
                    <a:pt x="38449" y="41775"/>
                    <a:pt x="36951" y="40222"/>
                  </a:cubicBezTo>
                  <a:cubicBezTo>
                    <a:pt x="37846" y="39107"/>
                    <a:pt x="38668" y="37974"/>
                    <a:pt x="39436" y="36859"/>
                  </a:cubicBezTo>
                  <a:lnTo>
                    <a:pt x="39071" y="36604"/>
                  </a:lnTo>
                  <a:cubicBezTo>
                    <a:pt x="38668" y="37134"/>
                    <a:pt x="38193" y="37627"/>
                    <a:pt x="37718" y="38084"/>
                  </a:cubicBezTo>
                  <a:lnTo>
                    <a:pt x="37645" y="38011"/>
                  </a:lnTo>
                  <a:cubicBezTo>
                    <a:pt x="37481" y="38193"/>
                    <a:pt x="37334" y="38376"/>
                    <a:pt x="37170" y="38559"/>
                  </a:cubicBezTo>
                  <a:cubicBezTo>
                    <a:pt x="36859" y="38815"/>
                    <a:pt x="36530" y="39071"/>
                    <a:pt x="36183" y="39308"/>
                  </a:cubicBezTo>
                  <a:cubicBezTo>
                    <a:pt x="36165" y="39308"/>
                    <a:pt x="36147" y="39326"/>
                    <a:pt x="36110" y="39345"/>
                  </a:cubicBezTo>
                  <a:cubicBezTo>
                    <a:pt x="34740" y="37883"/>
                    <a:pt x="33314" y="36220"/>
                    <a:pt x="31889" y="34393"/>
                  </a:cubicBezTo>
                  <a:cubicBezTo>
                    <a:pt x="31615" y="34045"/>
                    <a:pt x="31341" y="33680"/>
                    <a:pt x="31067" y="33314"/>
                  </a:cubicBezTo>
                  <a:lnTo>
                    <a:pt x="31213" y="33314"/>
                  </a:lnTo>
                  <a:cubicBezTo>
                    <a:pt x="31907" y="33296"/>
                    <a:pt x="32602" y="33241"/>
                    <a:pt x="33332" y="33168"/>
                  </a:cubicBezTo>
                  <a:cubicBezTo>
                    <a:pt x="33387" y="33150"/>
                    <a:pt x="33442" y="33150"/>
                    <a:pt x="33497" y="33132"/>
                  </a:cubicBezTo>
                  <a:lnTo>
                    <a:pt x="34009" y="33077"/>
                  </a:lnTo>
                  <a:lnTo>
                    <a:pt x="33552" y="32857"/>
                  </a:lnTo>
                  <a:cubicBezTo>
                    <a:pt x="33534" y="32839"/>
                    <a:pt x="33406" y="32784"/>
                    <a:pt x="33186" y="32656"/>
                  </a:cubicBezTo>
                  <a:cubicBezTo>
                    <a:pt x="31542" y="31761"/>
                    <a:pt x="25000" y="27832"/>
                    <a:pt x="23282" y="21363"/>
                  </a:cubicBezTo>
                  <a:lnTo>
                    <a:pt x="23282" y="21363"/>
                  </a:lnTo>
                  <a:cubicBezTo>
                    <a:pt x="24086" y="23556"/>
                    <a:pt x="26096" y="25182"/>
                    <a:pt x="28289" y="26023"/>
                  </a:cubicBezTo>
                  <a:cubicBezTo>
                    <a:pt x="29769" y="26608"/>
                    <a:pt x="31341" y="26864"/>
                    <a:pt x="32930" y="27010"/>
                  </a:cubicBezTo>
                  <a:cubicBezTo>
                    <a:pt x="34045" y="27229"/>
                    <a:pt x="35050" y="27339"/>
                    <a:pt x="35818" y="27357"/>
                  </a:cubicBezTo>
                  <a:cubicBezTo>
                    <a:pt x="36074" y="27375"/>
                    <a:pt x="36293" y="27375"/>
                    <a:pt x="36494" y="27375"/>
                  </a:cubicBezTo>
                  <a:cubicBezTo>
                    <a:pt x="37079" y="27375"/>
                    <a:pt x="37426" y="27339"/>
                    <a:pt x="37444" y="27339"/>
                  </a:cubicBezTo>
                  <a:lnTo>
                    <a:pt x="37426" y="27046"/>
                  </a:lnTo>
                  <a:cubicBezTo>
                    <a:pt x="37243" y="27028"/>
                    <a:pt x="37060" y="26992"/>
                    <a:pt x="36896" y="26973"/>
                  </a:cubicBezTo>
                  <a:cubicBezTo>
                    <a:pt x="36731" y="26937"/>
                    <a:pt x="36585" y="26918"/>
                    <a:pt x="36421" y="26882"/>
                  </a:cubicBezTo>
                  <a:lnTo>
                    <a:pt x="36202" y="26827"/>
                  </a:lnTo>
                  <a:lnTo>
                    <a:pt x="36220" y="26791"/>
                  </a:lnTo>
                  <a:cubicBezTo>
                    <a:pt x="34813" y="26041"/>
                    <a:pt x="33552" y="25018"/>
                    <a:pt x="32474" y="23830"/>
                  </a:cubicBezTo>
                  <a:cubicBezTo>
                    <a:pt x="32455" y="23812"/>
                    <a:pt x="32437" y="23794"/>
                    <a:pt x="32419" y="23775"/>
                  </a:cubicBezTo>
                  <a:cubicBezTo>
                    <a:pt x="32327" y="23574"/>
                    <a:pt x="32218" y="23373"/>
                    <a:pt x="32126" y="23154"/>
                  </a:cubicBezTo>
                  <a:cubicBezTo>
                    <a:pt x="32072" y="23008"/>
                    <a:pt x="32017" y="22880"/>
                    <a:pt x="31962" y="22752"/>
                  </a:cubicBezTo>
                  <a:cubicBezTo>
                    <a:pt x="31834" y="22387"/>
                    <a:pt x="31724" y="22003"/>
                    <a:pt x="31633" y="21601"/>
                  </a:cubicBezTo>
                  <a:lnTo>
                    <a:pt x="31670" y="21601"/>
                  </a:lnTo>
                  <a:cubicBezTo>
                    <a:pt x="31523" y="20742"/>
                    <a:pt x="31395" y="19883"/>
                    <a:pt x="31304" y="19024"/>
                  </a:cubicBezTo>
                  <a:cubicBezTo>
                    <a:pt x="31304" y="18933"/>
                    <a:pt x="31304" y="18841"/>
                    <a:pt x="31304" y="18750"/>
                  </a:cubicBezTo>
                  <a:cubicBezTo>
                    <a:pt x="31194" y="18768"/>
                    <a:pt x="31085" y="18768"/>
                    <a:pt x="30975" y="18787"/>
                  </a:cubicBezTo>
                  <a:cubicBezTo>
                    <a:pt x="30975" y="18878"/>
                    <a:pt x="30993" y="18988"/>
                    <a:pt x="31012" y="19097"/>
                  </a:cubicBezTo>
                  <a:cubicBezTo>
                    <a:pt x="31048" y="20486"/>
                    <a:pt x="31286" y="21783"/>
                    <a:pt x="31706" y="22916"/>
                  </a:cubicBezTo>
                  <a:cubicBezTo>
                    <a:pt x="31505" y="22661"/>
                    <a:pt x="31304" y="22387"/>
                    <a:pt x="31121" y="22112"/>
                  </a:cubicBezTo>
                  <a:cubicBezTo>
                    <a:pt x="30390" y="21053"/>
                    <a:pt x="29787" y="19938"/>
                    <a:pt x="29276" y="18750"/>
                  </a:cubicBezTo>
                  <a:cubicBezTo>
                    <a:pt x="29129" y="18732"/>
                    <a:pt x="28983" y="18713"/>
                    <a:pt x="28837" y="18695"/>
                  </a:cubicBezTo>
                  <a:lnTo>
                    <a:pt x="28837" y="18695"/>
                  </a:lnTo>
                  <a:cubicBezTo>
                    <a:pt x="29111" y="19390"/>
                    <a:pt x="29422" y="20066"/>
                    <a:pt x="29751" y="20705"/>
                  </a:cubicBezTo>
                  <a:cubicBezTo>
                    <a:pt x="29349" y="20047"/>
                    <a:pt x="28965" y="19371"/>
                    <a:pt x="28636" y="18677"/>
                  </a:cubicBezTo>
                  <a:cubicBezTo>
                    <a:pt x="28508" y="18659"/>
                    <a:pt x="28399" y="18640"/>
                    <a:pt x="28271" y="18604"/>
                  </a:cubicBezTo>
                  <a:lnTo>
                    <a:pt x="28271" y="18604"/>
                  </a:lnTo>
                  <a:cubicBezTo>
                    <a:pt x="29458" y="21126"/>
                    <a:pt x="31121" y="23446"/>
                    <a:pt x="33168" y="25365"/>
                  </a:cubicBezTo>
                  <a:cubicBezTo>
                    <a:pt x="33588" y="25804"/>
                    <a:pt x="34063" y="26188"/>
                    <a:pt x="34593" y="26498"/>
                  </a:cubicBezTo>
                  <a:cubicBezTo>
                    <a:pt x="34118" y="26279"/>
                    <a:pt x="33643" y="26023"/>
                    <a:pt x="33168" y="25767"/>
                  </a:cubicBezTo>
                  <a:cubicBezTo>
                    <a:pt x="32254" y="25237"/>
                    <a:pt x="31395" y="24634"/>
                    <a:pt x="30573" y="23995"/>
                  </a:cubicBezTo>
                  <a:cubicBezTo>
                    <a:pt x="28965" y="22679"/>
                    <a:pt x="27594" y="21180"/>
                    <a:pt x="26461" y="19591"/>
                  </a:cubicBezTo>
                  <a:cubicBezTo>
                    <a:pt x="25328" y="18001"/>
                    <a:pt x="24451" y="16356"/>
                    <a:pt x="23793" y="14730"/>
                  </a:cubicBezTo>
                  <a:cubicBezTo>
                    <a:pt x="23117" y="13103"/>
                    <a:pt x="22660" y="11495"/>
                    <a:pt x="22332" y="10015"/>
                  </a:cubicBezTo>
                  <a:cubicBezTo>
                    <a:pt x="21692" y="7018"/>
                    <a:pt x="21582" y="4496"/>
                    <a:pt x="21582" y="2742"/>
                  </a:cubicBezTo>
                  <a:cubicBezTo>
                    <a:pt x="21564" y="2303"/>
                    <a:pt x="21582" y="1920"/>
                    <a:pt x="21582" y="1572"/>
                  </a:cubicBezTo>
                  <a:cubicBezTo>
                    <a:pt x="21601" y="1225"/>
                    <a:pt x="21601" y="951"/>
                    <a:pt x="21619" y="714"/>
                  </a:cubicBezTo>
                  <a:cubicBezTo>
                    <a:pt x="21637" y="239"/>
                    <a:pt x="21655" y="1"/>
                    <a:pt x="2165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1345525" y="1666025"/>
              <a:ext cx="100975" cy="181375"/>
            </a:xfrm>
            <a:custGeom>
              <a:rect b="b" l="l" r="r" t="t"/>
              <a:pathLst>
                <a:path extrusionOk="0" h="7255" w="4039">
                  <a:moveTo>
                    <a:pt x="3783" y="0"/>
                  </a:moveTo>
                  <a:cubicBezTo>
                    <a:pt x="2266" y="2266"/>
                    <a:pt x="987" y="4715"/>
                    <a:pt x="0" y="7255"/>
                  </a:cubicBezTo>
                  <a:cubicBezTo>
                    <a:pt x="1078" y="4696"/>
                    <a:pt x="2431" y="2248"/>
                    <a:pt x="403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691300" y="1666025"/>
              <a:ext cx="557400" cy="2069550"/>
            </a:xfrm>
            <a:custGeom>
              <a:rect b="b" l="l" r="r" t="t"/>
              <a:pathLst>
                <a:path extrusionOk="0" h="82782" w="22296">
                  <a:moveTo>
                    <a:pt x="6013" y="23190"/>
                  </a:moveTo>
                  <a:lnTo>
                    <a:pt x="6013" y="23190"/>
                  </a:lnTo>
                  <a:cubicBezTo>
                    <a:pt x="5885" y="23665"/>
                    <a:pt x="5775" y="24140"/>
                    <a:pt x="5647" y="24597"/>
                  </a:cubicBezTo>
                  <a:lnTo>
                    <a:pt x="5611" y="24597"/>
                  </a:lnTo>
                  <a:cubicBezTo>
                    <a:pt x="5739" y="24122"/>
                    <a:pt x="5867" y="23665"/>
                    <a:pt x="6013" y="23190"/>
                  </a:cubicBezTo>
                  <a:close/>
                  <a:moveTo>
                    <a:pt x="21802" y="0"/>
                  </a:moveTo>
                  <a:cubicBezTo>
                    <a:pt x="21235" y="439"/>
                    <a:pt x="20687" y="877"/>
                    <a:pt x="20120" y="1352"/>
                  </a:cubicBezTo>
                  <a:cubicBezTo>
                    <a:pt x="20102" y="1371"/>
                    <a:pt x="20066" y="1389"/>
                    <a:pt x="20047" y="1407"/>
                  </a:cubicBezTo>
                  <a:cubicBezTo>
                    <a:pt x="19755" y="1663"/>
                    <a:pt x="19444" y="1919"/>
                    <a:pt x="19134" y="2193"/>
                  </a:cubicBezTo>
                  <a:cubicBezTo>
                    <a:pt x="11696" y="8772"/>
                    <a:pt x="7511" y="16629"/>
                    <a:pt x="5300" y="24524"/>
                  </a:cubicBezTo>
                  <a:lnTo>
                    <a:pt x="5227" y="24505"/>
                  </a:lnTo>
                  <a:cubicBezTo>
                    <a:pt x="5191" y="24780"/>
                    <a:pt x="5136" y="25072"/>
                    <a:pt x="5081" y="25346"/>
                  </a:cubicBezTo>
                  <a:cubicBezTo>
                    <a:pt x="1134" y="40404"/>
                    <a:pt x="4240" y="55461"/>
                    <a:pt x="5574" y="61930"/>
                  </a:cubicBezTo>
                  <a:lnTo>
                    <a:pt x="5647" y="62351"/>
                  </a:lnTo>
                  <a:cubicBezTo>
                    <a:pt x="5794" y="63027"/>
                    <a:pt x="5903" y="63703"/>
                    <a:pt x="5958" y="64397"/>
                  </a:cubicBezTo>
                  <a:cubicBezTo>
                    <a:pt x="6177" y="66408"/>
                    <a:pt x="6104" y="68509"/>
                    <a:pt x="5794" y="70556"/>
                  </a:cubicBezTo>
                  <a:cubicBezTo>
                    <a:pt x="5227" y="74174"/>
                    <a:pt x="3875" y="77628"/>
                    <a:pt x="1901" y="80278"/>
                  </a:cubicBezTo>
                  <a:cubicBezTo>
                    <a:pt x="1317" y="81063"/>
                    <a:pt x="677" y="81758"/>
                    <a:pt x="1" y="82379"/>
                  </a:cubicBezTo>
                  <a:lnTo>
                    <a:pt x="1" y="82781"/>
                  </a:lnTo>
                  <a:cubicBezTo>
                    <a:pt x="768" y="82123"/>
                    <a:pt x="1481" y="81356"/>
                    <a:pt x="2139" y="80479"/>
                  </a:cubicBezTo>
                  <a:cubicBezTo>
                    <a:pt x="2486" y="80003"/>
                    <a:pt x="2815" y="79528"/>
                    <a:pt x="3126" y="79017"/>
                  </a:cubicBezTo>
                  <a:cubicBezTo>
                    <a:pt x="3528" y="78340"/>
                    <a:pt x="3911" y="77610"/>
                    <a:pt x="4240" y="76860"/>
                  </a:cubicBezTo>
                  <a:cubicBezTo>
                    <a:pt x="6232" y="72456"/>
                    <a:pt x="6927" y="67029"/>
                    <a:pt x="5958" y="62296"/>
                  </a:cubicBezTo>
                  <a:lnTo>
                    <a:pt x="5867" y="61876"/>
                  </a:lnTo>
                  <a:cubicBezTo>
                    <a:pt x="5794" y="61510"/>
                    <a:pt x="5702" y="61108"/>
                    <a:pt x="5611" y="60670"/>
                  </a:cubicBezTo>
                  <a:cubicBezTo>
                    <a:pt x="5081" y="58020"/>
                    <a:pt x="4387" y="54328"/>
                    <a:pt x="3930" y="49979"/>
                  </a:cubicBezTo>
                  <a:cubicBezTo>
                    <a:pt x="3509" y="46069"/>
                    <a:pt x="3308" y="41628"/>
                    <a:pt x="3582" y="36968"/>
                  </a:cubicBezTo>
                  <a:cubicBezTo>
                    <a:pt x="3601" y="36767"/>
                    <a:pt x="3601" y="36584"/>
                    <a:pt x="3619" y="36402"/>
                  </a:cubicBezTo>
                  <a:cubicBezTo>
                    <a:pt x="3637" y="36256"/>
                    <a:pt x="3637" y="36109"/>
                    <a:pt x="3656" y="35963"/>
                  </a:cubicBezTo>
                  <a:cubicBezTo>
                    <a:pt x="3674" y="35726"/>
                    <a:pt x="3692" y="35506"/>
                    <a:pt x="3710" y="35287"/>
                  </a:cubicBezTo>
                  <a:cubicBezTo>
                    <a:pt x="3838" y="33715"/>
                    <a:pt x="4039" y="32126"/>
                    <a:pt x="4295" y="30518"/>
                  </a:cubicBezTo>
                  <a:lnTo>
                    <a:pt x="4295" y="30518"/>
                  </a:lnTo>
                  <a:cubicBezTo>
                    <a:pt x="3729" y="35141"/>
                    <a:pt x="3546" y="39819"/>
                    <a:pt x="4003" y="44479"/>
                  </a:cubicBezTo>
                  <a:cubicBezTo>
                    <a:pt x="4313" y="47805"/>
                    <a:pt x="4971" y="51094"/>
                    <a:pt x="6013" y="54274"/>
                  </a:cubicBezTo>
                  <a:cubicBezTo>
                    <a:pt x="7055" y="57435"/>
                    <a:pt x="8480" y="60487"/>
                    <a:pt x="10344" y="63228"/>
                  </a:cubicBezTo>
                  <a:cubicBezTo>
                    <a:pt x="8535" y="60450"/>
                    <a:pt x="7146" y="57399"/>
                    <a:pt x="6159" y="54219"/>
                  </a:cubicBezTo>
                  <a:cubicBezTo>
                    <a:pt x="5172" y="51039"/>
                    <a:pt x="4569" y="47750"/>
                    <a:pt x="4313" y="44442"/>
                  </a:cubicBezTo>
                  <a:cubicBezTo>
                    <a:pt x="4039" y="41098"/>
                    <a:pt x="4094" y="37736"/>
                    <a:pt x="4387" y="34392"/>
                  </a:cubicBezTo>
                  <a:lnTo>
                    <a:pt x="4387" y="34392"/>
                  </a:lnTo>
                  <a:cubicBezTo>
                    <a:pt x="4387" y="34867"/>
                    <a:pt x="4368" y="35342"/>
                    <a:pt x="4368" y="35817"/>
                  </a:cubicBezTo>
                  <a:cubicBezTo>
                    <a:pt x="4460" y="40294"/>
                    <a:pt x="5117" y="44387"/>
                    <a:pt x="6086" y="47732"/>
                  </a:cubicBezTo>
                  <a:cubicBezTo>
                    <a:pt x="6214" y="48152"/>
                    <a:pt x="6342" y="48572"/>
                    <a:pt x="6451" y="48956"/>
                  </a:cubicBezTo>
                  <a:cubicBezTo>
                    <a:pt x="6579" y="49358"/>
                    <a:pt x="6689" y="49760"/>
                    <a:pt x="6835" y="50125"/>
                  </a:cubicBezTo>
                  <a:cubicBezTo>
                    <a:pt x="7109" y="50856"/>
                    <a:pt x="7329" y="51569"/>
                    <a:pt x="7603" y="52209"/>
                  </a:cubicBezTo>
                  <a:cubicBezTo>
                    <a:pt x="7877" y="52867"/>
                    <a:pt x="8133" y="53470"/>
                    <a:pt x="8370" y="54018"/>
                  </a:cubicBezTo>
                  <a:cubicBezTo>
                    <a:pt x="8626" y="54566"/>
                    <a:pt x="8864" y="55059"/>
                    <a:pt x="9083" y="55498"/>
                  </a:cubicBezTo>
                  <a:cubicBezTo>
                    <a:pt x="9193" y="55736"/>
                    <a:pt x="9284" y="55937"/>
                    <a:pt x="9375" y="56138"/>
                  </a:cubicBezTo>
                  <a:cubicBezTo>
                    <a:pt x="9485" y="56339"/>
                    <a:pt x="9595" y="56521"/>
                    <a:pt x="9686" y="56686"/>
                  </a:cubicBezTo>
                  <a:cubicBezTo>
                    <a:pt x="9869" y="57015"/>
                    <a:pt x="10033" y="57307"/>
                    <a:pt x="10143" y="57526"/>
                  </a:cubicBezTo>
                  <a:cubicBezTo>
                    <a:pt x="10399" y="58002"/>
                    <a:pt x="10545" y="58239"/>
                    <a:pt x="10545" y="58239"/>
                  </a:cubicBezTo>
                  <a:cubicBezTo>
                    <a:pt x="9375" y="55973"/>
                    <a:pt x="8389" y="53652"/>
                    <a:pt x="7584" y="51368"/>
                  </a:cubicBezTo>
                  <a:cubicBezTo>
                    <a:pt x="7402" y="50802"/>
                    <a:pt x="7219" y="50235"/>
                    <a:pt x="7036" y="49669"/>
                  </a:cubicBezTo>
                  <a:cubicBezTo>
                    <a:pt x="6854" y="49084"/>
                    <a:pt x="6707" y="48517"/>
                    <a:pt x="6543" y="47969"/>
                  </a:cubicBezTo>
                  <a:cubicBezTo>
                    <a:pt x="6378" y="47403"/>
                    <a:pt x="6269" y="46836"/>
                    <a:pt x="6141" y="46288"/>
                  </a:cubicBezTo>
                  <a:cubicBezTo>
                    <a:pt x="6068" y="45996"/>
                    <a:pt x="6013" y="45721"/>
                    <a:pt x="5940" y="45447"/>
                  </a:cubicBezTo>
                  <a:lnTo>
                    <a:pt x="5848" y="45045"/>
                  </a:lnTo>
                  <a:lnTo>
                    <a:pt x="5775" y="44625"/>
                  </a:lnTo>
                  <a:cubicBezTo>
                    <a:pt x="5666" y="44077"/>
                    <a:pt x="5574" y="43529"/>
                    <a:pt x="5465" y="42999"/>
                  </a:cubicBezTo>
                  <a:cubicBezTo>
                    <a:pt x="5373" y="42450"/>
                    <a:pt x="5318" y="41920"/>
                    <a:pt x="5245" y="41391"/>
                  </a:cubicBezTo>
                  <a:cubicBezTo>
                    <a:pt x="5081" y="40349"/>
                    <a:pt x="5026" y="39307"/>
                    <a:pt x="4916" y="38321"/>
                  </a:cubicBezTo>
                  <a:cubicBezTo>
                    <a:pt x="4880" y="37827"/>
                    <a:pt x="4880" y="37334"/>
                    <a:pt x="4843" y="36840"/>
                  </a:cubicBezTo>
                  <a:cubicBezTo>
                    <a:pt x="4825" y="36365"/>
                    <a:pt x="4789" y="35890"/>
                    <a:pt x="4789" y="35433"/>
                  </a:cubicBezTo>
                  <a:cubicBezTo>
                    <a:pt x="4789" y="34958"/>
                    <a:pt x="4807" y="34501"/>
                    <a:pt x="4807" y="34063"/>
                  </a:cubicBezTo>
                  <a:lnTo>
                    <a:pt x="4807" y="33387"/>
                  </a:lnTo>
                  <a:cubicBezTo>
                    <a:pt x="4807" y="33186"/>
                    <a:pt x="4825" y="32966"/>
                    <a:pt x="4825" y="32747"/>
                  </a:cubicBezTo>
                  <a:cubicBezTo>
                    <a:pt x="4880" y="31888"/>
                    <a:pt x="4880" y="31084"/>
                    <a:pt x="4971" y="30317"/>
                  </a:cubicBezTo>
                  <a:cubicBezTo>
                    <a:pt x="5008" y="29933"/>
                    <a:pt x="5044" y="29549"/>
                    <a:pt x="5081" y="29202"/>
                  </a:cubicBezTo>
                  <a:cubicBezTo>
                    <a:pt x="5099" y="29019"/>
                    <a:pt x="5117" y="28836"/>
                    <a:pt x="5136" y="28654"/>
                  </a:cubicBezTo>
                  <a:cubicBezTo>
                    <a:pt x="5154" y="28489"/>
                    <a:pt x="5191" y="28306"/>
                    <a:pt x="5209" y="28142"/>
                  </a:cubicBezTo>
                  <a:cubicBezTo>
                    <a:pt x="5209" y="28087"/>
                    <a:pt x="5227" y="28032"/>
                    <a:pt x="5227" y="27959"/>
                  </a:cubicBezTo>
                  <a:cubicBezTo>
                    <a:pt x="5428" y="26844"/>
                    <a:pt x="5629" y="25730"/>
                    <a:pt x="5848" y="24633"/>
                  </a:cubicBezTo>
                  <a:lnTo>
                    <a:pt x="5794" y="24615"/>
                  </a:lnTo>
                  <a:cubicBezTo>
                    <a:pt x="5830" y="24396"/>
                    <a:pt x="5867" y="24195"/>
                    <a:pt x="5903" y="24012"/>
                  </a:cubicBezTo>
                  <a:cubicBezTo>
                    <a:pt x="5958" y="23811"/>
                    <a:pt x="5995" y="23610"/>
                    <a:pt x="6031" y="23427"/>
                  </a:cubicBezTo>
                  <a:cubicBezTo>
                    <a:pt x="6123" y="23062"/>
                    <a:pt x="6196" y="22769"/>
                    <a:pt x="6250" y="22514"/>
                  </a:cubicBezTo>
                  <a:cubicBezTo>
                    <a:pt x="6287" y="22422"/>
                    <a:pt x="6305" y="22331"/>
                    <a:pt x="6324" y="22258"/>
                  </a:cubicBezTo>
                  <a:cubicBezTo>
                    <a:pt x="6981" y="20266"/>
                    <a:pt x="7767" y="18292"/>
                    <a:pt x="8717" y="16355"/>
                  </a:cubicBezTo>
                  <a:cubicBezTo>
                    <a:pt x="8736" y="16319"/>
                    <a:pt x="8736" y="16300"/>
                    <a:pt x="8754" y="16282"/>
                  </a:cubicBezTo>
                  <a:cubicBezTo>
                    <a:pt x="8955" y="15862"/>
                    <a:pt x="9174" y="15423"/>
                    <a:pt x="9394" y="15021"/>
                  </a:cubicBezTo>
                  <a:cubicBezTo>
                    <a:pt x="10600" y="12774"/>
                    <a:pt x="12007" y="10581"/>
                    <a:pt x="13651" y="8461"/>
                  </a:cubicBezTo>
                  <a:lnTo>
                    <a:pt x="13651" y="8461"/>
                  </a:lnTo>
                  <a:cubicBezTo>
                    <a:pt x="13615" y="8534"/>
                    <a:pt x="13578" y="8607"/>
                    <a:pt x="13524" y="8698"/>
                  </a:cubicBezTo>
                  <a:cubicBezTo>
                    <a:pt x="12738" y="10142"/>
                    <a:pt x="12025" y="11622"/>
                    <a:pt x="11385" y="13139"/>
                  </a:cubicBezTo>
                  <a:cubicBezTo>
                    <a:pt x="10673" y="14893"/>
                    <a:pt x="10088" y="16702"/>
                    <a:pt x="9631" y="18548"/>
                  </a:cubicBezTo>
                  <a:cubicBezTo>
                    <a:pt x="8754" y="22239"/>
                    <a:pt x="8443" y="26040"/>
                    <a:pt x="8516" y="29823"/>
                  </a:cubicBezTo>
                  <a:cubicBezTo>
                    <a:pt x="8626" y="33606"/>
                    <a:pt x="9119" y="37370"/>
                    <a:pt x="9887" y="41062"/>
                  </a:cubicBezTo>
                  <a:cubicBezTo>
                    <a:pt x="9174" y="37352"/>
                    <a:pt x="8736" y="33588"/>
                    <a:pt x="8681" y="29823"/>
                  </a:cubicBezTo>
                  <a:cubicBezTo>
                    <a:pt x="8644" y="26059"/>
                    <a:pt x="9010" y="22276"/>
                    <a:pt x="9942" y="18621"/>
                  </a:cubicBezTo>
                  <a:cubicBezTo>
                    <a:pt x="10399" y="16794"/>
                    <a:pt x="11002" y="15021"/>
                    <a:pt x="11751" y="13303"/>
                  </a:cubicBezTo>
                  <a:cubicBezTo>
                    <a:pt x="12482" y="11567"/>
                    <a:pt x="13341" y="9905"/>
                    <a:pt x="14291" y="8278"/>
                  </a:cubicBezTo>
                  <a:cubicBezTo>
                    <a:pt x="14693" y="7565"/>
                    <a:pt x="15113" y="6871"/>
                    <a:pt x="15552" y="6195"/>
                  </a:cubicBezTo>
                  <a:cubicBezTo>
                    <a:pt x="16703" y="4897"/>
                    <a:pt x="17964" y="3637"/>
                    <a:pt x="19335" y="2430"/>
                  </a:cubicBezTo>
                  <a:cubicBezTo>
                    <a:pt x="20321" y="1553"/>
                    <a:pt x="21308" y="749"/>
                    <a:pt x="2229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1099725" y="1666475"/>
              <a:ext cx="240325" cy="628175"/>
            </a:xfrm>
            <a:custGeom>
              <a:rect b="b" l="l" r="r" t="t"/>
              <a:pathLst>
                <a:path extrusionOk="0" h="25127" w="9613">
                  <a:moveTo>
                    <a:pt x="9010" y="0"/>
                  </a:moveTo>
                  <a:cubicBezTo>
                    <a:pt x="7274" y="2138"/>
                    <a:pt x="5794" y="4459"/>
                    <a:pt x="4533" y="6908"/>
                  </a:cubicBezTo>
                  <a:cubicBezTo>
                    <a:pt x="4332" y="7255"/>
                    <a:pt x="4167" y="7621"/>
                    <a:pt x="4003" y="7968"/>
                  </a:cubicBezTo>
                  <a:lnTo>
                    <a:pt x="3509" y="9046"/>
                  </a:lnTo>
                  <a:lnTo>
                    <a:pt x="3052" y="10142"/>
                  </a:lnTo>
                  <a:lnTo>
                    <a:pt x="2815" y="10691"/>
                  </a:lnTo>
                  <a:lnTo>
                    <a:pt x="2614" y="11239"/>
                  </a:lnTo>
                  <a:lnTo>
                    <a:pt x="2212" y="12353"/>
                  </a:lnTo>
                  <a:cubicBezTo>
                    <a:pt x="2084" y="12719"/>
                    <a:pt x="1956" y="13103"/>
                    <a:pt x="1846" y="13486"/>
                  </a:cubicBezTo>
                  <a:cubicBezTo>
                    <a:pt x="1591" y="14236"/>
                    <a:pt x="1408" y="15003"/>
                    <a:pt x="1207" y="15752"/>
                  </a:cubicBezTo>
                  <a:cubicBezTo>
                    <a:pt x="439" y="18822"/>
                    <a:pt x="56" y="21966"/>
                    <a:pt x="1" y="25127"/>
                  </a:cubicBezTo>
                  <a:cubicBezTo>
                    <a:pt x="92" y="21966"/>
                    <a:pt x="531" y="18841"/>
                    <a:pt x="1353" y="15789"/>
                  </a:cubicBezTo>
                  <a:cubicBezTo>
                    <a:pt x="1572" y="15040"/>
                    <a:pt x="1773" y="14272"/>
                    <a:pt x="2029" y="13541"/>
                  </a:cubicBezTo>
                  <a:cubicBezTo>
                    <a:pt x="2157" y="13176"/>
                    <a:pt x="2267" y="12792"/>
                    <a:pt x="2413" y="12427"/>
                  </a:cubicBezTo>
                  <a:lnTo>
                    <a:pt x="2833" y="11330"/>
                  </a:lnTo>
                  <a:lnTo>
                    <a:pt x="3034" y="10782"/>
                  </a:lnTo>
                  <a:lnTo>
                    <a:pt x="3272" y="10234"/>
                  </a:lnTo>
                  <a:lnTo>
                    <a:pt x="3747" y="9156"/>
                  </a:lnTo>
                  <a:lnTo>
                    <a:pt x="4259" y="8114"/>
                  </a:lnTo>
                  <a:cubicBezTo>
                    <a:pt x="4441" y="7748"/>
                    <a:pt x="4606" y="7401"/>
                    <a:pt x="4807" y="7054"/>
                  </a:cubicBezTo>
                  <a:cubicBezTo>
                    <a:pt x="6159" y="4551"/>
                    <a:pt x="7749" y="2157"/>
                    <a:pt x="961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1135375" y="1666025"/>
              <a:ext cx="145750" cy="201475"/>
            </a:xfrm>
            <a:custGeom>
              <a:rect b="b" l="l" r="r" t="t"/>
              <a:pathLst>
                <a:path extrusionOk="0" h="8059" w="5830">
                  <a:moveTo>
                    <a:pt x="5409" y="0"/>
                  </a:moveTo>
                  <a:cubicBezTo>
                    <a:pt x="5336" y="91"/>
                    <a:pt x="5245" y="183"/>
                    <a:pt x="5172" y="292"/>
                  </a:cubicBezTo>
                  <a:cubicBezTo>
                    <a:pt x="3253" y="2741"/>
                    <a:pt x="1626" y="5409"/>
                    <a:pt x="0" y="8059"/>
                  </a:cubicBezTo>
                  <a:cubicBezTo>
                    <a:pt x="1700" y="5464"/>
                    <a:pt x="3417" y="2869"/>
                    <a:pt x="5409" y="493"/>
                  </a:cubicBezTo>
                  <a:cubicBezTo>
                    <a:pt x="5555" y="329"/>
                    <a:pt x="5702" y="164"/>
                    <a:pt x="582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0"/>
            <p:cNvSpPr/>
            <p:nvPr/>
          </p:nvSpPr>
          <p:spPr>
            <a:xfrm>
              <a:off x="2110725" y="4155375"/>
              <a:ext cx="32025" cy="40225"/>
            </a:xfrm>
            <a:custGeom>
              <a:rect b="b" l="l" r="r" t="t"/>
              <a:pathLst>
                <a:path extrusionOk="0" h="1609" w="1281">
                  <a:moveTo>
                    <a:pt x="1280" y="1"/>
                  </a:moveTo>
                  <a:cubicBezTo>
                    <a:pt x="1152" y="275"/>
                    <a:pt x="988" y="531"/>
                    <a:pt x="768" y="768"/>
                  </a:cubicBezTo>
                  <a:lnTo>
                    <a:pt x="1" y="1609"/>
                  </a:lnTo>
                  <a:lnTo>
                    <a:pt x="1" y="1609"/>
                  </a:lnTo>
                  <a:lnTo>
                    <a:pt x="951" y="1006"/>
                  </a:lnTo>
                  <a:cubicBezTo>
                    <a:pt x="1061" y="933"/>
                    <a:pt x="1171" y="860"/>
                    <a:pt x="1280" y="768"/>
                  </a:cubicBezTo>
                  <a:lnTo>
                    <a:pt x="1280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0"/>
            <p:cNvSpPr/>
            <p:nvPr/>
          </p:nvSpPr>
          <p:spPr>
            <a:xfrm>
              <a:off x="2142250" y="2156200"/>
              <a:ext cx="500" cy="1875"/>
            </a:xfrm>
            <a:custGeom>
              <a:rect b="b" l="l" r="r" t="t"/>
              <a:pathLst>
                <a:path extrusionOk="0" h="75" w="20">
                  <a:moveTo>
                    <a:pt x="1" y="1"/>
                  </a:moveTo>
                  <a:cubicBezTo>
                    <a:pt x="1" y="3"/>
                    <a:pt x="1" y="6"/>
                    <a:pt x="2" y="9"/>
                  </a:cubicBezTo>
                  <a:lnTo>
                    <a:pt x="2" y="9"/>
                  </a:lnTo>
                  <a:cubicBezTo>
                    <a:pt x="1" y="4"/>
                    <a:pt x="1" y="1"/>
                    <a:pt x="1" y="1"/>
                  </a:cubicBezTo>
                  <a:close/>
                  <a:moveTo>
                    <a:pt x="2" y="9"/>
                  </a:moveTo>
                  <a:cubicBezTo>
                    <a:pt x="3" y="16"/>
                    <a:pt x="7" y="30"/>
                    <a:pt x="16" y="50"/>
                  </a:cubicBezTo>
                  <a:lnTo>
                    <a:pt x="16" y="50"/>
                  </a:lnTo>
                  <a:cubicBezTo>
                    <a:pt x="12" y="32"/>
                    <a:pt x="4" y="20"/>
                    <a:pt x="2" y="9"/>
                  </a:cubicBezTo>
                  <a:close/>
                  <a:moveTo>
                    <a:pt x="16" y="50"/>
                  </a:moveTo>
                  <a:lnTo>
                    <a:pt x="16" y="50"/>
                  </a:lnTo>
                  <a:cubicBezTo>
                    <a:pt x="18" y="57"/>
                    <a:pt x="19" y="65"/>
                    <a:pt x="19" y="74"/>
                  </a:cubicBezTo>
                  <a:lnTo>
                    <a:pt x="19" y="56"/>
                  </a:lnTo>
                  <a:cubicBezTo>
                    <a:pt x="18" y="54"/>
                    <a:pt x="17" y="52"/>
                    <a:pt x="16" y="50"/>
                  </a:cubicBezTo>
                  <a:close/>
                </a:path>
              </a:pathLst>
            </a:custGeom>
            <a:solidFill>
              <a:srgbClr val="350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1385250" y="1871150"/>
              <a:ext cx="757500" cy="820975"/>
            </a:xfrm>
            <a:custGeom>
              <a:rect b="b" l="l" r="r" t="t"/>
              <a:pathLst>
                <a:path extrusionOk="0" h="32839" w="30300">
                  <a:moveTo>
                    <a:pt x="22880" y="8095"/>
                  </a:moveTo>
                  <a:lnTo>
                    <a:pt x="22880" y="8095"/>
                  </a:lnTo>
                  <a:cubicBezTo>
                    <a:pt x="22734" y="8735"/>
                    <a:pt x="22588" y="9356"/>
                    <a:pt x="22478" y="9978"/>
                  </a:cubicBezTo>
                  <a:cubicBezTo>
                    <a:pt x="22423" y="10270"/>
                    <a:pt x="22368" y="10544"/>
                    <a:pt x="22313" y="10836"/>
                  </a:cubicBezTo>
                  <a:cubicBezTo>
                    <a:pt x="22295" y="10964"/>
                    <a:pt x="22259" y="11092"/>
                    <a:pt x="22240" y="11220"/>
                  </a:cubicBezTo>
                  <a:cubicBezTo>
                    <a:pt x="22222" y="11312"/>
                    <a:pt x="22204" y="11385"/>
                    <a:pt x="22186" y="11476"/>
                  </a:cubicBezTo>
                  <a:cubicBezTo>
                    <a:pt x="22186" y="11488"/>
                    <a:pt x="22178" y="11508"/>
                    <a:pt x="22172" y="11531"/>
                  </a:cubicBezTo>
                  <a:lnTo>
                    <a:pt x="22172" y="11531"/>
                  </a:lnTo>
                  <a:cubicBezTo>
                    <a:pt x="22336" y="10320"/>
                    <a:pt x="22572" y="9163"/>
                    <a:pt x="22880" y="8095"/>
                  </a:cubicBezTo>
                  <a:close/>
                  <a:moveTo>
                    <a:pt x="14552" y="11105"/>
                  </a:moveTo>
                  <a:cubicBezTo>
                    <a:pt x="14555" y="11108"/>
                    <a:pt x="14559" y="11111"/>
                    <a:pt x="14565" y="11111"/>
                  </a:cubicBezTo>
                  <a:cubicBezTo>
                    <a:pt x="14602" y="11312"/>
                    <a:pt x="14638" y="11494"/>
                    <a:pt x="14675" y="11695"/>
                  </a:cubicBezTo>
                  <a:cubicBezTo>
                    <a:pt x="14711" y="11823"/>
                    <a:pt x="14730" y="11951"/>
                    <a:pt x="14766" y="12097"/>
                  </a:cubicBezTo>
                  <a:cubicBezTo>
                    <a:pt x="14785" y="12152"/>
                    <a:pt x="14785" y="12207"/>
                    <a:pt x="14803" y="12262"/>
                  </a:cubicBezTo>
                  <a:cubicBezTo>
                    <a:pt x="14821" y="12353"/>
                    <a:pt x="14839" y="12426"/>
                    <a:pt x="14858" y="12518"/>
                  </a:cubicBezTo>
                  <a:lnTo>
                    <a:pt x="14821" y="12518"/>
                  </a:lnTo>
                  <a:lnTo>
                    <a:pt x="14803" y="12499"/>
                  </a:lnTo>
                  <a:cubicBezTo>
                    <a:pt x="14803" y="12445"/>
                    <a:pt x="14785" y="12371"/>
                    <a:pt x="14766" y="12298"/>
                  </a:cubicBezTo>
                  <a:cubicBezTo>
                    <a:pt x="14730" y="12097"/>
                    <a:pt x="14693" y="11915"/>
                    <a:pt x="14657" y="11714"/>
                  </a:cubicBezTo>
                  <a:cubicBezTo>
                    <a:pt x="14622" y="11522"/>
                    <a:pt x="14587" y="11314"/>
                    <a:pt x="14552" y="11105"/>
                  </a:cubicBezTo>
                  <a:close/>
                  <a:moveTo>
                    <a:pt x="21532" y="14775"/>
                  </a:moveTo>
                  <a:cubicBezTo>
                    <a:pt x="21515" y="14854"/>
                    <a:pt x="21501" y="14935"/>
                    <a:pt x="21491" y="15021"/>
                  </a:cubicBezTo>
                  <a:cubicBezTo>
                    <a:pt x="21505" y="14937"/>
                    <a:pt x="21519" y="14855"/>
                    <a:pt x="21532" y="14775"/>
                  </a:cubicBezTo>
                  <a:close/>
                  <a:moveTo>
                    <a:pt x="14931" y="12774"/>
                  </a:moveTo>
                  <a:cubicBezTo>
                    <a:pt x="15406" y="14711"/>
                    <a:pt x="16155" y="16958"/>
                    <a:pt x="17306" y="19334"/>
                  </a:cubicBezTo>
                  <a:cubicBezTo>
                    <a:pt x="17051" y="19316"/>
                    <a:pt x="16795" y="19297"/>
                    <a:pt x="16521" y="19297"/>
                  </a:cubicBezTo>
                  <a:cubicBezTo>
                    <a:pt x="15881" y="19297"/>
                    <a:pt x="15223" y="19334"/>
                    <a:pt x="14584" y="19425"/>
                  </a:cubicBezTo>
                  <a:cubicBezTo>
                    <a:pt x="13103" y="19608"/>
                    <a:pt x="11641" y="19919"/>
                    <a:pt x="10216" y="20339"/>
                  </a:cubicBezTo>
                  <a:cubicBezTo>
                    <a:pt x="10088" y="20375"/>
                    <a:pt x="9979" y="20412"/>
                    <a:pt x="9851" y="20449"/>
                  </a:cubicBezTo>
                  <a:lnTo>
                    <a:pt x="9851" y="20449"/>
                  </a:lnTo>
                  <a:cubicBezTo>
                    <a:pt x="9924" y="20357"/>
                    <a:pt x="9979" y="20266"/>
                    <a:pt x="10033" y="20174"/>
                  </a:cubicBezTo>
                  <a:cubicBezTo>
                    <a:pt x="10984" y="19078"/>
                    <a:pt x="11861" y="17927"/>
                    <a:pt x="12665" y="16702"/>
                  </a:cubicBezTo>
                  <a:cubicBezTo>
                    <a:pt x="13487" y="15478"/>
                    <a:pt x="14236" y="14181"/>
                    <a:pt x="14876" y="12847"/>
                  </a:cubicBezTo>
                  <a:lnTo>
                    <a:pt x="14931" y="12774"/>
                  </a:lnTo>
                  <a:close/>
                  <a:moveTo>
                    <a:pt x="18969" y="20960"/>
                  </a:moveTo>
                  <a:cubicBezTo>
                    <a:pt x="19170" y="21545"/>
                    <a:pt x="19390" y="22112"/>
                    <a:pt x="19645" y="22678"/>
                  </a:cubicBezTo>
                  <a:cubicBezTo>
                    <a:pt x="19719" y="22842"/>
                    <a:pt x="19792" y="23007"/>
                    <a:pt x="19865" y="23190"/>
                  </a:cubicBezTo>
                  <a:cubicBezTo>
                    <a:pt x="19371" y="22440"/>
                    <a:pt x="18914" y="21691"/>
                    <a:pt x="18494" y="20960"/>
                  </a:cubicBezTo>
                  <a:close/>
                  <a:moveTo>
                    <a:pt x="25584" y="0"/>
                  </a:moveTo>
                  <a:lnTo>
                    <a:pt x="25584" y="0"/>
                  </a:lnTo>
                  <a:cubicBezTo>
                    <a:pt x="24854" y="1700"/>
                    <a:pt x="24232" y="3399"/>
                    <a:pt x="23702" y="5062"/>
                  </a:cubicBezTo>
                  <a:cubicBezTo>
                    <a:pt x="23556" y="5500"/>
                    <a:pt x="23428" y="5939"/>
                    <a:pt x="23319" y="6378"/>
                  </a:cubicBezTo>
                  <a:lnTo>
                    <a:pt x="23227" y="6250"/>
                  </a:lnTo>
                  <a:lnTo>
                    <a:pt x="23117" y="6487"/>
                  </a:lnTo>
                  <a:cubicBezTo>
                    <a:pt x="22204" y="8698"/>
                    <a:pt x="21765" y="11549"/>
                    <a:pt x="21582" y="14400"/>
                  </a:cubicBezTo>
                  <a:cubicBezTo>
                    <a:pt x="21571" y="14524"/>
                    <a:pt x="21553" y="14647"/>
                    <a:pt x="21532" y="14775"/>
                  </a:cubicBezTo>
                  <a:lnTo>
                    <a:pt x="21532" y="14775"/>
                  </a:lnTo>
                  <a:cubicBezTo>
                    <a:pt x="21548" y="14703"/>
                    <a:pt x="21565" y="14634"/>
                    <a:pt x="21582" y="14564"/>
                  </a:cubicBezTo>
                  <a:lnTo>
                    <a:pt x="21582" y="14564"/>
                  </a:lnTo>
                  <a:cubicBezTo>
                    <a:pt x="21327" y="19041"/>
                    <a:pt x="21710" y="23482"/>
                    <a:pt x="21911" y="25456"/>
                  </a:cubicBezTo>
                  <a:cubicBezTo>
                    <a:pt x="21180" y="24560"/>
                    <a:pt x="20577" y="23537"/>
                    <a:pt x="20066" y="22477"/>
                  </a:cubicBezTo>
                  <a:cubicBezTo>
                    <a:pt x="19828" y="21984"/>
                    <a:pt x="19609" y="21472"/>
                    <a:pt x="19408" y="20979"/>
                  </a:cubicBezTo>
                  <a:cubicBezTo>
                    <a:pt x="19700" y="20979"/>
                    <a:pt x="20011" y="20979"/>
                    <a:pt x="20303" y="20997"/>
                  </a:cubicBezTo>
                  <a:lnTo>
                    <a:pt x="20194" y="20942"/>
                  </a:lnTo>
                  <a:lnTo>
                    <a:pt x="20194" y="20942"/>
                  </a:lnTo>
                  <a:cubicBezTo>
                    <a:pt x="20206" y="20944"/>
                    <a:pt x="20219" y="20945"/>
                    <a:pt x="20231" y="20945"/>
                  </a:cubicBezTo>
                  <a:cubicBezTo>
                    <a:pt x="20429" y="20945"/>
                    <a:pt x="20555" y="20675"/>
                    <a:pt x="20486" y="20485"/>
                  </a:cubicBezTo>
                  <a:cubicBezTo>
                    <a:pt x="20413" y="20284"/>
                    <a:pt x="20212" y="20156"/>
                    <a:pt x="20011" y="20047"/>
                  </a:cubicBezTo>
                  <a:cubicBezTo>
                    <a:pt x="19645" y="19864"/>
                    <a:pt x="19262" y="19718"/>
                    <a:pt x="18860" y="19608"/>
                  </a:cubicBezTo>
                  <a:cubicBezTo>
                    <a:pt x="18750" y="19279"/>
                    <a:pt x="18622" y="18950"/>
                    <a:pt x="18512" y="18621"/>
                  </a:cubicBezTo>
                  <a:cubicBezTo>
                    <a:pt x="17562" y="15990"/>
                    <a:pt x="16813" y="13285"/>
                    <a:pt x="16228" y="10562"/>
                  </a:cubicBezTo>
                  <a:lnTo>
                    <a:pt x="16228" y="10562"/>
                  </a:lnTo>
                  <a:cubicBezTo>
                    <a:pt x="16703" y="13303"/>
                    <a:pt x="17361" y="16045"/>
                    <a:pt x="18202" y="18713"/>
                  </a:cubicBezTo>
                  <a:cubicBezTo>
                    <a:pt x="18293" y="18987"/>
                    <a:pt x="18385" y="19243"/>
                    <a:pt x="18458" y="19498"/>
                  </a:cubicBezTo>
                  <a:cubicBezTo>
                    <a:pt x="18202" y="19444"/>
                    <a:pt x="17928" y="19389"/>
                    <a:pt x="17654" y="19370"/>
                  </a:cubicBezTo>
                  <a:cubicBezTo>
                    <a:pt x="14273" y="12481"/>
                    <a:pt x="14346" y="6633"/>
                    <a:pt x="14346" y="6560"/>
                  </a:cubicBezTo>
                  <a:lnTo>
                    <a:pt x="14236" y="6542"/>
                  </a:lnTo>
                  <a:cubicBezTo>
                    <a:pt x="14163" y="5592"/>
                    <a:pt x="14127" y="4696"/>
                    <a:pt x="14090" y="3911"/>
                  </a:cubicBezTo>
                  <a:cubicBezTo>
                    <a:pt x="14054" y="2869"/>
                    <a:pt x="14017" y="2028"/>
                    <a:pt x="14017" y="1444"/>
                  </a:cubicBezTo>
                  <a:cubicBezTo>
                    <a:pt x="13999" y="841"/>
                    <a:pt x="13999" y="512"/>
                    <a:pt x="13999" y="512"/>
                  </a:cubicBezTo>
                  <a:cubicBezTo>
                    <a:pt x="13524" y="3545"/>
                    <a:pt x="13688" y="6378"/>
                    <a:pt x="13999" y="8388"/>
                  </a:cubicBezTo>
                  <a:cubicBezTo>
                    <a:pt x="14017" y="8479"/>
                    <a:pt x="14035" y="8571"/>
                    <a:pt x="14035" y="8662"/>
                  </a:cubicBezTo>
                  <a:cubicBezTo>
                    <a:pt x="13981" y="9722"/>
                    <a:pt x="13834" y="10782"/>
                    <a:pt x="13578" y="11842"/>
                  </a:cubicBezTo>
                  <a:cubicBezTo>
                    <a:pt x="12884" y="14217"/>
                    <a:pt x="11916" y="16520"/>
                    <a:pt x="10673" y="18658"/>
                  </a:cubicBezTo>
                  <a:cubicBezTo>
                    <a:pt x="10271" y="19297"/>
                    <a:pt x="9832" y="19955"/>
                    <a:pt x="9357" y="20595"/>
                  </a:cubicBezTo>
                  <a:cubicBezTo>
                    <a:pt x="7438" y="21216"/>
                    <a:pt x="5538" y="22020"/>
                    <a:pt x="3674" y="22879"/>
                  </a:cubicBezTo>
                  <a:cubicBezTo>
                    <a:pt x="4387" y="17543"/>
                    <a:pt x="5903" y="12335"/>
                    <a:pt x="8151" y="7474"/>
                  </a:cubicBezTo>
                  <a:lnTo>
                    <a:pt x="7877" y="7346"/>
                  </a:lnTo>
                  <a:cubicBezTo>
                    <a:pt x="5593" y="12280"/>
                    <a:pt x="4058" y="17598"/>
                    <a:pt x="3345" y="23025"/>
                  </a:cubicBezTo>
                  <a:cubicBezTo>
                    <a:pt x="2230" y="23555"/>
                    <a:pt x="1097" y="24103"/>
                    <a:pt x="1" y="24652"/>
                  </a:cubicBezTo>
                  <a:cubicBezTo>
                    <a:pt x="1079" y="24195"/>
                    <a:pt x="2194" y="23793"/>
                    <a:pt x="3309" y="23409"/>
                  </a:cubicBezTo>
                  <a:lnTo>
                    <a:pt x="3309" y="23409"/>
                  </a:lnTo>
                  <a:cubicBezTo>
                    <a:pt x="2925" y="26534"/>
                    <a:pt x="2797" y="29695"/>
                    <a:pt x="2961" y="32838"/>
                  </a:cubicBezTo>
                  <a:cubicBezTo>
                    <a:pt x="3053" y="32802"/>
                    <a:pt x="3144" y="32765"/>
                    <a:pt x="3254" y="32729"/>
                  </a:cubicBezTo>
                  <a:cubicBezTo>
                    <a:pt x="3217" y="31906"/>
                    <a:pt x="3199" y="31066"/>
                    <a:pt x="3181" y="30243"/>
                  </a:cubicBezTo>
                  <a:cubicBezTo>
                    <a:pt x="3108" y="30207"/>
                    <a:pt x="3016" y="30152"/>
                    <a:pt x="2925" y="30116"/>
                  </a:cubicBezTo>
                  <a:lnTo>
                    <a:pt x="2925" y="30116"/>
                  </a:lnTo>
                  <a:cubicBezTo>
                    <a:pt x="3016" y="30134"/>
                    <a:pt x="3108" y="30152"/>
                    <a:pt x="3181" y="30170"/>
                  </a:cubicBezTo>
                  <a:cubicBezTo>
                    <a:pt x="3181" y="27886"/>
                    <a:pt x="3327" y="25584"/>
                    <a:pt x="3619" y="23299"/>
                  </a:cubicBezTo>
                  <a:cubicBezTo>
                    <a:pt x="5154" y="22806"/>
                    <a:pt x="6689" y="22386"/>
                    <a:pt x="8261" y="22057"/>
                  </a:cubicBezTo>
                  <a:lnTo>
                    <a:pt x="8261" y="22057"/>
                  </a:lnTo>
                  <a:cubicBezTo>
                    <a:pt x="6360" y="24542"/>
                    <a:pt x="4935" y="27411"/>
                    <a:pt x="4094" y="30280"/>
                  </a:cubicBezTo>
                  <a:cubicBezTo>
                    <a:pt x="4204" y="30280"/>
                    <a:pt x="4314" y="30262"/>
                    <a:pt x="4405" y="30262"/>
                  </a:cubicBezTo>
                  <a:cubicBezTo>
                    <a:pt x="4716" y="29220"/>
                    <a:pt x="5099" y="28178"/>
                    <a:pt x="5574" y="27155"/>
                  </a:cubicBezTo>
                  <a:cubicBezTo>
                    <a:pt x="6397" y="25328"/>
                    <a:pt x="7438" y="23573"/>
                    <a:pt x="8699" y="21984"/>
                  </a:cubicBezTo>
                  <a:cubicBezTo>
                    <a:pt x="8718" y="21965"/>
                    <a:pt x="8718" y="21965"/>
                    <a:pt x="8718" y="21947"/>
                  </a:cubicBezTo>
                  <a:cubicBezTo>
                    <a:pt x="8809" y="21929"/>
                    <a:pt x="8919" y="21911"/>
                    <a:pt x="9010" y="21892"/>
                  </a:cubicBezTo>
                  <a:cubicBezTo>
                    <a:pt x="11696" y="21362"/>
                    <a:pt x="14419" y="21052"/>
                    <a:pt x="17142" y="20979"/>
                  </a:cubicBezTo>
                  <a:cubicBezTo>
                    <a:pt x="17489" y="20960"/>
                    <a:pt x="17818" y="20960"/>
                    <a:pt x="18147" y="20960"/>
                  </a:cubicBezTo>
                  <a:cubicBezTo>
                    <a:pt x="19024" y="22532"/>
                    <a:pt x="20084" y="24140"/>
                    <a:pt x="21363" y="25730"/>
                  </a:cubicBezTo>
                  <a:cubicBezTo>
                    <a:pt x="21528" y="25931"/>
                    <a:pt x="21674" y="26132"/>
                    <a:pt x="21838" y="26315"/>
                  </a:cubicBezTo>
                  <a:lnTo>
                    <a:pt x="21857" y="26315"/>
                  </a:lnTo>
                  <a:cubicBezTo>
                    <a:pt x="21930" y="26406"/>
                    <a:pt x="22003" y="26479"/>
                    <a:pt x="22076" y="26570"/>
                  </a:cubicBezTo>
                  <a:lnTo>
                    <a:pt x="22405" y="26954"/>
                  </a:lnTo>
                  <a:lnTo>
                    <a:pt x="22332" y="26461"/>
                  </a:lnTo>
                  <a:cubicBezTo>
                    <a:pt x="22332" y="26442"/>
                    <a:pt x="22313" y="26260"/>
                    <a:pt x="22277" y="25931"/>
                  </a:cubicBezTo>
                  <a:lnTo>
                    <a:pt x="22295" y="25894"/>
                  </a:lnTo>
                  <a:cubicBezTo>
                    <a:pt x="22295" y="25876"/>
                    <a:pt x="22277" y="25858"/>
                    <a:pt x="22259" y="25858"/>
                  </a:cubicBezTo>
                  <a:cubicBezTo>
                    <a:pt x="22167" y="25035"/>
                    <a:pt x="22003" y="23446"/>
                    <a:pt x="21893" y="21454"/>
                  </a:cubicBezTo>
                  <a:cubicBezTo>
                    <a:pt x="21893" y="21417"/>
                    <a:pt x="21893" y="21381"/>
                    <a:pt x="21893" y="21362"/>
                  </a:cubicBezTo>
                  <a:cubicBezTo>
                    <a:pt x="21893" y="19645"/>
                    <a:pt x="21966" y="17982"/>
                    <a:pt x="22076" y="16392"/>
                  </a:cubicBezTo>
                  <a:cubicBezTo>
                    <a:pt x="22204" y="14802"/>
                    <a:pt x="22368" y="13285"/>
                    <a:pt x="22588" y="11860"/>
                  </a:cubicBezTo>
                  <a:cubicBezTo>
                    <a:pt x="22953" y="11184"/>
                    <a:pt x="23392" y="10526"/>
                    <a:pt x="23903" y="9941"/>
                  </a:cubicBezTo>
                  <a:cubicBezTo>
                    <a:pt x="23976" y="9850"/>
                    <a:pt x="24049" y="9777"/>
                    <a:pt x="24123" y="9685"/>
                  </a:cubicBezTo>
                  <a:cubicBezTo>
                    <a:pt x="24324" y="9466"/>
                    <a:pt x="24598" y="9228"/>
                    <a:pt x="24890" y="9228"/>
                  </a:cubicBezTo>
                  <a:cubicBezTo>
                    <a:pt x="26535" y="11842"/>
                    <a:pt x="28947" y="16172"/>
                    <a:pt x="30299" y="20942"/>
                  </a:cubicBezTo>
                  <a:lnTo>
                    <a:pt x="30299" y="19919"/>
                  </a:lnTo>
                  <a:cubicBezTo>
                    <a:pt x="29879" y="18603"/>
                    <a:pt x="29404" y="17324"/>
                    <a:pt x="28892" y="16118"/>
                  </a:cubicBezTo>
                  <a:cubicBezTo>
                    <a:pt x="27302" y="12445"/>
                    <a:pt x="25402" y="9393"/>
                    <a:pt x="24305" y="7766"/>
                  </a:cubicBezTo>
                  <a:cubicBezTo>
                    <a:pt x="24013" y="7328"/>
                    <a:pt x="23775" y="6999"/>
                    <a:pt x="23629" y="6780"/>
                  </a:cubicBezTo>
                  <a:cubicBezTo>
                    <a:pt x="23611" y="6761"/>
                    <a:pt x="23593" y="6743"/>
                    <a:pt x="23593" y="6725"/>
                  </a:cubicBezTo>
                  <a:cubicBezTo>
                    <a:pt x="24031" y="4824"/>
                    <a:pt x="24488" y="3253"/>
                    <a:pt x="24872" y="2120"/>
                  </a:cubicBezTo>
                  <a:cubicBezTo>
                    <a:pt x="25073" y="1425"/>
                    <a:pt x="25274" y="914"/>
                    <a:pt x="25402" y="548"/>
                  </a:cubicBezTo>
                  <a:cubicBezTo>
                    <a:pt x="25511" y="201"/>
                    <a:pt x="25584" y="0"/>
                    <a:pt x="2558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2136775" y="2702150"/>
              <a:ext cx="5975" cy="16000"/>
            </a:xfrm>
            <a:custGeom>
              <a:rect b="b" l="l" r="r" t="t"/>
              <a:pathLst>
                <a:path extrusionOk="0" h="640" w="239">
                  <a:moveTo>
                    <a:pt x="238" y="0"/>
                  </a:moveTo>
                  <a:lnTo>
                    <a:pt x="220" y="55"/>
                  </a:lnTo>
                  <a:lnTo>
                    <a:pt x="1" y="640"/>
                  </a:lnTo>
                  <a:lnTo>
                    <a:pt x="238" y="421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350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501570" y="2702150"/>
              <a:ext cx="19225" cy="38400"/>
            </a:xfrm>
            <a:custGeom>
              <a:rect b="b" l="l" r="r" t="t"/>
              <a:pathLst>
                <a:path extrusionOk="0" h="1536" w="769">
                  <a:moveTo>
                    <a:pt x="768" y="0"/>
                  </a:moveTo>
                  <a:lnTo>
                    <a:pt x="768" y="0"/>
                  </a:lnTo>
                  <a:cubicBezTo>
                    <a:pt x="658" y="19"/>
                    <a:pt x="567" y="37"/>
                    <a:pt x="457" y="55"/>
                  </a:cubicBezTo>
                  <a:cubicBezTo>
                    <a:pt x="421" y="329"/>
                    <a:pt x="384" y="603"/>
                    <a:pt x="366" y="878"/>
                  </a:cubicBezTo>
                  <a:cubicBezTo>
                    <a:pt x="330" y="603"/>
                    <a:pt x="330" y="348"/>
                    <a:pt x="311" y="73"/>
                  </a:cubicBezTo>
                  <a:cubicBezTo>
                    <a:pt x="202" y="92"/>
                    <a:pt x="110" y="92"/>
                    <a:pt x="1" y="110"/>
                  </a:cubicBezTo>
                  <a:cubicBezTo>
                    <a:pt x="37" y="585"/>
                    <a:pt x="74" y="1060"/>
                    <a:pt x="110" y="1535"/>
                  </a:cubicBezTo>
                  <a:cubicBezTo>
                    <a:pt x="275" y="1462"/>
                    <a:pt x="457" y="1371"/>
                    <a:pt x="622" y="1280"/>
                  </a:cubicBezTo>
                  <a:cubicBezTo>
                    <a:pt x="658" y="859"/>
                    <a:pt x="695" y="421"/>
                    <a:pt x="7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1328600" y="2102750"/>
              <a:ext cx="89125" cy="660650"/>
            </a:xfrm>
            <a:custGeom>
              <a:rect b="b" l="l" r="r" t="t"/>
              <a:pathLst>
                <a:path extrusionOk="0" h="26426" w="3565">
                  <a:moveTo>
                    <a:pt x="3272" y="1"/>
                  </a:moveTo>
                  <a:cubicBezTo>
                    <a:pt x="1079" y="7621"/>
                    <a:pt x="1" y="13432"/>
                    <a:pt x="969" y="20614"/>
                  </a:cubicBezTo>
                  <a:cubicBezTo>
                    <a:pt x="1244" y="22606"/>
                    <a:pt x="1828" y="24561"/>
                    <a:pt x="2687" y="26425"/>
                  </a:cubicBezTo>
                  <a:cubicBezTo>
                    <a:pt x="2779" y="26407"/>
                    <a:pt x="2888" y="26370"/>
                    <a:pt x="2980" y="26352"/>
                  </a:cubicBezTo>
                  <a:cubicBezTo>
                    <a:pt x="2139" y="24506"/>
                    <a:pt x="1554" y="22551"/>
                    <a:pt x="1280" y="20577"/>
                  </a:cubicBezTo>
                  <a:cubicBezTo>
                    <a:pt x="293" y="13414"/>
                    <a:pt x="1317" y="7840"/>
                    <a:pt x="3564" y="92"/>
                  </a:cubicBezTo>
                  <a:lnTo>
                    <a:pt x="32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1692275" y="2644575"/>
              <a:ext cx="144825" cy="176825"/>
            </a:xfrm>
            <a:custGeom>
              <a:rect b="b" l="l" r="r" t="t"/>
              <a:pathLst>
                <a:path extrusionOk="0" h="7073" w="5793">
                  <a:moveTo>
                    <a:pt x="2906" y="1"/>
                  </a:moveTo>
                  <a:cubicBezTo>
                    <a:pt x="2102" y="1"/>
                    <a:pt x="1371" y="403"/>
                    <a:pt x="841" y="1061"/>
                  </a:cubicBezTo>
                  <a:cubicBezTo>
                    <a:pt x="877" y="1170"/>
                    <a:pt x="877" y="1298"/>
                    <a:pt x="877" y="1426"/>
                  </a:cubicBezTo>
                  <a:cubicBezTo>
                    <a:pt x="877" y="2084"/>
                    <a:pt x="548" y="2632"/>
                    <a:pt x="73" y="2815"/>
                  </a:cubicBezTo>
                  <a:cubicBezTo>
                    <a:pt x="37" y="3053"/>
                    <a:pt x="0" y="3290"/>
                    <a:pt x="0" y="3528"/>
                  </a:cubicBezTo>
                  <a:cubicBezTo>
                    <a:pt x="0" y="5483"/>
                    <a:pt x="1297" y="7073"/>
                    <a:pt x="2906" y="7073"/>
                  </a:cubicBezTo>
                  <a:cubicBezTo>
                    <a:pt x="4495" y="7073"/>
                    <a:pt x="5793" y="5483"/>
                    <a:pt x="5793" y="3528"/>
                  </a:cubicBezTo>
                  <a:cubicBezTo>
                    <a:pt x="5793" y="1591"/>
                    <a:pt x="4495" y="1"/>
                    <a:pt x="2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1369725" y="2339400"/>
              <a:ext cx="47550" cy="420800"/>
            </a:xfrm>
            <a:custGeom>
              <a:rect b="b" l="l" r="r" t="t"/>
              <a:pathLst>
                <a:path extrusionOk="0" h="16832" w="1902">
                  <a:moveTo>
                    <a:pt x="439" y="1"/>
                  </a:moveTo>
                  <a:lnTo>
                    <a:pt x="439" y="1"/>
                  </a:lnTo>
                  <a:cubicBezTo>
                    <a:pt x="183" y="2376"/>
                    <a:pt x="1" y="4770"/>
                    <a:pt x="19" y="7164"/>
                  </a:cubicBezTo>
                  <a:cubicBezTo>
                    <a:pt x="19" y="9558"/>
                    <a:pt x="238" y="11970"/>
                    <a:pt x="786" y="14309"/>
                  </a:cubicBezTo>
                  <a:cubicBezTo>
                    <a:pt x="987" y="15168"/>
                    <a:pt x="1243" y="16009"/>
                    <a:pt x="1554" y="16831"/>
                  </a:cubicBezTo>
                  <a:cubicBezTo>
                    <a:pt x="1664" y="16813"/>
                    <a:pt x="1791" y="16776"/>
                    <a:pt x="1901" y="16740"/>
                  </a:cubicBezTo>
                  <a:cubicBezTo>
                    <a:pt x="1590" y="15917"/>
                    <a:pt x="1316" y="15077"/>
                    <a:pt x="1079" y="14236"/>
                  </a:cubicBezTo>
                  <a:cubicBezTo>
                    <a:pt x="494" y="11934"/>
                    <a:pt x="220" y="9540"/>
                    <a:pt x="165" y="7164"/>
                  </a:cubicBezTo>
                  <a:cubicBezTo>
                    <a:pt x="110" y="4770"/>
                    <a:pt x="238" y="2395"/>
                    <a:pt x="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691775" y="3905475"/>
              <a:ext cx="175450" cy="104200"/>
            </a:xfrm>
            <a:custGeom>
              <a:rect b="b" l="l" r="r" t="t"/>
              <a:pathLst>
                <a:path extrusionOk="0" h="4168" w="7018">
                  <a:moveTo>
                    <a:pt x="7017" y="1"/>
                  </a:moveTo>
                  <a:lnTo>
                    <a:pt x="2650" y="2541"/>
                  </a:lnTo>
                  <a:lnTo>
                    <a:pt x="439" y="3802"/>
                  </a:lnTo>
                  <a:lnTo>
                    <a:pt x="0" y="4058"/>
                  </a:lnTo>
                  <a:lnTo>
                    <a:pt x="0" y="4167"/>
                  </a:lnTo>
                  <a:lnTo>
                    <a:pt x="493" y="3857"/>
                  </a:lnTo>
                  <a:lnTo>
                    <a:pt x="2668" y="2578"/>
                  </a:lnTo>
                  <a:lnTo>
                    <a:pt x="7017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691300" y="3742400"/>
              <a:ext cx="695825" cy="423975"/>
            </a:xfrm>
            <a:custGeom>
              <a:rect b="b" l="l" r="r" t="t"/>
              <a:pathLst>
                <a:path extrusionOk="0" h="16959" w="27833">
                  <a:moveTo>
                    <a:pt x="27832" y="0"/>
                  </a:moveTo>
                  <a:cubicBezTo>
                    <a:pt x="27357" y="585"/>
                    <a:pt x="26772" y="1042"/>
                    <a:pt x="26114" y="1389"/>
                  </a:cubicBezTo>
                  <a:cubicBezTo>
                    <a:pt x="25456" y="1736"/>
                    <a:pt x="24780" y="1974"/>
                    <a:pt x="24068" y="2211"/>
                  </a:cubicBezTo>
                  <a:cubicBezTo>
                    <a:pt x="22660" y="2632"/>
                    <a:pt x="21217" y="2997"/>
                    <a:pt x="19791" y="3417"/>
                  </a:cubicBezTo>
                  <a:cubicBezTo>
                    <a:pt x="16941" y="4240"/>
                    <a:pt x="14072" y="5135"/>
                    <a:pt x="11385" y="6433"/>
                  </a:cubicBezTo>
                  <a:cubicBezTo>
                    <a:pt x="10033" y="7090"/>
                    <a:pt x="8736" y="7840"/>
                    <a:pt x="7511" y="8717"/>
                  </a:cubicBezTo>
                  <a:cubicBezTo>
                    <a:pt x="6305" y="9576"/>
                    <a:pt x="5191" y="10599"/>
                    <a:pt x="4167" y="11677"/>
                  </a:cubicBezTo>
                  <a:cubicBezTo>
                    <a:pt x="2632" y="13322"/>
                    <a:pt x="1298" y="15113"/>
                    <a:pt x="1" y="16940"/>
                  </a:cubicBezTo>
                  <a:lnTo>
                    <a:pt x="1" y="16958"/>
                  </a:lnTo>
                  <a:cubicBezTo>
                    <a:pt x="1317" y="15131"/>
                    <a:pt x="2687" y="13358"/>
                    <a:pt x="4240" y="11769"/>
                  </a:cubicBezTo>
                  <a:cubicBezTo>
                    <a:pt x="5300" y="10709"/>
                    <a:pt x="6433" y="9740"/>
                    <a:pt x="7639" y="8900"/>
                  </a:cubicBezTo>
                  <a:cubicBezTo>
                    <a:pt x="8864" y="8059"/>
                    <a:pt x="10179" y="7346"/>
                    <a:pt x="11513" y="6725"/>
                  </a:cubicBezTo>
                  <a:cubicBezTo>
                    <a:pt x="14200" y="5482"/>
                    <a:pt x="17050" y="4623"/>
                    <a:pt x="19883" y="3783"/>
                  </a:cubicBezTo>
                  <a:cubicBezTo>
                    <a:pt x="21308" y="3344"/>
                    <a:pt x="22734" y="2942"/>
                    <a:pt x="24159" y="2467"/>
                  </a:cubicBezTo>
                  <a:cubicBezTo>
                    <a:pt x="24853" y="2211"/>
                    <a:pt x="25548" y="1919"/>
                    <a:pt x="26187" y="1517"/>
                  </a:cubicBezTo>
                  <a:cubicBezTo>
                    <a:pt x="26845" y="1133"/>
                    <a:pt x="27412" y="621"/>
                    <a:pt x="2783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0"/>
            <p:cNvSpPr/>
            <p:nvPr/>
          </p:nvSpPr>
          <p:spPr>
            <a:xfrm>
              <a:off x="1656175" y="2643675"/>
              <a:ext cx="58050" cy="73125"/>
            </a:xfrm>
            <a:custGeom>
              <a:rect b="b" l="l" r="r" t="t"/>
              <a:pathLst>
                <a:path extrusionOk="0" h="2925" w="2322">
                  <a:moveTo>
                    <a:pt x="1170" y="0"/>
                  </a:moveTo>
                  <a:cubicBezTo>
                    <a:pt x="512" y="0"/>
                    <a:pt x="0" y="658"/>
                    <a:pt x="0" y="1462"/>
                  </a:cubicBezTo>
                  <a:cubicBezTo>
                    <a:pt x="0" y="2266"/>
                    <a:pt x="512" y="2924"/>
                    <a:pt x="1170" y="2924"/>
                  </a:cubicBezTo>
                  <a:cubicBezTo>
                    <a:pt x="1280" y="2924"/>
                    <a:pt x="1407" y="2888"/>
                    <a:pt x="1517" y="2851"/>
                  </a:cubicBezTo>
                  <a:cubicBezTo>
                    <a:pt x="1992" y="2668"/>
                    <a:pt x="2321" y="2120"/>
                    <a:pt x="2321" y="1462"/>
                  </a:cubicBezTo>
                  <a:cubicBezTo>
                    <a:pt x="2321" y="1334"/>
                    <a:pt x="2321" y="1206"/>
                    <a:pt x="2285" y="1097"/>
                  </a:cubicBezTo>
                  <a:cubicBezTo>
                    <a:pt x="2157" y="475"/>
                    <a:pt x="1700" y="0"/>
                    <a:pt x="11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0"/>
            <p:cNvSpPr/>
            <p:nvPr/>
          </p:nvSpPr>
          <p:spPr>
            <a:xfrm>
              <a:off x="1840275" y="2769750"/>
              <a:ext cx="42525" cy="53475"/>
            </a:xfrm>
            <a:custGeom>
              <a:rect b="b" l="l" r="r" t="t"/>
              <a:pathLst>
                <a:path extrusionOk="0" h="2139" w="1701">
                  <a:moveTo>
                    <a:pt x="841" y="1"/>
                  </a:moveTo>
                  <a:cubicBezTo>
                    <a:pt x="385" y="1"/>
                    <a:pt x="1" y="476"/>
                    <a:pt x="1" y="1061"/>
                  </a:cubicBezTo>
                  <a:cubicBezTo>
                    <a:pt x="1" y="1664"/>
                    <a:pt x="385" y="2139"/>
                    <a:pt x="841" y="2139"/>
                  </a:cubicBezTo>
                  <a:cubicBezTo>
                    <a:pt x="1317" y="2139"/>
                    <a:pt x="1700" y="1664"/>
                    <a:pt x="1700" y="1061"/>
                  </a:cubicBezTo>
                  <a:cubicBezTo>
                    <a:pt x="1700" y="476"/>
                    <a:pt x="1317" y="1"/>
                    <a:pt x="8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1383900" y="2469800"/>
              <a:ext cx="542300" cy="416950"/>
            </a:xfrm>
            <a:custGeom>
              <a:rect b="b" l="l" r="r" t="t"/>
              <a:pathLst>
                <a:path extrusionOk="0" h="16678" w="21692">
                  <a:moveTo>
                    <a:pt x="21688" y="4807"/>
                  </a:moveTo>
                  <a:cubicBezTo>
                    <a:pt x="21690" y="4814"/>
                    <a:pt x="21691" y="4817"/>
                    <a:pt x="21691" y="4817"/>
                  </a:cubicBezTo>
                  <a:lnTo>
                    <a:pt x="21691" y="4817"/>
                  </a:lnTo>
                  <a:cubicBezTo>
                    <a:pt x="21690" y="4814"/>
                    <a:pt x="21689" y="4811"/>
                    <a:pt x="21688" y="4807"/>
                  </a:cubicBezTo>
                  <a:close/>
                  <a:moveTo>
                    <a:pt x="16332" y="0"/>
                  </a:moveTo>
                  <a:cubicBezTo>
                    <a:pt x="15473" y="0"/>
                    <a:pt x="14502" y="252"/>
                    <a:pt x="13413" y="870"/>
                  </a:cubicBezTo>
                  <a:cubicBezTo>
                    <a:pt x="11659" y="1363"/>
                    <a:pt x="10215" y="2789"/>
                    <a:pt x="8808" y="4031"/>
                  </a:cubicBezTo>
                  <a:cubicBezTo>
                    <a:pt x="7566" y="5128"/>
                    <a:pt x="6031" y="6151"/>
                    <a:pt x="4459" y="6316"/>
                  </a:cubicBezTo>
                  <a:cubicBezTo>
                    <a:pt x="4349" y="6316"/>
                    <a:pt x="4258" y="6334"/>
                    <a:pt x="4148" y="6334"/>
                  </a:cubicBezTo>
                  <a:cubicBezTo>
                    <a:pt x="3838" y="6334"/>
                    <a:pt x="3545" y="6297"/>
                    <a:pt x="3235" y="6243"/>
                  </a:cubicBezTo>
                  <a:cubicBezTo>
                    <a:pt x="3143" y="6206"/>
                    <a:pt x="3070" y="6206"/>
                    <a:pt x="2979" y="6170"/>
                  </a:cubicBezTo>
                  <a:lnTo>
                    <a:pt x="2979" y="6170"/>
                  </a:lnTo>
                  <a:cubicBezTo>
                    <a:pt x="3070" y="6224"/>
                    <a:pt x="3143" y="6261"/>
                    <a:pt x="3235" y="6297"/>
                  </a:cubicBezTo>
                  <a:cubicBezTo>
                    <a:pt x="3509" y="6425"/>
                    <a:pt x="3801" y="6498"/>
                    <a:pt x="4075" y="6572"/>
                  </a:cubicBezTo>
                  <a:cubicBezTo>
                    <a:pt x="4185" y="6590"/>
                    <a:pt x="4276" y="6608"/>
                    <a:pt x="4386" y="6608"/>
                  </a:cubicBezTo>
                  <a:cubicBezTo>
                    <a:pt x="4560" y="6630"/>
                    <a:pt x="4736" y="6640"/>
                    <a:pt x="4913" y="6640"/>
                  </a:cubicBezTo>
                  <a:cubicBezTo>
                    <a:pt x="6235" y="6640"/>
                    <a:pt x="7582" y="6044"/>
                    <a:pt x="8388" y="4963"/>
                  </a:cubicBezTo>
                  <a:lnTo>
                    <a:pt x="8388" y="4963"/>
                  </a:lnTo>
                  <a:cubicBezTo>
                    <a:pt x="7273" y="6553"/>
                    <a:pt x="5702" y="7796"/>
                    <a:pt x="3929" y="8545"/>
                  </a:cubicBezTo>
                  <a:cubicBezTo>
                    <a:pt x="3819" y="8600"/>
                    <a:pt x="3710" y="8636"/>
                    <a:pt x="3600" y="8691"/>
                  </a:cubicBezTo>
                  <a:cubicBezTo>
                    <a:pt x="3490" y="8728"/>
                    <a:pt x="3399" y="8746"/>
                    <a:pt x="3308" y="8783"/>
                  </a:cubicBezTo>
                  <a:cubicBezTo>
                    <a:pt x="3198" y="8819"/>
                    <a:pt x="3107" y="8856"/>
                    <a:pt x="2997" y="8892"/>
                  </a:cubicBezTo>
                  <a:cubicBezTo>
                    <a:pt x="2357" y="9093"/>
                    <a:pt x="1681" y="9221"/>
                    <a:pt x="1005" y="9294"/>
                  </a:cubicBezTo>
                  <a:cubicBezTo>
                    <a:pt x="1466" y="9384"/>
                    <a:pt x="1944" y="9429"/>
                    <a:pt x="2422" y="9429"/>
                  </a:cubicBezTo>
                  <a:cubicBezTo>
                    <a:pt x="2626" y="9429"/>
                    <a:pt x="2831" y="9420"/>
                    <a:pt x="3034" y="9404"/>
                  </a:cubicBezTo>
                  <a:cubicBezTo>
                    <a:pt x="3125" y="9386"/>
                    <a:pt x="3235" y="9367"/>
                    <a:pt x="3326" y="9367"/>
                  </a:cubicBezTo>
                  <a:cubicBezTo>
                    <a:pt x="3381" y="9349"/>
                    <a:pt x="3436" y="9349"/>
                    <a:pt x="3490" y="9349"/>
                  </a:cubicBezTo>
                  <a:cubicBezTo>
                    <a:pt x="3582" y="9331"/>
                    <a:pt x="3691" y="9313"/>
                    <a:pt x="3801" y="9294"/>
                  </a:cubicBezTo>
                  <a:cubicBezTo>
                    <a:pt x="4623" y="9130"/>
                    <a:pt x="5409" y="8819"/>
                    <a:pt x="6122" y="8399"/>
                  </a:cubicBezTo>
                  <a:lnTo>
                    <a:pt x="6122" y="8399"/>
                  </a:lnTo>
                  <a:cubicBezTo>
                    <a:pt x="5976" y="8673"/>
                    <a:pt x="5830" y="8929"/>
                    <a:pt x="5702" y="9166"/>
                  </a:cubicBezTo>
                  <a:cubicBezTo>
                    <a:pt x="5062" y="9715"/>
                    <a:pt x="4368" y="10190"/>
                    <a:pt x="3637" y="10574"/>
                  </a:cubicBezTo>
                  <a:cubicBezTo>
                    <a:pt x="3472" y="10665"/>
                    <a:pt x="3308" y="10756"/>
                    <a:pt x="3143" y="10848"/>
                  </a:cubicBezTo>
                  <a:cubicBezTo>
                    <a:pt x="2558" y="11122"/>
                    <a:pt x="1955" y="11341"/>
                    <a:pt x="1334" y="11524"/>
                  </a:cubicBezTo>
                  <a:cubicBezTo>
                    <a:pt x="1206" y="11560"/>
                    <a:pt x="1097" y="11597"/>
                    <a:pt x="969" y="11615"/>
                  </a:cubicBezTo>
                  <a:cubicBezTo>
                    <a:pt x="914" y="11633"/>
                    <a:pt x="841" y="11652"/>
                    <a:pt x="768" y="11670"/>
                  </a:cubicBezTo>
                  <a:cubicBezTo>
                    <a:pt x="676" y="11688"/>
                    <a:pt x="567" y="11707"/>
                    <a:pt x="475" y="11743"/>
                  </a:cubicBezTo>
                  <a:cubicBezTo>
                    <a:pt x="311" y="11761"/>
                    <a:pt x="165" y="11798"/>
                    <a:pt x="0" y="11816"/>
                  </a:cubicBezTo>
                  <a:cubicBezTo>
                    <a:pt x="183" y="11871"/>
                    <a:pt x="366" y="11908"/>
                    <a:pt x="567" y="11944"/>
                  </a:cubicBezTo>
                  <a:cubicBezTo>
                    <a:pt x="676" y="11962"/>
                    <a:pt x="804" y="11981"/>
                    <a:pt x="932" y="11999"/>
                  </a:cubicBezTo>
                  <a:cubicBezTo>
                    <a:pt x="987" y="12017"/>
                    <a:pt x="1060" y="12017"/>
                    <a:pt x="1133" y="12035"/>
                  </a:cubicBezTo>
                  <a:cubicBezTo>
                    <a:pt x="1279" y="12054"/>
                    <a:pt x="1425" y="12072"/>
                    <a:pt x="1572" y="12072"/>
                  </a:cubicBezTo>
                  <a:cubicBezTo>
                    <a:pt x="1937" y="12107"/>
                    <a:pt x="2303" y="12128"/>
                    <a:pt x="2664" y="12128"/>
                  </a:cubicBezTo>
                  <a:cubicBezTo>
                    <a:pt x="2862" y="12128"/>
                    <a:pt x="3059" y="12121"/>
                    <a:pt x="3253" y="12109"/>
                  </a:cubicBezTo>
                  <a:cubicBezTo>
                    <a:pt x="3363" y="12109"/>
                    <a:pt x="3472" y="12090"/>
                    <a:pt x="3582" y="12090"/>
                  </a:cubicBezTo>
                  <a:cubicBezTo>
                    <a:pt x="3728" y="12072"/>
                    <a:pt x="3874" y="12054"/>
                    <a:pt x="4002" y="12035"/>
                  </a:cubicBezTo>
                  <a:cubicBezTo>
                    <a:pt x="4258" y="12017"/>
                    <a:pt x="4496" y="11962"/>
                    <a:pt x="4733" y="11908"/>
                  </a:cubicBezTo>
                  <a:cubicBezTo>
                    <a:pt x="5208" y="12967"/>
                    <a:pt x="8753" y="16056"/>
                    <a:pt x="9375" y="16586"/>
                  </a:cubicBezTo>
                  <a:cubicBezTo>
                    <a:pt x="9429" y="16640"/>
                    <a:pt x="9466" y="16677"/>
                    <a:pt x="9466" y="16677"/>
                  </a:cubicBezTo>
                  <a:cubicBezTo>
                    <a:pt x="9466" y="16677"/>
                    <a:pt x="6962" y="12730"/>
                    <a:pt x="7511" y="11286"/>
                  </a:cubicBezTo>
                  <a:cubicBezTo>
                    <a:pt x="7693" y="10756"/>
                    <a:pt x="8205" y="9806"/>
                    <a:pt x="8973" y="8728"/>
                  </a:cubicBezTo>
                  <a:cubicBezTo>
                    <a:pt x="9320" y="8216"/>
                    <a:pt x="9740" y="7668"/>
                    <a:pt x="10197" y="7120"/>
                  </a:cubicBezTo>
                  <a:cubicBezTo>
                    <a:pt x="11732" y="6188"/>
                    <a:pt x="13431" y="5512"/>
                    <a:pt x="15204" y="5128"/>
                  </a:cubicBezTo>
                  <a:cubicBezTo>
                    <a:pt x="15876" y="4989"/>
                    <a:pt x="16574" y="4893"/>
                    <a:pt x="17263" y="4893"/>
                  </a:cubicBezTo>
                  <a:cubicBezTo>
                    <a:pt x="18110" y="4893"/>
                    <a:pt x="18944" y="5037"/>
                    <a:pt x="19699" y="5420"/>
                  </a:cubicBezTo>
                  <a:cubicBezTo>
                    <a:pt x="19736" y="5439"/>
                    <a:pt x="19791" y="5457"/>
                    <a:pt x="19827" y="5475"/>
                  </a:cubicBezTo>
                  <a:cubicBezTo>
                    <a:pt x="20193" y="5676"/>
                    <a:pt x="20522" y="5932"/>
                    <a:pt x="20778" y="6261"/>
                  </a:cubicBezTo>
                  <a:cubicBezTo>
                    <a:pt x="20796" y="6279"/>
                    <a:pt x="20814" y="6297"/>
                    <a:pt x="20832" y="6334"/>
                  </a:cubicBezTo>
                  <a:lnTo>
                    <a:pt x="20796" y="6243"/>
                  </a:lnTo>
                  <a:cubicBezTo>
                    <a:pt x="20741" y="5767"/>
                    <a:pt x="20613" y="5292"/>
                    <a:pt x="20430" y="4836"/>
                  </a:cubicBezTo>
                  <a:lnTo>
                    <a:pt x="20430" y="4836"/>
                  </a:lnTo>
                  <a:cubicBezTo>
                    <a:pt x="20522" y="4963"/>
                    <a:pt x="20558" y="5055"/>
                    <a:pt x="20558" y="5055"/>
                  </a:cubicBezTo>
                  <a:cubicBezTo>
                    <a:pt x="20558" y="5055"/>
                    <a:pt x="20540" y="2697"/>
                    <a:pt x="18731" y="2168"/>
                  </a:cubicBezTo>
                  <a:lnTo>
                    <a:pt x="18731" y="2168"/>
                  </a:lnTo>
                  <a:cubicBezTo>
                    <a:pt x="18731" y="2168"/>
                    <a:pt x="20266" y="2168"/>
                    <a:pt x="21618" y="4689"/>
                  </a:cubicBezTo>
                  <a:cubicBezTo>
                    <a:pt x="21653" y="4724"/>
                    <a:pt x="21671" y="4758"/>
                    <a:pt x="21688" y="4807"/>
                  </a:cubicBezTo>
                  <a:lnTo>
                    <a:pt x="21688" y="4807"/>
                  </a:lnTo>
                  <a:cubicBezTo>
                    <a:pt x="21675" y="4768"/>
                    <a:pt x="21621" y="4616"/>
                    <a:pt x="21527" y="4397"/>
                  </a:cubicBezTo>
                  <a:cubicBezTo>
                    <a:pt x="21344" y="3922"/>
                    <a:pt x="20942" y="3118"/>
                    <a:pt x="20339" y="2314"/>
                  </a:cubicBezTo>
                  <a:cubicBezTo>
                    <a:pt x="20028" y="1893"/>
                    <a:pt x="19663" y="1473"/>
                    <a:pt x="19243" y="1126"/>
                  </a:cubicBezTo>
                  <a:cubicBezTo>
                    <a:pt x="18472" y="472"/>
                    <a:pt x="17507" y="0"/>
                    <a:pt x="1633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7" name="Google Shape;537;p30"/>
          <p:cNvSpPr/>
          <p:nvPr/>
        </p:nvSpPr>
        <p:spPr>
          <a:xfrm>
            <a:off x="5193025" y="3503825"/>
            <a:ext cx="1308300" cy="1812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1"/>
          <p:cNvSpPr/>
          <p:nvPr/>
        </p:nvSpPr>
        <p:spPr>
          <a:xfrm>
            <a:off x="102925" y="2301350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1"/>
          <p:cNvSpPr/>
          <p:nvPr/>
        </p:nvSpPr>
        <p:spPr>
          <a:xfrm>
            <a:off x="7987150" y="1411925"/>
            <a:ext cx="2837700" cy="4100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1"/>
          <p:cNvSpPr txBox="1"/>
          <p:nvPr>
            <p:ph type="title"/>
          </p:nvPr>
        </p:nvSpPr>
        <p:spPr>
          <a:xfrm>
            <a:off x="720000" y="1503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Metodología</a:t>
            </a:r>
            <a:endParaRPr/>
          </a:p>
        </p:txBody>
      </p:sp>
      <p:sp>
        <p:nvSpPr>
          <p:cNvPr id="545" name="Google Shape;545;p31"/>
          <p:cNvSpPr txBox="1"/>
          <p:nvPr>
            <p:ph idx="2" type="title"/>
          </p:nvPr>
        </p:nvSpPr>
        <p:spPr>
          <a:xfrm>
            <a:off x="1740919" y="1560579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Obtención de datos</a:t>
            </a:r>
            <a:endParaRPr/>
          </a:p>
        </p:txBody>
      </p:sp>
      <p:sp>
        <p:nvSpPr>
          <p:cNvPr id="546" name="Google Shape;546;p31"/>
          <p:cNvSpPr txBox="1"/>
          <p:nvPr>
            <p:ph idx="1" type="subTitle"/>
          </p:nvPr>
        </p:nvSpPr>
        <p:spPr>
          <a:xfrm>
            <a:off x="1740919" y="1988352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partir de de un csv y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Webscrapping (Myanimelist.net)</a:t>
            </a:r>
            <a:endParaRPr/>
          </a:p>
        </p:txBody>
      </p:sp>
      <p:sp>
        <p:nvSpPr>
          <p:cNvPr id="547" name="Google Shape;547;p31"/>
          <p:cNvSpPr txBox="1"/>
          <p:nvPr>
            <p:ph idx="3" type="title"/>
          </p:nvPr>
        </p:nvSpPr>
        <p:spPr>
          <a:xfrm>
            <a:off x="1740919" y="3414353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</a:t>
            </a:r>
            <a:endParaRPr/>
          </a:p>
        </p:txBody>
      </p:sp>
      <p:sp>
        <p:nvSpPr>
          <p:cNvPr id="548" name="Google Shape;548;p31"/>
          <p:cNvSpPr txBox="1"/>
          <p:nvPr>
            <p:ph idx="4" type="subTitle"/>
          </p:nvPr>
        </p:nvSpPr>
        <p:spPr>
          <a:xfrm>
            <a:off x="1740919" y="4020481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Comparar diferentes variables y parámetros y ver la relación que hay entre ellos</a:t>
            </a:r>
            <a:endParaRPr/>
          </a:p>
        </p:txBody>
      </p:sp>
      <p:sp>
        <p:nvSpPr>
          <p:cNvPr id="549" name="Google Shape;549;p31"/>
          <p:cNvSpPr txBox="1"/>
          <p:nvPr>
            <p:ph idx="5" type="title"/>
          </p:nvPr>
        </p:nvSpPr>
        <p:spPr>
          <a:xfrm>
            <a:off x="2482669" y="723075"/>
            <a:ext cx="886200" cy="63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50" name="Google Shape;550;p31"/>
          <p:cNvSpPr txBox="1"/>
          <p:nvPr>
            <p:ph idx="6" type="title"/>
          </p:nvPr>
        </p:nvSpPr>
        <p:spPr>
          <a:xfrm>
            <a:off x="2482669" y="2950269"/>
            <a:ext cx="886200" cy="63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51" name="Google Shape;551;p31"/>
          <p:cNvSpPr txBox="1"/>
          <p:nvPr>
            <p:ph idx="7" type="title"/>
          </p:nvPr>
        </p:nvSpPr>
        <p:spPr>
          <a:xfrm>
            <a:off x="5033369" y="1240116"/>
            <a:ext cx="2369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Limpieza</a:t>
            </a:r>
            <a:endParaRPr/>
          </a:p>
        </p:txBody>
      </p:sp>
      <p:sp>
        <p:nvSpPr>
          <p:cNvPr id="552" name="Google Shape;552;p31"/>
          <p:cNvSpPr txBox="1"/>
          <p:nvPr>
            <p:ph idx="8" type="subTitle"/>
          </p:nvPr>
        </p:nvSpPr>
        <p:spPr>
          <a:xfrm>
            <a:off x="4799375" y="1740200"/>
            <a:ext cx="2837700" cy="12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Unificar nombres de columnas y variables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Identificar y gestionar nulos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Unificar</a:t>
            </a:r>
            <a:endParaRPr/>
          </a:p>
        </p:txBody>
      </p:sp>
      <p:sp>
        <p:nvSpPr>
          <p:cNvPr id="553" name="Google Shape;553;p31"/>
          <p:cNvSpPr txBox="1"/>
          <p:nvPr>
            <p:ph idx="9" type="title"/>
          </p:nvPr>
        </p:nvSpPr>
        <p:spPr>
          <a:xfrm>
            <a:off x="5006576" y="3414350"/>
            <a:ext cx="2597700" cy="5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</a:t>
            </a:r>
            <a:endParaRPr/>
          </a:p>
        </p:txBody>
      </p:sp>
      <p:sp>
        <p:nvSpPr>
          <p:cNvPr id="554" name="Google Shape;554;p31"/>
          <p:cNvSpPr txBox="1"/>
          <p:nvPr>
            <p:ph idx="13" type="subTitle"/>
          </p:nvPr>
        </p:nvSpPr>
        <p:spPr>
          <a:xfrm>
            <a:off x="5033369" y="4020481"/>
            <a:ext cx="2369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Qué hemos podido observar en el análisis</a:t>
            </a:r>
            <a:endParaRPr/>
          </a:p>
        </p:txBody>
      </p:sp>
      <p:sp>
        <p:nvSpPr>
          <p:cNvPr id="555" name="Google Shape;555;p31"/>
          <p:cNvSpPr txBox="1"/>
          <p:nvPr>
            <p:ph idx="14" type="title"/>
          </p:nvPr>
        </p:nvSpPr>
        <p:spPr>
          <a:xfrm>
            <a:off x="5775119" y="723063"/>
            <a:ext cx="886200" cy="63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56" name="Google Shape;556;p31"/>
          <p:cNvSpPr txBox="1"/>
          <p:nvPr>
            <p:ph idx="15" type="title"/>
          </p:nvPr>
        </p:nvSpPr>
        <p:spPr>
          <a:xfrm>
            <a:off x="5775119" y="2941906"/>
            <a:ext cx="886200" cy="63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/>
          <p:cNvSpPr/>
          <p:nvPr/>
        </p:nvSpPr>
        <p:spPr>
          <a:xfrm flipH="1">
            <a:off x="5847275" y="2978225"/>
            <a:ext cx="1638000" cy="16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2"/>
          <p:cNvSpPr txBox="1"/>
          <p:nvPr>
            <p:ph type="title"/>
          </p:nvPr>
        </p:nvSpPr>
        <p:spPr>
          <a:xfrm flipH="1">
            <a:off x="4276550" y="-41000"/>
            <a:ext cx="3347100" cy="134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Análisis</a:t>
            </a:r>
            <a:endParaRPr sz="5100"/>
          </a:p>
        </p:txBody>
      </p:sp>
      <p:grpSp>
        <p:nvGrpSpPr>
          <p:cNvPr id="563" name="Google Shape;563;p32"/>
          <p:cNvGrpSpPr/>
          <p:nvPr/>
        </p:nvGrpSpPr>
        <p:grpSpPr>
          <a:xfrm flipH="1">
            <a:off x="713225" y="679688"/>
            <a:ext cx="1844600" cy="3784125"/>
            <a:chOff x="2910775" y="913625"/>
            <a:chExt cx="1844600" cy="3784125"/>
          </a:xfrm>
        </p:grpSpPr>
        <p:sp>
          <p:nvSpPr>
            <p:cNvPr id="564" name="Google Shape;564;p32"/>
            <p:cNvSpPr/>
            <p:nvPr/>
          </p:nvSpPr>
          <p:spPr>
            <a:xfrm>
              <a:off x="3290575" y="1427675"/>
              <a:ext cx="583425" cy="791200"/>
            </a:xfrm>
            <a:custGeom>
              <a:rect b="b" l="l" r="r" t="t"/>
              <a:pathLst>
                <a:path extrusionOk="0" h="31648" w="23337">
                  <a:moveTo>
                    <a:pt x="23337" y="1"/>
                  </a:moveTo>
                  <a:cubicBezTo>
                    <a:pt x="16919" y="8181"/>
                    <a:pt x="10109" y="16051"/>
                    <a:pt x="2941" y="23575"/>
                  </a:cubicBezTo>
                  <a:cubicBezTo>
                    <a:pt x="2965" y="23587"/>
                    <a:pt x="2977" y="23599"/>
                    <a:pt x="3001" y="23611"/>
                  </a:cubicBezTo>
                  <a:cubicBezTo>
                    <a:pt x="2120" y="25028"/>
                    <a:pt x="1251" y="26457"/>
                    <a:pt x="370" y="27873"/>
                  </a:cubicBezTo>
                  <a:cubicBezTo>
                    <a:pt x="405" y="27897"/>
                    <a:pt x="453" y="27921"/>
                    <a:pt x="501" y="27957"/>
                  </a:cubicBezTo>
                  <a:cubicBezTo>
                    <a:pt x="1298" y="26873"/>
                    <a:pt x="2096" y="25790"/>
                    <a:pt x="2906" y="24718"/>
                  </a:cubicBezTo>
                  <a:cubicBezTo>
                    <a:pt x="2941" y="24742"/>
                    <a:pt x="2989" y="24766"/>
                    <a:pt x="3037" y="24790"/>
                  </a:cubicBezTo>
                  <a:cubicBezTo>
                    <a:pt x="2060" y="26397"/>
                    <a:pt x="1096" y="28004"/>
                    <a:pt x="132" y="29624"/>
                  </a:cubicBezTo>
                  <a:cubicBezTo>
                    <a:pt x="167" y="29647"/>
                    <a:pt x="215" y="29671"/>
                    <a:pt x="263" y="29707"/>
                  </a:cubicBezTo>
                  <a:cubicBezTo>
                    <a:pt x="989" y="28897"/>
                    <a:pt x="1715" y="28088"/>
                    <a:pt x="2453" y="27290"/>
                  </a:cubicBezTo>
                  <a:lnTo>
                    <a:pt x="2453" y="27290"/>
                  </a:lnTo>
                  <a:cubicBezTo>
                    <a:pt x="1918" y="28874"/>
                    <a:pt x="417" y="29886"/>
                    <a:pt x="1" y="31517"/>
                  </a:cubicBezTo>
                  <a:cubicBezTo>
                    <a:pt x="60" y="31552"/>
                    <a:pt x="120" y="31600"/>
                    <a:pt x="179" y="31648"/>
                  </a:cubicBezTo>
                  <a:cubicBezTo>
                    <a:pt x="1251" y="30469"/>
                    <a:pt x="2334" y="29290"/>
                    <a:pt x="3406" y="28112"/>
                  </a:cubicBezTo>
                  <a:cubicBezTo>
                    <a:pt x="3442" y="28135"/>
                    <a:pt x="3477" y="28159"/>
                    <a:pt x="3525" y="28183"/>
                  </a:cubicBezTo>
                  <a:cubicBezTo>
                    <a:pt x="3263" y="28588"/>
                    <a:pt x="3001" y="29005"/>
                    <a:pt x="2739" y="29409"/>
                  </a:cubicBezTo>
                  <a:cubicBezTo>
                    <a:pt x="2763" y="29433"/>
                    <a:pt x="2787" y="29445"/>
                    <a:pt x="2810" y="29469"/>
                  </a:cubicBezTo>
                  <a:cubicBezTo>
                    <a:pt x="3537" y="28862"/>
                    <a:pt x="4263" y="28254"/>
                    <a:pt x="4989" y="27659"/>
                  </a:cubicBezTo>
                  <a:cubicBezTo>
                    <a:pt x="5037" y="27695"/>
                    <a:pt x="5073" y="27731"/>
                    <a:pt x="5120" y="27766"/>
                  </a:cubicBezTo>
                  <a:cubicBezTo>
                    <a:pt x="4430" y="28635"/>
                    <a:pt x="3727" y="29505"/>
                    <a:pt x="3037" y="30374"/>
                  </a:cubicBezTo>
                  <a:lnTo>
                    <a:pt x="3156" y="30481"/>
                  </a:lnTo>
                  <a:cubicBezTo>
                    <a:pt x="4549" y="29040"/>
                    <a:pt x="5930" y="27588"/>
                    <a:pt x="7323" y="26147"/>
                  </a:cubicBezTo>
                  <a:lnTo>
                    <a:pt x="7323" y="26147"/>
                  </a:lnTo>
                  <a:cubicBezTo>
                    <a:pt x="6192" y="27778"/>
                    <a:pt x="4656" y="29064"/>
                    <a:pt x="3572" y="30862"/>
                  </a:cubicBezTo>
                  <a:cubicBezTo>
                    <a:pt x="3637" y="30867"/>
                    <a:pt x="3700" y="30869"/>
                    <a:pt x="3760" y="30869"/>
                  </a:cubicBezTo>
                  <a:cubicBezTo>
                    <a:pt x="4872" y="30869"/>
                    <a:pt x="5330" y="30069"/>
                    <a:pt x="5906" y="29505"/>
                  </a:cubicBezTo>
                  <a:cubicBezTo>
                    <a:pt x="7097" y="28350"/>
                    <a:pt x="8240" y="27135"/>
                    <a:pt x="9395" y="25945"/>
                  </a:cubicBezTo>
                  <a:cubicBezTo>
                    <a:pt x="9430" y="25980"/>
                    <a:pt x="9466" y="26004"/>
                    <a:pt x="9502" y="26040"/>
                  </a:cubicBezTo>
                  <a:cubicBezTo>
                    <a:pt x="14479" y="17563"/>
                    <a:pt x="18908" y="8776"/>
                    <a:pt x="233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2"/>
            <p:cNvSpPr/>
            <p:nvPr/>
          </p:nvSpPr>
          <p:spPr>
            <a:xfrm>
              <a:off x="3259625" y="2043825"/>
              <a:ext cx="78900" cy="108375"/>
            </a:xfrm>
            <a:custGeom>
              <a:rect b="b" l="l" r="r" t="t"/>
              <a:pathLst>
                <a:path extrusionOk="0" h="4335" w="3156">
                  <a:moveTo>
                    <a:pt x="3156" y="1"/>
                  </a:moveTo>
                  <a:cubicBezTo>
                    <a:pt x="2239" y="953"/>
                    <a:pt x="1322" y="1906"/>
                    <a:pt x="393" y="2846"/>
                  </a:cubicBezTo>
                  <a:cubicBezTo>
                    <a:pt x="298" y="3001"/>
                    <a:pt x="227" y="3168"/>
                    <a:pt x="155" y="3335"/>
                  </a:cubicBezTo>
                  <a:cubicBezTo>
                    <a:pt x="36" y="3644"/>
                    <a:pt x="0" y="3978"/>
                    <a:pt x="24" y="4335"/>
                  </a:cubicBezTo>
                  <a:cubicBezTo>
                    <a:pt x="1072" y="2894"/>
                    <a:pt x="2108" y="1441"/>
                    <a:pt x="3156" y="1"/>
                  </a:cubicBezTo>
                  <a:close/>
                </a:path>
              </a:pathLst>
            </a:custGeom>
            <a:solidFill>
              <a:srgbClr val="FFC5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2"/>
            <p:cNvSpPr/>
            <p:nvPr/>
          </p:nvSpPr>
          <p:spPr>
            <a:xfrm>
              <a:off x="3523650" y="1460425"/>
              <a:ext cx="484600" cy="838225"/>
            </a:xfrm>
            <a:custGeom>
              <a:rect b="b" l="l" r="r" t="t"/>
              <a:pathLst>
                <a:path extrusionOk="0" h="33529" w="19384">
                  <a:moveTo>
                    <a:pt x="19384" y="1"/>
                  </a:moveTo>
                  <a:cubicBezTo>
                    <a:pt x="14835" y="7001"/>
                    <a:pt x="9954" y="13800"/>
                    <a:pt x="4775" y="20348"/>
                  </a:cubicBezTo>
                  <a:cubicBezTo>
                    <a:pt x="4929" y="20253"/>
                    <a:pt x="5096" y="20170"/>
                    <a:pt x="5287" y="20122"/>
                  </a:cubicBezTo>
                  <a:lnTo>
                    <a:pt x="5287" y="20122"/>
                  </a:lnTo>
                  <a:cubicBezTo>
                    <a:pt x="5215" y="20289"/>
                    <a:pt x="5132" y="20467"/>
                    <a:pt x="5060" y="20646"/>
                  </a:cubicBezTo>
                  <a:cubicBezTo>
                    <a:pt x="5084" y="20670"/>
                    <a:pt x="5120" y="20682"/>
                    <a:pt x="5144" y="20706"/>
                  </a:cubicBezTo>
                  <a:cubicBezTo>
                    <a:pt x="5346" y="20515"/>
                    <a:pt x="5549" y="20325"/>
                    <a:pt x="5751" y="20134"/>
                  </a:cubicBezTo>
                  <a:lnTo>
                    <a:pt x="5751" y="20134"/>
                  </a:lnTo>
                  <a:cubicBezTo>
                    <a:pt x="3596" y="23099"/>
                    <a:pt x="2489" y="26540"/>
                    <a:pt x="1322" y="29969"/>
                  </a:cubicBezTo>
                  <a:cubicBezTo>
                    <a:pt x="1572" y="29552"/>
                    <a:pt x="1810" y="29123"/>
                    <a:pt x="2048" y="28707"/>
                  </a:cubicBezTo>
                  <a:cubicBezTo>
                    <a:pt x="2096" y="28730"/>
                    <a:pt x="2131" y="28742"/>
                    <a:pt x="2179" y="28766"/>
                  </a:cubicBezTo>
                  <a:cubicBezTo>
                    <a:pt x="1453" y="30302"/>
                    <a:pt x="726" y="31850"/>
                    <a:pt x="0" y="33386"/>
                  </a:cubicBezTo>
                  <a:cubicBezTo>
                    <a:pt x="84" y="33433"/>
                    <a:pt x="167" y="33481"/>
                    <a:pt x="250" y="33529"/>
                  </a:cubicBezTo>
                  <a:cubicBezTo>
                    <a:pt x="1334" y="31838"/>
                    <a:pt x="2405" y="30159"/>
                    <a:pt x="3489" y="28480"/>
                  </a:cubicBezTo>
                  <a:cubicBezTo>
                    <a:pt x="3536" y="28492"/>
                    <a:pt x="3584" y="28516"/>
                    <a:pt x="3620" y="28540"/>
                  </a:cubicBezTo>
                  <a:cubicBezTo>
                    <a:pt x="3096" y="29564"/>
                    <a:pt x="2560" y="30576"/>
                    <a:pt x="2036" y="31600"/>
                  </a:cubicBezTo>
                  <a:cubicBezTo>
                    <a:pt x="2072" y="31624"/>
                    <a:pt x="2108" y="31647"/>
                    <a:pt x="2143" y="31671"/>
                  </a:cubicBezTo>
                  <a:cubicBezTo>
                    <a:pt x="3060" y="30528"/>
                    <a:pt x="3977" y="29373"/>
                    <a:pt x="4894" y="28218"/>
                  </a:cubicBezTo>
                  <a:cubicBezTo>
                    <a:pt x="4917" y="28230"/>
                    <a:pt x="4953" y="28254"/>
                    <a:pt x="4989" y="28278"/>
                  </a:cubicBezTo>
                  <a:cubicBezTo>
                    <a:pt x="4656" y="28861"/>
                    <a:pt x="4322" y="29445"/>
                    <a:pt x="3989" y="30028"/>
                  </a:cubicBezTo>
                  <a:cubicBezTo>
                    <a:pt x="4060" y="30088"/>
                    <a:pt x="4144" y="30135"/>
                    <a:pt x="4227" y="30183"/>
                  </a:cubicBezTo>
                  <a:cubicBezTo>
                    <a:pt x="4906" y="29290"/>
                    <a:pt x="5572" y="28373"/>
                    <a:pt x="6275" y="27492"/>
                  </a:cubicBezTo>
                  <a:cubicBezTo>
                    <a:pt x="6632" y="27028"/>
                    <a:pt x="7084" y="26635"/>
                    <a:pt x="7454" y="26171"/>
                  </a:cubicBezTo>
                  <a:cubicBezTo>
                    <a:pt x="7787" y="25730"/>
                    <a:pt x="8156" y="25289"/>
                    <a:pt x="8370" y="24789"/>
                  </a:cubicBezTo>
                  <a:cubicBezTo>
                    <a:pt x="9728" y="21622"/>
                    <a:pt x="11406" y="18622"/>
                    <a:pt x="13061" y="15610"/>
                  </a:cubicBezTo>
                  <a:cubicBezTo>
                    <a:pt x="14657" y="10204"/>
                    <a:pt x="16645" y="4942"/>
                    <a:pt x="193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2"/>
            <p:cNvSpPr/>
            <p:nvPr/>
          </p:nvSpPr>
          <p:spPr>
            <a:xfrm>
              <a:off x="3831425" y="1861675"/>
              <a:ext cx="81275" cy="233375"/>
            </a:xfrm>
            <a:custGeom>
              <a:rect b="b" l="l" r="r" t="t"/>
              <a:pathLst>
                <a:path extrusionOk="0" h="9335" w="3251">
                  <a:moveTo>
                    <a:pt x="3251" y="0"/>
                  </a:moveTo>
                  <a:lnTo>
                    <a:pt x="3251" y="0"/>
                  </a:lnTo>
                  <a:cubicBezTo>
                    <a:pt x="2274" y="2548"/>
                    <a:pt x="1310" y="5108"/>
                    <a:pt x="346" y="7656"/>
                  </a:cubicBezTo>
                  <a:cubicBezTo>
                    <a:pt x="226" y="8216"/>
                    <a:pt x="119" y="8775"/>
                    <a:pt x="0" y="9335"/>
                  </a:cubicBezTo>
                  <a:cubicBezTo>
                    <a:pt x="155" y="9085"/>
                    <a:pt x="310" y="8823"/>
                    <a:pt x="465" y="8549"/>
                  </a:cubicBezTo>
                  <a:cubicBezTo>
                    <a:pt x="500" y="8656"/>
                    <a:pt x="548" y="8763"/>
                    <a:pt x="631" y="9001"/>
                  </a:cubicBezTo>
                  <a:cubicBezTo>
                    <a:pt x="1762" y="6037"/>
                    <a:pt x="2524" y="3013"/>
                    <a:pt x="32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2"/>
            <p:cNvSpPr/>
            <p:nvPr/>
          </p:nvSpPr>
          <p:spPr>
            <a:xfrm>
              <a:off x="3129550" y="2720700"/>
              <a:ext cx="91100" cy="10750"/>
            </a:xfrm>
            <a:custGeom>
              <a:rect b="b" l="l" r="r" t="t"/>
              <a:pathLst>
                <a:path extrusionOk="0" h="430" w="3644">
                  <a:moveTo>
                    <a:pt x="3560" y="1"/>
                  </a:moveTo>
                  <a:cubicBezTo>
                    <a:pt x="2370" y="120"/>
                    <a:pt x="1191" y="227"/>
                    <a:pt x="0" y="346"/>
                  </a:cubicBezTo>
                  <a:cubicBezTo>
                    <a:pt x="1167" y="358"/>
                    <a:pt x="2346" y="382"/>
                    <a:pt x="3513" y="429"/>
                  </a:cubicBezTo>
                  <a:cubicBezTo>
                    <a:pt x="3560" y="382"/>
                    <a:pt x="3608" y="346"/>
                    <a:pt x="3644" y="298"/>
                  </a:cubicBezTo>
                  <a:cubicBezTo>
                    <a:pt x="3620" y="203"/>
                    <a:pt x="3584" y="108"/>
                    <a:pt x="35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2"/>
            <p:cNvSpPr/>
            <p:nvPr/>
          </p:nvSpPr>
          <p:spPr>
            <a:xfrm>
              <a:off x="3837375" y="1670275"/>
              <a:ext cx="147950" cy="742675"/>
            </a:xfrm>
            <a:custGeom>
              <a:rect b="b" l="l" r="r" t="t"/>
              <a:pathLst>
                <a:path extrusionOk="0" h="29707" w="5918">
                  <a:moveTo>
                    <a:pt x="5918" y="1"/>
                  </a:moveTo>
                  <a:lnTo>
                    <a:pt x="5918" y="1"/>
                  </a:lnTo>
                  <a:cubicBezTo>
                    <a:pt x="5263" y="1727"/>
                    <a:pt x="4608" y="3453"/>
                    <a:pt x="3941" y="5180"/>
                  </a:cubicBezTo>
                  <a:cubicBezTo>
                    <a:pt x="3894" y="5585"/>
                    <a:pt x="3834" y="5989"/>
                    <a:pt x="3775" y="6394"/>
                  </a:cubicBezTo>
                  <a:cubicBezTo>
                    <a:pt x="3656" y="7228"/>
                    <a:pt x="3584" y="8085"/>
                    <a:pt x="3394" y="8906"/>
                  </a:cubicBezTo>
                  <a:cubicBezTo>
                    <a:pt x="2977" y="10799"/>
                    <a:pt x="2405" y="12669"/>
                    <a:pt x="2060" y="14562"/>
                  </a:cubicBezTo>
                  <a:cubicBezTo>
                    <a:pt x="1763" y="16205"/>
                    <a:pt x="1751" y="17884"/>
                    <a:pt x="1501" y="19539"/>
                  </a:cubicBezTo>
                  <a:cubicBezTo>
                    <a:pt x="1072" y="22253"/>
                    <a:pt x="524" y="24968"/>
                    <a:pt x="96" y="27694"/>
                  </a:cubicBezTo>
                  <a:cubicBezTo>
                    <a:pt x="0" y="28337"/>
                    <a:pt x="48" y="29016"/>
                    <a:pt x="72" y="29707"/>
                  </a:cubicBezTo>
                  <a:cubicBezTo>
                    <a:pt x="215" y="29337"/>
                    <a:pt x="358" y="28968"/>
                    <a:pt x="500" y="28587"/>
                  </a:cubicBezTo>
                  <a:cubicBezTo>
                    <a:pt x="810" y="27421"/>
                    <a:pt x="1120" y="26266"/>
                    <a:pt x="1429" y="25099"/>
                  </a:cubicBezTo>
                  <a:cubicBezTo>
                    <a:pt x="1512" y="25123"/>
                    <a:pt x="1596" y="25146"/>
                    <a:pt x="1691" y="25170"/>
                  </a:cubicBezTo>
                  <a:lnTo>
                    <a:pt x="1465" y="26087"/>
                  </a:lnTo>
                  <a:cubicBezTo>
                    <a:pt x="2227" y="24146"/>
                    <a:pt x="3013" y="22182"/>
                    <a:pt x="3810" y="20229"/>
                  </a:cubicBezTo>
                  <a:cubicBezTo>
                    <a:pt x="5049" y="13562"/>
                    <a:pt x="5751" y="6787"/>
                    <a:pt x="59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2"/>
            <p:cNvSpPr/>
            <p:nvPr/>
          </p:nvSpPr>
          <p:spPr>
            <a:xfrm>
              <a:off x="2974775" y="1918225"/>
              <a:ext cx="233375" cy="314350"/>
            </a:xfrm>
            <a:custGeom>
              <a:rect b="b" l="l" r="r" t="t"/>
              <a:pathLst>
                <a:path extrusionOk="0" h="12574" w="9335">
                  <a:moveTo>
                    <a:pt x="9335" y="0"/>
                  </a:moveTo>
                  <a:lnTo>
                    <a:pt x="9335" y="0"/>
                  </a:lnTo>
                  <a:cubicBezTo>
                    <a:pt x="8846" y="334"/>
                    <a:pt x="8477" y="774"/>
                    <a:pt x="8132" y="1215"/>
                  </a:cubicBezTo>
                  <a:cubicBezTo>
                    <a:pt x="6132" y="3739"/>
                    <a:pt x="4132" y="6275"/>
                    <a:pt x="2131" y="8811"/>
                  </a:cubicBezTo>
                  <a:cubicBezTo>
                    <a:pt x="1119" y="9883"/>
                    <a:pt x="214" y="11026"/>
                    <a:pt x="0" y="12573"/>
                  </a:cubicBezTo>
                  <a:cubicBezTo>
                    <a:pt x="655" y="11526"/>
                    <a:pt x="1310" y="10478"/>
                    <a:pt x="1965" y="9442"/>
                  </a:cubicBezTo>
                  <a:lnTo>
                    <a:pt x="1965" y="9442"/>
                  </a:lnTo>
                  <a:cubicBezTo>
                    <a:pt x="1691" y="10109"/>
                    <a:pt x="1405" y="10776"/>
                    <a:pt x="1119" y="11442"/>
                  </a:cubicBezTo>
                  <a:cubicBezTo>
                    <a:pt x="1167" y="11466"/>
                    <a:pt x="1215" y="11490"/>
                    <a:pt x="1262" y="11514"/>
                  </a:cubicBezTo>
                  <a:cubicBezTo>
                    <a:pt x="3953" y="7680"/>
                    <a:pt x="6644" y="3846"/>
                    <a:pt x="93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2"/>
            <p:cNvSpPr/>
            <p:nvPr/>
          </p:nvSpPr>
          <p:spPr>
            <a:xfrm>
              <a:off x="4682725" y="964825"/>
              <a:ext cx="72650" cy="66400"/>
            </a:xfrm>
            <a:custGeom>
              <a:rect b="b" l="l" r="r" t="t"/>
              <a:pathLst>
                <a:path extrusionOk="0" h="2656" w="2906">
                  <a:moveTo>
                    <a:pt x="0" y="1"/>
                  </a:moveTo>
                  <a:cubicBezTo>
                    <a:pt x="214" y="179"/>
                    <a:pt x="429" y="370"/>
                    <a:pt x="643" y="548"/>
                  </a:cubicBezTo>
                  <a:cubicBezTo>
                    <a:pt x="1429" y="1239"/>
                    <a:pt x="2179" y="1941"/>
                    <a:pt x="2905" y="2656"/>
                  </a:cubicBezTo>
                  <a:lnTo>
                    <a:pt x="2905" y="2251"/>
                  </a:lnTo>
                  <a:cubicBezTo>
                    <a:pt x="1953" y="1465"/>
                    <a:pt x="988" y="70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2"/>
            <p:cNvSpPr/>
            <p:nvPr/>
          </p:nvSpPr>
          <p:spPr>
            <a:xfrm>
              <a:off x="3843625" y="4557250"/>
              <a:ext cx="203325" cy="140500"/>
            </a:xfrm>
            <a:custGeom>
              <a:rect b="b" l="l" r="r" t="t"/>
              <a:pathLst>
                <a:path extrusionOk="0" h="5620" w="8133">
                  <a:moveTo>
                    <a:pt x="8132" y="0"/>
                  </a:moveTo>
                  <a:cubicBezTo>
                    <a:pt x="7525" y="488"/>
                    <a:pt x="6906" y="988"/>
                    <a:pt x="6287" y="1476"/>
                  </a:cubicBezTo>
                  <a:cubicBezTo>
                    <a:pt x="6239" y="1417"/>
                    <a:pt x="6204" y="1369"/>
                    <a:pt x="6144" y="1310"/>
                  </a:cubicBezTo>
                  <a:cubicBezTo>
                    <a:pt x="6346" y="1060"/>
                    <a:pt x="6537" y="798"/>
                    <a:pt x="6739" y="536"/>
                  </a:cubicBezTo>
                  <a:cubicBezTo>
                    <a:pt x="6704" y="500"/>
                    <a:pt x="6656" y="464"/>
                    <a:pt x="6620" y="441"/>
                  </a:cubicBezTo>
                  <a:cubicBezTo>
                    <a:pt x="4406" y="2167"/>
                    <a:pt x="2203" y="3893"/>
                    <a:pt x="0" y="5620"/>
                  </a:cubicBezTo>
                  <a:lnTo>
                    <a:pt x="7680" y="5620"/>
                  </a:lnTo>
                  <a:cubicBezTo>
                    <a:pt x="7668" y="4536"/>
                    <a:pt x="7704" y="3453"/>
                    <a:pt x="7811" y="2393"/>
                  </a:cubicBezTo>
                  <a:lnTo>
                    <a:pt x="7811" y="2393"/>
                  </a:lnTo>
                  <a:cubicBezTo>
                    <a:pt x="7561" y="2607"/>
                    <a:pt x="7311" y="2822"/>
                    <a:pt x="7061" y="3036"/>
                  </a:cubicBezTo>
                  <a:cubicBezTo>
                    <a:pt x="7001" y="2977"/>
                    <a:pt x="6954" y="2917"/>
                    <a:pt x="6894" y="2857"/>
                  </a:cubicBezTo>
                  <a:cubicBezTo>
                    <a:pt x="7216" y="2560"/>
                    <a:pt x="7537" y="2262"/>
                    <a:pt x="7847" y="1953"/>
                  </a:cubicBezTo>
                  <a:cubicBezTo>
                    <a:pt x="7882" y="1643"/>
                    <a:pt x="7918" y="1334"/>
                    <a:pt x="7966" y="1024"/>
                  </a:cubicBezTo>
                  <a:lnTo>
                    <a:pt x="7966" y="1024"/>
                  </a:lnTo>
                  <a:cubicBezTo>
                    <a:pt x="7882" y="1083"/>
                    <a:pt x="7811" y="1155"/>
                    <a:pt x="7728" y="1214"/>
                  </a:cubicBezTo>
                  <a:cubicBezTo>
                    <a:pt x="7668" y="1155"/>
                    <a:pt x="7620" y="1083"/>
                    <a:pt x="7561" y="1024"/>
                  </a:cubicBezTo>
                  <a:cubicBezTo>
                    <a:pt x="7716" y="881"/>
                    <a:pt x="7882" y="738"/>
                    <a:pt x="8037" y="583"/>
                  </a:cubicBezTo>
                  <a:cubicBezTo>
                    <a:pt x="8073" y="393"/>
                    <a:pt x="8097" y="191"/>
                    <a:pt x="8132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2"/>
            <p:cNvSpPr/>
            <p:nvPr/>
          </p:nvSpPr>
          <p:spPr>
            <a:xfrm>
              <a:off x="3792425" y="4627775"/>
              <a:ext cx="113425" cy="69975"/>
            </a:xfrm>
            <a:custGeom>
              <a:rect b="b" l="l" r="r" t="t"/>
              <a:pathLst>
                <a:path extrusionOk="0" h="2799" w="4537">
                  <a:moveTo>
                    <a:pt x="4537" y="1"/>
                  </a:moveTo>
                  <a:lnTo>
                    <a:pt x="4537" y="1"/>
                  </a:lnTo>
                  <a:cubicBezTo>
                    <a:pt x="4311" y="25"/>
                    <a:pt x="4144" y="120"/>
                    <a:pt x="3989" y="227"/>
                  </a:cubicBezTo>
                  <a:cubicBezTo>
                    <a:pt x="2668" y="1084"/>
                    <a:pt x="1334" y="1941"/>
                    <a:pt x="1" y="2799"/>
                  </a:cubicBezTo>
                  <a:lnTo>
                    <a:pt x="1513" y="2799"/>
                  </a:lnTo>
                  <a:cubicBezTo>
                    <a:pt x="2525" y="1870"/>
                    <a:pt x="3525" y="929"/>
                    <a:pt x="4537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2"/>
            <p:cNvSpPr/>
            <p:nvPr/>
          </p:nvSpPr>
          <p:spPr>
            <a:xfrm>
              <a:off x="2911075" y="2507200"/>
              <a:ext cx="1444250" cy="2049475"/>
            </a:xfrm>
            <a:custGeom>
              <a:rect b="b" l="l" r="r" t="t"/>
              <a:pathLst>
                <a:path extrusionOk="0" h="81979" w="57770">
                  <a:moveTo>
                    <a:pt x="11549" y="21256"/>
                  </a:moveTo>
                  <a:cubicBezTo>
                    <a:pt x="14431" y="21757"/>
                    <a:pt x="17312" y="22245"/>
                    <a:pt x="20193" y="22733"/>
                  </a:cubicBezTo>
                  <a:cubicBezTo>
                    <a:pt x="20193" y="22816"/>
                    <a:pt x="20193" y="22888"/>
                    <a:pt x="20193" y="22959"/>
                  </a:cubicBezTo>
                  <a:cubicBezTo>
                    <a:pt x="18181" y="22673"/>
                    <a:pt x="16169" y="22388"/>
                    <a:pt x="14169" y="22114"/>
                  </a:cubicBezTo>
                  <a:lnTo>
                    <a:pt x="14145" y="22161"/>
                  </a:lnTo>
                  <a:cubicBezTo>
                    <a:pt x="15002" y="22399"/>
                    <a:pt x="15871" y="22638"/>
                    <a:pt x="16728" y="22876"/>
                  </a:cubicBezTo>
                  <a:cubicBezTo>
                    <a:pt x="16503" y="22883"/>
                    <a:pt x="16278" y="22887"/>
                    <a:pt x="16054" y="22887"/>
                  </a:cubicBezTo>
                  <a:cubicBezTo>
                    <a:pt x="14067" y="22887"/>
                    <a:pt x="12139" y="22586"/>
                    <a:pt x="10299" y="21709"/>
                  </a:cubicBezTo>
                  <a:lnTo>
                    <a:pt x="10299" y="21709"/>
                  </a:lnTo>
                  <a:cubicBezTo>
                    <a:pt x="11144" y="21768"/>
                    <a:pt x="11990" y="21840"/>
                    <a:pt x="12835" y="21911"/>
                  </a:cubicBezTo>
                  <a:cubicBezTo>
                    <a:pt x="12835" y="21876"/>
                    <a:pt x="12835" y="21852"/>
                    <a:pt x="12835" y="21828"/>
                  </a:cubicBezTo>
                  <a:cubicBezTo>
                    <a:pt x="12395" y="21673"/>
                    <a:pt x="11954" y="21530"/>
                    <a:pt x="11513" y="21387"/>
                  </a:cubicBezTo>
                  <a:cubicBezTo>
                    <a:pt x="11525" y="21352"/>
                    <a:pt x="11537" y="21304"/>
                    <a:pt x="11549" y="21256"/>
                  </a:cubicBezTo>
                  <a:close/>
                  <a:moveTo>
                    <a:pt x="1286" y="25197"/>
                  </a:moveTo>
                  <a:lnTo>
                    <a:pt x="3596" y="25828"/>
                  </a:lnTo>
                  <a:cubicBezTo>
                    <a:pt x="2822" y="25638"/>
                    <a:pt x="2048" y="25436"/>
                    <a:pt x="1286" y="25197"/>
                  </a:cubicBezTo>
                  <a:close/>
                  <a:moveTo>
                    <a:pt x="798" y="25174"/>
                  </a:moveTo>
                  <a:lnTo>
                    <a:pt x="798" y="25174"/>
                  </a:lnTo>
                  <a:cubicBezTo>
                    <a:pt x="1177" y="25273"/>
                    <a:pt x="2792" y="25949"/>
                    <a:pt x="3475" y="25949"/>
                  </a:cubicBezTo>
                  <a:cubicBezTo>
                    <a:pt x="3606" y="25949"/>
                    <a:pt x="3703" y="25924"/>
                    <a:pt x="3750" y="25865"/>
                  </a:cubicBezTo>
                  <a:lnTo>
                    <a:pt x="3750" y="25865"/>
                  </a:lnTo>
                  <a:cubicBezTo>
                    <a:pt x="6285" y="26459"/>
                    <a:pt x="8892" y="26763"/>
                    <a:pt x="11497" y="26763"/>
                  </a:cubicBezTo>
                  <a:cubicBezTo>
                    <a:pt x="11963" y="26763"/>
                    <a:pt x="12429" y="26753"/>
                    <a:pt x="12895" y="26733"/>
                  </a:cubicBezTo>
                  <a:cubicBezTo>
                    <a:pt x="12998" y="26731"/>
                    <a:pt x="13104" y="26727"/>
                    <a:pt x="13211" y="26727"/>
                  </a:cubicBezTo>
                  <a:cubicBezTo>
                    <a:pt x="13572" y="26727"/>
                    <a:pt x="13940" y="26765"/>
                    <a:pt x="14216" y="26995"/>
                  </a:cubicBezTo>
                  <a:cubicBezTo>
                    <a:pt x="14752" y="27436"/>
                    <a:pt x="14633" y="28281"/>
                    <a:pt x="14442" y="28948"/>
                  </a:cubicBezTo>
                  <a:cubicBezTo>
                    <a:pt x="13597" y="31865"/>
                    <a:pt x="12359" y="34663"/>
                    <a:pt x="10751" y="37235"/>
                  </a:cubicBezTo>
                  <a:cubicBezTo>
                    <a:pt x="10251" y="38020"/>
                    <a:pt x="9668" y="38842"/>
                    <a:pt x="8787" y="39163"/>
                  </a:cubicBezTo>
                  <a:cubicBezTo>
                    <a:pt x="8515" y="39263"/>
                    <a:pt x="8245" y="39309"/>
                    <a:pt x="7980" y="39309"/>
                  </a:cubicBezTo>
                  <a:cubicBezTo>
                    <a:pt x="6379" y="39309"/>
                    <a:pt x="4942" y="37638"/>
                    <a:pt x="4084" y="36115"/>
                  </a:cubicBezTo>
                  <a:cubicBezTo>
                    <a:pt x="2977" y="34163"/>
                    <a:pt x="2000" y="32127"/>
                    <a:pt x="1167" y="30043"/>
                  </a:cubicBezTo>
                  <a:cubicBezTo>
                    <a:pt x="536" y="28484"/>
                    <a:pt x="0" y="26650"/>
                    <a:pt x="798" y="25174"/>
                  </a:cubicBezTo>
                  <a:close/>
                  <a:moveTo>
                    <a:pt x="36005" y="27090"/>
                  </a:moveTo>
                  <a:cubicBezTo>
                    <a:pt x="36040" y="27090"/>
                    <a:pt x="36076" y="27102"/>
                    <a:pt x="36112" y="27102"/>
                  </a:cubicBezTo>
                  <a:lnTo>
                    <a:pt x="36112" y="38270"/>
                  </a:lnTo>
                  <a:cubicBezTo>
                    <a:pt x="36624" y="39056"/>
                    <a:pt x="37124" y="39866"/>
                    <a:pt x="37576" y="40699"/>
                  </a:cubicBezTo>
                  <a:cubicBezTo>
                    <a:pt x="37743" y="41009"/>
                    <a:pt x="37910" y="41342"/>
                    <a:pt x="37826" y="41688"/>
                  </a:cubicBezTo>
                  <a:cubicBezTo>
                    <a:pt x="37767" y="41938"/>
                    <a:pt x="37576" y="42128"/>
                    <a:pt x="37386" y="42307"/>
                  </a:cubicBezTo>
                  <a:cubicBezTo>
                    <a:pt x="36981" y="42700"/>
                    <a:pt x="36552" y="43057"/>
                    <a:pt x="36112" y="43402"/>
                  </a:cubicBezTo>
                  <a:lnTo>
                    <a:pt x="36112" y="46224"/>
                  </a:lnTo>
                  <a:cubicBezTo>
                    <a:pt x="35838" y="45736"/>
                    <a:pt x="35588" y="45283"/>
                    <a:pt x="35338" y="44831"/>
                  </a:cubicBezTo>
                  <a:cubicBezTo>
                    <a:pt x="35219" y="44616"/>
                    <a:pt x="35088" y="44390"/>
                    <a:pt x="34969" y="44164"/>
                  </a:cubicBezTo>
                  <a:cubicBezTo>
                    <a:pt x="34064" y="44712"/>
                    <a:pt x="33100" y="45164"/>
                    <a:pt x="32087" y="45498"/>
                  </a:cubicBezTo>
                  <a:lnTo>
                    <a:pt x="32778" y="45117"/>
                  </a:lnTo>
                  <a:cubicBezTo>
                    <a:pt x="32909" y="43509"/>
                    <a:pt x="33040" y="41890"/>
                    <a:pt x="33159" y="40283"/>
                  </a:cubicBezTo>
                  <a:cubicBezTo>
                    <a:pt x="33040" y="39485"/>
                    <a:pt x="33100" y="38675"/>
                    <a:pt x="33326" y="37830"/>
                  </a:cubicBezTo>
                  <a:cubicBezTo>
                    <a:pt x="33338" y="37758"/>
                    <a:pt x="33361" y="37699"/>
                    <a:pt x="33373" y="37639"/>
                  </a:cubicBezTo>
                  <a:cubicBezTo>
                    <a:pt x="33445" y="36711"/>
                    <a:pt x="33516" y="35782"/>
                    <a:pt x="33588" y="34853"/>
                  </a:cubicBezTo>
                  <a:cubicBezTo>
                    <a:pt x="33719" y="34996"/>
                    <a:pt x="33838" y="35151"/>
                    <a:pt x="33957" y="35306"/>
                  </a:cubicBezTo>
                  <a:cubicBezTo>
                    <a:pt x="34040" y="34937"/>
                    <a:pt x="34135" y="34568"/>
                    <a:pt x="34219" y="34199"/>
                  </a:cubicBezTo>
                  <a:cubicBezTo>
                    <a:pt x="34647" y="32282"/>
                    <a:pt x="35016" y="30353"/>
                    <a:pt x="35445" y="28448"/>
                  </a:cubicBezTo>
                  <a:cubicBezTo>
                    <a:pt x="35552" y="27972"/>
                    <a:pt x="35814" y="27543"/>
                    <a:pt x="36005" y="27090"/>
                  </a:cubicBezTo>
                  <a:close/>
                  <a:moveTo>
                    <a:pt x="45708" y="56999"/>
                  </a:moveTo>
                  <a:cubicBezTo>
                    <a:pt x="45744" y="57106"/>
                    <a:pt x="45780" y="57201"/>
                    <a:pt x="45803" y="57308"/>
                  </a:cubicBezTo>
                  <a:cubicBezTo>
                    <a:pt x="44200" y="58202"/>
                    <a:pt x="42539" y="58929"/>
                    <a:pt x="40643" y="58929"/>
                  </a:cubicBezTo>
                  <a:cubicBezTo>
                    <a:pt x="40441" y="58929"/>
                    <a:pt x="40236" y="58921"/>
                    <a:pt x="40029" y="58904"/>
                  </a:cubicBezTo>
                  <a:cubicBezTo>
                    <a:pt x="41922" y="58261"/>
                    <a:pt x="43815" y="57630"/>
                    <a:pt x="45708" y="56999"/>
                  </a:cubicBezTo>
                  <a:close/>
                  <a:moveTo>
                    <a:pt x="29028" y="56773"/>
                  </a:moveTo>
                  <a:cubicBezTo>
                    <a:pt x="30921" y="57451"/>
                    <a:pt x="32802" y="58142"/>
                    <a:pt x="34814" y="58868"/>
                  </a:cubicBezTo>
                  <a:cubicBezTo>
                    <a:pt x="34647" y="58911"/>
                    <a:pt x="34450" y="58931"/>
                    <a:pt x="34230" y="58931"/>
                  </a:cubicBezTo>
                  <a:cubicBezTo>
                    <a:pt x="32722" y="58931"/>
                    <a:pt x="30141" y="57996"/>
                    <a:pt x="28956" y="56999"/>
                  </a:cubicBezTo>
                  <a:cubicBezTo>
                    <a:pt x="28980" y="56916"/>
                    <a:pt x="29004" y="56844"/>
                    <a:pt x="29028" y="56773"/>
                  </a:cubicBezTo>
                  <a:close/>
                  <a:moveTo>
                    <a:pt x="40517" y="62059"/>
                  </a:moveTo>
                  <a:cubicBezTo>
                    <a:pt x="39815" y="62495"/>
                    <a:pt x="38848" y="62725"/>
                    <a:pt x="37934" y="62725"/>
                  </a:cubicBezTo>
                  <a:cubicBezTo>
                    <a:pt x="37051" y="62725"/>
                    <a:pt x="36216" y="62510"/>
                    <a:pt x="35719" y="62059"/>
                  </a:cubicBezTo>
                  <a:close/>
                  <a:moveTo>
                    <a:pt x="33512" y="68550"/>
                  </a:moveTo>
                  <a:lnTo>
                    <a:pt x="33778" y="68619"/>
                  </a:lnTo>
                  <a:cubicBezTo>
                    <a:pt x="33690" y="68593"/>
                    <a:pt x="33602" y="68570"/>
                    <a:pt x="33512" y="68550"/>
                  </a:cubicBezTo>
                  <a:close/>
                  <a:moveTo>
                    <a:pt x="33646" y="68376"/>
                  </a:moveTo>
                  <a:cubicBezTo>
                    <a:pt x="34555" y="68376"/>
                    <a:pt x="35406" y="69345"/>
                    <a:pt x="35457" y="70322"/>
                  </a:cubicBezTo>
                  <a:cubicBezTo>
                    <a:pt x="35516" y="71465"/>
                    <a:pt x="34862" y="72501"/>
                    <a:pt x="34243" y="73465"/>
                  </a:cubicBezTo>
                  <a:cubicBezTo>
                    <a:pt x="33398" y="74747"/>
                    <a:pt x="32089" y="76170"/>
                    <a:pt x="30710" y="76170"/>
                  </a:cubicBezTo>
                  <a:cubicBezTo>
                    <a:pt x="30437" y="76170"/>
                    <a:pt x="30161" y="76114"/>
                    <a:pt x="29885" y="75989"/>
                  </a:cubicBezTo>
                  <a:cubicBezTo>
                    <a:pt x="29313" y="75727"/>
                    <a:pt x="28897" y="75215"/>
                    <a:pt x="28635" y="74656"/>
                  </a:cubicBezTo>
                  <a:cubicBezTo>
                    <a:pt x="27896" y="73156"/>
                    <a:pt x="28147" y="71227"/>
                    <a:pt x="29230" y="69953"/>
                  </a:cubicBezTo>
                  <a:cubicBezTo>
                    <a:pt x="30050" y="68989"/>
                    <a:pt x="31313" y="68448"/>
                    <a:pt x="32575" y="68448"/>
                  </a:cubicBezTo>
                  <a:cubicBezTo>
                    <a:pt x="32890" y="68448"/>
                    <a:pt x="33205" y="68481"/>
                    <a:pt x="33512" y="68550"/>
                  </a:cubicBezTo>
                  <a:lnTo>
                    <a:pt x="33512" y="68550"/>
                  </a:lnTo>
                  <a:lnTo>
                    <a:pt x="33183" y="68465"/>
                  </a:lnTo>
                  <a:cubicBezTo>
                    <a:pt x="33337" y="68404"/>
                    <a:pt x="33492" y="68376"/>
                    <a:pt x="33646" y="68376"/>
                  </a:cubicBezTo>
                  <a:close/>
                  <a:moveTo>
                    <a:pt x="43288" y="0"/>
                  </a:moveTo>
                  <a:cubicBezTo>
                    <a:pt x="43027" y="0"/>
                    <a:pt x="42821" y="24"/>
                    <a:pt x="42684" y="75"/>
                  </a:cubicBezTo>
                  <a:cubicBezTo>
                    <a:pt x="40839" y="3778"/>
                    <a:pt x="38934" y="7445"/>
                    <a:pt x="36969" y="11089"/>
                  </a:cubicBezTo>
                  <a:cubicBezTo>
                    <a:pt x="36231" y="12482"/>
                    <a:pt x="35124" y="13672"/>
                    <a:pt x="34314" y="15041"/>
                  </a:cubicBezTo>
                  <a:cubicBezTo>
                    <a:pt x="32647" y="17851"/>
                    <a:pt x="30742" y="20494"/>
                    <a:pt x="28658" y="23019"/>
                  </a:cubicBezTo>
                  <a:cubicBezTo>
                    <a:pt x="27932" y="23888"/>
                    <a:pt x="27123" y="24685"/>
                    <a:pt x="26349" y="25531"/>
                  </a:cubicBezTo>
                  <a:lnTo>
                    <a:pt x="26111" y="25412"/>
                  </a:lnTo>
                  <a:cubicBezTo>
                    <a:pt x="26623" y="24233"/>
                    <a:pt x="27134" y="23054"/>
                    <a:pt x="27635" y="21876"/>
                  </a:cubicBezTo>
                  <a:cubicBezTo>
                    <a:pt x="27635" y="21864"/>
                    <a:pt x="27635" y="21864"/>
                    <a:pt x="27646" y="21864"/>
                  </a:cubicBezTo>
                  <a:cubicBezTo>
                    <a:pt x="27599" y="21840"/>
                    <a:pt x="27563" y="21816"/>
                    <a:pt x="27527" y="21792"/>
                  </a:cubicBezTo>
                  <a:cubicBezTo>
                    <a:pt x="27182" y="22352"/>
                    <a:pt x="26849" y="22911"/>
                    <a:pt x="26515" y="23471"/>
                  </a:cubicBezTo>
                  <a:cubicBezTo>
                    <a:pt x="26849" y="22554"/>
                    <a:pt x="27230" y="21661"/>
                    <a:pt x="27587" y="20756"/>
                  </a:cubicBezTo>
                  <a:lnTo>
                    <a:pt x="27587" y="20756"/>
                  </a:lnTo>
                  <a:cubicBezTo>
                    <a:pt x="27337" y="21030"/>
                    <a:pt x="27051" y="21280"/>
                    <a:pt x="26718" y="21459"/>
                  </a:cubicBezTo>
                  <a:cubicBezTo>
                    <a:pt x="25968" y="21887"/>
                    <a:pt x="25087" y="21959"/>
                    <a:pt x="24217" y="22007"/>
                  </a:cubicBezTo>
                  <a:cubicBezTo>
                    <a:pt x="23776" y="22025"/>
                    <a:pt x="23334" y="22034"/>
                    <a:pt x="22892" y="22034"/>
                  </a:cubicBezTo>
                  <a:cubicBezTo>
                    <a:pt x="19547" y="22034"/>
                    <a:pt x="16211" y="21519"/>
                    <a:pt x="13014" y="20530"/>
                  </a:cubicBezTo>
                  <a:lnTo>
                    <a:pt x="13014" y="20530"/>
                  </a:lnTo>
                  <a:cubicBezTo>
                    <a:pt x="13454" y="20673"/>
                    <a:pt x="13895" y="20816"/>
                    <a:pt x="14347" y="20947"/>
                  </a:cubicBezTo>
                  <a:cubicBezTo>
                    <a:pt x="15383" y="21256"/>
                    <a:pt x="16419" y="21530"/>
                    <a:pt x="17407" y="21816"/>
                  </a:cubicBezTo>
                  <a:cubicBezTo>
                    <a:pt x="12418" y="21542"/>
                    <a:pt x="8013" y="19768"/>
                    <a:pt x="4286" y="16387"/>
                  </a:cubicBezTo>
                  <a:cubicBezTo>
                    <a:pt x="4024" y="16220"/>
                    <a:pt x="3774" y="16042"/>
                    <a:pt x="3536" y="15863"/>
                  </a:cubicBezTo>
                  <a:cubicBezTo>
                    <a:pt x="3501" y="15922"/>
                    <a:pt x="3465" y="15982"/>
                    <a:pt x="3441" y="16030"/>
                  </a:cubicBezTo>
                  <a:cubicBezTo>
                    <a:pt x="3882" y="16458"/>
                    <a:pt x="4322" y="16875"/>
                    <a:pt x="4775" y="17304"/>
                  </a:cubicBezTo>
                  <a:lnTo>
                    <a:pt x="4632" y="17470"/>
                  </a:lnTo>
                  <a:cubicBezTo>
                    <a:pt x="3096" y="16161"/>
                    <a:pt x="1560" y="14851"/>
                    <a:pt x="0" y="13517"/>
                  </a:cubicBezTo>
                  <a:lnTo>
                    <a:pt x="0" y="25197"/>
                  </a:lnTo>
                  <a:cubicBezTo>
                    <a:pt x="965" y="31543"/>
                    <a:pt x="2060" y="37866"/>
                    <a:pt x="3286" y="44176"/>
                  </a:cubicBezTo>
                  <a:cubicBezTo>
                    <a:pt x="3822" y="46914"/>
                    <a:pt x="4370" y="49665"/>
                    <a:pt x="5215" y="52320"/>
                  </a:cubicBezTo>
                  <a:cubicBezTo>
                    <a:pt x="6739" y="57142"/>
                    <a:pt x="9216" y="61666"/>
                    <a:pt x="12442" y="65560"/>
                  </a:cubicBezTo>
                  <a:cubicBezTo>
                    <a:pt x="12835" y="65893"/>
                    <a:pt x="13228" y="66226"/>
                    <a:pt x="13621" y="66560"/>
                  </a:cubicBezTo>
                  <a:cubicBezTo>
                    <a:pt x="19836" y="71834"/>
                    <a:pt x="26313" y="76739"/>
                    <a:pt x="33576" y="80490"/>
                  </a:cubicBezTo>
                  <a:cubicBezTo>
                    <a:pt x="35504" y="81490"/>
                    <a:pt x="36285" y="81978"/>
                    <a:pt x="37076" y="81978"/>
                  </a:cubicBezTo>
                  <a:cubicBezTo>
                    <a:pt x="37857" y="81978"/>
                    <a:pt x="38648" y="81502"/>
                    <a:pt x="40565" y="80573"/>
                  </a:cubicBezTo>
                  <a:cubicBezTo>
                    <a:pt x="41910" y="79930"/>
                    <a:pt x="43220" y="79240"/>
                    <a:pt x="44518" y="78513"/>
                  </a:cubicBezTo>
                  <a:cubicBezTo>
                    <a:pt x="49221" y="74584"/>
                    <a:pt x="57067" y="66691"/>
                    <a:pt x="57734" y="53237"/>
                  </a:cubicBezTo>
                  <a:cubicBezTo>
                    <a:pt x="57769" y="52415"/>
                    <a:pt x="56282" y="23423"/>
                    <a:pt x="55472" y="23423"/>
                  </a:cubicBezTo>
                  <a:cubicBezTo>
                    <a:pt x="55472" y="23423"/>
                    <a:pt x="55472" y="23423"/>
                    <a:pt x="55471" y="23423"/>
                  </a:cubicBezTo>
                  <a:cubicBezTo>
                    <a:pt x="55164" y="23436"/>
                    <a:pt x="54866" y="23443"/>
                    <a:pt x="54577" y="23443"/>
                  </a:cubicBezTo>
                  <a:cubicBezTo>
                    <a:pt x="46912" y="23443"/>
                    <a:pt x="45884" y="18934"/>
                    <a:pt x="48030" y="13232"/>
                  </a:cubicBezTo>
                  <a:lnTo>
                    <a:pt x="48030" y="13232"/>
                  </a:lnTo>
                  <a:cubicBezTo>
                    <a:pt x="47316" y="13696"/>
                    <a:pt x="46613" y="14172"/>
                    <a:pt x="45899" y="14625"/>
                  </a:cubicBezTo>
                  <a:lnTo>
                    <a:pt x="45684" y="14422"/>
                  </a:lnTo>
                  <a:cubicBezTo>
                    <a:pt x="45982" y="14029"/>
                    <a:pt x="46220" y="13553"/>
                    <a:pt x="46589" y="13244"/>
                  </a:cubicBezTo>
                  <a:cubicBezTo>
                    <a:pt x="47316" y="12648"/>
                    <a:pt x="48042" y="12053"/>
                    <a:pt x="48780" y="11470"/>
                  </a:cubicBezTo>
                  <a:cubicBezTo>
                    <a:pt x="48982" y="11041"/>
                    <a:pt x="49209" y="10600"/>
                    <a:pt x="49435" y="10160"/>
                  </a:cubicBezTo>
                  <a:lnTo>
                    <a:pt x="49435" y="10160"/>
                  </a:lnTo>
                  <a:cubicBezTo>
                    <a:pt x="49161" y="10279"/>
                    <a:pt x="48875" y="10398"/>
                    <a:pt x="48590" y="10517"/>
                  </a:cubicBezTo>
                  <a:cubicBezTo>
                    <a:pt x="48959" y="10196"/>
                    <a:pt x="49340" y="9910"/>
                    <a:pt x="49721" y="9624"/>
                  </a:cubicBezTo>
                  <a:cubicBezTo>
                    <a:pt x="50542" y="8124"/>
                    <a:pt x="51518" y="6588"/>
                    <a:pt x="52590" y="5076"/>
                  </a:cubicBezTo>
                  <a:lnTo>
                    <a:pt x="52590" y="5076"/>
                  </a:lnTo>
                  <a:cubicBezTo>
                    <a:pt x="50649" y="5969"/>
                    <a:pt x="48744" y="6957"/>
                    <a:pt x="46875" y="8076"/>
                  </a:cubicBezTo>
                  <a:cubicBezTo>
                    <a:pt x="47828" y="6778"/>
                    <a:pt x="48840" y="5635"/>
                    <a:pt x="50185" y="4873"/>
                  </a:cubicBezTo>
                  <a:cubicBezTo>
                    <a:pt x="51626" y="4076"/>
                    <a:pt x="53078" y="3278"/>
                    <a:pt x="54531" y="2492"/>
                  </a:cubicBezTo>
                  <a:cubicBezTo>
                    <a:pt x="54531" y="2492"/>
                    <a:pt x="45976" y="0"/>
                    <a:pt x="43288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2"/>
            <p:cNvSpPr/>
            <p:nvPr/>
          </p:nvSpPr>
          <p:spPr>
            <a:xfrm>
              <a:off x="2911075" y="913625"/>
              <a:ext cx="717950" cy="1523725"/>
            </a:xfrm>
            <a:custGeom>
              <a:rect b="b" l="l" r="r" t="t"/>
              <a:pathLst>
                <a:path extrusionOk="0" h="60949" w="28718">
                  <a:moveTo>
                    <a:pt x="0" y="1"/>
                  </a:moveTo>
                  <a:lnTo>
                    <a:pt x="0" y="40208"/>
                  </a:lnTo>
                  <a:cubicBezTo>
                    <a:pt x="167" y="39803"/>
                    <a:pt x="322" y="39399"/>
                    <a:pt x="488" y="38994"/>
                  </a:cubicBezTo>
                  <a:cubicBezTo>
                    <a:pt x="560" y="39018"/>
                    <a:pt x="631" y="39053"/>
                    <a:pt x="703" y="39077"/>
                  </a:cubicBezTo>
                  <a:cubicBezTo>
                    <a:pt x="464" y="39803"/>
                    <a:pt x="238" y="40530"/>
                    <a:pt x="0" y="41256"/>
                  </a:cubicBezTo>
                  <a:lnTo>
                    <a:pt x="0" y="42768"/>
                  </a:lnTo>
                  <a:cubicBezTo>
                    <a:pt x="83" y="42589"/>
                    <a:pt x="167" y="42399"/>
                    <a:pt x="250" y="42220"/>
                  </a:cubicBezTo>
                  <a:lnTo>
                    <a:pt x="250" y="42220"/>
                  </a:lnTo>
                  <a:cubicBezTo>
                    <a:pt x="167" y="42447"/>
                    <a:pt x="83" y="42673"/>
                    <a:pt x="0" y="42899"/>
                  </a:cubicBezTo>
                  <a:lnTo>
                    <a:pt x="0" y="50364"/>
                  </a:lnTo>
                  <a:cubicBezTo>
                    <a:pt x="548" y="49281"/>
                    <a:pt x="1107" y="48197"/>
                    <a:pt x="1667" y="47114"/>
                  </a:cubicBezTo>
                  <a:cubicBezTo>
                    <a:pt x="1703" y="47138"/>
                    <a:pt x="1738" y="47150"/>
                    <a:pt x="1762" y="47161"/>
                  </a:cubicBezTo>
                  <a:lnTo>
                    <a:pt x="536" y="50126"/>
                  </a:lnTo>
                  <a:cubicBezTo>
                    <a:pt x="584" y="50150"/>
                    <a:pt x="619" y="50174"/>
                    <a:pt x="655" y="50186"/>
                  </a:cubicBezTo>
                  <a:cubicBezTo>
                    <a:pt x="1369" y="49186"/>
                    <a:pt x="2084" y="48173"/>
                    <a:pt x="2798" y="47161"/>
                  </a:cubicBezTo>
                  <a:cubicBezTo>
                    <a:pt x="2822" y="47185"/>
                    <a:pt x="2858" y="47197"/>
                    <a:pt x="2881" y="47221"/>
                  </a:cubicBezTo>
                  <a:cubicBezTo>
                    <a:pt x="1917" y="48959"/>
                    <a:pt x="965" y="50710"/>
                    <a:pt x="0" y="52448"/>
                  </a:cubicBezTo>
                  <a:lnTo>
                    <a:pt x="0" y="52829"/>
                  </a:lnTo>
                  <a:cubicBezTo>
                    <a:pt x="3036" y="48888"/>
                    <a:pt x="6072" y="44935"/>
                    <a:pt x="9227" y="40839"/>
                  </a:cubicBezTo>
                  <a:lnTo>
                    <a:pt x="9227" y="40839"/>
                  </a:lnTo>
                  <a:cubicBezTo>
                    <a:pt x="8668" y="41875"/>
                    <a:pt x="8192" y="42756"/>
                    <a:pt x="7715" y="43637"/>
                  </a:cubicBezTo>
                  <a:cubicBezTo>
                    <a:pt x="7751" y="43661"/>
                    <a:pt x="7787" y="43697"/>
                    <a:pt x="7823" y="43721"/>
                  </a:cubicBezTo>
                  <a:cubicBezTo>
                    <a:pt x="9918" y="41411"/>
                    <a:pt x="12025" y="39101"/>
                    <a:pt x="14133" y="36779"/>
                  </a:cubicBezTo>
                  <a:lnTo>
                    <a:pt x="14133" y="36779"/>
                  </a:lnTo>
                  <a:cubicBezTo>
                    <a:pt x="10763" y="42709"/>
                    <a:pt x="6596" y="48126"/>
                    <a:pt x="3239" y="54055"/>
                  </a:cubicBezTo>
                  <a:cubicBezTo>
                    <a:pt x="4155" y="52829"/>
                    <a:pt x="5072" y="51602"/>
                    <a:pt x="5989" y="50364"/>
                  </a:cubicBezTo>
                  <a:cubicBezTo>
                    <a:pt x="6025" y="50400"/>
                    <a:pt x="6072" y="50424"/>
                    <a:pt x="6120" y="50448"/>
                  </a:cubicBezTo>
                  <a:cubicBezTo>
                    <a:pt x="5572" y="51412"/>
                    <a:pt x="5025" y="52376"/>
                    <a:pt x="4477" y="53329"/>
                  </a:cubicBezTo>
                  <a:cubicBezTo>
                    <a:pt x="4548" y="53377"/>
                    <a:pt x="4620" y="53424"/>
                    <a:pt x="4691" y="53472"/>
                  </a:cubicBezTo>
                  <a:cubicBezTo>
                    <a:pt x="7156" y="49055"/>
                    <a:pt x="10323" y="45149"/>
                    <a:pt x="13549" y="41589"/>
                  </a:cubicBezTo>
                  <a:lnTo>
                    <a:pt x="13549" y="41589"/>
                  </a:lnTo>
                  <a:cubicBezTo>
                    <a:pt x="12930" y="43590"/>
                    <a:pt x="11644" y="45495"/>
                    <a:pt x="10382" y="47423"/>
                  </a:cubicBezTo>
                  <a:cubicBezTo>
                    <a:pt x="9930" y="48114"/>
                    <a:pt x="9382" y="48733"/>
                    <a:pt x="8942" y="49424"/>
                  </a:cubicBezTo>
                  <a:cubicBezTo>
                    <a:pt x="8573" y="50019"/>
                    <a:pt x="8311" y="50686"/>
                    <a:pt x="7965" y="51293"/>
                  </a:cubicBezTo>
                  <a:cubicBezTo>
                    <a:pt x="7430" y="52222"/>
                    <a:pt x="6894" y="53162"/>
                    <a:pt x="6299" y="54043"/>
                  </a:cubicBezTo>
                  <a:cubicBezTo>
                    <a:pt x="4810" y="56246"/>
                    <a:pt x="3286" y="58413"/>
                    <a:pt x="1774" y="60604"/>
                  </a:cubicBezTo>
                  <a:cubicBezTo>
                    <a:pt x="1727" y="60675"/>
                    <a:pt x="1691" y="60770"/>
                    <a:pt x="1786" y="60949"/>
                  </a:cubicBezTo>
                  <a:cubicBezTo>
                    <a:pt x="3286" y="59080"/>
                    <a:pt x="4775" y="57210"/>
                    <a:pt x="6334" y="55282"/>
                  </a:cubicBezTo>
                  <a:lnTo>
                    <a:pt x="6334" y="55282"/>
                  </a:lnTo>
                  <a:cubicBezTo>
                    <a:pt x="6084" y="55877"/>
                    <a:pt x="5870" y="56413"/>
                    <a:pt x="5644" y="56960"/>
                  </a:cubicBezTo>
                  <a:cubicBezTo>
                    <a:pt x="6310" y="56103"/>
                    <a:pt x="6965" y="55234"/>
                    <a:pt x="7620" y="54377"/>
                  </a:cubicBezTo>
                  <a:cubicBezTo>
                    <a:pt x="16645" y="41744"/>
                    <a:pt x="22729" y="27266"/>
                    <a:pt x="28718" y="12931"/>
                  </a:cubicBezTo>
                  <a:lnTo>
                    <a:pt x="28718" y="12931"/>
                  </a:lnTo>
                  <a:cubicBezTo>
                    <a:pt x="21693" y="20634"/>
                    <a:pt x="13680" y="27445"/>
                    <a:pt x="4953" y="33136"/>
                  </a:cubicBezTo>
                  <a:cubicBezTo>
                    <a:pt x="9930" y="28481"/>
                    <a:pt x="12895" y="22087"/>
                    <a:pt x="15454" y="15765"/>
                  </a:cubicBezTo>
                  <a:cubicBezTo>
                    <a:pt x="17609" y="10407"/>
                    <a:pt x="19622" y="4882"/>
                    <a:pt x="22658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2"/>
            <p:cNvSpPr/>
            <p:nvPr/>
          </p:nvSpPr>
          <p:spPr>
            <a:xfrm>
              <a:off x="2911075" y="3666950"/>
              <a:ext cx="424775" cy="1030800"/>
            </a:xfrm>
            <a:custGeom>
              <a:rect b="b" l="l" r="r" t="t"/>
              <a:pathLst>
                <a:path extrusionOk="0" h="41232" w="16991">
                  <a:moveTo>
                    <a:pt x="0" y="0"/>
                  </a:moveTo>
                  <a:lnTo>
                    <a:pt x="0" y="41232"/>
                  </a:lnTo>
                  <a:lnTo>
                    <a:pt x="16955" y="41232"/>
                  </a:lnTo>
                  <a:cubicBezTo>
                    <a:pt x="16943" y="36017"/>
                    <a:pt x="16919" y="30802"/>
                    <a:pt x="16967" y="25587"/>
                  </a:cubicBezTo>
                  <a:cubicBezTo>
                    <a:pt x="16990" y="24325"/>
                    <a:pt x="16621" y="23575"/>
                    <a:pt x="15669" y="22813"/>
                  </a:cubicBezTo>
                  <a:cubicBezTo>
                    <a:pt x="13299" y="20920"/>
                    <a:pt x="10978" y="18979"/>
                    <a:pt x="8739" y="16931"/>
                  </a:cubicBezTo>
                  <a:cubicBezTo>
                    <a:pt x="6858" y="15205"/>
                    <a:pt x="5298" y="13300"/>
                    <a:pt x="4024" y="11228"/>
                  </a:cubicBezTo>
                  <a:cubicBezTo>
                    <a:pt x="3763" y="10823"/>
                    <a:pt x="3512" y="10407"/>
                    <a:pt x="3274" y="9990"/>
                  </a:cubicBezTo>
                  <a:cubicBezTo>
                    <a:pt x="2774" y="9085"/>
                    <a:pt x="2358" y="8144"/>
                    <a:pt x="1988" y="7192"/>
                  </a:cubicBezTo>
                  <a:cubicBezTo>
                    <a:pt x="1203" y="5239"/>
                    <a:pt x="607" y="3179"/>
                    <a:pt x="214" y="1013"/>
                  </a:cubicBezTo>
                  <a:cubicBezTo>
                    <a:pt x="155" y="679"/>
                    <a:pt x="72" y="34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2"/>
            <p:cNvSpPr/>
            <p:nvPr/>
          </p:nvSpPr>
          <p:spPr>
            <a:xfrm>
              <a:off x="3256650" y="2648000"/>
              <a:ext cx="246175" cy="73025"/>
            </a:xfrm>
            <a:custGeom>
              <a:rect b="b" l="l" r="r" t="t"/>
              <a:pathLst>
                <a:path extrusionOk="0" h="2921" w="9847">
                  <a:moveTo>
                    <a:pt x="1286" y="1"/>
                  </a:moveTo>
                  <a:cubicBezTo>
                    <a:pt x="799" y="1"/>
                    <a:pt x="319" y="237"/>
                    <a:pt x="0" y="789"/>
                  </a:cubicBezTo>
                  <a:cubicBezTo>
                    <a:pt x="3275" y="1099"/>
                    <a:pt x="6501" y="1337"/>
                    <a:pt x="9466" y="2920"/>
                  </a:cubicBezTo>
                  <a:cubicBezTo>
                    <a:pt x="9847" y="2504"/>
                    <a:pt x="9799" y="2254"/>
                    <a:pt x="9335" y="2123"/>
                  </a:cubicBezTo>
                  <a:cubicBezTo>
                    <a:pt x="6787" y="1420"/>
                    <a:pt x="4239" y="694"/>
                    <a:pt x="1679" y="51"/>
                  </a:cubicBezTo>
                  <a:cubicBezTo>
                    <a:pt x="1550" y="18"/>
                    <a:pt x="1417" y="1"/>
                    <a:pt x="1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2"/>
            <p:cNvSpPr/>
            <p:nvPr/>
          </p:nvSpPr>
          <p:spPr>
            <a:xfrm>
              <a:off x="4461550" y="4064925"/>
              <a:ext cx="113725" cy="99725"/>
            </a:xfrm>
            <a:custGeom>
              <a:rect b="b" l="l" r="r" t="t"/>
              <a:pathLst>
                <a:path extrusionOk="0" h="3989" w="4549">
                  <a:moveTo>
                    <a:pt x="4549" y="0"/>
                  </a:moveTo>
                  <a:lnTo>
                    <a:pt x="4549" y="0"/>
                  </a:lnTo>
                  <a:cubicBezTo>
                    <a:pt x="3085" y="1381"/>
                    <a:pt x="1549" y="2679"/>
                    <a:pt x="1" y="3989"/>
                  </a:cubicBezTo>
                  <a:cubicBezTo>
                    <a:pt x="1584" y="2715"/>
                    <a:pt x="3120" y="1417"/>
                    <a:pt x="4549" y="0"/>
                  </a:cubicBezTo>
                  <a:close/>
                </a:path>
              </a:pathLst>
            </a:custGeom>
            <a:solidFill>
              <a:srgbClr val="FFC5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2"/>
            <p:cNvSpPr/>
            <p:nvPr/>
          </p:nvSpPr>
          <p:spPr>
            <a:xfrm>
              <a:off x="2911075" y="2639900"/>
              <a:ext cx="53600" cy="29450"/>
            </a:xfrm>
            <a:custGeom>
              <a:rect b="b" l="l" r="r" t="t"/>
              <a:pathLst>
                <a:path extrusionOk="0" h="1178" w="2144">
                  <a:moveTo>
                    <a:pt x="1323" y="1"/>
                  </a:moveTo>
                  <a:cubicBezTo>
                    <a:pt x="863" y="1"/>
                    <a:pt x="411" y="37"/>
                    <a:pt x="0" y="208"/>
                  </a:cubicBezTo>
                  <a:lnTo>
                    <a:pt x="0" y="1089"/>
                  </a:lnTo>
                  <a:cubicBezTo>
                    <a:pt x="291" y="1139"/>
                    <a:pt x="577" y="1178"/>
                    <a:pt x="853" y="1178"/>
                  </a:cubicBezTo>
                  <a:cubicBezTo>
                    <a:pt x="1314" y="1178"/>
                    <a:pt x="1749" y="1070"/>
                    <a:pt x="2143" y="720"/>
                  </a:cubicBezTo>
                  <a:lnTo>
                    <a:pt x="2143" y="18"/>
                  </a:lnTo>
                  <a:cubicBezTo>
                    <a:pt x="1872" y="13"/>
                    <a:pt x="1597" y="1"/>
                    <a:pt x="1323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2"/>
            <p:cNvSpPr/>
            <p:nvPr/>
          </p:nvSpPr>
          <p:spPr>
            <a:xfrm>
              <a:off x="3335525" y="2582525"/>
              <a:ext cx="201250" cy="106050"/>
            </a:xfrm>
            <a:custGeom>
              <a:rect b="b" l="l" r="r" t="t"/>
              <a:pathLst>
                <a:path extrusionOk="0" h="4242" w="8050">
                  <a:moveTo>
                    <a:pt x="1816" y="1"/>
                  </a:moveTo>
                  <a:cubicBezTo>
                    <a:pt x="1519" y="1"/>
                    <a:pt x="1283" y="123"/>
                    <a:pt x="1084" y="408"/>
                  </a:cubicBezTo>
                  <a:cubicBezTo>
                    <a:pt x="1072" y="432"/>
                    <a:pt x="1012" y="420"/>
                    <a:pt x="965" y="432"/>
                  </a:cubicBezTo>
                  <a:cubicBezTo>
                    <a:pt x="989" y="325"/>
                    <a:pt x="1012" y="229"/>
                    <a:pt x="1072" y="3"/>
                  </a:cubicBezTo>
                  <a:lnTo>
                    <a:pt x="1072" y="3"/>
                  </a:lnTo>
                  <a:cubicBezTo>
                    <a:pt x="655" y="313"/>
                    <a:pt x="334" y="563"/>
                    <a:pt x="0" y="813"/>
                  </a:cubicBezTo>
                  <a:cubicBezTo>
                    <a:pt x="2358" y="1980"/>
                    <a:pt x="4608" y="3099"/>
                    <a:pt x="6930" y="4242"/>
                  </a:cubicBezTo>
                  <a:cubicBezTo>
                    <a:pt x="7311" y="3265"/>
                    <a:pt x="7656" y="2420"/>
                    <a:pt x="8049" y="1432"/>
                  </a:cubicBezTo>
                  <a:cubicBezTo>
                    <a:pt x="6025" y="956"/>
                    <a:pt x="4096" y="527"/>
                    <a:pt x="2179" y="51"/>
                  </a:cubicBezTo>
                  <a:cubicBezTo>
                    <a:pt x="2049" y="18"/>
                    <a:pt x="1928" y="1"/>
                    <a:pt x="18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2"/>
            <p:cNvSpPr/>
            <p:nvPr/>
          </p:nvSpPr>
          <p:spPr>
            <a:xfrm>
              <a:off x="2912250" y="2525750"/>
              <a:ext cx="97075" cy="104200"/>
            </a:xfrm>
            <a:custGeom>
              <a:rect b="b" l="l" r="r" t="t"/>
              <a:pathLst>
                <a:path extrusionOk="0" h="4168" w="3883">
                  <a:moveTo>
                    <a:pt x="3882" y="0"/>
                  </a:moveTo>
                  <a:lnTo>
                    <a:pt x="3882" y="0"/>
                  </a:lnTo>
                  <a:cubicBezTo>
                    <a:pt x="2584" y="1393"/>
                    <a:pt x="1299" y="2774"/>
                    <a:pt x="1" y="4167"/>
                  </a:cubicBezTo>
                  <a:cubicBezTo>
                    <a:pt x="1644" y="3108"/>
                    <a:pt x="3001" y="1762"/>
                    <a:pt x="3882" y="0"/>
                  </a:cubicBezTo>
                  <a:close/>
                </a:path>
              </a:pathLst>
            </a:custGeom>
            <a:solidFill>
              <a:srgbClr val="FFC5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2"/>
            <p:cNvSpPr/>
            <p:nvPr/>
          </p:nvSpPr>
          <p:spPr>
            <a:xfrm>
              <a:off x="2933400" y="2525150"/>
              <a:ext cx="115800" cy="108075"/>
            </a:xfrm>
            <a:custGeom>
              <a:rect b="b" l="l" r="r" t="t"/>
              <a:pathLst>
                <a:path extrusionOk="0" h="4323" w="4632">
                  <a:moveTo>
                    <a:pt x="4310" y="0"/>
                  </a:moveTo>
                  <a:cubicBezTo>
                    <a:pt x="3548" y="619"/>
                    <a:pt x="3131" y="1584"/>
                    <a:pt x="2405" y="2239"/>
                  </a:cubicBezTo>
                  <a:cubicBezTo>
                    <a:pt x="1655" y="2905"/>
                    <a:pt x="869" y="3572"/>
                    <a:pt x="0" y="4322"/>
                  </a:cubicBezTo>
                  <a:cubicBezTo>
                    <a:pt x="1060" y="4263"/>
                    <a:pt x="2012" y="4298"/>
                    <a:pt x="2619" y="3346"/>
                  </a:cubicBezTo>
                  <a:cubicBezTo>
                    <a:pt x="3286" y="2334"/>
                    <a:pt x="3965" y="1334"/>
                    <a:pt x="4632" y="322"/>
                  </a:cubicBezTo>
                  <a:cubicBezTo>
                    <a:pt x="4524" y="215"/>
                    <a:pt x="4417" y="107"/>
                    <a:pt x="43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2"/>
            <p:cNvSpPr/>
            <p:nvPr/>
          </p:nvSpPr>
          <p:spPr>
            <a:xfrm>
              <a:off x="3000375" y="2634975"/>
              <a:ext cx="253925" cy="32025"/>
            </a:xfrm>
            <a:custGeom>
              <a:rect b="b" l="l" r="r" t="t"/>
              <a:pathLst>
                <a:path extrusionOk="0" h="1281" w="10157">
                  <a:moveTo>
                    <a:pt x="1343" y="0"/>
                  </a:moveTo>
                  <a:cubicBezTo>
                    <a:pt x="899" y="0"/>
                    <a:pt x="455" y="289"/>
                    <a:pt x="0" y="441"/>
                  </a:cubicBezTo>
                  <a:cubicBezTo>
                    <a:pt x="24" y="548"/>
                    <a:pt x="36" y="655"/>
                    <a:pt x="60" y="763"/>
                  </a:cubicBezTo>
                  <a:cubicBezTo>
                    <a:pt x="1607" y="905"/>
                    <a:pt x="3155" y="1084"/>
                    <a:pt x="4703" y="1179"/>
                  </a:cubicBezTo>
                  <a:cubicBezTo>
                    <a:pt x="5260" y="1216"/>
                    <a:pt x="5818" y="1218"/>
                    <a:pt x="6375" y="1218"/>
                  </a:cubicBezTo>
                  <a:cubicBezTo>
                    <a:pt x="6455" y="1218"/>
                    <a:pt x="6534" y="1218"/>
                    <a:pt x="6614" y="1218"/>
                  </a:cubicBezTo>
                  <a:cubicBezTo>
                    <a:pt x="7251" y="1218"/>
                    <a:pt x="7888" y="1221"/>
                    <a:pt x="8525" y="1275"/>
                  </a:cubicBezTo>
                  <a:cubicBezTo>
                    <a:pt x="8582" y="1279"/>
                    <a:pt x="8637" y="1281"/>
                    <a:pt x="8690" y="1281"/>
                  </a:cubicBezTo>
                  <a:cubicBezTo>
                    <a:pt x="9373" y="1281"/>
                    <a:pt x="9769" y="931"/>
                    <a:pt x="10156" y="346"/>
                  </a:cubicBezTo>
                  <a:cubicBezTo>
                    <a:pt x="10013" y="298"/>
                    <a:pt x="9930" y="239"/>
                    <a:pt x="9835" y="239"/>
                  </a:cubicBezTo>
                  <a:cubicBezTo>
                    <a:pt x="7013" y="143"/>
                    <a:pt x="4191" y="36"/>
                    <a:pt x="1369" y="1"/>
                  </a:cubicBezTo>
                  <a:cubicBezTo>
                    <a:pt x="1360" y="0"/>
                    <a:pt x="1352" y="0"/>
                    <a:pt x="13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2"/>
            <p:cNvSpPr/>
            <p:nvPr/>
          </p:nvSpPr>
          <p:spPr>
            <a:xfrm>
              <a:off x="3537025" y="2176600"/>
              <a:ext cx="306925" cy="673000"/>
            </a:xfrm>
            <a:custGeom>
              <a:rect b="b" l="l" r="r" t="t"/>
              <a:pathLst>
                <a:path extrusionOk="0" h="26920" w="12277">
                  <a:moveTo>
                    <a:pt x="12038" y="0"/>
                  </a:moveTo>
                  <a:cubicBezTo>
                    <a:pt x="9752" y="7822"/>
                    <a:pt x="6323" y="15073"/>
                    <a:pt x="1394" y="21586"/>
                  </a:cubicBezTo>
                  <a:cubicBezTo>
                    <a:pt x="1763" y="21848"/>
                    <a:pt x="2132" y="22122"/>
                    <a:pt x="2513" y="22384"/>
                  </a:cubicBezTo>
                  <a:cubicBezTo>
                    <a:pt x="2466" y="22443"/>
                    <a:pt x="2430" y="22515"/>
                    <a:pt x="2382" y="22574"/>
                  </a:cubicBezTo>
                  <a:cubicBezTo>
                    <a:pt x="1966" y="22419"/>
                    <a:pt x="1549" y="22146"/>
                    <a:pt x="1144" y="22146"/>
                  </a:cubicBezTo>
                  <a:cubicBezTo>
                    <a:pt x="787" y="22146"/>
                    <a:pt x="430" y="22467"/>
                    <a:pt x="1" y="22681"/>
                  </a:cubicBezTo>
                  <a:cubicBezTo>
                    <a:pt x="1525" y="24051"/>
                    <a:pt x="2930" y="25301"/>
                    <a:pt x="4347" y="26563"/>
                  </a:cubicBezTo>
                  <a:cubicBezTo>
                    <a:pt x="4502" y="26682"/>
                    <a:pt x="4656" y="26801"/>
                    <a:pt x="4811" y="26920"/>
                  </a:cubicBezTo>
                  <a:cubicBezTo>
                    <a:pt x="4906" y="26729"/>
                    <a:pt x="5002" y="26551"/>
                    <a:pt x="5061" y="26372"/>
                  </a:cubicBezTo>
                  <a:cubicBezTo>
                    <a:pt x="7859" y="18931"/>
                    <a:pt x="10336" y="11382"/>
                    <a:pt x="11669" y="3512"/>
                  </a:cubicBezTo>
                  <a:cubicBezTo>
                    <a:pt x="11872" y="2357"/>
                    <a:pt x="12074" y="1214"/>
                    <a:pt x="12276" y="60"/>
                  </a:cubicBezTo>
                  <a:cubicBezTo>
                    <a:pt x="12205" y="36"/>
                    <a:pt x="12122" y="12"/>
                    <a:pt x="120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2"/>
            <p:cNvSpPr/>
            <p:nvPr/>
          </p:nvSpPr>
          <p:spPr>
            <a:xfrm>
              <a:off x="3241475" y="2199800"/>
              <a:ext cx="266125" cy="316125"/>
            </a:xfrm>
            <a:custGeom>
              <a:rect b="b" l="l" r="r" t="t"/>
              <a:pathLst>
                <a:path extrusionOk="0" h="12645" w="10645">
                  <a:moveTo>
                    <a:pt x="10394" y="1"/>
                  </a:moveTo>
                  <a:cubicBezTo>
                    <a:pt x="7406" y="4227"/>
                    <a:pt x="4072" y="8109"/>
                    <a:pt x="0" y="11478"/>
                  </a:cubicBezTo>
                  <a:cubicBezTo>
                    <a:pt x="1274" y="11871"/>
                    <a:pt x="2417" y="12205"/>
                    <a:pt x="3548" y="12586"/>
                  </a:cubicBezTo>
                  <a:cubicBezTo>
                    <a:pt x="3668" y="12623"/>
                    <a:pt x="3769" y="12644"/>
                    <a:pt x="3857" y="12644"/>
                  </a:cubicBezTo>
                  <a:cubicBezTo>
                    <a:pt x="4048" y="12644"/>
                    <a:pt x="4176" y="12545"/>
                    <a:pt x="4298" y="12300"/>
                  </a:cubicBezTo>
                  <a:cubicBezTo>
                    <a:pt x="6275" y="8573"/>
                    <a:pt x="8251" y="4847"/>
                    <a:pt x="10228" y="1120"/>
                  </a:cubicBezTo>
                  <a:cubicBezTo>
                    <a:pt x="10382" y="822"/>
                    <a:pt x="10501" y="489"/>
                    <a:pt x="10644" y="167"/>
                  </a:cubicBezTo>
                  <a:lnTo>
                    <a:pt x="103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4335350" y="3808325"/>
              <a:ext cx="420025" cy="889125"/>
            </a:xfrm>
            <a:custGeom>
              <a:rect b="b" l="l" r="r" t="t"/>
              <a:pathLst>
                <a:path extrusionOk="0" h="35565" w="16801">
                  <a:moveTo>
                    <a:pt x="16800" y="1"/>
                  </a:moveTo>
                  <a:cubicBezTo>
                    <a:pt x="15205" y="5252"/>
                    <a:pt x="12002" y="9466"/>
                    <a:pt x="7763" y="13003"/>
                  </a:cubicBezTo>
                  <a:cubicBezTo>
                    <a:pt x="5501" y="14884"/>
                    <a:pt x="3156" y="16670"/>
                    <a:pt x="858" y="18527"/>
                  </a:cubicBezTo>
                  <a:cubicBezTo>
                    <a:pt x="667" y="18682"/>
                    <a:pt x="489" y="18979"/>
                    <a:pt x="477" y="19218"/>
                  </a:cubicBezTo>
                  <a:cubicBezTo>
                    <a:pt x="465" y="19396"/>
                    <a:pt x="453" y="19575"/>
                    <a:pt x="441" y="19753"/>
                  </a:cubicBezTo>
                  <a:lnTo>
                    <a:pt x="453" y="19753"/>
                  </a:lnTo>
                  <a:cubicBezTo>
                    <a:pt x="405" y="20932"/>
                    <a:pt x="286" y="23932"/>
                    <a:pt x="143" y="27552"/>
                  </a:cubicBezTo>
                  <a:cubicBezTo>
                    <a:pt x="84" y="30231"/>
                    <a:pt x="48" y="32898"/>
                    <a:pt x="1" y="35565"/>
                  </a:cubicBezTo>
                  <a:lnTo>
                    <a:pt x="16800" y="35565"/>
                  </a:lnTo>
                  <a:lnTo>
                    <a:pt x="16800" y="1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2"/>
            <p:cNvSpPr/>
            <p:nvPr/>
          </p:nvSpPr>
          <p:spPr>
            <a:xfrm>
              <a:off x="4658900" y="913625"/>
              <a:ext cx="96475" cy="69675"/>
            </a:xfrm>
            <a:custGeom>
              <a:rect b="b" l="l" r="r" t="t"/>
              <a:pathLst>
                <a:path extrusionOk="0" h="2787" w="3859">
                  <a:moveTo>
                    <a:pt x="1" y="1"/>
                  </a:moveTo>
                  <a:cubicBezTo>
                    <a:pt x="1334" y="870"/>
                    <a:pt x="2620" y="1799"/>
                    <a:pt x="3858" y="2787"/>
                  </a:cubicBezTo>
                  <a:lnTo>
                    <a:pt x="3858" y="1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2"/>
            <p:cNvSpPr/>
            <p:nvPr/>
          </p:nvSpPr>
          <p:spPr>
            <a:xfrm>
              <a:off x="3409650" y="2250700"/>
              <a:ext cx="245275" cy="332500"/>
            </a:xfrm>
            <a:custGeom>
              <a:rect b="b" l="l" r="r" t="t"/>
              <a:pathLst>
                <a:path extrusionOk="0" h="13300" w="9811">
                  <a:moveTo>
                    <a:pt x="9811" y="1"/>
                  </a:moveTo>
                  <a:lnTo>
                    <a:pt x="9811" y="1"/>
                  </a:lnTo>
                  <a:cubicBezTo>
                    <a:pt x="6965" y="4156"/>
                    <a:pt x="4060" y="8216"/>
                    <a:pt x="0" y="11597"/>
                  </a:cubicBezTo>
                  <a:cubicBezTo>
                    <a:pt x="1929" y="12205"/>
                    <a:pt x="3655" y="12752"/>
                    <a:pt x="5358" y="13300"/>
                  </a:cubicBezTo>
                  <a:cubicBezTo>
                    <a:pt x="6858" y="8811"/>
                    <a:pt x="8334" y="4406"/>
                    <a:pt x="98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3065250" y="2402500"/>
              <a:ext cx="43175" cy="77125"/>
            </a:xfrm>
            <a:custGeom>
              <a:rect b="b" l="l" r="r" t="t"/>
              <a:pathLst>
                <a:path extrusionOk="0" h="3085" w="1727">
                  <a:moveTo>
                    <a:pt x="1513" y="1"/>
                  </a:moveTo>
                  <a:cubicBezTo>
                    <a:pt x="1013" y="965"/>
                    <a:pt x="513" y="1930"/>
                    <a:pt x="1" y="2906"/>
                  </a:cubicBezTo>
                  <a:cubicBezTo>
                    <a:pt x="120" y="2965"/>
                    <a:pt x="227" y="3025"/>
                    <a:pt x="334" y="3085"/>
                  </a:cubicBezTo>
                  <a:cubicBezTo>
                    <a:pt x="798" y="2096"/>
                    <a:pt x="1263" y="1096"/>
                    <a:pt x="1727" y="108"/>
                  </a:cubicBezTo>
                  <a:cubicBezTo>
                    <a:pt x="1656" y="72"/>
                    <a:pt x="1584" y="37"/>
                    <a:pt x="1513" y="1"/>
                  </a:cubicBezTo>
                  <a:close/>
                </a:path>
              </a:pathLst>
            </a:custGeom>
            <a:solidFill>
              <a:srgbClr val="FFC5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4651175" y="3770225"/>
              <a:ext cx="102100" cy="208100"/>
            </a:xfrm>
            <a:custGeom>
              <a:rect b="b" l="l" r="r" t="t"/>
              <a:pathLst>
                <a:path extrusionOk="0" h="8324" w="4084">
                  <a:moveTo>
                    <a:pt x="4084" y="1"/>
                  </a:moveTo>
                  <a:lnTo>
                    <a:pt x="4084" y="1"/>
                  </a:lnTo>
                  <a:cubicBezTo>
                    <a:pt x="3191" y="1811"/>
                    <a:pt x="1941" y="4406"/>
                    <a:pt x="0" y="8323"/>
                  </a:cubicBezTo>
                  <a:cubicBezTo>
                    <a:pt x="1905" y="5764"/>
                    <a:pt x="3215" y="2966"/>
                    <a:pt x="4084" y="1"/>
                  </a:cubicBezTo>
                  <a:close/>
                </a:path>
              </a:pathLst>
            </a:custGeom>
            <a:solidFill>
              <a:srgbClr val="FFC5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2"/>
            <p:cNvSpPr/>
            <p:nvPr/>
          </p:nvSpPr>
          <p:spPr>
            <a:xfrm>
              <a:off x="3058100" y="2546725"/>
              <a:ext cx="254525" cy="75475"/>
            </a:xfrm>
            <a:custGeom>
              <a:rect b="b" l="l" r="r" t="t"/>
              <a:pathLst>
                <a:path extrusionOk="0" h="3019" w="10181">
                  <a:moveTo>
                    <a:pt x="4495" y="0"/>
                  </a:moveTo>
                  <a:cubicBezTo>
                    <a:pt x="4347" y="0"/>
                    <a:pt x="4179" y="47"/>
                    <a:pt x="4061" y="125"/>
                  </a:cubicBezTo>
                  <a:cubicBezTo>
                    <a:pt x="2704" y="995"/>
                    <a:pt x="1358" y="1876"/>
                    <a:pt x="1" y="2757"/>
                  </a:cubicBezTo>
                  <a:cubicBezTo>
                    <a:pt x="13" y="2840"/>
                    <a:pt x="25" y="2923"/>
                    <a:pt x="37" y="3019"/>
                  </a:cubicBezTo>
                  <a:cubicBezTo>
                    <a:pt x="2263" y="2757"/>
                    <a:pt x="4489" y="2483"/>
                    <a:pt x="6716" y="2233"/>
                  </a:cubicBezTo>
                  <a:cubicBezTo>
                    <a:pt x="7170" y="2175"/>
                    <a:pt x="7623" y="2086"/>
                    <a:pt x="8070" y="2086"/>
                  </a:cubicBezTo>
                  <a:cubicBezTo>
                    <a:pt x="8175" y="2086"/>
                    <a:pt x="8279" y="2091"/>
                    <a:pt x="8383" y="2102"/>
                  </a:cubicBezTo>
                  <a:cubicBezTo>
                    <a:pt x="8456" y="2108"/>
                    <a:pt x="8526" y="2112"/>
                    <a:pt x="8594" y="2112"/>
                  </a:cubicBezTo>
                  <a:cubicBezTo>
                    <a:pt x="9388" y="2112"/>
                    <a:pt x="9830" y="1665"/>
                    <a:pt x="10181" y="876"/>
                  </a:cubicBezTo>
                  <a:cubicBezTo>
                    <a:pt x="8288" y="578"/>
                    <a:pt x="6442" y="280"/>
                    <a:pt x="4585" y="6"/>
                  </a:cubicBezTo>
                  <a:cubicBezTo>
                    <a:pt x="4556" y="2"/>
                    <a:pt x="4526" y="0"/>
                    <a:pt x="4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2"/>
            <p:cNvSpPr/>
            <p:nvPr/>
          </p:nvSpPr>
          <p:spPr>
            <a:xfrm>
              <a:off x="3034600" y="913625"/>
              <a:ext cx="1720775" cy="1359425"/>
            </a:xfrm>
            <a:custGeom>
              <a:rect b="b" l="l" r="r" t="t"/>
              <a:pathLst>
                <a:path extrusionOk="0" h="54377" w="68831">
                  <a:moveTo>
                    <a:pt x="17717" y="1"/>
                  </a:moveTo>
                  <a:cubicBezTo>
                    <a:pt x="14669" y="4894"/>
                    <a:pt x="12668" y="10407"/>
                    <a:pt x="10513" y="15777"/>
                  </a:cubicBezTo>
                  <a:cubicBezTo>
                    <a:pt x="7954" y="22099"/>
                    <a:pt x="4989" y="28481"/>
                    <a:pt x="0" y="33136"/>
                  </a:cubicBezTo>
                  <a:cubicBezTo>
                    <a:pt x="8739" y="27445"/>
                    <a:pt x="16752" y="20646"/>
                    <a:pt x="23777" y="12931"/>
                  </a:cubicBezTo>
                  <a:lnTo>
                    <a:pt x="23777" y="12931"/>
                  </a:lnTo>
                  <a:cubicBezTo>
                    <a:pt x="17788" y="27266"/>
                    <a:pt x="11704" y="41744"/>
                    <a:pt x="2679" y="54377"/>
                  </a:cubicBezTo>
                  <a:cubicBezTo>
                    <a:pt x="6013" y="50007"/>
                    <a:pt x="9299" y="45602"/>
                    <a:pt x="12811" y="41363"/>
                  </a:cubicBezTo>
                  <a:cubicBezTo>
                    <a:pt x="12883" y="41423"/>
                    <a:pt x="12966" y="41470"/>
                    <a:pt x="13049" y="41530"/>
                  </a:cubicBezTo>
                  <a:cubicBezTo>
                    <a:pt x="12978" y="41685"/>
                    <a:pt x="12907" y="41851"/>
                    <a:pt x="12823" y="42006"/>
                  </a:cubicBezTo>
                  <a:cubicBezTo>
                    <a:pt x="11978" y="43482"/>
                    <a:pt x="10990" y="44911"/>
                    <a:pt x="10347" y="46471"/>
                  </a:cubicBezTo>
                  <a:cubicBezTo>
                    <a:pt x="10097" y="47066"/>
                    <a:pt x="9692" y="47531"/>
                    <a:pt x="9394" y="48054"/>
                  </a:cubicBezTo>
                  <a:cubicBezTo>
                    <a:pt x="10323" y="47114"/>
                    <a:pt x="11240" y="46161"/>
                    <a:pt x="12157" y="45209"/>
                  </a:cubicBezTo>
                  <a:cubicBezTo>
                    <a:pt x="12442" y="44816"/>
                    <a:pt x="12728" y="44423"/>
                    <a:pt x="13014" y="44030"/>
                  </a:cubicBezTo>
                  <a:cubicBezTo>
                    <a:pt x="13073" y="44066"/>
                    <a:pt x="13121" y="44102"/>
                    <a:pt x="13180" y="44137"/>
                  </a:cubicBezTo>
                  <a:cubicBezTo>
                    <a:pt x="20348" y="36601"/>
                    <a:pt x="27158" y="28743"/>
                    <a:pt x="33576" y="20551"/>
                  </a:cubicBezTo>
                  <a:lnTo>
                    <a:pt x="33576" y="20551"/>
                  </a:lnTo>
                  <a:cubicBezTo>
                    <a:pt x="29147" y="29338"/>
                    <a:pt x="24718" y="38125"/>
                    <a:pt x="19741" y="46602"/>
                  </a:cubicBezTo>
                  <a:cubicBezTo>
                    <a:pt x="19753" y="46614"/>
                    <a:pt x="19777" y="46638"/>
                    <a:pt x="19800" y="46649"/>
                  </a:cubicBezTo>
                  <a:cubicBezTo>
                    <a:pt x="19717" y="46792"/>
                    <a:pt x="19646" y="46923"/>
                    <a:pt x="19526" y="47138"/>
                  </a:cubicBezTo>
                  <a:cubicBezTo>
                    <a:pt x="19681" y="47078"/>
                    <a:pt x="19753" y="47054"/>
                    <a:pt x="19800" y="47019"/>
                  </a:cubicBezTo>
                  <a:cubicBezTo>
                    <a:pt x="21181" y="45518"/>
                    <a:pt x="22563" y="44018"/>
                    <a:pt x="23956" y="42530"/>
                  </a:cubicBezTo>
                  <a:cubicBezTo>
                    <a:pt x="24075" y="42411"/>
                    <a:pt x="24206" y="42304"/>
                    <a:pt x="24337" y="42220"/>
                  </a:cubicBezTo>
                  <a:cubicBezTo>
                    <a:pt x="29516" y="35660"/>
                    <a:pt x="34397" y="28873"/>
                    <a:pt x="38946" y="21873"/>
                  </a:cubicBezTo>
                  <a:lnTo>
                    <a:pt x="38946" y="21873"/>
                  </a:lnTo>
                  <a:cubicBezTo>
                    <a:pt x="36207" y="26814"/>
                    <a:pt x="34219" y="32076"/>
                    <a:pt x="32623" y="37482"/>
                  </a:cubicBezTo>
                  <a:cubicBezTo>
                    <a:pt x="32814" y="37125"/>
                    <a:pt x="33016" y="36779"/>
                    <a:pt x="33207" y="36422"/>
                  </a:cubicBezTo>
                  <a:cubicBezTo>
                    <a:pt x="34124" y="36029"/>
                    <a:pt x="34064" y="35005"/>
                    <a:pt x="34552" y="34327"/>
                  </a:cubicBezTo>
                  <a:cubicBezTo>
                    <a:pt x="34612" y="34350"/>
                    <a:pt x="34683" y="34374"/>
                    <a:pt x="34743" y="34410"/>
                  </a:cubicBezTo>
                  <a:cubicBezTo>
                    <a:pt x="33504" y="37458"/>
                    <a:pt x="32254" y="40518"/>
                    <a:pt x="31016" y="43578"/>
                  </a:cubicBezTo>
                  <a:cubicBezTo>
                    <a:pt x="31064" y="43601"/>
                    <a:pt x="31123" y="43625"/>
                    <a:pt x="31171" y="43649"/>
                  </a:cubicBezTo>
                  <a:cubicBezTo>
                    <a:pt x="31838" y="42339"/>
                    <a:pt x="32504" y="41018"/>
                    <a:pt x="33171" y="39708"/>
                  </a:cubicBezTo>
                  <a:lnTo>
                    <a:pt x="33242" y="39720"/>
                  </a:lnTo>
                  <a:cubicBezTo>
                    <a:pt x="32909" y="40732"/>
                    <a:pt x="32576" y="41756"/>
                    <a:pt x="32242" y="42768"/>
                  </a:cubicBezTo>
                  <a:cubicBezTo>
                    <a:pt x="32278" y="42780"/>
                    <a:pt x="32326" y="42804"/>
                    <a:pt x="32373" y="42816"/>
                  </a:cubicBezTo>
                  <a:cubicBezTo>
                    <a:pt x="32504" y="42578"/>
                    <a:pt x="32647" y="42328"/>
                    <a:pt x="32778" y="42078"/>
                  </a:cubicBezTo>
                  <a:cubicBezTo>
                    <a:pt x="32826" y="42101"/>
                    <a:pt x="32861" y="42113"/>
                    <a:pt x="32909" y="42125"/>
                  </a:cubicBezTo>
                  <a:cubicBezTo>
                    <a:pt x="32671" y="43268"/>
                    <a:pt x="32445" y="44423"/>
                    <a:pt x="32219" y="45578"/>
                  </a:cubicBezTo>
                  <a:cubicBezTo>
                    <a:pt x="33183" y="43030"/>
                    <a:pt x="34147" y="40470"/>
                    <a:pt x="35124" y="37922"/>
                  </a:cubicBezTo>
                  <a:cubicBezTo>
                    <a:pt x="35421" y="36672"/>
                    <a:pt x="35707" y="35422"/>
                    <a:pt x="36017" y="34184"/>
                  </a:cubicBezTo>
                  <a:cubicBezTo>
                    <a:pt x="36088" y="34196"/>
                    <a:pt x="36160" y="34219"/>
                    <a:pt x="36219" y="34231"/>
                  </a:cubicBezTo>
                  <a:cubicBezTo>
                    <a:pt x="36171" y="34636"/>
                    <a:pt x="36112" y="35041"/>
                    <a:pt x="36052" y="35446"/>
                  </a:cubicBezTo>
                  <a:cubicBezTo>
                    <a:pt x="36707" y="33719"/>
                    <a:pt x="37362" y="31993"/>
                    <a:pt x="38029" y="30267"/>
                  </a:cubicBezTo>
                  <a:lnTo>
                    <a:pt x="38029" y="30267"/>
                  </a:lnTo>
                  <a:cubicBezTo>
                    <a:pt x="37862" y="37053"/>
                    <a:pt x="37160" y="43828"/>
                    <a:pt x="35921" y="50495"/>
                  </a:cubicBezTo>
                  <a:cubicBezTo>
                    <a:pt x="41839" y="36053"/>
                    <a:pt x="48733" y="21896"/>
                    <a:pt x="55983" y="14693"/>
                  </a:cubicBezTo>
                  <a:cubicBezTo>
                    <a:pt x="56008" y="14690"/>
                    <a:pt x="56034" y="14689"/>
                    <a:pt x="56062" y="14689"/>
                  </a:cubicBezTo>
                  <a:cubicBezTo>
                    <a:pt x="57394" y="14689"/>
                    <a:pt x="62861" y="17694"/>
                    <a:pt x="68830" y="21635"/>
                  </a:cubicBezTo>
                  <a:lnTo>
                    <a:pt x="68830" y="4704"/>
                  </a:lnTo>
                  <a:cubicBezTo>
                    <a:pt x="68104" y="3989"/>
                    <a:pt x="67354" y="3287"/>
                    <a:pt x="66568" y="2596"/>
                  </a:cubicBezTo>
                  <a:cubicBezTo>
                    <a:pt x="66354" y="2418"/>
                    <a:pt x="66139" y="2227"/>
                    <a:pt x="65925" y="2049"/>
                  </a:cubicBezTo>
                  <a:cubicBezTo>
                    <a:pt x="64925" y="1322"/>
                    <a:pt x="63889" y="644"/>
                    <a:pt x="62853" y="1"/>
                  </a:cubicBezTo>
                  <a:lnTo>
                    <a:pt x="21741" y="1"/>
                  </a:lnTo>
                  <a:cubicBezTo>
                    <a:pt x="20717" y="632"/>
                    <a:pt x="19646" y="1287"/>
                    <a:pt x="18503" y="1989"/>
                  </a:cubicBezTo>
                  <a:cubicBezTo>
                    <a:pt x="19360" y="1263"/>
                    <a:pt x="20169" y="572"/>
                    <a:pt x="2100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2"/>
            <p:cNvSpPr/>
            <p:nvPr/>
          </p:nvSpPr>
          <p:spPr>
            <a:xfrm>
              <a:off x="4338925" y="4302150"/>
              <a:ext cx="7750" cy="194975"/>
            </a:xfrm>
            <a:custGeom>
              <a:rect b="b" l="l" r="r" t="t"/>
              <a:pathLst>
                <a:path extrusionOk="0" h="7799" w="310">
                  <a:moveTo>
                    <a:pt x="298" y="0"/>
                  </a:moveTo>
                  <a:cubicBezTo>
                    <a:pt x="179" y="2346"/>
                    <a:pt x="60" y="4680"/>
                    <a:pt x="12" y="7013"/>
                  </a:cubicBezTo>
                  <a:cubicBezTo>
                    <a:pt x="12" y="7275"/>
                    <a:pt x="0" y="7537"/>
                    <a:pt x="0" y="7799"/>
                  </a:cubicBezTo>
                  <a:cubicBezTo>
                    <a:pt x="143" y="4179"/>
                    <a:pt x="262" y="1179"/>
                    <a:pt x="310" y="0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2"/>
            <p:cNvSpPr/>
            <p:nvPr/>
          </p:nvSpPr>
          <p:spPr>
            <a:xfrm>
              <a:off x="4130575" y="2658700"/>
              <a:ext cx="546200" cy="135250"/>
            </a:xfrm>
            <a:custGeom>
              <a:rect b="b" l="l" r="r" t="t"/>
              <a:pathLst>
                <a:path extrusionOk="0" h="5410" w="21848">
                  <a:moveTo>
                    <a:pt x="17728" y="0"/>
                  </a:moveTo>
                  <a:cubicBezTo>
                    <a:pt x="12233" y="0"/>
                    <a:pt x="6853" y="629"/>
                    <a:pt x="1869" y="3493"/>
                  </a:cubicBezTo>
                  <a:cubicBezTo>
                    <a:pt x="1476" y="3719"/>
                    <a:pt x="1072" y="3921"/>
                    <a:pt x="655" y="4100"/>
                  </a:cubicBezTo>
                  <a:cubicBezTo>
                    <a:pt x="429" y="4540"/>
                    <a:pt x="202" y="4981"/>
                    <a:pt x="0" y="5410"/>
                  </a:cubicBezTo>
                  <a:cubicBezTo>
                    <a:pt x="583" y="4969"/>
                    <a:pt x="1155" y="4528"/>
                    <a:pt x="1762" y="4124"/>
                  </a:cubicBezTo>
                  <a:cubicBezTo>
                    <a:pt x="3774" y="2754"/>
                    <a:pt x="6013" y="1790"/>
                    <a:pt x="8442" y="1492"/>
                  </a:cubicBezTo>
                  <a:cubicBezTo>
                    <a:pt x="10859" y="1195"/>
                    <a:pt x="13311" y="1123"/>
                    <a:pt x="15740" y="1028"/>
                  </a:cubicBezTo>
                  <a:cubicBezTo>
                    <a:pt x="16204" y="1006"/>
                    <a:pt x="16669" y="999"/>
                    <a:pt x="17134" y="999"/>
                  </a:cubicBezTo>
                  <a:cubicBezTo>
                    <a:pt x="18082" y="999"/>
                    <a:pt x="19031" y="1029"/>
                    <a:pt x="19977" y="1029"/>
                  </a:cubicBezTo>
                  <a:cubicBezTo>
                    <a:pt x="20080" y="1029"/>
                    <a:pt x="20184" y="1029"/>
                    <a:pt x="20288" y="1028"/>
                  </a:cubicBezTo>
                  <a:cubicBezTo>
                    <a:pt x="20776" y="1016"/>
                    <a:pt x="21277" y="933"/>
                    <a:pt x="21753" y="885"/>
                  </a:cubicBezTo>
                  <a:cubicBezTo>
                    <a:pt x="21848" y="242"/>
                    <a:pt x="21491" y="87"/>
                    <a:pt x="21062" y="64"/>
                  </a:cubicBezTo>
                  <a:cubicBezTo>
                    <a:pt x="19948" y="26"/>
                    <a:pt x="18835" y="0"/>
                    <a:pt x="17728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2"/>
            <p:cNvSpPr/>
            <p:nvPr/>
          </p:nvSpPr>
          <p:spPr>
            <a:xfrm>
              <a:off x="4154075" y="2483475"/>
              <a:ext cx="516175" cy="264350"/>
            </a:xfrm>
            <a:custGeom>
              <a:rect b="b" l="l" r="r" t="t"/>
              <a:pathLst>
                <a:path extrusionOk="0" h="10574" w="20647">
                  <a:moveTo>
                    <a:pt x="18241" y="0"/>
                  </a:moveTo>
                  <a:cubicBezTo>
                    <a:pt x="13074" y="1977"/>
                    <a:pt x="7871" y="3715"/>
                    <a:pt x="2870" y="6025"/>
                  </a:cubicBezTo>
                  <a:cubicBezTo>
                    <a:pt x="1798" y="7537"/>
                    <a:pt x="822" y="9073"/>
                    <a:pt x="1" y="10573"/>
                  </a:cubicBezTo>
                  <a:cubicBezTo>
                    <a:pt x="1929" y="9144"/>
                    <a:pt x="4049" y="8073"/>
                    <a:pt x="6359" y="7489"/>
                  </a:cubicBezTo>
                  <a:cubicBezTo>
                    <a:pt x="9109" y="6787"/>
                    <a:pt x="11955" y="6489"/>
                    <a:pt x="14252" y="6096"/>
                  </a:cubicBezTo>
                  <a:cubicBezTo>
                    <a:pt x="13560" y="5984"/>
                    <a:pt x="12850" y="5930"/>
                    <a:pt x="12126" y="5930"/>
                  </a:cubicBezTo>
                  <a:cubicBezTo>
                    <a:pt x="9639" y="5930"/>
                    <a:pt x="6997" y="6568"/>
                    <a:pt x="4406" y="7656"/>
                  </a:cubicBezTo>
                  <a:cubicBezTo>
                    <a:pt x="6085" y="6620"/>
                    <a:pt x="7883" y="5942"/>
                    <a:pt x="9811" y="5668"/>
                  </a:cubicBezTo>
                  <a:cubicBezTo>
                    <a:pt x="10578" y="5558"/>
                    <a:pt x="11340" y="5510"/>
                    <a:pt x="12099" y="5510"/>
                  </a:cubicBezTo>
                  <a:cubicBezTo>
                    <a:pt x="14229" y="5510"/>
                    <a:pt x="16331" y="5887"/>
                    <a:pt x="18420" y="6334"/>
                  </a:cubicBezTo>
                  <a:cubicBezTo>
                    <a:pt x="19086" y="6477"/>
                    <a:pt x="19765" y="6561"/>
                    <a:pt x="20646" y="6692"/>
                  </a:cubicBezTo>
                  <a:cubicBezTo>
                    <a:pt x="19813" y="4382"/>
                    <a:pt x="19051" y="2274"/>
                    <a:pt x="1824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2"/>
            <p:cNvSpPr/>
            <p:nvPr/>
          </p:nvSpPr>
          <p:spPr>
            <a:xfrm>
              <a:off x="4388925" y="2088175"/>
              <a:ext cx="202425" cy="417950"/>
            </a:xfrm>
            <a:custGeom>
              <a:rect b="b" l="l" r="r" t="t"/>
              <a:pathLst>
                <a:path extrusionOk="0" h="16718" w="8097">
                  <a:moveTo>
                    <a:pt x="870" y="1"/>
                  </a:moveTo>
                  <a:cubicBezTo>
                    <a:pt x="775" y="13"/>
                    <a:pt x="667" y="37"/>
                    <a:pt x="572" y="48"/>
                  </a:cubicBezTo>
                  <a:cubicBezTo>
                    <a:pt x="2108" y="5644"/>
                    <a:pt x="1025" y="11145"/>
                    <a:pt x="1" y="16717"/>
                  </a:cubicBezTo>
                  <a:cubicBezTo>
                    <a:pt x="2751" y="15717"/>
                    <a:pt x="5347" y="14776"/>
                    <a:pt x="8097" y="13776"/>
                  </a:cubicBezTo>
                  <a:cubicBezTo>
                    <a:pt x="5680" y="9169"/>
                    <a:pt x="3275" y="4585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2"/>
            <p:cNvSpPr/>
            <p:nvPr/>
          </p:nvSpPr>
          <p:spPr>
            <a:xfrm>
              <a:off x="4279400" y="2777250"/>
              <a:ext cx="75625" cy="74150"/>
            </a:xfrm>
            <a:custGeom>
              <a:rect b="b" l="l" r="r" t="t"/>
              <a:pathLst>
                <a:path extrusionOk="0" h="2966" w="3025">
                  <a:moveTo>
                    <a:pt x="1524" y="1"/>
                  </a:moveTo>
                  <a:cubicBezTo>
                    <a:pt x="726" y="1"/>
                    <a:pt x="0" y="763"/>
                    <a:pt x="0" y="1620"/>
                  </a:cubicBezTo>
                  <a:cubicBezTo>
                    <a:pt x="0" y="2382"/>
                    <a:pt x="572" y="2954"/>
                    <a:pt x="1357" y="2965"/>
                  </a:cubicBezTo>
                  <a:cubicBezTo>
                    <a:pt x="1364" y="2966"/>
                    <a:pt x="1371" y="2966"/>
                    <a:pt x="1377" y="2966"/>
                  </a:cubicBezTo>
                  <a:cubicBezTo>
                    <a:pt x="2191" y="2966"/>
                    <a:pt x="2953" y="2245"/>
                    <a:pt x="2989" y="1441"/>
                  </a:cubicBezTo>
                  <a:cubicBezTo>
                    <a:pt x="3024" y="644"/>
                    <a:pt x="2370" y="13"/>
                    <a:pt x="1524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2"/>
            <p:cNvSpPr/>
            <p:nvPr/>
          </p:nvSpPr>
          <p:spPr>
            <a:xfrm>
              <a:off x="4420775" y="2898325"/>
              <a:ext cx="106850" cy="85100"/>
            </a:xfrm>
            <a:custGeom>
              <a:rect b="b" l="l" r="r" t="t"/>
              <a:pathLst>
                <a:path extrusionOk="0" h="3404" w="4274">
                  <a:moveTo>
                    <a:pt x="3903" y="0"/>
                  </a:moveTo>
                  <a:lnTo>
                    <a:pt x="3903" y="0"/>
                  </a:lnTo>
                  <a:cubicBezTo>
                    <a:pt x="3900" y="0"/>
                    <a:pt x="3903" y="9"/>
                    <a:pt x="3918" y="27"/>
                  </a:cubicBezTo>
                  <a:cubicBezTo>
                    <a:pt x="2787" y="670"/>
                    <a:pt x="1751" y="1266"/>
                    <a:pt x="727" y="1861"/>
                  </a:cubicBezTo>
                  <a:cubicBezTo>
                    <a:pt x="584" y="1932"/>
                    <a:pt x="417" y="2004"/>
                    <a:pt x="334" y="2123"/>
                  </a:cubicBezTo>
                  <a:cubicBezTo>
                    <a:pt x="203" y="2337"/>
                    <a:pt x="1" y="2623"/>
                    <a:pt x="48" y="2813"/>
                  </a:cubicBezTo>
                  <a:cubicBezTo>
                    <a:pt x="120" y="3040"/>
                    <a:pt x="394" y="3290"/>
                    <a:pt x="632" y="3361"/>
                  </a:cubicBezTo>
                  <a:cubicBezTo>
                    <a:pt x="738" y="3390"/>
                    <a:pt x="849" y="3404"/>
                    <a:pt x="964" y="3404"/>
                  </a:cubicBezTo>
                  <a:cubicBezTo>
                    <a:pt x="2356" y="3404"/>
                    <a:pt x="4273" y="1385"/>
                    <a:pt x="3965" y="87"/>
                  </a:cubicBezTo>
                  <a:cubicBezTo>
                    <a:pt x="3949" y="38"/>
                    <a:pt x="3911" y="0"/>
                    <a:pt x="390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2"/>
            <p:cNvSpPr/>
            <p:nvPr/>
          </p:nvSpPr>
          <p:spPr>
            <a:xfrm>
              <a:off x="4039775" y="4512600"/>
              <a:ext cx="96475" cy="93475"/>
            </a:xfrm>
            <a:custGeom>
              <a:rect b="b" l="l" r="r" t="t"/>
              <a:pathLst>
                <a:path extrusionOk="0" h="3739" w="3859">
                  <a:moveTo>
                    <a:pt x="3751" y="0"/>
                  </a:moveTo>
                  <a:lnTo>
                    <a:pt x="120" y="2810"/>
                  </a:lnTo>
                  <a:cubicBezTo>
                    <a:pt x="72" y="3120"/>
                    <a:pt x="36" y="3429"/>
                    <a:pt x="1" y="3739"/>
                  </a:cubicBezTo>
                  <a:lnTo>
                    <a:pt x="3858" y="119"/>
                  </a:lnTo>
                  <a:cubicBezTo>
                    <a:pt x="3823" y="83"/>
                    <a:pt x="3787" y="36"/>
                    <a:pt x="3751" y="0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2"/>
            <p:cNvSpPr/>
            <p:nvPr/>
          </p:nvSpPr>
          <p:spPr>
            <a:xfrm>
              <a:off x="4024000" y="2761775"/>
              <a:ext cx="731375" cy="1708275"/>
            </a:xfrm>
            <a:custGeom>
              <a:rect b="b" l="l" r="r" t="t"/>
              <a:pathLst>
                <a:path extrusionOk="0" h="68331" w="29255">
                  <a:moveTo>
                    <a:pt x="20896" y="1"/>
                  </a:moveTo>
                  <a:cubicBezTo>
                    <a:pt x="20837" y="1"/>
                    <a:pt x="20765" y="48"/>
                    <a:pt x="20717" y="60"/>
                  </a:cubicBezTo>
                  <a:cubicBezTo>
                    <a:pt x="21063" y="763"/>
                    <a:pt x="21468" y="1429"/>
                    <a:pt x="21706" y="2132"/>
                  </a:cubicBezTo>
                  <a:cubicBezTo>
                    <a:pt x="22920" y="5680"/>
                    <a:pt x="21170" y="9109"/>
                    <a:pt x="17669" y="10407"/>
                  </a:cubicBezTo>
                  <a:cubicBezTo>
                    <a:pt x="16855" y="10711"/>
                    <a:pt x="15967" y="10853"/>
                    <a:pt x="15073" y="10853"/>
                  </a:cubicBezTo>
                  <a:cubicBezTo>
                    <a:pt x="12397" y="10853"/>
                    <a:pt x="9665" y="9581"/>
                    <a:pt x="8692" y="7573"/>
                  </a:cubicBezTo>
                  <a:cubicBezTo>
                    <a:pt x="7859" y="5859"/>
                    <a:pt x="7585" y="4156"/>
                    <a:pt x="8264" y="2346"/>
                  </a:cubicBezTo>
                  <a:cubicBezTo>
                    <a:pt x="8502" y="1703"/>
                    <a:pt x="8764" y="1048"/>
                    <a:pt x="9073" y="263"/>
                  </a:cubicBezTo>
                  <a:lnTo>
                    <a:pt x="9073" y="263"/>
                  </a:lnTo>
                  <a:cubicBezTo>
                    <a:pt x="7740" y="882"/>
                    <a:pt x="6359" y="1417"/>
                    <a:pt x="5073" y="2120"/>
                  </a:cubicBezTo>
                  <a:cubicBezTo>
                    <a:pt x="4549" y="2406"/>
                    <a:pt x="4025" y="2727"/>
                    <a:pt x="3525" y="3049"/>
                  </a:cubicBezTo>
                  <a:cubicBezTo>
                    <a:pt x="1368" y="8751"/>
                    <a:pt x="2395" y="13260"/>
                    <a:pt x="10060" y="13260"/>
                  </a:cubicBezTo>
                  <a:cubicBezTo>
                    <a:pt x="10349" y="13260"/>
                    <a:pt x="10647" y="13253"/>
                    <a:pt x="10954" y="13240"/>
                  </a:cubicBezTo>
                  <a:cubicBezTo>
                    <a:pt x="10942" y="13169"/>
                    <a:pt x="10931" y="13097"/>
                    <a:pt x="10931" y="13026"/>
                  </a:cubicBezTo>
                  <a:cubicBezTo>
                    <a:pt x="13907" y="12597"/>
                    <a:pt x="16896" y="12169"/>
                    <a:pt x="19872" y="11740"/>
                  </a:cubicBezTo>
                  <a:cubicBezTo>
                    <a:pt x="19884" y="11776"/>
                    <a:pt x="19896" y="11812"/>
                    <a:pt x="19908" y="11847"/>
                  </a:cubicBezTo>
                  <a:lnTo>
                    <a:pt x="18467" y="12276"/>
                  </a:lnTo>
                  <a:cubicBezTo>
                    <a:pt x="18467" y="12312"/>
                    <a:pt x="18479" y="12347"/>
                    <a:pt x="18479" y="12383"/>
                  </a:cubicBezTo>
                  <a:cubicBezTo>
                    <a:pt x="19348" y="12324"/>
                    <a:pt x="20217" y="12276"/>
                    <a:pt x="21087" y="12216"/>
                  </a:cubicBezTo>
                  <a:lnTo>
                    <a:pt x="21087" y="12216"/>
                  </a:lnTo>
                  <a:cubicBezTo>
                    <a:pt x="18908" y="13217"/>
                    <a:pt x="16586" y="13336"/>
                    <a:pt x="14240" y="13336"/>
                  </a:cubicBezTo>
                  <a:cubicBezTo>
                    <a:pt x="14693" y="13205"/>
                    <a:pt x="15133" y="13074"/>
                    <a:pt x="15586" y="12955"/>
                  </a:cubicBezTo>
                  <a:cubicBezTo>
                    <a:pt x="16050" y="12836"/>
                    <a:pt x="16515" y="12740"/>
                    <a:pt x="16967" y="12562"/>
                  </a:cubicBezTo>
                  <a:lnTo>
                    <a:pt x="16967" y="12562"/>
                  </a:lnTo>
                  <a:cubicBezTo>
                    <a:pt x="14967" y="12788"/>
                    <a:pt x="12955" y="13014"/>
                    <a:pt x="10954" y="13240"/>
                  </a:cubicBezTo>
                  <a:cubicBezTo>
                    <a:pt x="10955" y="13240"/>
                    <a:pt x="10955" y="13240"/>
                    <a:pt x="10955" y="13240"/>
                  </a:cubicBezTo>
                  <a:cubicBezTo>
                    <a:pt x="11765" y="13240"/>
                    <a:pt x="13264" y="42232"/>
                    <a:pt x="13217" y="43054"/>
                  </a:cubicBezTo>
                  <a:cubicBezTo>
                    <a:pt x="12550" y="56508"/>
                    <a:pt x="4704" y="64401"/>
                    <a:pt x="1" y="68330"/>
                  </a:cubicBezTo>
                  <a:cubicBezTo>
                    <a:pt x="6216" y="64854"/>
                    <a:pt x="11919" y="60580"/>
                    <a:pt x="17491" y="56115"/>
                  </a:cubicBezTo>
                  <a:cubicBezTo>
                    <a:pt x="17503" y="56115"/>
                    <a:pt x="17503" y="56115"/>
                    <a:pt x="17503" y="56103"/>
                  </a:cubicBezTo>
                  <a:cubicBezTo>
                    <a:pt x="19051" y="54805"/>
                    <a:pt x="20587" y="53495"/>
                    <a:pt x="22051" y="52114"/>
                  </a:cubicBezTo>
                  <a:cubicBezTo>
                    <a:pt x="23146" y="51043"/>
                    <a:pt x="24170" y="49912"/>
                    <a:pt x="25087" y="48661"/>
                  </a:cubicBezTo>
                  <a:cubicBezTo>
                    <a:pt x="27028" y="44732"/>
                    <a:pt x="28278" y="42137"/>
                    <a:pt x="29171" y="40339"/>
                  </a:cubicBezTo>
                  <a:cubicBezTo>
                    <a:pt x="29195" y="40232"/>
                    <a:pt x="29230" y="40125"/>
                    <a:pt x="29254" y="40017"/>
                  </a:cubicBezTo>
                  <a:lnTo>
                    <a:pt x="29254" y="20098"/>
                  </a:lnTo>
                  <a:cubicBezTo>
                    <a:pt x="28980" y="20456"/>
                    <a:pt x="28695" y="20813"/>
                    <a:pt x="28409" y="21170"/>
                  </a:cubicBezTo>
                  <a:cubicBezTo>
                    <a:pt x="28373" y="21075"/>
                    <a:pt x="28337" y="21015"/>
                    <a:pt x="28349" y="20991"/>
                  </a:cubicBezTo>
                  <a:cubicBezTo>
                    <a:pt x="28790" y="20420"/>
                    <a:pt x="29064" y="19789"/>
                    <a:pt x="29254" y="19146"/>
                  </a:cubicBezTo>
                  <a:lnTo>
                    <a:pt x="29254" y="5263"/>
                  </a:lnTo>
                  <a:cubicBezTo>
                    <a:pt x="28218" y="6097"/>
                    <a:pt x="27183" y="6930"/>
                    <a:pt x="26147" y="7764"/>
                  </a:cubicBezTo>
                  <a:cubicBezTo>
                    <a:pt x="23075" y="10288"/>
                    <a:pt x="19539" y="11645"/>
                    <a:pt x="15598" y="12014"/>
                  </a:cubicBezTo>
                  <a:cubicBezTo>
                    <a:pt x="15169" y="12062"/>
                    <a:pt x="14752" y="12133"/>
                    <a:pt x="14336" y="12181"/>
                  </a:cubicBezTo>
                  <a:cubicBezTo>
                    <a:pt x="14252" y="12181"/>
                    <a:pt x="14181" y="12169"/>
                    <a:pt x="13931" y="12145"/>
                  </a:cubicBezTo>
                  <a:cubicBezTo>
                    <a:pt x="14907" y="11895"/>
                    <a:pt x="15717" y="11657"/>
                    <a:pt x="16526" y="11478"/>
                  </a:cubicBezTo>
                  <a:cubicBezTo>
                    <a:pt x="18443" y="11050"/>
                    <a:pt x="20146" y="10276"/>
                    <a:pt x="21718" y="9037"/>
                  </a:cubicBezTo>
                  <a:cubicBezTo>
                    <a:pt x="24194" y="7097"/>
                    <a:pt x="26730" y="5216"/>
                    <a:pt x="29254" y="3346"/>
                  </a:cubicBezTo>
                  <a:lnTo>
                    <a:pt x="29254" y="417"/>
                  </a:lnTo>
                  <a:lnTo>
                    <a:pt x="27885" y="417"/>
                  </a:lnTo>
                  <a:cubicBezTo>
                    <a:pt x="27826" y="715"/>
                    <a:pt x="27754" y="1120"/>
                    <a:pt x="27647" y="1656"/>
                  </a:cubicBezTo>
                  <a:cubicBezTo>
                    <a:pt x="27611" y="1108"/>
                    <a:pt x="27587" y="691"/>
                    <a:pt x="27564" y="274"/>
                  </a:cubicBezTo>
                  <a:cubicBezTo>
                    <a:pt x="27504" y="274"/>
                    <a:pt x="27445" y="263"/>
                    <a:pt x="27397" y="251"/>
                  </a:cubicBezTo>
                  <a:cubicBezTo>
                    <a:pt x="27314" y="393"/>
                    <a:pt x="27242" y="524"/>
                    <a:pt x="27147" y="679"/>
                  </a:cubicBezTo>
                  <a:lnTo>
                    <a:pt x="27147" y="679"/>
                  </a:lnTo>
                  <a:cubicBezTo>
                    <a:pt x="27139" y="678"/>
                    <a:pt x="27106" y="674"/>
                    <a:pt x="27087" y="655"/>
                  </a:cubicBezTo>
                  <a:cubicBezTo>
                    <a:pt x="26909" y="513"/>
                    <a:pt x="26742" y="251"/>
                    <a:pt x="26552" y="239"/>
                  </a:cubicBezTo>
                  <a:cubicBezTo>
                    <a:pt x="24670" y="132"/>
                    <a:pt x="22789" y="72"/>
                    <a:pt x="20896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2"/>
            <p:cNvSpPr/>
            <p:nvPr/>
          </p:nvSpPr>
          <p:spPr>
            <a:xfrm>
              <a:off x="4044550" y="4520625"/>
              <a:ext cx="51500" cy="51225"/>
            </a:xfrm>
            <a:custGeom>
              <a:rect b="b" l="l" r="r" t="t"/>
              <a:pathLst>
                <a:path extrusionOk="0" h="2049" w="2060">
                  <a:moveTo>
                    <a:pt x="1929" y="1"/>
                  </a:moveTo>
                  <a:cubicBezTo>
                    <a:pt x="1322" y="489"/>
                    <a:pt x="703" y="977"/>
                    <a:pt x="95" y="1465"/>
                  </a:cubicBezTo>
                  <a:cubicBezTo>
                    <a:pt x="60" y="1656"/>
                    <a:pt x="36" y="1858"/>
                    <a:pt x="0" y="2048"/>
                  </a:cubicBezTo>
                  <a:cubicBezTo>
                    <a:pt x="691" y="1417"/>
                    <a:pt x="1381" y="786"/>
                    <a:pt x="2060" y="155"/>
                  </a:cubicBezTo>
                  <a:cubicBezTo>
                    <a:pt x="2024" y="108"/>
                    <a:pt x="1977" y="48"/>
                    <a:pt x="1929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2"/>
            <p:cNvSpPr/>
            <p:nvPr/>
          </p:nvSpPr>
          <p:spPr>
            <a:xfrm>
              <a:off x="4681525" y="2443275"/>
              <a:ext cx="73850" cy="212275"/>
            </a:xfrm>
            <a:custGeom>
              <a:rect b="b" l="l" r="r" t="t"/>
              <a:pathLst>
                <a:path extrusionOk="0" h="8491" w="2954">
                  <a:moveTo>
                    <a:pt x="1989" y="1"/>
                  </a:moveTo>
                  <a:cubicBezTo>
                    <a:pt x="1286" y="251"/>
                    <a:pt x="655" y="465"/>
                    <a:pt x="1" y="692"/>
                  </a:cubicBezTo>
                  <a:cubicBezTo>
                    <a:pt x="501" y="3299"/>
                    <a:pt x="989" y="5823"/>
                    <a:pt x="1489" y="8395"/>
                  </a:cubicBezTo>
                  <a:cubicBezTo>
                    <a:pt x="1977" y="8431"/>
                    <a:pt x="2453" y="8466"/>
                    <a:pt x="2953" y="8490"/>
                  </a:cubicBezTo>
                  <a:lnTo>
                    <a:pt x="2953" y="2704"/>
                  </a:lnTo>
                  <a:cubicBezTo>
                    <a:pt x="2632" y="1799"/>
                    <a:pt x="2310" y="906"/>
                    <a:pt x="198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2"/>
            <p:cNvSpPr/>
            <p:nvPr/>
          </p:nvSpPr>
          <p:spPr>
            <a:xfrm>
              <a:off x="4724400" y="2674875"/>
              <a:ext cx="30975" cy="17275"/>
            </a:xfrm>
            <a:custGeom>
              <a:rect b="b" l="l" r="r" t="t"/>
              <a:pathLst>
                <a:path extrusionOk="0" h="691" w="1239">
                  <a:moveTo>
                    <a:pt x="1238" y="0"/>
                  </a:moveTo>
                  <a:cubicBezTo>
                    <a:pt x="774" y="191"/>
                    <a:pt x="393" y="357"/>
                    <a:pt x="0" y="524"/>
                  </a:cubicBezTo>
                  <a:cubicBezTo>
                    <a:pt x="24" y="583"/>
                    <a:pt x="36" y="631"/>
                    <a:pt x="48" y="691"/>
                  </a:cubicBezTo>
                  <a:lnTo>
                    <a:pt x="1238" y="691"/>
                  </a:lnTo>
                  <a:lnTo>
                    <a:pt x="1238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2"/>
            <p:cNvSpPr/>
            <p:nvPr/>
          </p:nvSpPr>
          <p:spPr>
            <a:xfrm>
              <a:off x="4718125" y="2662350"/>
              <a:ext cx="37250" cy="12100"/>
            </a:xfrm>
            <a:custGeom>
              <a:rect b="b" l="l" r="r" t="t"/>
              <a:pathLst>
                <a:path extrusionOk="0" h="484" w="1490">
                  <a:moveTo>
                    <a:pt x="1489" y="1"/>
                  </a:moveTo>
                  <a:cubicBezTo>
                    <a:pt x="1037" y="1"/>
                    <a:pt x="596" y="13"/>
                    <a:pt x="144" y="13"/>
                  </a:cubicBezTo>
                  <a:cubicBezTo>
                    <a:pt x="96" y="120"/>
                    <a:pt x="49" y="227"/>
                    <a:pt x="1" y="334"/>
                  </a:cubicBezTo>
                  <a:cubicBezTo>
                    <a:pt x="152" y="445"/>
                    <a:pt x="317" y="483"/>
                    <a:pt x="495" y="483"/>
                  </a:cubicBezTo>
                  <a:cubicBezTo>
                    <a:pt x="795" y="483"/>
                    <a:pt x="1131" y="375"/>
                    <a:pt x="1489" y="322"/>
                  </a:cubicBezTo>
                  <a:lnTo>
                    <a:pt x="148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2"/>
            <p:cNvSpPr/>
            <p:nvPr/>
          </p:nvSpPr>
          <p:spPr>
            <a:xfrm>
              <a:off x="4601450" y="2163200"/>
              <a:ext cx="116425" cy="254325"/>
            </a:xfrm>
            <a:custGeom>
              <a:rect b="b" l="l" r="r" t="t"/>
              <a:pathLst>
                <a:path extrusionOk="0" h="10173" w="4657">
                  <a:moveTo>
                    <a:pt x="1" y="0"/>
                  </a:moveTo>
                  <a:lnTo>
                    <a:pt x="1" y="0"/>
                  </a:lnTo>
                  <a:cubicBezTo>
                    <a:pt x="84" y="226"/>
                    <a:pt x="132" y="369"/>
                    <a:pt x="167" y="524"/>
                  </a:cubicBezTo>
                  <a:cubicBezTo>
                    <a:pt x="953" y="3239"/>
                    <a:pt x="1787" y="5953"/>
                    <a:pt x="2513" y="8692"/>
                  </a:cubicBezTo>
                  <a:cubicBezTo>
                    <a:pt x="2806" y="9794"/>
                    <a:pt x="2873" y="10173"/>
                    <a:pt x="3408" y="10173"/>
                  </a:cubicBezTo>
                  <a:cubicBezTo>
                    <a:pt x="3677" y="10173"/>
                    <a:pt x="4063" y="10077"/>
                    <a:pt x="4656" y="9930"/>
                  </a:cubicBezTo>
                  <a:cubicBezTo>
                    <a:pt x="4275" y="8013"/>
                    <a:pt x="1060" y="109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2"/>
            <p:cNvSpPr/>
            <p:nvPr/>
          </p:nvSpPr>
          <p:spPr>
            <a:xfrm>
              <a:off x="3601925" y="3053775"/>
              <a:ext cx="325" cy="325"/>
            </a:xfrm>
            <a:custGeom>
              <a:rect b="b" l="l" r="r" t="t"/>
              <a:pathLst>
                <a:path extrusionOk="0" h="13" w="13">
                  <a:moveTo>
                    <a:pt x="12" y="1"/>
                  </a:moveTo>
                  <a:cubicBezTo>
                    <a:pt x="12" y="1"/>
                    <a:pt x="1" y="13"/>
                    <a:pt x="1" y="13"/>
                  </a:cubicBezTo>
                  <a:cubicBezTo>
                    <a:pt x="1" y="13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2"/>
            <p:cNvSpPr/>
            <p:nvPr/>
          </p:nvSpPr>
          <p:spPr>
            <a:xfrm>
              <a:off x="4035600" y="4369725"/>
              <a:ext cx="292325" cy="327725"/>
            </a:xfrm>
            <a:custGeom>
              <a:rect b="b" l="l" r="r" t="t"/>
              <a:pathLst>
                <a:path extrusionOk="0" h="13109" w="11693">
                  <a:moveTo>
                    <a:pt x="11693" y="0"/>
                  </a:moveTo>
                  <a:lnTo>
                    <a:pt x="11693" y="0"/>
                  </a:lnTo>
                  <a:cubicBezTo>
                    <a:pt x="8931" y="2810"/>
                    <a:pt x="6276" y="5501"/>
                    <a:pt x="3632" y="8203"/>
                  </a:cubicBezTo>
                  <a:cubicBezTo>
                    <a:pt x="3549" y="8120"/>
                    <a:pt x="3466" y="8049"/>
                    <a:pt x="3394" y="7965"/>
                  </a:cubicBezTo>
                  <a:cubicBezTo>
                    <a:pt x="4406" y="6858"/>
                    <a:pt x="5430" y="5763"/>
                    <a:pt x="6442" y="4655"/>
                  </a:cubicBezTo>
                  <a:cubicBezTo>
                    <a:pt x="6407" y="4620"/>
                    <a:pt x="6371" y="4584"/>
                    <a:pt x="6323" y="4548"/>
                  </a:cubicBezTo>
                  <a:cubicBezTo>
                    <a:pt x="4263" y="6322"/>
                    <a:pt x="2192" y="8108"/>
                    <a:pt x="132" y="9882"/>
                  </a:cubicBezTo>
                  <a:cubicBezTo>
                    <a:pt x="25" y="10954"/>
                    <a:pt x="1" y="12037"/>
                    <a:pt x="1" y="13109"/>
                  </a:cubicBezTo>
                  <a:lnTo>
                    <a:pt x="10967" y="13109"/>
                  </a:lnTo>
                  <a:cubicBezTo>
                    <a:pt x="11074" y="8751"/>
                    <a:pt x="11360" y="4382"/>
                    <a:pt x="1169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2"/>
            <p:cNvSpPr/>
            <p:nvPr/>
          </p:nvSpPr>
          <p:spPr>
            <a:xfrm>
              <a:off x="3839150" y="2384950"/>
              <a:ext cx="10750" cy="39600"/>
            </a:xfrm>
            <a:custGeom>
              <a:rect b="b" l="l" r="r" t="t"/>
              <a:pathLst>
                <a:path extrusionOk="0" h="1584" w="430">
                  <a:moveTo>
                    <a:pt x="429" y="0"/>
                  </a:moveTo>
                  <a:lnTo>
                    <a:pt x="429" y="0"/>
                  </a:lnTo>
                  <a:cubicBezTo>
                    <a:pt x="287" y="381"/>
                    <a:pt x="144" y="750"/>
                    <a:pt x="1" y="1120"/>
                  </a:cubicBezTo>
                  <a:cubicBezTo>
                    <a:pt x="1" y="1274"/>
                    <a:pt x="13" y="1429"/>
                    <a:pt x="13" y="1584"/>
                  </a:cubicBezTo>
                  <a:cubicBezTo>
                    <a:pt x="144" y="1048"/>
                    <a:pt x="287" y="524"/>
                    <a:pt x="429" y="0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2"/>
            <p:cNvSpPr/>
            <p:nvPr/>
          </p:nvSpPr>
          <p:spPr>
            <a:xfrm>
              <a:off x="3817725" y="1280850"/>
              <a:ext cx="937650" cy="1315450"/>
            </a:xfrm>
            <a:custGeom>
              <a:rect b="b" l="l" r="r" t="t"/>
              <a:pathLst>
                <a:path extrusionOk="0" h="52618" w="37506">
                  <a:moveTo>
                    <a:pt x="28861" y="29460"/>
                  </a:moveTo>
                  <a:cubicBezTo>
                    <a:pt x="29088" y="30413"/>
                    <a:pt x="29302" y="31365"/>
                    <a:pt x="29516" y="32318"/>
                  </a:cubicBezTo>
                  <a:cubicBezTo>
                    <a:pt x="29457" y="32330"/>
                    <a:pt x="29397" y="32341"/>
                    <a:pt x="29338" y="32353"/>
                  </a:cubicBezTo>
                  <a:lnTo>
                    <a:pt x="28671" y="29508"/>
                  </a:lnTo>
                  <a:cubicBezTo>
                    <a:pt x="28742" y="29484"/>
                    <a:pt x="28802" y="29472"/>
                    <a:pt x="28861" y="29460"/>
                  </a:cubicBezTo>
                  <a:close/>
                  <a:moveTo>
                    <a:pt x="24737" y="0"/>
                  </a:moveTo>
                  <a:cubicBezTo>
                    <a:pt x="24709" y="0"/>
                    <a:pt x="24683" y="1"/>
                    <a:pt x="24658" y="4"/>
                  </a:cubicBezTo>
                  <a:cubicBezTo>
                    <a:pt x="17408" y="7207"/>
                    <a:pt x="10514" y="21364"/>
                    <a:pt x="4596" y="35806"/>
                  </a:cubicBezTo>
                  <a:cubicBezTo>
                    <a:pt x="3799" y="37759"/>
                    <a:pt x="3013" y="39723"/>
                    <a:pt x="2251" y="41664"/>
                  </a:cubicBezTo>
                  <a:cubicBezTo>
                    <a:pt x="1560" y="44605"/>
                    <a:pt x="870" y="47534"/>
                    <a:pt x="167" y="50475"/>
                  </a:cubicBezTo>
                  <a:cubicBezTo>
                    <a:pt x="191" y="50487"/>
                    <a:pt x="215" y="50487"/>
                    <a:pt x="239" y="50498"/>
                  </a:cubicBezTo>
                  <a:cubicBezTo>
                    <a:pt x="393" y="50201"/>
                    <a:pt x="548" y="49903"/>
                    <a:pt x="703" y="49606"/>
                  </a:cubicBezTo>
                  <a:cubicBezTo>
                    <a:pt x="763" y="49617"/>
                    <a:pt x="822" y="49641"/>
                    <a:pt x="882" y="49653"/>
                  </a:cubicBezTo>
                  <a:cubicBezTo>
                    <a:pt x="584" y="50629"/>
                    <a:pt x="298" y="51606"/>
                    <a:pt x="1" y="52582"/>
                  </a:cubicBezTo>
                  <a:cubicBezTo>
                    <a:pt x="36" y="52594"/>
                    <a:pt x="72" y="52606"/>
                    <a:pt x="96" y="52618"/>
                  </a:cubicBezTo>
                  <a:cubicBezTo>
                    <a:pt x="1346" y="49701"/>
                    <a:pt x="2584" y="46784"/>
                    <a:pt x="3822" y="43867"/>
                  </a:cubicBezTo>
                  <a:cubicBezTo>
                    <a:pt x="3870" y="43891"/>
                    <a:pt x="3918" y="43914"/>
                    <a:pt x="3965" y="43926"/>
                  </a:cubicBezTo>
                  <a:cubicBezTo>
                    <a:pt x="3227" y="45903"/>
                    <a:pt x="2477" y="47879"/>
                    <a:pt x="1739" y="49856"/>
                  </a:cubicBezTo>
                  <a:lnTo>
                    <a:pt x="1822" y="49927"/>
                  </a:lnTo>
                  <a:lnTo>
                    <a:pt x="2429" y="49225"/>
                  </a:lnTo>
                  <a:cubicBezTo>
                    <a:pt x="2465" y="49236"/>
                    <a:pt x="2489" y="49236"/>
                    <a:pt x="2525" y="49260"/>
                  </a:cubicBezTo>
                  <a:cubicBezTo>
                    <a:pt x="2144" y="50153"/>
                    <a:pt x="1763" y="51046"/>
                    <a:pt x="1382" y="51939"/>
                  </a:cubicBezTo>
                  <a:cubicBezTo>
                    <a:pt x="1417" y="51951"/>
                    <a:pt x="1441" y="51951"/>
                    <a:pt x="1465" y="51975"/>
                  </a:cubicBezTo>
                  <a:cubicBezTo>
                    <a:pt x="2572" y="49987"/>
                    <a:pt x="3680" y="47998"/>
                    <a:pt x="4787" y="46022"/>
                  </a:cubicBezTo>
                  <a:lnTo>
                    <a:pt x="4930" y="46069"/>
                  </a:lnTo>
                  <a:cubicBezTo>
                    <a:pt x="4311" y="47831"/>
                    <a:pt x="3692" y="49582"/>
                    <a:pt x="3013" y="51511"/>
                  </a:cubicBezTo>
                  <a:cubicBezTo>
                    <a:pt x="3203" y="51213"/>
                    <a:pt x="3275" y="51046"/>
                    <a:pt x="3406" y="50915"/>
                  </a:cubicBezTo>
                  <a:cubicBezTo>
                    <a:pt x="5180" y="49058"/>
                    <a:pt x="5858" y="46569"/>
                    <a:pt x="7097" y="44402"/>
                  </a:cubicBezTo>
                  <a:cubicBezTo>
                    <a:pt x="10764" y="38068"/>
                    <a:pt x="13347" y="31270"/>
                    <a:pt x="15824" y="24424"/>
                  </a:cubicBezTo>
                  <a:cubicBezTo>
                    <a:pt x="16288" y="23138"/>
                    <a:pt x="16526" y="21769"/>
                    <a:pt x="16931" y="20197"/>
                  </a:cubicBezTo>
                  <a:cubicBezTo>
                    <a:pt x="16967" y="20745"/>
                    <a:pt x="17038" y="21090"/>
                    <a:pt x="17015" y="21435"/>
                  </a:cubicBezTo>
                  <a:cubicBezTo>
                    <a:pt x="16705" y="25495"/>
                    <a:pt x="15252" y="29234"/>
                    <a:pt x="13752" y="32949"/>
                  </a:cubicBezTo>
                  <a:cubicBezTo>
                    <a:pt x="11526" y="38449"/>
                    <a:pt x="9049" y="43831"/>
                    <a:pt x="6418" y="49141"/>
                  </a:cubicBezTo>
                  <a:cubicBezTo>
                    <a:pt x="6556" y="49089"/>
                    <a:pt x="6763" y="49066"/>
                    <a:pt x="7025" y="49066"/>
                  </a:cubicBezTo>
                  <a:cubicBezTo>
                    <a:pt x="9716" y="49066"/>
                    <a:pt x="18265" y="51546"/>
                    <a:pt x="18265" y="51546"/>
                  </a:cubicBezTo>
                  <a:cubicBezTo>
                    <a:pt x="19384" y="50951"/>
                    <a:pt x="20491" y="50344"/>
                    <a:pt x="21610" y="49760"/>
                  </a:cubicBezTo>
                  <a:cubicBezTo>
                    <a:pt x="22099" y="49498"/>
                    <a:pt x="22301" y="49236"/>
                    <a:pt x="22253" y="48665"/>
                  </a:cubicBezTo>
                  <a:cubicBezTo>
                    <a:pt x="21587" y="40664"/>
                    <a:pt x="20575" y="32722"/>
                    <a:pt x="18312" y="24983"/>
                  </a:cubicBezTo>
                  <a:cubicBezTo>
                    <a:pt x="17836" y="23376"/>
                    <a:pt x="17479" y="21733"/>
                    <a:pt x="17205" y="20054"/>
                  </a:cubicBezTo>
                  <a:lnTo>
                    <a:pt x="17205" y="20054"/>
                  </a:lnTo>
                  <a:cubicBezTo>
                    <a:pt x="17598" y="21269"/>
                    <a:pt x="17991" y="22471"/>
                    <a:pt x="18420" y="23793"/>
                  </a:cubicBezTo>
                  <a:cubicBezTo>
                    <a:pt x="18527" y="23221"/>
                    <a:pt x="18598" y="22757"/>
                    <a:pt x="18693" y="22233"/>
                  </a:cubicBezTo>
                  <a:lnTo>
                    <a:pt x="18693" y="22233"/>
                  </a:lnTo>
                  <a:cubicBezTo>
                    <a:pt x="18687" y="22239"/>
                    <a:pt x="18681" y="22242"/>
                    <a:pt x="18680" y="22242"/>
                  </a:cubicBezTo>
                  <a:cubicBezTo>
                    <a:pt x="18679" y="22242"/>
                    <a:pt x="18681" y="22239"/>
                    <a:pt x="18693" y="22233"/>
                  </a:cubicBezTo>
                  <a:lnTo>
                    <a:pt x="18693" y="22233"/>
                  </a:lnTo>
                  <a:cubicBezTo>
                    <a:pt x="18693" y="22233"/>
                    <a:pt x="18693" y="22233"/>
                    <a:pt x="18693" y="22233"/>
                  </a:cubicBezTo>
                  <a:cubicBezTo>
                    <a:pt x="18705" y="22221"/>
                    <a:pt x="18717" y="22221"/>
                    <a:pt x="18741" y="22209"/>
                  </a:cubicBezTo>
                  <a:cubicBezTo>
                    <a:pt x="19158" y="23019"/>
                    <a:pt x="19753" y="23733"/>
                    <a:pt x="20027" y="24626"/>
                  </a:cubicBezTo>
                  <a:cubicBezTo>
                    <a:pt x="20146" y="25007"/>
                    <a:pt x="20336" y="25376"/>
                    <a:pt x="20610" y="25710"/>
                  </a:cubicBezTo>
                  <a:cubicBezTo>
                    <a:pt x="20408" y="23471"/>
                    <a:pt x="20194" y="21245"/>
                    <a:pt x="19991" y="18995"/>
                  </a:cubicBezTo>
                  <a:lnTo>
                    <a:pt x="19991" y="18995"/>
                  </a:lnTo>
                  <a:cubicBezTo>
                    <a:pt x="20063" y="19042"/>
                    <a:pt x="20182" y="19114"/>
                    <a:pt x="20384" y="19257"/>
                  </a:cubicBezTo>
                  <a:cubicBezTo>
                    <a:pt x="20205" y="18375"/>
                    <a:pt x="20051" y="17602"/>
                    <a:pt x="19896" y="16828"/>
                  </a:cubicBezTo>
                  <a:lnTo>
                    <a:pt x="20086" y="16780"/>
                  </a:lnTo>
                  <a:cubicBezTo>
                    <a:pt x="20491" y="18292"/>
                    <a:pt x="20944" y="19792"/>
                    <a:pt x="21301" y="21304"/>
                  </a:cubicBezTo>
                  <a:cubicBezTo>
                    <a:pt x="21872" y="23793"/>
                    <a:pt x="22277" y="26317"/>
                    <a:pt x="22968" y="28758"/>
                  </a:cubicBezTo>
                  <a:cubicBezTo>
                    <a:pt x="23337" y="30008"/>
                    <a:pt x="24182" y="31115"/>
                    <a:pt x="24968" y="32234"/>
                  </a:cubicBezTo>
                  <a:cubicBezTo>
                    <a:pt x="24920" y="32008"/>
                    <a:pt x="24861" y="31782"/>
                    <a:pt x="24813" y="31556"/>
                  </a:cubicBezTo>
                  <a:lnTo>
                    <a:pt x="24813" y="31556"/>
                  </a:lnTo>
                  <a:cubicBezTo>
                    <a:pt x="25754" y="31960"/>
                    <a:pt x="25504" y="33032"/>
                    <a:pt x="26171" y="33782"/>
                  </a:cubicBezTo>
                  <a:cubicBezTo>
                    <a:pt x="25968" y="32996"/>
                    <a:pt x="25801" y="32377"/>
                    <a:pt x="25635" y="31746"/>
                  </a:cubicBezTo>
                  <a:cubicBezTo>
                    <a:pt x="25670" y="31734"/>
                    <a:pt x="25718" y="31722"/>
                    <a:pt x="25754" y="31710"/>
                  </a:cubicBezTo>
                  <a:cubicBezTo>
                    <a:pt x="26397" y="33330"/>
                    <a:pt x="27040" y="34937"/>
                    <a:pt x="27766" y="36759"/>
                  </a:cubicBezTo>
                  <a:cubicBezTo>
                    <a:pt x="27802" y="35306"/>
                    <a:pt x="26516" y="34294"/>
                    <a:pt x="27183" y="32961"/>
                  </a:cubicBezTo>
                  <a:lnTo>
                    <a:pt x="27183" y="32961"/>
                  </a:lnTo>
                  <a:cubicBezTo>
                    <a:pt x="27683" y="34473"/>
                    <a:pt x="28171" y="35985"/>
                    <a:pt x="28671" y="37497"/>
                  </a:cubicBezTo>
                  <a:cubicBezTo>
                    <a:pt x="28778" y="37485"/>
                    <a:pt x="28885" y="37473"/>
                    <a:pt x="28992" y="37473"/>
                  </a:cubicBezTo>
                  <a:cubicBezTo>
                    <a:pt x="29028" y="36985"/>
                    <a:pt x="29147" y="36485"/>
                    <a:pt x="29076" y="36009"/>
                  </a:cubicBezTo>
                  <a:cubicBezTo>
                    <a:pt x="28849" y="34592"/>
                    <a:pt x="28552" y="33175"/>
                    <a:pt x="28468" y="31722"/>
                  </a:cubicBezTo>
                  <a:lnTo>
                    <a:pt x="28468" y="31722"/>
                  </a:lnTo>
                  <a:cubicBezTo>
                    <a:pt x="29064" y="33996"/>
                    <a:pt x="29671" y="36259"/>
                    <a:pt x="30266" y="38533"/>
                  </a:cubicBezTo>
                  <a:cubicBezTo>
                    <a:pt x="30314" y="38521"/>
                    <a:pt x="30362" y="38521"/>
                    <a:pt x="30409" y="38509"/>
                  </a:cubicBezTo>
                  <a:cubicBezTo>
                    <a:pt x="30302" y="37545"/>
                    <a:pt x="30207" y="36568"/>
                    <a:pt x="30088" y="35604"/>
                  </a:cubicBezTo>
                  <a:cubicBezTo>
                    <a:pt x="29945" y="34354"/>
                    <a:pt x="29778" y="33103"/>
                    <a:pt x="29659" y="31841"/>
                  </a:cubicBezTo>
                  <a:cubicBezTo>
                    <a:pt x="29647" y="31687"/>
                    <a:pt x="29897" y="31508"/>
                    <a:pt x="30004" y="31365"/>
                  </a:cubicBezTo>
                  <a:cubicBezTo>
                    <a:pt x="31040" y="32984"/>
                    <a:pt x="32076" y="34604"/>
                    <a:pt x="33112" y="36223"/>
                  </a:cubicBezTo>
                  <a:lnTo>
                    <a:pt x="33338" y="36092"/>
                  </a:lnTo>
                  <a:cubicBezTo>
                    <a:pt x="32671" y="35008"/>
                    <a:pt x="32016" y="33913"/>
                    <a:pt x="31362" y="32830"/>
                  </a:cubicBezTo>
                  <a:cubicBezTo>
                    <a:pt x="31421" y="32770"/>
                    <a:pt x="31481" y="32711"/>
                    <a:pt x="31552" y="32651"/>
                  </a:cubicBezTo>
                  <a:cubicBezTo>
                    <a:pt x="31957" y="33068"/>
                    <a:pt x="32445" y="33413"/>
                    <a:pt x="32767" y="33889"/>
                  </a:cubicBezTo>
                  <a:cubicBezTo>
                    <a:pt x="33755" y="35330"/>
                    <a:pt x="34672" y="36806"/>
                    <a:pt x="35707" y="38247"/>
                  </a:cubicBezTo>
                  <a:cubicBezTo>
                    <a:pt x="35445" y="37473"/>
                    <a:pt x="35172" y="36699"/>
                    <a:pt x="34898" y="35925"/>
                  </a:cubicBezTo>
                  <a:cubicBezTo>
                    <a:pt x="34945" y="35913"/>
                    <a:pt x="34993" y="35890"/>
                    <a:pt x="35041" y="35878"/>
                  </a:cubicBezTo>
                  <a:cubicBezTo>
                    <a:pt x="35576" y="37033"/>
                    <a:pt x="36136" y="38187"/>
                    <a:pt x="36636" y="39366"/>
                  </a:cubicBezTo>
                  <a:cubicBezTo>
                    <a:pt x="36934" y="40057"/>
                    <a:pt x="37220" y="40747"/>
                    <a:pt x="37505" y="41450"/>
                  </a:cubicBezTo>
                  <a:lnTo>
                    <a:pt x="37505" y="6946"/>
                  </a:lnTo>
                  <a:cubicBezTo>
                    <a:pt x="31536" y="3005"/>
                    <a:pt x="26069" y="0"/>
                    <a:pt x="24737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2"/>
            <p:cNvSpPr/>
            <p:nvPr/>
          </p:nvSpPr>
          <p:spPr>
            <a:xfrm>
              <a:off x="2960775" y="3846725"/>
              <a:ext cx="50925" cy="100950"/>
            </a:xfrm>
            <a:custGeom>
              <a:rect b="b" l="l" r="r" t="t"/>
              <a:pathLst>
                <a:path extrusionOk="0" h="4038" w="2037">
                  <a:moveTo>
                    <a:pt x="0" y="1"/>
                  </a:moveTo>
                  <a:lnTo>
                    <a:pt x="0" y="1"/>
                  </a:lnTo>
                  <a:cubicBezTo>
                    <a:pt x="370" y="965"/>
                    <a:pt x="786" y="1894"/>
                    <a:pt x="1286" y="2799"/>
                  </a:cubicBezTo>
                  <a:cubicBezTo>
                    <a:pt x="1524" y="3227"/>
                    <a:pt x="1775" y="3632"/>
                    <a:pt x="2036" y="4037"/>
                  </a:cubicBezTo>
                  <a:cubicBezTo>
                    <a:pt x="1251" y="2751"/>
                    <a:pt x="572" y="1406"/>
                    <a:pt x="0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2"/>
            <p:cNvSpPr/>
            <p:nvPr/>
          </p:nvSpPr>
          <p:spPr>
            <a:xfrm>
              <a:off x="2911075" y="3137125"/>
              <a:ext cx="311075" cy="1009075"/>
            </a:xfrm>
            <a:custGeom>
              <a:rect b="b" l="l" r="r" t="t"/>
              <a:pathLst>
                <a:path extrusionOk="0" h="40363" w="12443">
                  <a:moveTo>
                    <a:pt x="0" y="0"/>
                  </a:moveTo>
                  <a:lnTo>
                    <a:pt x="0" y="15086"/>
                  </a:lnTo>
                  <a:lnTo>
                    <a:pt x="381" y="17669"/>
                  </a:lnTo>
                  <a:cubicBezTo>
                    <a:pt x="715" y="19967"/>
                    <a:pt x="976" y="22301"/>
                    <a:pt x="1405" y="24587"/>
                  </a:cubicBezTo>
                  <a:cubicBezTo>
                    <a:pt x="2108" y="28254"/>
                    <a:pt x="4013" y="31338"/>
                    <a:pt x="6227" y="34267"/>
                  </a:cubicBezTo>
                  <a:cubicBezTo>
                    <a:pt x="7989" y="36612"/>
                    <a:pt x="10216" y="38493"/>
                    <a:pt x="12442" y="40363"/>
                  </a:cubicBezTo>
                  <a:cubicBezTo>
                    <a:pt x="9216" y="36469"/>
                    <a:pt x="6739" y="31957"/>
                    <a:pt x="5215" y="27123"/>
                  </a:cubicBezTo>
                  <a:cubicBezTo>
                    <a:pt x="4370" y="24468"/>
                    <a:pt x="3822" y="21717"/>
                    <a:pt x="3286" y="18979"/>
                  </a:cubicBezTo>
                  <a:cubicBezTo>
                    <a:pt x="2060" y="12681"/>
                    <a:pt x="965" y="6346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2"/>
            <p:cNvSpPr/>
            <p:nvPr/>
          </p:nvSpPr>
          <p:spPr>
            <a:xfrm>
              <a:off x="3195325" y="2764750"/>
              <a:ext cx="76225" cy="81900"/>
            </a:xfrm>
            <a:custGeom>
              <a:rect b="b" l="l" r="r" t="t"/>
              <a:pathLst>
                <a:path extrusionOk="0" h="3276" w="3049">
                  <a:moveTo>
                    <a:pt x="1591" y="1"/>
                  </a:moveTo>
                  <a:cubicBezTo>
                    <a:pt x="764" y="1"/>
                    <a:pt x="1" y="864"/>
                    <a:pt x="13" y="1763"/>
                  </a:cubicBezTo>
                  <a:cubicBezTo>
                    <a:pt x="36" y="2584"/>
                    <a:pt x="715" y="3251"/>
                    <a:pt x="1548" y="3275"/>
                  </a:cubicBezTo>
                  <a:cubicBezTo>
                    <a:pt x="1563" y="3275"/>
                    <a:pt x="1577" y="3276"/>
                    <a:pt x="1591" y="3276"/>
                  </a:cubicBezTo>
                  <a:cubicBezTo>
                    <a:pt x="2427" y="3276"/>
                    <a:pt x="3049" y="2593"/>
                    <a:pt x="3049" y="1679"/>
                  </a:cubicBezTo>
                  <a:cubicBezTo>
                    <a:pt x="3049" y="727"/>
                    <a:pt x="2429" y="1"/>
                    <a:pt x="1608" y="1"/>
                  </a:cubicBezTo>
                  <a:cubicBezTo>
                    <a:pt x="1602" y="1"/>
                    <a:pt x="1597" y="1"/>
                    <a:pt x="15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2"/>
            <p:cNvSpPr/>
            <p:nvPr/>
          </p:nvSpPr>
          <p:spPr>
            <a:xfrm>
              <a:off x="2911075" y="2729325"/>
              <a:ext cx="741775" cy="328725"/>
            </a:xfrm>
            <a:custGeom>
              <a:rect b="b" l="l" r="r" t="t"/>
              <a:pathLst>
                <a:path extrusionOk="0" h="13149" w="29671">
                  <a:moveTo>
                    <a:pt x="8739" y="1"/>
                  </a:moveTo>
                  <a:cubicBezTo>
                    <a:pt x="5858" y="263"/>
                    <a:pt x="2953" y="549"/>
                    <a:pt x="0" y="822"/>
                  </a:cubicBezTo>
                  <a:lnTo>
                    <a:pt x="0" y="2596"/>
                  </a:lnTo>
                  <a:cubicBezTo>
                    <a:pt x="2548" y="4680"/>
                    <a:pt x="5096" y="6764"/>
                    <a:pt x="7644" y="8835"/>
                  </a:cubicBezTo>
                  <a:cubicBezTo>
                    <a:pt x="9251" y="10145"/>
                    <a:pt x="11085" y="10990"/>
                    <a:pt x="13014" y="11645"/>
                  </a:cubicBezTo>
                  <a:cubicBezTo>
                    <a:pt x="16211" y="12634"/>
                    <a:pt x="19547" y="13149"/>
                    <a:pt x="22892" y="13149"/>
                  </a:cubicBezTo>
                  <a:cubicBezTo>
                    <a:pt x="23334" y="13149"/>
                    <a:pt x="23776" y="13140"/>
                    <a:pt x="24217" y="13122"/>
                  </a:cubicBezTo>
                  <a:cubicBezTo>
                    <a:pt x="25087" y="13074"/>
                    <a:pt x="25968" y="13002"/>
                    <a:pt x="26718" y="12574"/>
                  </a:cubicBezTo>
                  <a:cubicBezTo>
                    <a:pt x="27051" y="12395"/>
                    <a:pt x="27337" y="12145"/>
                    <a:pt x="27587" y="11871"/>
                  </a:cubicBezTo>
                  <a:cubicBezTo>
                    <a:pt x="28456" y="9752"/>
                    <a:pt x="29301" y="7621"/>
                    <a:pt x="29671" y="5299"/>
                  </a:cubicBezTo>
                  <a:cubicBezTo>
                    <a:pt x="27730" y="4216"/>
                    <a:pt x="25753" y="3108"/>
                    <a:pt x="23753" y="2037"/>
                  </a:cubicBezTo>
                  <a:cubicBezTo>
                    <a:pt x="23679" y="1998"/>
                    <a:pt x="23577" y="1979"/>
                    <a:pt x="23471" y="1979"/>
                  </a:cubicBezTo>
                  <a:cubicBezTo>
                    <a:pt x="23287" y="1979"/>
                    <a:pt x="23089" y="2034"/>
                    <a:pt x="22991" y="2132"/>
                  </a:cubicBezTo>
                  <a:cubicBezTo>
                    <a:pt x="22848" y="2263"/>
                    <a:pt x="22848" y="2644"/>
                    <a:pt x="22920" y="2882"/>
                  </a:cubicBezTo>
                  <a:cubicBezTo>
                    <a:pt x="23860" y="5966"/>
                    <a:pt x="22884" y="8811"/>
                    <a:pt x="20241" y="10645"/>
                  </a:cubicBezTo>
                  <a:cubicBezTo>
                    <a:pt x="19052" y="11475"/>
                    <a:pt x="17722" y="11880"/>
                    <a:pt x="16400" y="11880"/>
                  </a:cubicBezTo>
                  <a:cubicBezTo>
                    <a:pt x="14518" y="11880"/>
                    <a:pt x="12653" y="11059"/>
                    <a:pt x="11240" y="9478"/>
                  </a:cubicBezTo>
                  <a:cubicBezTo>
                    <a:pt x="9132" y="7133"/>
                    <a:pt x="9204" y="3394"/>
                    <a:pt x="11406" y="870"/>
                  </a:cubicBezTo>
                  <a:cubicBezTo>
                    <a:pt x="11656" y="572"/>
                    <a:pt x="11954" y="334"/>
                    <a:pt x="12252" y="84"/>
                  </a:cubicBezTo>
                  <a:cubicBezTo>
                    <a:pt x="11073" y="37"/>
                    <a:pt x="9906" y="13"/>
                    <a:pt x="87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3341775" y="2903100"/>
              <a:ext cx="100325" cy="71475"/>
            </a:xfrm>
            <a:custGeom>
              <a:rect b="b" l="l" r="r" t="t"/>
              <a:pathLst>
                <a:path extrusionOk="0" h="2859" w="4013">
                  <a:moveTo>
                    <a:pt x="3676" y="1"/>
                  </a:moveTo>
                  <a:cubicBezTo>
                    <a:pt x="3573" y="1"/>
                    <a:pt x="3468" y="22"/>
                    <a:pt x="3394" y="63"/>
                  </a:cubicBezTo>
                  <a:cubicBezTo>
                    <a:pt x="2263" y="658"/>
                    <a:pt x="1143" y="1265"/>
                    <a:pt x="0" y="1872"/>
                  </a:cubicBezTo>
                  <a:cubicBezTo>
                    <a:pt x="195" y="2436"/>
                    <a:pt x="805" y="2859"/>
                    <a:pt x="1473" y="2859"/>
                  </a:cubicBezTo>
                  <a:cubicBezTo>
                    <a:pt x="1580" y="2859"/>
                    <a:pt x="1689" y="2848"/>
                    <a:pt x="1798" y="2825"/>
                  </a:cubicBezTo>
                  <a:cubicBezTo>
                    <a:pt x="2882" y="2599"/>
                    <a:pt x="3870" y="1551"/>
                    <a:pt x="4001" y="456"/>
                  </a:cubicBezTo>
                  <a:cubicBezTo>
                    <a:pt x="4013" y="325"/>
                    <a:pt x="3977" y="86"/>
                    <a:pt x="3894" y="39"/>
                  </a:cubicBezTo>
                  <a:cubicBezTo>
                    <a:pt x="3832" y="13"/>
                    <a:pt x="3755" y="1"/>
                    <a:pt x="36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2"/>
            <p:cNvSpPr/>
            <p:nvPr/>
          </p:nvSpPr>
          <p:spPr>
            <a:xfrm>
              <a:off x="3645675" y="2840650"/>
              <a:ext cx="11650" cy="10150"/>
            </a:xfrm>
            <a:custGeom>
              <a:rect b="b" l="l" r="r" t="t"/>
              <a:pathLst>
                <a:path extrusionOk="0" h="406" w="466">
                  <a:moveTo>
                    <a:pt x="1" y="1"/>
                  </a:moveTo>
                  <a:cubicBezTo>
                    <a:pt x="144" y="132"/>
                    <a:pt x="298" y="275"/>
                    <a:pt x="453" y="406"/>
                  </a:cubicBezTo>
                  <a:cubicBezTo>
                    <a:pt x="453" y="394"/>
                    <a:pt x="465" y="382"/>
                    <a:pt x="465" y="358"/>
                  </a:cubicBezTo>
                  <a:cubicBezTo>
                    <a:pt x="310" y="239"/>
                    <a:pt x="156" y="120"/>
                    <a:pt x="1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2"/>
            <p:cNvSpPr/>
            <p:nvPr/>
          </p:nvSpPr>
          <p:spPr>
            <a:xfrm>
              <a:off x="2999475" y="2900775"/>
              <a:ext cx="18775" cy="16100"/>
            </a:xfrm>
            <a:custGeom>
              <a:rect b="b" l="l" r="r" t="t"/>
              <a:pathLst>
                <a:path extrusionOk="0" h="644" w="751">
                  <a:moveTo>
                    <a:pt x="60" y="1"/>
                  </a:moveTo>
                  <a:cubicBezTo>
                    <a:pt x="36" y="37"/>
                    <a:pt x="24" y="84"/>
                    <a:pt x="0" y="120"/>
                  </a:cubicBezTo>
                  <a:cubicBezTo>
                    <a:pt x="238" y="299"/>
                    <a:pt x="488" y="477"/>
                    <a:pt x="750" y="644"/>
                  </a:cubicBezTo>
                  <a:cubicBezTo>
                    <a:pt x="512" y="429"/>
                    <a:pt x="286" y="215"/>
                    <a:pt x="60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2"/>
            <p:cNvSpPr/>
            <p:nvPr/>
          </p:nvSpPr>
          <p:spPr>
            <a:xfrm>
              <a:off x="4284650" y="1836675"/>
              <a:ext cx="425" cy="150"/>
            </a:xfrm>
            <a:custGeom>
              <a:rect b="b" l="l" r="r" t="t"/>
              <a:pathLst>
                <a:path extrusionOk="0" h="6" w="17">
                  <a:moveTo>
                    <a:pt x="16" y="0"/>
                  </a:moveTo>
                  <a:cubicBezTo>
                    <a:pt x="8" y="0"/>
                    <a:pt x="1" y="5"/>
                    <a:pt x="3" y="5"/>
                  </a:cubicBezTo>
                  <a:cubicBezTo>
                    <a:pt x="4" y="5"/>
                    <a:pt x="8" y="4"/>
                    <a:pt x="1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4053475" y="1700350"/>
              <a:ext cx="701900" cy="1332750"/>
            </a:xfrm>
            <a:custGeom>
              <a:rect b="b" l="l" r="r" t="t"/>
              <a:pathLst>
                <a:path extrusionOk="0" h="53310" w="28076">
                  <a:moveTo>
                    <a:pt x="21932" y="18514"/>
                  </a:moveTo>
                  <a:lnTo>
                    <a:pt x="21932" y="18514"/>
                  </a:lnTo>
                  <a:cubicBezTo>
                    <a:pt x="22979" y="19610"/>
                    <a:pt x="26194" y="26527"/>
                    <a:pt x="26575" y="28444"/>
                  </a:cubicBezTo>
                  <a:cubicBezTo>
                    <a:pt x="25982" y="28591"/>
                    <a:pt x="25596" y="28687"/>
                    <a:pt x="25327" y="28687"/>
                  </a:cubicBezTo>
                  <a:cubicBezTo>
                    <a:pt x="24792" y="28687"/>
                    <a:pt x="24725" y="28308"/>
                    <a:pt x="24432" y="27206"/>
                  </a:cubicBezTo>
                  <a:cubicBezTo>
                    <a:pt x="23706" y="24467"/>
                    <a:pt x="22872" y="21753"/>
                    <a:pt x="22086" y="19038"/>
                  </a:cubicBezTo>
                  <a:cubicBezTo>
                    <a:pt x="22051" y="18883"/>
                    <a:pt x="22003" y="18740"/>
                    <a:pt x="21932" y="18514"/>
                  </a:cubicBezTo>
                  <a:close/>
                  <a:moveTo>
                    <a:pt x="14288" y="15514"/>
                  </a:moveTo>
                  <a:cubicBezTo>
                    <a:pt x="16693" y="20098"/>
                    <a:pt x="19098" y="24682"/>
                    <a:pt x="21515" y="29289"/>
                  </a:cubicBezTo>
                  <a:cubicBezTo>
                    <a:pt x="18765" y="30289"/>
                    <a:pt x="16169" y="31230"/>
                    <a:pt x="13419" y="32230"/>
                  </a:cubicBezTo>
                  <a:cubicBezTo>
                    <a:pt x="14443" y="26658"/>
                    <a:pt x="15526" y="21157"/>
                    <a:pt x="13990" y="15561"/>
                  </a:cubicBezTo>
                  <a:cubicBezTo>
                    <a:pt x="14097" y="15550"/>
                    <a:pt x="14193" y="15526"/>
                    <a:pt x="14288" y="15514"/>
                  </a:cubicBezTo>
                  <a:close/>
                  <a:moveTo>
                    <a:pt x="25968" y="43136"/>
                  </a:moveTo>
                  <a:lnTo>
                    <a:pt x="25968" y="43136"/>
                  </a:lnTo>
                  <a:cubicBezTo>
                    <a:pt x="25968" y="43136"/>
                    <a:pt x="25968" y="43136"/>
                    <a:pt x="25968" y="43136"/>
                  </a:cubicBezTo>
                  <a:cubicBezTo>
                    <a:pt x="25971" y="43136"/>
                    <a:pt x="25971" y="43136"/>
                    <a:pt x="25968" y="43136"/>
                  </a:cubicBezTo>
                  <a:close/>
                  <a:moveTo>
                    <a:pt x="10561" y="43077"/>
                  </a:moveTo>
                  <a:cubicBezTo>
                    <a:pt x="11418" y="43089"/>
                    <a:pt x="12061" y="43720"/>
                    <a:pt x="12026" y="44517"/>
                  </a:cubicBezTo>
                  <a:cubicBezTo>
                    <a:pt x="12002" y="45321"/>
                    <a:pt x="11229" y="46042"/>
                    <a:pt x="10414" y="46042"/>
                  </a:cubicBezTo>
                  <a:cubicBezTo>
                    <a:pt x="10408" y="46042"/>
                    <a:pt x="10401" y="46042"/>
                    <a:pt x="10394" y="46041"/>
                  </a:cubicBezTo>
                  <a:cubicBezTo>
                    <a:pt x="9609" y="46030"/>
                    <a:pt x="9037" y="45458"/>
                    <a:pt x="9037" y="44696"/>
                  </a:cubicBezTo>
                  <a:cubicBezTo>
                    <a:pt x="9037" y="43839"/>
                    <a:pt x="9752" y="43077"/>
                    <a:pt x="10561" y="43077"/>
                  </a:cubicBezTo>
                  <a:close/>
                  <a:moveTo>
                    <a:pt x="18595" y="47919"/>
                  </a:moveTo>
                  <a:cubicBezTo>
                    <a:pt x="18603" y="47919"/>
                    <a:pt x="18641" y="47957"/>
                    <a:pt x="18657" y="48006"/>
                  </a:cubicBezTo>
                  <a:cubicBezTo>
                    <a:pt x="18965" y="49304"/>
                    <a:pt x="17048" y="51323"/>
                    <a:pt x="15656" y="51323"/>
                  </a:cubicBezTo>
                  <a:cubicBezTo>
                    <a:pt x="15541" y="51323"/>
                    <a:pt x="15430" y="51309"/>
                    <a:pt x="15324" y="51280"/>
                  </a:cubicBezTo>
                  <a:cubicBezTo>
                    <a:pt x="15086" y="51209"/>
                    <a:pt x="14812" y="50959"/>
                    <a:pt x="14740" y="50721"/>
                  </a:cubicBezTo>
                  <a:cubicBezTo>
                    <a:pt x="14693" y="50542"/>
                    <a:pt x="14895" y="50256"/>
                    <a:pt x="15026" y="50042"/>
                  </a:cubicBezTo>
                  <a:cubicBezTo>
                    <a:pt x="15109" y="49923"/>
                    <a:pt x="15276" y="49851"/>
                    <a:pt x="15419" y="49780"/>
                  </a:cubicBezTo>
                  <a:cubicBezTo>
                    <a:pt x="16443" y="49185"/>
                    <a:pt x="17479" y="48589"/>
                    <a:pt x="18610" y="47946"/>
                  </a:cubicBezTo>
                  <a:cubicBezTo>
                    <a:pt x="18595" y="47928"/>
                    <a:pt x="18592" y="47919"/>
                    <a:pt x="18595" y="47919"/>
                  </a:cubicBezTo>
                  <a:close/>
                  <a:moveTo>
                    <a:pt x="10656" y="0"/>
                  </a:moveTo>
                  <a:lnTo>
                    <a:pt x="10466" y="48"/>
                  </a:lnTo>
                  <a:cubicBezTo>
                    <a:pt x="10621" y="822"/>
                    <a:pt x="10775" y="1595"/>
                    <a:pt x="10954" y="2465"/>
                  </a:cubicBezTo>
                  <a:cubicBezTo>
                    <a:pt x="10752" y="2334"/>
                    <a:pt x="10633" y="2250"/>
                    <a:pt x="10561" y="2215"/>
                  </a:cubicBezTo>
                  <a:lnTo>
                    <a:pt x="10561" y="2215"/>
                  </a:lnTo>
                  <a:cubicBezTo>
                    <a:pt x="10764" y="4453"/>
                    <a:pt x="10978" y="6691"/>
                    <a:pt x="11180" y="8918"/>
                  </a:cubicBezTo>
                  <a:cubicBezTo>
                    <a:pt x="10906" y="8584"/>
                    <a:pt x="10704" y="8227"/>
                    <a:pt x="10597" y="7834"/>
                  </a:cubicBezTo>
                  <a:cubicBezTo>
                    <a:pt x="10323" y="6941"/>
                    <a:pt x="9728" y="6227"/>
                    <a:pt x="9311" y="5429"/>
                  </a:cubicBezTo>
                  <a:cubicBezTo>
                    <a:pt x="9287" y="5429"/>
                    <a:pt x="9275" y="5441"/>
                    <a:pt x="9263" y="5441"/>
                  </a:cubicBezTo>
                  <a:cubicBezTo>
                    <a:pt x="9168" y="5977"/>
                    <a:pt x="9097" y="6441"/>
                    <a:pt x="8990" y="7001"/>
                  </a:cubicBezTo>
                  <a:cubicBezTo>
                    <a:pt x="8561" y="5679"/>
                    <a:pt x="8168" y="4477"/>
                    <a:pt x="7763" y="3274"/>
                  </a:cubicBezTo>
                  <a:lnTo>
                    <a:pt x="7763" y="3274"/>
                  </a:lnTo>
                  <a:cubicBezTo>
                    <a:pt x="8049" y="4941"/>
                    <a:pt x="8406" y="6584"/>
                    <a:pt x="8882" y="8203"/>
                  </a:cubicBezTo>
                  <a:cubicBezTo>
                    <a:pt x="11145" y="15931"/>
                    <a:pt x="12157" y="23872"/>
                    <a:pt x="12823" y="31873"/>
                  </a:cubicBezTo>
                  <a:cubicBezTo>
                    <a:pt x="12871" y="32456"/>
                    <a:pt x="12669" y="32706"/>
                    <a:pt x="12180" y="32968"/>
                  </a:cubicBezTo>
                  <a:cubicBezTo>
                    <a:pt x="11061" y="33564"/>
                    <a:pt x="9954" y="34159"/>
                    <a:pt x="8835" y="34766"/>
                  </a:cubicBezTo>
                  <a:cubicBezTo>
                    <a:pt x="7382" y="35552"/>
                    <a:pt x="5930" y="36338"/>
                    <a:pt x="4489" y="37147"/>
                  </a:cubicBezTo>
                  <a:cubicBezTo>
                    <a:pt x="3144" y="37909"/>
                    <a:pt x="2143" y="39052"/>
                    <a:pt x="1191" y="40350"/>
                  </a:cubicBezTo>
                  <a:cubicBezTo>
                    <a:pt x="3048" y="39231"/>
                    <a:pt x="4953" y="38243"/>
                    <a:pt x="6894" y="37350"/>
                  </a:cubicBezTo>
                  <a:cubicBezTo>
                    <a:pt x="11895" y="35028"/>
                    <a:pt x="17110" y="33290"/>
                    <a:pt x="22265" y="31325"/>
                  </a:cubicBezTo>
                  <a:cubicBezTo>
                    <a:pt x="23087" y="33588"/>
                    <a:pt x="23837" y="35707"/>
                    <a:pt x="24670" y="38017"/>
                  </a:cubicBezTo>
                  <a:cubicBezTo>
                    <a:pt x="23789" y="37874"/>
                    <a:pt x="23110" y="37802"/>
                    <a:pt x="22444" y="37659"/>
                  </a:cubicBezTo>
                  <a:cubicBezTo>
                    <a:pt x="20353" y="37203"/>
                    <a:pt x="18249" y="36824"/>
                    <a:pt x="16118" y="36824"/>
                  </a:cubicBezTo>
                  <a:cubicBezTo>
                    <a:pt x="15361" y="36824"/>
                    <a:pt x="14600" y="36872"/>
                    <a:pt x="13835" y="36981"/>
                  </a:cubicBezTo>
                  <a:cubicBezTo>
                    <a:pt x="11907" y="37267"/>
                    <a:pt x="10109" y="37945"/>
                    <a:pt x="8430" y="38969"/>
                  </a:cubicBezTo>
                  <a:cubicBezTo>
                    <a:pt x="11015" y="37884"/>
                    <a:pt x="13650" y="37253"/>
                    <a:pt x="16131" y="37253"/>
                  </a:cubicBezTo>
                  <a:cubicBezTo>
                    <a:pt x="16861" y="37253"/>
                    <a:pt x="17578" y="37308"/>
                    <a:pt x="18276" y="37421"/>
                  </a:cubicBezTo>
                  <a:cubicBezTo>
                    <a:pt x="15979" y="37802"/>
                    <a:pt x="13133" y="38112"/>
                    <a:pt x="10383" y="38802"/>
                  </a:cubicBezTo>
                  <a:cubicBezTo>
                    <a:pt x="8073" y="39386"/>
                    <a:pt x="5953" y="40469"/>
                    <a:pt x="4037" y="41898"/>
                  </a:cubicBezTo>
                  <a:cubicBezTo>
                    <a:pt x="3644" y="42172"/>
                    <a:pt x="3263" y="42470"/>
                    <a:pt x="2894" y="42779"/>
                  </a:cubicBezTo>
                  <a:cubicBezTo>
                    <a:pt x="3179" y="42672"/>
                    <a:pt x="3465" y="42553"/>
                    <a:pt x="3739" y="42434"/>
                  </a:cubicBezTo>
                  <a:cubicBezTo>
                    <a:pt x="4156" y="42243"/>
                    <a:pt x="4572" y="42053"/>
                    <a:pt x="4965" y="41827"/>
                  </a:cubicBezTo>
                  <a:cubicBezTo>
                    <a:pt x="9930" y="38959"/>
                    <a:pt x="15296" y="38333"/>
                    <a:pt x="20779" y="38333"/>
                  </a:cubicBezTo>
                  <a:cubicBezTo>
                    <a:pt x="21898" y="38333"/>
                    <a:pt x="23021" y="38359"/>
                    <a:pt x="24146" y="38398"/>
                  </a:cubicBezTo>
                  <a:cubicBezTo>
                    <a:pt x="24587" y="38410"/>
                    <a:pt x="24932" y="38564"/>
                    <a:pt x="24837" y="39207"/>
                  </a:cubicBezTo>
                  <a:cubicBezTo>
                    <a:pt x="24361" y="39255"/>
                    <a:pt x="23872" y="39350"/>
                    <a:pt x="23372" y="39350"/>
                  </a:cubicBezTo>
                  <a:cubicBezTo>
                    <a:pt x="23252" y="39351"/>
                    <a:pt x="23132" y="39351"/>
                    <a:pt x="23011" y="39351"/>
                  </a:cubicBezTo>
                  <a:cubicBezTo>
                    <a:pt x="22075" y="39351"/>
                    <a:pt x="21135" y="39326"/>
                    <a:pt x="20200" y="39326"/>
                  </a:cubicBezTo>
                  <a:cubicBezTo>
                    <a:pt x="19744" y="39326"/>
                    <a:pt x="19289" y="39332"/>
                    <a:pt x="18836" y="39350"/>
                  </a:cubicBezTo>
                  <a:cubicBezTo>
                    <a:pt x="16395" y="39457"/>
                    <a:pt x="13943" y="39529"/>
                    <a:pt x="11526" y="39814"/>
                  </a:cubicBezTo>
                  <a:cubicBezTo>
                    <a:pt x="9097" y="40112"/>
                    <a:pt x="6858" y="41088"/>
                    <a:pt x="4846" y="42458"/>
                  </a:cubicBezTo>
                  <a:cubicBezTo>
                    <a:pt x="4239" y="42862"/>
                    <a:pt x="3667" y="43303"/>
                    <a:pt x="3096" y="43744"/>
                  </a:cubicBezTo>
                  <a:cubicBezTo>
                    <a:pt x="2346" y="44327"/>
                    <a:pt x="1620" y="44922"/>
                    <a:pt x="893" y="45518"/>
                  </a:cubicBezTo>
                  <a:cubicBezTo>
                    <a:pt x="524" y="45827"/>
                    <a:pt x="298" y="46303"/>
                    <a:pt x="0" y="46696"/>
                  </a:cubicBezTo>
                  <a:lnTo>
                    <a:pt x="215" y="46899"/>
                  </a:lnTo>
                  <a:cubicBezTo>
                    <a:pt x="929" y="46446"/>
                    <a:pt x="1631" y="45970"/>
                    <a:pt x="2346" y="45506"/>
                  </a:cubicBezTo>
                  <a:cubicBezTo>
                    <a:pt x="2858" y="45184"/>
                    <a:pt x="3370" y="44863"/>
                    <a:pt x="3894" y="44577"/>
                  </a:cubicBezTo>
                  <a:cubicBezTo>
                    <a:pt x="5191" y="43874"/>
                    <a:pt x="6561" y="43327"/>
                    <a:pt x="7894" y="42720"/>
                  </a:cubicBezTo>
                  <a:lnTo>
                    <a:pt x="7894" y="42720"/>
                  </a:lnTo>
                  <a:cubicBezTo>
                    <a:pt x="7585" y="43505"/>
                    <a:pt x="7335" y="44148"/>
                    <a:pt x="7085" y="44803"/>
                  </a:cubicBezTo>
                  <a:cubicBezTo>
                    <a:pt x="6406" y="46613"/>
                    <a:pt x="6680" y="48316"/>
                    <a:pt x="7513" y="50030"/>
                  </a:cubicBezTo>
                  <a:cubicBezTo>
                    <a:pt x="8486" y="52038"/>
                    <a:pt x="11218" y="53310"/>
                    <a:pt x="13894" y="53310"/>
                  </a:cubicBezTo>
                  <a:cubicBezTo>
                    <a:pt x="14788" y="53310"/>
                    <a:pt x="15676" y="53168"/>
                    <a:pt x="16490" y="52864"/>
                  </a:cubicBezTo>
                  <a:cubicBezTo>
                    <a:pt x="19991" y="51554"/>
                    <a:pt x="21741" y="48137"/>
                    <a:pt x="20527" y="44589"/>
                  </a:cubicBezTo>
                  <a:cubicBezTo>
                    <a:pt x="20289" y="43874"/>
                    <a:pt x="19884" y="43220"/>
                    <a:pt x="19538" y="42517"/>
                  </a:cubicBezTo>
                  <a:cubicBezTo>
                    <a:pt x="19586" y="42505"/>
                    <a:pt x="19658" y="42458"/>
                    <a:pt x="19729" y="42458"/>
                  </a:cubicBezTo>
                  <a:cubicBezTo>
                    <a:pt x="21610" y="42529"/>
                    <a:pt x="23491" y="42589"/>
                    <a:pt x="25373" y="42696"/>
                  </a:cubicBezTo>
                  <a:cubicBezTo>
                    <a:pt x="25563" y="42708"/>
                    <a:pt x="25730" y="42970"/>
                    <a:pt x="25908" y="43112"/>
                  </a:cubicBezTo>
                  <a:cubicBezTo>
                    <a:pt x="25935" y="43130"/>
                    <a:pt x="25961" y="43135"/>
                    <a:pt x="25968" y="43136"/>
                  </a:cubicBezTo>
                  <a:lnTo>
                    <a:pt x="25968" y="43136"/>
                  </a:lnTo>
                  <a:cubicBezTo>
                    <a:pt x="26063" y="42981"/>
                    <a:pt x="26135" y="42839"/>
                    <a:pt x="26218" y="42708"/>
                  </a:cubicBezTo>
                  <a:cubicBezTo>
                    <a:pt x="26277" y="42720"/>
                    <a:pt x="26325" y="42731"/>
                    <a:pt x="26385" y="42731"/>
                  </a:cubicBezTo>
                  <a:cubicBezTo>
                    <a:pt x="26408" y="43148"/>
                    <a:pt x="26432" y="43565"/>
                    <a:pt x="26468" y="44113"/>
                  </a:cubicBezTo>
                  <a:cubicBezTo>
                    <a:pt x="26575" y="43577"/>
                    <a:pt x="26647" y="43172"/>
                    <a:pt x="26706" y="42874"/>
                  </a:cubicBezTo>
                  <a:lnTo>
                    <a:pt x="28075" y="42874"/>
                  </a:lnTo>
                  <a:lnTo>
                    <a:pt x="28075" y="39672"/>
                  </a:lnTo>
                  <a:lnTo>
                    <a:pt x="26885" y="39672"/>
                  </a:lnTo>
                  <a:cubicBezTo>
                    <a:pt x="26873" y="39612"/>
                    <a:pt x="26861" y="39564"/>
                    <a:pt x="26837" y="39505"/>
                  </a:cubicBezTo>
                  <a:cubicBezTo>
                    <a:pt x="27230" y="39338"/>
                    <a:pt x="27611" y="39172"/>
                    <a:pt x="28075" y="38981"/>
                  </a:cubicBezTo>
                  <a:lnTo>
                    <a:pt x="28075" y="38802"/>
                  </a:lnTo>
                  <a:cubicBezTo>
                    <a:pt x="27717" y="38855"/>
                    <a:pt x="27381" y="38963"/>
                    <a:pt x="27081" y="38963"/>
                  </a:cubicBezTo>
                  <a:cubicBezTo>
                    <a:pt x="26903" y="38963"/>
                    <a:pt x="26738" y="38925"/>
                    <a:pt x="26587" y="38814"/>
                  </a:cubicBezTo>
                  <a:cubicBezTo>
                    <a:pt x="26635" y="38707"/>
                    <a:pt x="26682" y="38600"/>
                    <a:pt x="26730" y="38493"/>
                  </a:cubicBezTo>
                  <a:cubicBezTo>
                    <a:pt x="27182" y="38493"/>
                    <a:pt x="27623" y="38481"/>
                    <a:pt x="28075" y="38481"/>
                  </a:cubicBezTo>
                  <a:lnTo>
                    <a:pt x="28075" y="38207"/>
                  </a:lnTo>
                  <a:cubicBezTo>
                    <a:pt x="27587" y="38171"/>
                    <a:pt x="27099" y="38136"/>
                    <a:pt x="26611" y="38100"/>
                  </a:cubicBezTo>
                  <a:cubicBezTo>
                    <a:pt x="26111" y="35528"/>
                    <a:pt x="25623" y="33016"/>
                    <a:pt x="25123" y="30409"/>
                  </a:cubicBezTo>
                  <a:cubicBezTo>
                    <a:pt x="25777" y="30182"/>
                    <a:pt x="26408" y="29956"/>
                    <a:pt x="27111" y="29718"/>
                  </a:cubicBezTo>
                  <a:cubicBezTo>
                    <a:pt x="27432" y="30623"/>
                    <a:pt x="27754" y="31516"/>
                    <a:pt x="28075" y="32409"/>
                  </a:cubicBezTo>
                  <a:lnTo>
                    <a:pt x="28075" y="24658"/>
                  </a:lnTo>
                  <a:cubicBezTo>
                    <a:pt x="27790" y="23955"/>
                    <a:pt x="27504" y="23265"/>
                    <a:pt x="27206" y="22574"/>
                  </a:cubicBezTo>
                  <a:cubicBezTo>
                    <a:pt x="26706" y="21407"/>
                    <a:pt x="26146" y="20253"/>
                    <a:pt x="25599" y="19086"/>
                  </a:cubicBezTo>
                  <a:cubicBezTo>
                    <a:pt x="25563" y="19110"/>
                    <a:pt x="25515" y="19121"/>
                    <a:pt x="25468" y="19145"/>
                  </a:cubicBezTo>
                  <a:cubicBezTo>
                    <a:pt x="25742" y="19919"/>
                    <a:pt x="26015" y="20693"/>
                    <a:pt x="26277" y="21455"/>
                  </a:cubicBezTo>
                  <a:cubicBezTo>
                    <a:pt x="25242" y="20014"/>
                    <a:pt x="24313" y="18538"/>
                    <a:pt x="23337" y="17097"/>
                  </a:cubicBezTo>
                  <a:cubicBezTo>
                    <a:pt x="23015" y="16633"/>
                    <a:pt x="22527" y="16276"/>
                    <a:pt x="22122" y="15871"/>
                  </a:cubicBezTo>
                  <a:cubicBezTo>
                    <a:pt x="22051" y="15931"/>
                    <a:pt x="21991" y="15990"/>
                    <a:pt x="21932" y="16050"/>
                  </a:cubicBezTo>
                  <a:cubicBezTo>
                    <a:pt x="22586" y="17133"/>
                    <a:pt x="23241" y="18217"/>
                    <a:pt x="23908" y="19300"/>
                  </a:cubicBezTo>
                  <a:lnTo>
                    <a:pt x="23682" y="19443"/>
                  </a:lnTo>
                  <a:cubicBezTo>
                    <a:pt x="22646" y="17812"/>
                    <a:pt x="21610" y="16193"/>
                    <a:pt x="20574" y="14573"/>
                  </a:cubicBezTo>
                  <a:cubicBezTo>
                    <a:pt x="20467" y="14716"/>
                    <a:pt x="20217" y="14907"/>
                    <a:pt x="20229" y="15061"/>
                  </a:cubicBezTo>
                  <a:cubicBezTo>
                    <a:pt x="20348" y="16312"/>
                    <a:pt x="20515" y="17562"/>
                    <a:pt x="20658" y="18812"/>
                  </a:cubicBezTo>
                  <a:cubicBezTo>
                    <a:pt x="20777" y="19788"/>
                    <a:pt x="20872" y="20753"/>
                    <a:pt x="20979" y="21717"/>
                  </a:cubicBezTo>
                  <a:cubicBezTo>
                    <a:pt x="20932" y="21729"/>
                    <a:pt x="20884" y="21741"/>
                    <a:pt x="20836" y="21741"/>
                  </a:cubicBezTo>
                  <a:cubicBezTo>
                    <a:pt x="20229" y="19479"/>
                    <a:pt x="19634" y="17205"/>
                    <a:pt x="19038" y="14942"/>
                  </a:cubicBezTo>
                  <a:lnTo>
                    <a:pt x="19038" y="14942"/>
                  </a:lnTo>
                  <a:cubicBezTo>
                    <a:pt x="19122" y="16395"/>
                    <a:pt x="19419" y="17800"/>
                    <a:pt x="19646" y="19229"/>
                  </a:cubicBezTo>
                  <a:cubicBezTo>
                    <a:pt x="19717" y="19693"/>
                    <a:pt x="19598" y="20193"/>
                    <a:pt x="19562" y="20681"/>
                  </a:cubicBezTo>
                  <a:cubicBezTo>
                    <a:pt x="19455" y="20693"/>
                    <a:pt x="19348" y="20705"/>
                    <a:pt x="19241" y="20705"/>
                  </a:cubicBezTo>
                  <a:cubicBezTo>
                    <a:pt x="18741" y="19193"/>
                    <a:pt x="18241" y="17681"/>
                    <a:pt x="17753" y="16169"/>
                  </a:cubicBezTo>
                  <a:lnTo>
                    <a:pt x="17753" y="16169"/>
                  </a:lnTo>
                  <a:cubicBezTo>
                    <a:pt x="17086" y="17502"/>
                    <a:pt x="18372" y="18514"/>
                    <a:pt x="18336" y="19967"/>
                  </a:cubicBezTo>
                  <a:cubicBezTo>
                    <a:pt x="17610" y="18157"/>
                    <a:pt x="16967" y="16538"/>
                    <a:pt x="16312" y="14930"/>
                  </a:cubicBezTo>
                  <a:cubicBezTo>
                    <a:pt x="16276" y="14942"/>
                    <a:pt x="16240" y="14954"/>
                    <a:pt x="16205" y="14966"/>
                  </a:cubicBezTo>
                  <a:cubicBezTo>
                    <a:pt x="16371" y="15585"/>
                    <a:pt x="16538" y="16216"/>
                    <a:pt x="16741" y="16990"/>
                  </a:cubicBezTo>
                  <a:cubicBezTo>
                    <a:pt x="16074" y="16240"/>
                    <a:pt x="16324" y="15169"/>
                    <a:pt x="15383" y="14776"/>
                  </a:cubicBezTo>
                  <a:lnTo>
                    <a:pt x="15383" y="14776"/>
                  </a:lnTo>
                  <a:cubicBezTo>
                    <a:pt x="15431" y="14990"/>
                    <a:pt x="15490" y="15216"/>
                    <a:pt x="15538" y="15442"/>
                  </a:cubicBezTo>
                  <a:cubicBezTo>
                    <a:pt x="14752" y="14323"/>
                    <a:pt x="13895" y="13228"/>
                    <a:pt x="13538" y="11978"/>
                  </a:cubicBezTo>
                  <a:cubicBezTo>
                    <a:pt x="12835" y="9525"/>
                    <a:pt x="12442" y="7001"/>
                    <a:pt x="11871" y="4524"/>
                  </a:cubicBezTo>
                  <a:cubicBezTo>
                    <a:pt x="11514" y="3000"/>
                    <a:pt x="11061" y="1500"/>
                    <a:pt x="1065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4372250" y="2845425"/>
              <a:ext cx="383125" cy="220950"/>
            </a:xfrm>
            <a:custGeom>
              <a:rect b="b" l="l" r="r" t="t"/>
              <a:pathLst>
                <a:path extrusionOk="0" h="8838" w="15325">
                  <a:moveTo>
                    <a:pt x="15324" y="0"/>
                  </a:moveTo>
                  <a:cubicBezTo>
                    <a:pt x="12800" y="1870"/>
                    <a:pt x="10264" y="3751"/>
                    <a:pt x="7800" y="5691"/>
                  </a:cubicBezTo>
                  <a:cubicBezTo>
                    <a:pt x="6228" y="6930"/>
                    <a:pt x="4525" y="7704"/>
                    <a:pt x="2608" y="8132"/>
                  </a:cubicBezTo>
                  <a:cubicBezTo>
                    <a:pt x="1787" y="8323"/>
                    <a:pt x="977" y="8549"/>
                    <a:pt x="1" y="8799"/>
                  </a:cubicBezTo>
                  <a:cubicBezTo>
                    <a:pt x="205" y="8818"/>
                    <a:pt x="298" y="8838"/>
                    <a:pt x="364" y="8838"/>
                  </a:cubicBezTo>
                  <a:cubicBezTo>
                    <a:pt x="379" y="8838"/>
                    <a:pt x="393" y="8837"/>
                    <a:pt x="406" y="8835"/>
                  </a:cubicBezTo>
                  <a:cubicBezTo>
                    <a:pt x="822" y="8787"/>
                    <a:pt x="1251" y="8716"/>
                    <a:pt x="1668" y="8668"/>
                  </a:cubicBezTo>
                  <a:cubicBezTo>
                    <a:pt x="5609" y="8299"/>
                    <a:pt x="9145" y="6942"/>
                    <a:pt x="12229" y="4418"/>
                  </a:cubicBezTo>
                  <a:cubicBezTo>
                    <a:pt x="13253" y="3584"/>
                    <a:pt x="14288" y="2751"/>
                    <a:pt x="15324" y="1917"/>
                  </a:cubicBezTo>
                  <a:lnTo>
                    <a:pt x="1532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2910775" y="2091450"/>
              <a:ext cx="72350" cy="133375"/>
            </a:xfrm>
            <a:custGeom>
              <a:rect b="b" l="l" r="r" t="t"/>
              <a:pathLst>
                <a:path extrusionOk="0" h="5335" w="2894">
                  <a:moveTo>
                    <a:pt x="1679" y="1"/>
                  </a:moveTo>
                  <a:cubicBezTo>
                    <a:pt x="1119" y="1084"/>
                    <a:pt x="560" y="2168"/>
                    <a:pt x="0" y="3251"/>
                  </a:cubicBezTo>
                  <a:lnTo>
                    <a:pt x="0" y="5335"/>
                  </a:lnTo>
                  <a:cubicBezTo>
                    <a:pt x="965" y="3597"/>
                    <a:pt x="1929" y="1846"/>
                    <a:pt x="2893" y="108"/>
                  </a:cubicBezTo>
                  <a:cubicBezTo>
                    <a:pt x="2870" y="84"/>
                    <a:pt x="2834" y="72"/>
                    <a:pt x="2810" y="48"/>
                  </a:cubicBezTo>
                  <a:cubicBezTo>
                    <a:pt x="2096" y="1060"/>
                    <a:pt x="1381" y="2073"/>
                    <a:pt x="667" y="3073"/>
                  </a:cubicBezTo>
                  <a:cubicBezTo>
                    <a:pt x="631" y="3061"/>
                    <a:pt x="584" y="3037"/>
                    <a:pt x="548" y="3013"/>
                  </a:cubicBezTo>
                  <a:lnTo>
                    <a:pt x="1774" y="48"/>
                  </a:lnTo>
                  <a:cubicBezTo>
                    <a:pt x="1750" y="37"/>
                    <a:pt x="1715" y="25"/>
                    <a:pt x="167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2910775" y="1888450"/>
              <a:ext cx="17875" cy="56575"/>
            </a:xfrm>
            <a:custGeom>
              <a:rect b="b" l="l" r="r" t="t"/>
              <a:pathLst>
                <a:path extrusionOk="0" h="2263" w="715">
                  <a:moveTo>
                    <a:pt x="500" y="1"/>
                  </a:moveTo>
                  <a:cubicBezTo>
                    <a:pt x="334" y="406"/>
                    <a:pt x="167" y="810"/>
                    <a:pt x="0" y="1215"/>
                  </a:cubicBezTo>
                  <a:lnTo>
                    <a:pt x="0" y="2263"/>
                  </a:lnTo>
                  <a:cubicBezTo>
                    <a:pt x="238" y="1537"/>
                    <a:pt x="476" y="810"/>
                    <a:pt x="715" y="84"/>
                  </a:cubicBezTo>
                  <a:cubicBezTo>
                    <a:pt x="643" y="60"/>
                    <a:pt x="572" y="25"/>
                    <a:pt x="50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2"/>
            <p:cNvSpPr/>
            <p:nvPr/>
          </p:nvSpPr>
          <p:spPr>
            <a:xfrm>
              <a:off x="2910775" y="3513950"/>
              <a:ext cx="1844600" cy="1183500"/>
            </a:xfrm>
            <a:custGeom>
              <a:rect b="b" l="l" r="r" t="t"/>
              <a:pathLst>
                <a:path extrusionOk="0" h="47340" w="73784">
                  <a:moveTo>
                    <a:pt x="0" y="1"/>
                  </a:moveTo>
                  <a:lnTo>
                    <a:pt x="0" y="6120"/>
                  </a:lnTo>
                  <a:cubicBezTo>
                    <a:pt x="84" y="6466"/>
                    <a:pt x="167" y="6799"/>
                    <a:pt x="226" y="7133"/>
                  </a:cubicBezTo>
                  <a:cubicBezTo>
                    <a:pt x="619" y="9299"/>
                    <a:pt x="1215" y="11359"/>
                    <a:pt x="2000" y="13312"/>
                  </a:cubicBezTo>
                  <a:cubicBezTo>
                    <a:pt x="2572" y="14717"/>
                    <a:pt x="3251" y="16062"/>
                    <a:pt x="4036" y="17348"/>
                  </a:cubicBezTo>
                  <a:cubicBezTo>
                    <a:pt x="5310" y="19408"/>
                    <a:pt x="6870" y="21325"/>
                    <a:pt x="8751" y="23051"/>
                  </a:cubicBezTo>
                  <a:cubicBezTo>
                    <a:pt x="10990" y="25099"/>
                    <a:pt x="13311" y="27040"/>
                    <a:pt x="15669" y="28933"/>
                  </a:cubicBezTo>
                  <a:cubicBezTo>
                    <a:pt x="16621" y="29695"/>
                    <a:pt x="16990" y="30445"/>
                    <a:pt x="16979" y="31707"/>
                  </a:cubicBezTo>
                  <a:cubicBezTo>
                    <a:pt x="16931" y="36922"/>
                    <a:pt x="16943" y="42137"/>
                    <a:pt x="16955" y="47340"/>
                  </a:cubicBezTo>
                  <a:lnTo>
                    <a:pt x="35267" y="47340"/>
                  </a:lnTo>
                  <a:cubicBezTo>
                    <a:pt x="36588" y="46483"/>
                    <a:pt x="37922" y="45625"/>
                    <a:pt x="39255" y="44780"/>
                  </a:cubicBezTo>
                  <a:cubicBezTo>
                    <a:pt x="39410" y="44673"/>
                    <a:pt x="39565" y="44578"/>
                    <a:pt x="39791" y="44554"/>
                  </a:cubicBezTo>
                  <a:lnTo>
                    <a:pt x="39791" y="44554"/>
                  </a:lnTo>
                  <a:cubicBezTo>
                    <a:pt x="38791" y="45482"/>
                    <a:pt x="37779" y="46411"/>
                    <a:pt x="36779" y="47340"/>
                  </a:cubicBezTo>
                  <a:lnTo>
                    <a:pt x="37303" y="47340"/>
                  </a:lnTo>
                  <a:cubicBezTo>
                    <a:pt x="39505" y="45625"/>
                    <a:pt x="41720" y="43899"/>
                    <a:pt x="43922" y="42173"/>
                  </a:cubicBezTo>
                  <a:cubicBezTo>
                    <a:pt x="43970" y="42196"/>
                    <a:pt x="44006" y="42232"/>
                    <a:pt x="44041" y="42268"/>
                  </a:cubicBezTo>
                  <a:cubicBezTo>
                    <a:pt x="43851" y="42530"/>
                    <a:pt x="43649" y="42792"/>
                    <a:pt x="43458" y="43042"/>
                  </a:cubicBezTo>
                  <a:cubicBezTo>
                    <a:pt x="43506" y="43101"/>
                    <a:pt x="43553" y="43149"/>
                    <a:pt x="43601" y="43208"/>
                  </a:cubicBezTo>
                  <a:cubicBezTo>
                    <a:pt x="44208" y="42708"/>
                    <a:pt x="44827" y="42220"/>
                    <a:pt x="45446" y="41732"/>
                  </a:cubicBezTo>
                  <a:cubicBezTo>
                    <a:pt x="46054" y="41244"/>
                    <a:pt x="46661" y="40756"/>
                    <a:pt x="47280" y="40268"/>
                  </a:cubicBezTo>
                  <a:cubicBezTo>
                    <a:pt x="47316" y="40315"/>
                    <a:pt x="47363" y="40363"/>
                    <a:pt x="47411" y="40422"/>
                  </a:cubicBezTo>
                  <a:cubicBezTo>
                    <a:pt x="46720" y="41053"/>
                    <a:pt x="46030" y="41684"/>
                    <a:pt x="45351" y="42315"/>
                  </a:cubicBezTo>
                  <a:cubicBezTo>
                    <a:pt x="45184" y="42458"/>
                    <a:pt x="45030" y="42613"/>
                    <a:pt x="44875" y="42756"/>
                  </a:cubicBezTo>
                  <a:cubicBezTo>
                    <a:pt x="44923" y="42815"/>
                    <a:pt x="44982" y="42875"/>
                    <a:pt x="45042" y="42946"/>
                  </a:cubicBezTo>
                  <a:cubicBezTo>
                    <a:pt x="45113" y="42875"/>
                    <a:pt x="45196" y="42815"/>
                    <a:pt x="45280" y="42756"/>
                  </a:cubicBezTo>
                  <a:lnTo>
                    <a:pt x="48899" y="39934"/>
                  </a:lnTo>
                  <a:cubicBezTo>
                    <a:pt x="48935" y="39982"/>
                    <a:pt x="48971" y="40029"/>
                    <a:pt x="49006" y="40065"/>
                  </a:cubicBezTo>
                  <a:lnTo>
                    <a:pt x="45161" y="43685"/>
                  </a:lnTo>
                  <a:cubicBezTo>
                    <a:pt x="44839" y="43982"/>
                    <a:pt x="44530" y="44280"/>
                    <a:pt x="44208" y="44589"/>
                  </a:cubicBezTo>
                  <a:cubicBezTo>
                    <a:pt x="44256" y="44649"/>
                    <a:pt x="44315" y="44697"/>
                    <a:pt x="44363" y="44756"/>
                  </a:cubicBezTo>
                  <a:cubicBezTo>
                    <a:pt x="44613" y="44542"/>
                    <a:pt x="44863" y="44328"/>
                    <a:pt x="45113" y="44113"/>
                  </a:cubicBezTo>
                  <a:cubicBezTo>
                    <a:pt x="47185" y="42339"/>
                    <a:pt x="49244" y="40553"/>
                    <a:pt x="51316" y="38779"/>
                  </a:cubicBezTo>
                  <a:cubicBezTo>
                    <a:pt x="51352" y="38815"/>
                    <a:pt x="51388" y="38851"/>
                    <a:pt x="51435" y="38886"/>
                  </a:cubicBezTo>
                  <a:cubicBezTo>
                    <a:pt x="50411" y="39982"/>
                    <a:pt x="49399" y="41089"/>
                    <a:pt x="48375" y="42196"/>
                  </a:cubicBezTo>
                  <a:cubicBezTo>
                    <a:pt x="48459" y="42280"/>
                    <a:pt x="48542" y="42351"/>
                    <a:pt x="48613" y="42434"/>
                  </a:cubicBezTo>
                  <a:cubicBezTo>
                    <a:pt x="51269" y="39732"/>
                    <a:pt x="53912" y="37041"/>
                    <a:pt x="56674" y="34231"/>
                  </a:cubicBezTo>
                  <a:lnTo>
                    <a:pt x="56674" y="34231"/>
                  </a:lnTo>
                  <a:cubicBezTo>
                    <a:pt x="56353" y="38613"/>
                    <a:pt x="56055" y="42982"/>
                    <a:pt x="55948" y="47340"/>
                  </a:cubicBezTo>
                  <a:lnTo>
                    <a:pt x="56984" y="47340"/>
                  </a:lnTo>
                  <a:cubicBezTo>
                    <a:pt x="57019" y="44673"/>
                    <a:pt x="57067" y="42006"/>
                    <a:pt x="57115" y="39327"/>
                  </a:cubicBezTo>
                  <a:cubicBezTo>
                    <a:pt x="57126" y="39065"/>
                    <a:pt x="57126" y="38803"/>
                    <a:pt x="57138" y="38541"/>
                  </a:cubicBezTo>
                  <a:cubicBezTo>
                    <a:pt x="57186" y="36208"/>
                    <a:pt x="57305" y="33874"/>
                    <a:pt x="57424" y="31528"/>
                  </a:cubicBezTo>
                  <a:cubicBezTo>
                    <a:pt x="57424" y="31350"/>
                    <a:pt x="57436" y="31171"/>
                    <a:pt x="57448" y="30993"/>
                  </a:cubicBezTo>
                  <a:cubicBezTo>
                    <a:pt x="57460" y="30754"/>
                    <a:pt x="57638" y="30457"/>
                    <a:pt x="57841" y="30290"/>
                  </a:cubicBezTo>
                  <a:cubicBezTo>
                    <a:pt x="60139" y="28445"/>
                    <a:pt x="62484" y="26659"/>
                    <a:pt x="64746" y="24766"/>
                  </a:cubicBezTo>
                  <a:cubicBezTo>
                    <a:pt x="68973" y="21241"/>
                    <a:pt x="72176" y="17027"/>
                    <a:pt x="73783" y="11776"/>
                  </a:cubicBezTo>
                  <a:lnTo>
                    <a:pt x="73783" y="9930"/>
                  </a:lnTo>
                  <a:cubicBezTo>
                    <a:pt x="73748" y="10038"/>
                    <a:pt x="73724" y="10145"/>
                    <a:pt x="73688" y="10252"/>
                  </a:cubicBezTo>
                  <a:cubicBezTo>
                    <a:pt x="72831" y="13217"/>
                    <a:pt x="71521" y="16015"/>
                    <a:pt x="69616" y="18574"/>
                  </a:cubicBezTo>
                  <a:cubicBezTo>
                    <a:pt x="68699" y="19825"/>
                    <a:pt x="67675" y="20956"/>
                    <a:pt x="66580" y="22039"/>
                  </a:cubicBezTo>
                  <a:cubicBezTo>
                    <a:pt x="65151" y="23456"/>
                    <a:pt x="63615" y="24754"/>
                    <a:pt x="62032" y="26028"/>
                  </a:cubicBezTo>
                  <a:lnTo>
                    <a:pt x="62020" y="26028"/>
                  </a:lnTo>
                  <a:cubicBezTo>
                    <a:pt x="56448" y="30504"/>
                    <a:pt x="50745" y="34767"/>
                    <a:pt x="44530" y="38243"/>
                  </a:cubicBezTo>
                  <a:cubicBezTo>
                    <a:pt x="43232" y="38970"/>
                    <a:pt x="41922" y="39660"/>
                    <a:pt x="40577" y="40303"/>
                  </a:cubicBezTo>
                  <a:cubicBezTo>
                    <a:pt x="38660" y="41232"/>
                    <a:pt x="37872" y="41708"/>
                    <a:pt x="37092" y="41708"/>
                  </a:cubicBezTo>
                  <a:cubicBezTo>
                    <a:pt x="36303" y="41708"/>
                    <a:pt x="35522" y="41220"/>
                    <a:pt x="33588" y="40220"/>
                  </a:cubicBezTo>
                  <a:cubicBezTo>
                    <a:pt x="26325" y="36469"/>
                    <a:pt x="19848" y="31564"/>
                    <a:pt x="13633" y="26290"/>
                  </a:cubicBezTo>
                  <a:cubicBezTo>
                    <a:pt x="13240" y="25956"/>
                    <a:pt x="12847" y="25623"/>
                    <a:pt x="12454" y="25290"/>
                  </a:cubicBezTo>
                  <a:cubicBezTo>
                    <a:pt x="10228" y="23420"/>
                    <a:pt x="8001" y="21539"/>
                    <a:pt x="6227" y="19194"/>
                  </a:cubicBezTo>
                  <a:cubicBezTo>
                    <a:pt x="4025" y="16265"/>
                    <a:pt x="2120" y="13169"/>
                    <a:pt x="1417" y="9514"/>
                  </a:cubicBezTo>
                  <a:cubicBezTo>
                    <a:pt x="988" y="7228"/>
                    <a:pt x="727" y="4894"/>
                    <a:pt x="393" y="259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2"/>
            <p:cNvSpPr/>
            <p:nvPr/>
          </p:nvSpPr>
          <p:spPr>
            <a:xfrm>
              <a:off x="4732425" y="3240400"/>
              <a:ext cx="22950" cy="50625"/>
            </a:xfrm>
            <a:custGeom>
              <a:rect b="b" l="l" r="r" t="t"/>
              <a:pathLst>
                <a:path extrusionOk="0" h="2025" w="918">
                  <a:moveTo>
                    <a:pt x="917" y="1"/>
                  </a:moveTo>
                  <a:cubicBezTo>
                    <a:pt x="727" y="656"/>
                    <a:pt x="465" y="1275"/>
                    <a:pt x="12" y="1846"/>
                  </a:cubicBezTo>
                  <a:cubicBezTo>
                    <a:pt x="0" y="1870"/>
                    <a:pt x="36" y="1930"/>
                    <a:pt x="72" y="2025"/>
                  </a:cubicBezTo>
                  <a:cubicBezTo>
                    <a:pt x="358" y="1668"/>
                    <a:pt x="643" y="1311"/>
                    <a:pt x="917" y="965"/>
                  </a:cubicBezTo>
                  <a:lnTo>
                    <a:pt x="917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2"/>
            <p:cNvSpPr/>
            <p:nvPr/>
          </p:nvSpPr>
          <p:spPr>
            <a:xfrm>
              <a:off x="2911075" y="2794225"/>
              <a:ext cx="435200" cy="258400"/>
            </a:xfrm>
            <a:custGeom>
              <a:rect b="b" l="l" r="r" t="t"/>
              <a:pathLst>
                <a:path extrusionOk="0" h="10336" w="17408">
                  <a:moveTo>
                    <a:pt x="0" y="0"/>
                  </a:moveTo>
                  <a:lnTo>
                    <a:pt x="0" y="2036"/>
                  </a:lnTo>
                  <a:cubicBezTo>
                    <a:pt x="1560" y="3370"/>
                    <a:pt x="3096" y="4680"/>
                    <a:pt x="4632" y="5989"/>
                  </a:cubicBezTo>
                  <a:cubicBezTo>
                    <a:pt x="4679" y="5930"/>
                    <a:pt x="4727" y="5870"/>
                    <a:pt x="4775" y="5823"/>
                  </a:cubicBezTo>
                  <a:cubicBezTo>
                    <a:pt x="4334" y="5394"/>
                    <a:pt x="3882" y="4977"/>
                    <a:pt x="3441" y="4549"/>
                  </a:cubicBezTo>
                  <a:cubicBezTo>
                    <a:pt x="3465" y="4501"/>
                    <a:pt x="3501" y="4441"/>
                    <a:pt x="3536" y="4382"/>
                  </a:cubicBezTo>
                  <a:cubicBezTo>
                    <a:pt x="3560" y="4346"/>
                    <a:pt x="3572" y="4299"/>
                    <a:pt x="3596" y="4263"/>
                  </a:cubicBezTo>
                  <a:cubicBezTo>
                    <a:pt x="3822" y="4477"/>
                    <a:pt x="4048" y="4691"/>
                    <a:pt x="4286" y="4906"/>
                  </a:cubicBezTo>
                  <a:cubicBezTo>
                    <a:pt x="8013" y="8287"/>
                    <a:pt x="12418" y="10061"/>
                    <a:pt x="17407" y="10335"/>
                  </a:cubicBezTo>
                  <a:cubicBezTo>
                    <a:pt x="16419" y="10049"/>
                    <a:pt x="15383" y="9775"/>
                    <a:pt x="14347" y="9466"/>
                  </a:cubicBezTo>
                  <a:cubicBezTo>
                    <a:pt x="13895" y="9335"/>
                    <a:pt x="13454" y="9192"/>
                    <a:pt x="13014" y="9049"/>
                  </a:cubicBezTo>
                  <a:cubicBezTo>
                    <a:pt x="11085" y="8394"/>
                    <a:pt x="9251" y="7549"/>
                    <a:pt x="7644" y="6239"/>
                  </a:cubicBezTo>
                  <a:cubicBezTo>
                    <a:pt x="5096" y="4168"/>
                    <a:pt x="2548" y="208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2"/>
            <p:cNvSpPr/>
            <p:nvPr/>
          </p:nvSpPr>
          <p:spPr>
            <a:xfrm>
              <a:off x="2911075" y="1969125"/>
              <a:ext cx="6275" cy="17000"/>
            </a:xfrm>
            <a:custGeom>
              <a:rect b="b" l="l" r="r" t="t"/>
              <a:pathLst>
                <a:path extrusionOk="0" h="680" w="251">
                  <a:moveTo>
                    <a:pt x="250" y="0"/>
                  </a:moveTo>
                  <a:cubicBezTo>
                    <a:pt x="167" y="179"/>
                    <a:pt x="83" y="369"/>
                    <a:pt x="0" y="548"/>
                  </a:cubicBezTo>
                  <a:lnTo>
                    <a:pt x="0" y="679"/>
                  </a:lnTo>
                  <a:cubicBezTo>
                    <a:pt x="83" y="453"/>
                    <a:pt x="167" y="227"/>
                    <a:pt x="25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2"/>
            <p:cNvSpPr/>
            <p:nvPr/>
          </p:nvSpPr>
          <p:spPr>
            <a:xfrm>
              <a:off x="2910775" y="1768200"/>
              <a:ext cx="1332925" cy="1377275"/>
            </a:xfrm>
            <a:custGeom>
              <a:rect b="b" l="l" r="r" t="t"/>
              <a:pathLst>
                <a:path extrusionOk="0" h="55091" w="53317">
                  <a:moveTo>
                    <a:pt x="11895" y="6001"/>
                  </a:moveTo>
                  <a:lnTo>
                    <a:pt x="11895" y="6001"/>
                  </a:lnTo>
                  <a:cubicBezTo>
                    <a:pt x="9204" y="9835"/>
                    <a:pt x="6513" y="13681"/>
                    <a:pt x="3822" y="17515"/>
                  </a:cubicBezTo>
                  <a:cubicBezTo>
                    <a:pt x="3775" y="17491"/>
                    <a:pt x="3727" y="17467"/>
                    <a:pt x="3679" y="17443"/>
                  </a:cubicBezTo>
                  <a:cubicBezTo>
                    <a:pt x="3965" y="16777"/>
                    <a:pt x="4251" y="16110"/>
                    <a:pt x="4525" y="15443"/>
                  </a:cubicBezTo>
                  <a:lnTo>
                    <a:pt x="4525" y="15443"/>
                  </a:lnTo>
                  <a:cubicBezTo>
                    <a:pt x="3870" y="16479"/>
                    <a:pt x="3215" y="17527"/>
                    <a:pt x="2560" y="18562"/>
                  </a:cubicBezTo>
                  <a:cubicBezTo>
                    <a:pt x="2774" y="17027"/>
                    <a:pt x="3679" y="15884"/>
                    <a:pt x="4691" y="14812"/>
                  </a:cubicBezTo>
                  <a:cubicBezTo>
                    <a:pt x="6692" y="12276"/>
                    <a:pt x="8692" y="9740"/>
                    <a:pt x="10692" y="7216"/>
                  </a:cubicBezTo>
                  <a:cubicBezTo>
                    <a:pt x="11037" y="6763"/>
                    <a:pt x="11406" y="6335"/>
                    <a:pt x="11895" y="6001"/>
                  </a:cubicBezTo>
                  <a:close/>
                  <a:moveTo>
                    <a:pt x="7692" y="25373"/>
                  </a:moveTo>
                  <a:cubicBezTo>
                    <a:pt x="7763" y="25409"/>
                    <a:pt x="7835" y="25444"/>
                    <a:pt x="7906" y="25480"/>
                  </a:cubicBezTo>
                  <a:cubicBezTo>
                    <a:pt x="7442" y="26468"/>
                    <a:pt x="6977" y="27468"/>
                    <a:pt x="6513" y="28457"/>
                  </a:cubicBezTo>
                  <a:cubicBezTo>
                    <a:pt x="6406" y="28397"/>
                    <a:pt x="6287" y="28337"/>
                    <a:pt x="6180" y="28278"/>
                  </a:cubicBezTo>
                  <a:cubicBezTo>
                    <a:pt x="6680" y="27302"/>
                    <a:pt x="7192" y="26337"/>
                    <a:pt x="7692" y="25373"/>
                  </a:cubicBezTo>
                  <a:close/>
                  <a:moveTo>
                    <a:pt x="23622" y="17265"/>
                  </a:moveTo>
                  <a:lnTo>
                    <a:pt x="23872" y="17431"/>
                  </a:lnTo>
                  <a:cubicBezTo>
                    <a:pt x="23729" y="17753"/>
                    <a:pt x="23610" y="18086"/>
                    <a:pt x="23456" y="18384"/>
                  </a:cubicBezTo>
                  <a:cubicBezTo>
                    <a:pt x="21479" y="22111"/>
                    <a:pt x="19491" y="25837"/>
                    <a:pt x="17526" y="29564"/>
                  </a:cubicBezTo>
                  <a:cubicBezTo>
                    <a:pt x="17404" y="29809"/>
                    <a:pt x="17276" y="29908"/>
                    <a:pt x="17085" y="29908"/>
                  </a:cubicBezTo>
                  <a:cubicBezTo>
                    <a:pt x="16997" y="29908"/>
                    <a:pt x="16896" y="29887"/>
                    <a:pt x="16776" y="29850"/>
                  </a:cubicBezTo>
                  <a:cubicBezTo>
                    <a:pt x="15645" y="29469"/>
                    <a:pt x="14502" y="29135"/>
                    <a:pt x="13216" y="28742"/>
                  </a:cubicBezTo>
                  <a:cubicBezTo>
                    <a:pt x="17300" y="25373"/>
                    <a:pt x="20634" y="21491"/>
                    <a:pt x="23622" y="17265"/>
                  </a:cubicBezTo>
                  <a:close/>
                  <a:moveTo>
                    <a:pt x="29766" y="19301"/>
                  </a:moveTo>
                  <a:lnTo>
                    <a:pt x="29766" y="19301"/>
                  </a:lnTo>
                  <a:cubicBezTo>
                    <a:pt x="28289" y="23706"/>
                    <a:pt x="26813" y="28111"/>
                    <a:pt x="25313" y="32588"/>
                  </a:cubicBezTo>
                  <a:cubicBezTo>
                    <a:pt x="23610" y="32052"/>
                    <a:pt x="21884" y="31505"/>
                    <a:pt x="19955" y="30897"/>
                  </a:cubicBezTo>
                  <a:cubicBezTo>
                    <a:pt x="24015" y="27516"/>
                    <a:pt x="26920" y="23456"/>
                    <a:pt x="29766" y="19301"/>
                  </a:cubicBezTo>
                  <a:close/>
                  <a:moveTo>
                    <a:pt x="10388" y="31141"/>
                  </a:moveTo>
                  <a:cubicBezTo>
                    <a:pt x="10419" y="31141"/>
                    <a:pt x="10449" y="31143"/>
                    <a:pt x="10478" y="31147"/>
                  </a:cubicBezTo>
                  <a:cubicBezTo>
                    <a:pt x="12335" y="31421"/>
                    <a:pt x="14181" y="31719"/>
                    <a:pt x="16074" y="32017"/>
                  </a:cubicBezTo>
                  <a:cubicBezTo>
                    <a:pt x="15723" y="32806"/>
                    <a:pt x="15281" y="33253"/>
                    <a:pt x="14487" y="33253"/>
                  </a:cubicBezTo>
                  <a:cubicBezTo>
                    <a:pt x="14419" y="33253"/>
                    <a:pt x="14349" y="33249"/>
                    <a:pt x="14276" y="33243"/>
                  </a:cubicBezTo>
                  <a:cubicBezTo>
                    <a:pt x="14172" y="33232"/>
                    <a:pt x="14068" y="33227"/>
                    <a:pt x="13963" y="33227"/>
                  </a:cubicBezTo>
                  <a:cubicBezTo>
                    <a:pt x="13516" y="33227"/>
                    <a:pt x="13063" y="33316"/>
                    <a:pt x="12609" y="33374"/>
                  </a:cubicBezTo>
                  <a:cubicBezTo>
                    <a:pt x="10382" y="33624"/>
                    <a:pt x="8156" y="33898"/>
                    <a:pt x="5930" y="34160"/>
                  </a:cubicBezTo>
                  <a:cubicBezTo>
                    <a:pt x="5918" y="34064"/>
                    <a:pt x="5906" y="33981"/>
                    <a:pt x="5894" y="33898"/>
                  </a:cubicBezTo>
                  <a:cubicBezTo>
                    <a:pt x="7251" y="33017"/>
                    <a:pt x="8597" y="32136"/>
                    <a:pt x="9954" y="31266"/>
                  </a:cubicBezTo>
                  <a:cubicBezTo>
                    <a:pt x="10072" y="31188"/>
                    <a:pt x="10240" y="31141"/>
                    <a:pt x="10388" y="31141"/>
                  </a:cubicBezTo>
                  <a:close/>
                  <a:moveTo>
                    <a:pt x="3941" y="30302"/>
                  </a:moveTo>
                  <a:lnTo>
                    <a:pt x="3941" y="30302"/>
                  </a:lnTo>
                  <a:cubicBezTo>
                    <a:pt x="3048" y="32064"/>
                    <a:pt x="1703" y="33410"/>
                    <a:pt x="60" y="34469"/>
                  </a:cubicBezTo>
                  <a:cubicBezTo>
                    <a:pt x="1358" y="33076"/>
                    <a:pt x="2643" y="31695"/>
                    <a:pt x="3941" y="30302"/>
                  </a:cubicBezTo>
                  <a:close/>
                  <a:moveTo>
                    <a:pt x="5215" y="30278"/>
                  </a:moveTo>
                  <a:cubicBezTo>
                    <a:pt x="5322" y="30385"/>
                    <a:pt x="5429" y="30493"/>
                    <a:pt x="5537" y="30600"/>
                  </a:cubicBezTo>
                  <a:cubicBezTo>
                    <a:pt x="4870" y="31612"/>
                    <a:pt x="4191" y="32612"/>
                    <a:pt x="3536" y="33624"/>
                  </a:cubicBezTo>
                  <a:cubicBezTo>
                    <a:pt x="2917" y="34576"/>
                    <a:pt x="1977" y="34541"/>
                    <a:pt x="905" y="34600"/>
                  </a:cubicBezTo>
                  <a:cubicBezTo>
                    <a:pt x="1774" y="33850"/>
                    <a:pt x="2560" y="33183"/>
                    <a:pt x="3310" y="32517"/>
                  </a:cubicBezTo>
                  <a:cubicBezTo>
                    <a:pt x="4048" y="31862"/>
                    <a:pt x="4453" y="30897"/>
                    <a:pt x="5215" y="30278"/>
                  </a:cubicBezTo>
                  <a:close/>
                  <a:moveTo>
                    <a:pt x="4927" y="34671"/>
                  </a:moveTo>
                  <a:cubicBezTo>
                    <a:pt x="4936" y="34671"/>
                    <a:pt x="4944" y="34671"/>
                    <a:pt x="4953" y="34672"/>
                  </a:cubicBezTo>
                  <a:cubicBezTo>
                    <a:pt x="7775" y="34707"/>
                    <a:pt x="10597" y="34814"/>
                    <a:pt x="13419" y="34910"/>
                  </a:cubicBezTo>
                  <a:cubicBezTo>
                    <a:pt x="13514" y="34910"/>
                    <a:pt x="13597" y="34969"/>
                    <a:pt x="13740" y="35017"/>
                  </a:cubicBezTo>
                  <a:cubicBezTo>
                    <a:pt x="13365" y="35602"/>
                    <a:pt x="12968" y="35952"/>
                    <a:pt x="12276" y="35952"/>
                  </a:cubicBezTo>
                  <a:cubicBezTo>
                    <a:pt x="12222" y="35952"/>
                    <a:pt x="12167" y="35950"/>
                    <a:pt x="12109" y="35946"/>
                  </a:cubicBezTo>
                  <a:cubicBezTo>
                    <a:pt x="11478" y="35892"/>
                    <a:pt x="10841" y="35889"/>
                    <a:pt x="10202" y="35889"/>
                  </a:cubicBezTo>
                  <a:cubicBezTo>
                    <a:pt x="10123" y="35889"/>
                    <a:pt x="10043" y="35889"/>
                    <a:pt x="9963" y="35889"/>
                  </a:cubicBezTo>
                  <a:cubicBezTo>
                    <a:pt x="9404" y="35889"/>
                    <a:pt x="8844" y="35887"/>
                    <a:pt x="8287" y="35850"/>
                  </a:cubicBezTo>
                  <a:cubicBezTo>
                    <a:pt x="6739" y="35755"/>
                    <a:pt x="5191" y="35576"/>
                    <a:pt x="3644" y="35434"/>
                  </a:cubicBezTo>
                  <a:cubicBezTo>
                    <a:pt x="3620" y="35326"/>
                    <a:pt x="3608" y="35219"/>
                    <a:pt x="3584" y="35112"/>
                  </a:cubicBezTo>
                  <a:cubicBezTo>
                    <a:pt x="4028" y="34960"/>
                    <a:pt x="4483" y="34671"/>
                    <a:pt x="4927" y="34671"/>
                  </a:cubicBezTo>
                  <a:close/>
                  <a:moveTo>
                    <a:pt x="18062" y="32564"/>
                  </a:moveTo>
                  <a:lnTo>
                    <a:pt x="18062" y="32564"/>
                  </a:lnTo>
                  <a:cubicBezTo>
                    <a:pt x="18002" y="32802"/>
                    <a:pt x="17979" y="32898"/>
                    <a:pt x="17955" y="33005"/>
                  </a:cubicBezTo>
                  <a:cubicBezTo>
                    <a:pt x="18002" y="32993"/>
                    <a:pt x="18062" y="33005"/>
                    <a:pt x="18074" y="32981"/>
                  </a:cubicBezTo>
                  <a:cubicBezTo>
                    <a:pt x="18273" y="32696"/>
                    <a:pt x="18509" y="32574"/>
                    <a:pt x="18806" y="32574"/>
                  </a:cubicBezTo>
                  <a:cubicBezTo>
                    <a:pt x="18918" y="32574"/>
                    <a:pt x="19039" y="32591"/>
                    <a:pt x="19169" y="32624"/>
                  </a:cubicBezTo>
                  <a:cubicBezTo>
                    <a:pt x="21086" y="33100"/>
                    <a:pt x="23003" y="33529"/>
                    <a:pt x="25039" y="34005"/>
                  </a:cubicBezTo>
                  <a:cubicBezTo>
                    <a:pt x="24646" y="34993"/>
                    <a:pt x="24301" y="35838"/>
                    <a:pt x="23920" y="36815"/>
                  </a:cubicBezTo>
                  <a:cubicBezTo>
                    <a:pt x="21586" y="35672"/>
                    <a:pt x="19348" y="34553"/>
                    <a:pt x="16990" y="33386"/>
                  </a:cubicBezTo>
                  <a:cubicBezTo>
                    <a:pt x="17324" y="33136"/>
                    <a:pt x="17645" y="32886"/>
                    <a:pt x="18062" y="32564"/>
                  </a:cubicBezTo>
                  <a:close/>
                  <a:moveTo>
                    <a:pt x="15131" y="35198"/>
                  </a:moveTo>
                  <a:cubicBezTo>
                    <a:pt x="15259" y="35198"/>
                    <a:pt x="15388" y="35213"/>
                    <a:pt x="15514" y="35243"/>
                  </a:cubicBezTo>
                  <a:cubicBezTo>
                    <a:pt x="18074" y="35886"/>
                    <a:pt x="20622" y="36612"/>
                    <a:pt x="23170" y="37315"/>
                  </a:cubicBezTo>
                  <a:cubicBezTo>
                    <a:pt x="23634" y="37446"/>
                    <a:pt x="23682" y="37696"/>
                    <a:pt x="23301" y="38112"/>
                  </a:cubicBezTo>
                  <a:cubicBezTo>
                    <a:pt x="20336" y="36529"/>
                    <a:pt x="17110" y="36303"/>
                    <a:pt x="13835" y="35993"/>
                  </a:cubicBezTo>
                  <a:cubicBezTo>
                    <a:pt x="14156" y="35427"/>
                    <a:pt x="14641" y="35198"/>
                    <a:pt x="15131" y="35198"/>
                  </a:cubicBezTo>
                  <a:close/>
                  <a:moveTo>
                    <a:pt x="12990" y="39851"/>
                  </a:moveTo>
                  <a:cubicBezTo>
                    <a:pt x="13811" y="39863"/>
                    <a:pt x="14431" y="40577"/>
                    <a:pt x="14431" y="41530"/>
                  </a:cubicBezTo>
                  <a:cubicBezTo>
                    <a:pt x="14431" y="42454"/>
                    <a:pt x="13809" y="43138"/>
                    <a:pt x="12973" y="43138"/>
                  </a:cubicBezTo>
                  <a:cubicBezTo>
                    <a:pt x="12959" y="43138"/>
                    <a:pt x="12945" y="43137"/>
                    <a:pt x="12930" y="43137"/>
                  </a:cubicBezTo>
                  <a:cubicBezTo>
                    <a:pt x="12097" y="43113"/>
                    <a:pt x="11418" y="42446"/>
                    <a:pt x="11395" y="41613"/>
                  </a:cubicBezTo>
                  <a:cubicBezTo>
                    <a:pt x="11383" y="40720"/>
                    <a:pt x="12157" y="39851"/>
                    <a:pt x="12990" y="39851"/>
                  </a:cubicBezTo>
                  <a:close/>
                  <a:moveTo>
                    <a:pt x="37088" y="16336"/>
                  </a:moveTo>
                  <a:cubicBezTo>
                    <a:pt x="37172" y="16360"/>
                    <a:pt x="37255" y="16372"/>
                    <a:pt x="37326" y="16396"/>
                  </a:cubicBezTo>
                  <a:cubicBezTo>
                    <a:pt x="37124" y="17550"/>
                    <a:pt x="36922" y="18693"/>
                    <a:pt x="36719" y="19848"/>
                  </a:cubicBezTo>
                  <a:cubicBezTo>
                    <a:pt x="35386" y="27718"/>
                    <a:pt x="32909" y="35267"/>
                    <a:pt x="30111" y="42708"/>
                  </a:cubicBezTo>
                  <a:cubicBezTo>
                    <a:pt x="30040" y="42887"/>
                    <a:pt x="29956" y="43065"/>
                    <a:pt x="29861" y="43256"/>
                  </a:cubicBezTo>
                  <a:cubicBezTo>
                    <a:pt x="29861" y="43280"/>
                    <a:pt x="29849" y="43292"/>
                    <a:pt x="29849" y="43304"/>
                  </a:cubicBezTo>
                  <a:cubicBezTo>
                    <a:pt x="29694" y="43173"/>
                    <a:pt x="29540" y="43042"/>
                    <a:pt x="29397" y="42899"/>
                  </a:cubicBezTo>
                  <a:cubicBezTo>
                    <a:pt x="27980" y="41637"/>
                    <a:pt x="26575" y="40387"/>
                    <a:pt x="25051" y="39017"/>
                  </a:cubicBezTo>
                  <a:cubicBezTo>
                    <a:pt x="25480" y="38803"/>
                    <a:pt x="25837" y="38482"/>
                    <a:pt x="26194" y="38482"/>
                  </a:cubicBezTo>
                  <a:cubicBezTo>
                    <a:pt x="26599" y="38482"/>
                    <a:pt x="27016" y="38755"/>
                    <a:pt x="27432" y="38922"/>
                  </a:cubicBezTo>
                  <a:cubicBezTo>
                    <a:pt x="27468" y="38851"/>
                    <a:pt x="27516" y="38779"/>
                    <a:pt x="27563" y="38720"/>
                  </a:cubicBezTo>
                  <a:cubicBezTo>
                    <a:pt x="27182" y="38458"/>
                    <a:pt x="26813" y="38184"/>
                    <a:pt x="26444" y="37934"/>
                  </a:cubicBezTo>
                  <a:cubicBezTo>
                    <a:pt x="31373" y="31421"/>
                    <a:pt x="34802" y="24158"/>
                    <a:pt x="37088" y="16336"/>
                  </a:cubicBezTo>
                  <a:close/>
                  <a:moveTo>
                    <a:pt x="20906" y="45399"/>
                  </a:moveTo>
                  <a:cubicBezTo>
                    <a:pt x="20988" y="45399"/>
                    <a:pt x="21068" y="45414"/>
                    <a:pt x="21134" y="45447"/>
                  </a:cubicBezTo>
                  <a:cubicBezTo>
                    <a:pt x="21217" y="45482"/>
                    <a:pt x="21253" y="45721"/>
                    <a:pt x="21241" y="45852"/>
                  </a:cubicBezTo>
                  <a:cubicBezTo>
                    <a:pt x="21110" y="46947"/>
                    <a:pt x="20122" y="47995"/>
                    <a:pt x="19038" y="48221"/>
                  </a:cubicBezTo>
                  <a:cubicBezTo>
                    <a:pt x="18929" y="48244"/>
                    <a:pt x="18820" y="48255"/>
                    <a:pt x="18713" y="48255"/>
                  </a:cubicBezTo>
                  <a:cubicBezTo>
                    <a:pt x="18045" y="48255"/>
                    <a:pt x="17435" y="47832"/>
                    <a:pt x="17240" y="47268"/>
                  </a:cubicBezTo>
                  <a:cubicBezTo>
                    <a:pt x="18383" y="46661"/>
                    <a:pt x="19503" y="46054"/>
                    <a:pt x="20634" y="45459"/>
                  </a:cubicBezTo>
                  <a:cubicBezTo>
                    <a:pt x="20711" y="45420"/>
                    <a:pt x="20809" y="45399"/>
                    <a:pt x="20906" y="45399"/>
                  </a:cubicBezTo>
                  <a:close/>
                  <a:moveTo>
                    <a:pt x="40958" y="1"/>
                  </a:moveTo>
                  <a:cubicBezTo>
                    <a:pt x="40660" y="1239"/>
                    <a:pt x="40362" y="2489"/>
                    <a:pt x="40065" y="3727"/>
                  </a:cubicBezTo>
                  <a:cubicBezTo>
                    <a:pt x="39350" y="6752"/>
                    <a:pt x="38576" y="9764"/>
                    <a:pt x="37445" y="12728"/>
                  </a:cubicBezTo>
                  <a:cubicBezTo>
                    <a:pt x="37362" y="12502"/>
                    <a:pt x="37326" y="12395"/>
                    <a:pt x="37279" y="12288"/>
                  </a:cubicBezTo>
                  <a:cubicBezTo>
                    <a:pt x="37124" y="12550"/>
                    <a:pt x="36969" y="12812"/>
                    <a:pt x="36826" y="13074"/>
                  </a:cubicBezTo>
                  <a:cubicBezTo>
                    <a:pt x="36933" y="12514"/>
                    <a:pt x="37052" y="11955"/>
                    <a:pt x="37160" y="11383"/>
                  </a:cubicBezTo>
                  <a:cubicBezTo>
                    <a:pt x="37398" y="10240"/>
                    <a:pt x="37624" y="9085"/>
                    <a:pt x="37850" y="7942"/>
                  </a:cubicBezTo>
                  <a:cubicBezTo>
                    <a:pt x="37814" y="7918"/>
                    <a:pt x="37767" y="7906"/>
                    <a:pt x="37731" y="7895"/>
                  </a:cubicBezTo>
                  <a:cubicBezTo>
                    <a:pt x="37588" y="8145"/>
                    <a:pt x="37457" y="8383"/>
                    <a:pt x="37314" y="8633"/>
                  </a:cubicBezTo>
                  <a:cubicBezTo>
                    <a:pt x="37267" y="8609"/>
                    <a:pt x="37231" y="8597"/>
                    <a:pt x="37183" y="8585"/>
                  </a:cubicBezTo>
                  <a:cubicBezTo>
                    <a:pt x="37517" y="7561"/>
                    <a:pt x="37850" y="6549"/>
                    <a:pt x="38184" y="5525"/>
                  </a:cubicBezTo>
                  <a:lnTo>
                    <a:pt x="38112" y="5513"/>
                  </a:lnTo>
                  <a:cubicBezTo>
                    <a:pt x="37445" y="6835"/>
                    <a:pt x="36779" y="8145"/>
                    <a:pt x="36112" y="9466"/>
                  </a:cubicBezTo>
                  <a:cubicBezTo>
                    <a:pt x="36064" y="9430"/>
                    <a:pt x="36017" y="9407"/>
                    <a:pt x="35957" y="9383"/>
                  </a:cubicBezTo>
                  <a:cubicBezTo>
                    <a:pt x="37207" y="6323"/>
                    <a:pt x="38446" y="3275"/>
                    <a:pt x="39696" y="215"/>
                  </a:cubicBezTo>
                  <a:cubicBezTo>
                    <a:pt x="39624" y="191"/>
                    <a:pt x="39565" y="167"/>
                    <a:pt x="39493" y="144"/>
                  </a:cubicBezTo>
                  <a:cubicBezTo>
                    <a:pt x="39017" y="810"/>
                    <a:pt x="39077" y="1834"/>
                    <a:pt x="38148" y="2227"/>
                  </a:cubicBezTo>
                  <a:cubicBezTo>
                    <a:pt x="37957" y="2584"/>
                    <a:pt x="37767" y="2942"/>
                    <a:pt x="37564" y="3299"/>
                  </a:cubicBezTo>
                  <a:cubicBezTo>
                    <a:pt x="35909" y="6299"/>
                    <a:pt x="34243" y="9299"/>
                    <a:pt x="32885" y="12466"/>
                  </a:cubicBezTo>
                  <a:cubicBezTo>
                    <a:pt x="32671" y="12967"/>
                    <a:pt x="32302" y="13419"/>
                    <a:pt x="31957" y="13848"/>
                  </a:cubicBezTo>
                  <a:cubicBezTo>
                    <a:pt x="31599" y="14312"/>
                    <a:pt x="31147" y="14717"/>
                    <a:pt x="30778" y="15181"/>
                  </a:cubicBezTo>
                  <a:cubicBezTo>
                    <a:pt x="30087" y="16062"/>
                    <a:pt x="29421" y="16967"/>
                    <a:pt x="28730" y="17872"/>
                  </a:cubicBezTo>
                  <a:cubicBezTo>
                    <a:pt x="28659" y="17812"/>
                    <a:pt x="28575" y="17765"/>
                    <a:pt x="28492" y="17717"/>
                  </a:cubicBezTo>
                  <a:cubicBezTo>
                    <a:pt x="28825" y="17134"/>
                    <a:pt x="29159" y="16538"/>
                    <a:pt x="29492" y="15955"/>
                  </a:cubicBezTo>
                  <a:cubicBezTo>
                    <a:pt x="29468" y="15931"/>
                    <a:pt x="29432" y="15919"/>
                    <a:pt x="29397" y="15895"/>
                  </a:cubicBezTo>
                  <a:cubicBezTo>
                    <a:pt x="28480" y="17050"/>
                    <a:pt x="27575" y="18205"/>
                    <a:pt x="26658" y="19360"/>
                  </a:cubicBezTo>
                  <a:cubicBezTo>
                    <a:pt x="26623" y="19336"/>
                    <a:pt x="26587" y="19301"/>
                    <a:pt x="26551" y="19277"/>
                  </a:cubicBezTo>
                  <a:cubicBezTo>
                    <a:pt x="27075" y="18265"/>
                    <a:pt x="27611" y="17241"/>
                    <a:pt x="28135" y="16217"/>
                  </a:cubicBezTo>
                  <a:cubicBezTo>
                    <a:pt x="28087" y="16205"/>
                    <a:pt x="28051" y="16181"/>
                    <a:pt x="28004" y="16157"/>
                  </a:cubicBezTo>
                  <a:cubicBezTo>
                    <a:pt x="26920" y="17836"/>
                    <a:pt x="25837" y="19527"/>
                    <a:pt x="24765" y="21206"/>
                  </a:cubicBezTo>
                  <a:cubicBezTo>
                    <a:pt x="24682" y="21158"/>
                    <a:pt x="24599" y="21110"/>
                    <a:pt x="24515" y="21075"/>
                  </a:cubicBezTo>
                  <a:cubicBezTo>
                    <a:pt x="25241" y="19527"/>
                    <a:pt x="25968" y="17991"/>
                    <a:pt x="26694" y="16443"/>
                  </a:cubicBezTo>
                  <a:cubicBezTo>
                    <a:pt x="26646" y="16431"/>
                    <a:pt x="26611" y="16407"/>
                    <a:pt x="26563" y="16396"/>
                  </a:cubicBezTo>
                  <a:cubicBezTo>
                    <a:pt x="26325" y="16812"/>
                    <a:pt x="26087" y="17229"/>
                    <a:pt x="25837" y="17646"/>
                  </a:cubicBezTo>
                  <a:cubicBezTo>
                    <a:pt x="27004" y="14217"/>
                    <a:pt x="28099" y="10776"/>
                    <a:pt x="30266" y="7823"/>
                  </a:cubicBezTo>
                  <a:lnTo>
                    <a:pt x="30266" y="7823"/>
                  </a:lnTo>
                  <a:cubicBezTo>
                    <a:pt x="30064" y="8002"/>
                    <a:pt x="29861" y="8192"/>
                    <a:pt x="29659" y="8383"/>
                  </a:cubicBezTo>
                  <a:cubicBezTo>
                    <a:pt x="29623" y="8371"/>
                    <a:pt x="29599" y="8347"/>
                    <a:pt x="29563" y="8323"/>
                  </a:cubicBezTo>
                  <a:cubicBezTo>
                    <a:pt x="29647" y="8156"/>
                    <a:pt x="29718" y="7978"/>
                    <a:pt x="29802" y="7799"/>
                  </a:cubicBezTo>
                  <a:lnTo>
                    <a:pt x="29802" y="7799"/>
                  </a:lnTo>
                  <a:cubicBezTo>
                    <a:pt x="29611" y="7859"/>
                    <a:pt x="29444" y="7930"/>
                    <a:pt x="29290" y="8025"/>
                  </a:cubicBezTo>
                  <a:cubicBezTo>
                    <a:pt x="29147" y="8109"/>
                    <a:pt x="29028" y="8216"/>
                    <a:pt x="28909" y="8335"/>
                  </a:cubicBezTo>
                  <a:cubicBezTo>
                    <a:pt x="27516" y="9823"/>
                    <a:pt x="26134" y="11323"/>
                    <a:pt x="24753" y="12824"/>
                  </a:cubicBezTo>
                  <a:cubicBezTo>
                    <a:pt x="24706" y="12871"/>
                    <a:pt x="24622" y="12883"/>
                    <a:pt x="24479" y="12943"/>
                  </a:cubicBezTo>
                  <a:cubicBezTo>
                    <a:pt x="24599" y="12740"/>
                    <a:pt x="24670" y="12597"/>
                    <a:pt x="24741" y="12455"/>
                  </a:cubicBezTo>
                  <a:cubicBezTo>
                    <a:pt x="24730" y="12443"/>
                    <a:pt x="24706" y="12431"/>
                    <a:pt x="24694" y="12407"/>
                  </a:cubicBezTo>
                  <a:cubicBezTo>
                    <a:pt x="24658" y="12383"/>
                    <a:pt x="24622" y="12347"/>
                    <a:pt x="24587" y="12324"/>
                  </a:cubicBezTo>
                  <a:cubicBezTo>
                    <a:pt x="23420" y="13502"/>
                    <a:pt x="22289" y="14717"/>
                    <a:pt x="21098" y="15872"/>
                  </a:cubicBezTo>
                  <a:cubicBezTo>
                    <a:pt x="20519" y="16451"/>
                    <a:pt x="20059" y="17247"/>
                    <a:pt x="18933" y="17247"/>
                  </a:cubicBezTo>
                  <a:cubicBezTo>
                    <a:pt x="18878" y="17247"/>
                    <a:pt x="18822" y="17245"/>
                    <a:pt x="18764" y="17241"/>
                  </a:cubicBezTo>
                  <a:cubicBezTo>
                    <a:pt x="19836" y="15443"/>
                    <a:pt x="21384" y="14145"/>
                    <a:pt x="22503" y="12514"/>
                  </a:cubicBezTo>
                  <a:lnTo>
                    <a:pt x="22503" y="12514"/>
                  </a:lnTo>
                  <a:cubicBezTo>
                    <a:pt x="21122" y="13955"/>
                    <a:pt x="19729" y="15407"/>
                    <a:pt x="18348" y="16848"/>
                  </a:cubicBezTo>
                  <a:lnTo>
                    <a:pt x="18217" y="16741"/>
                  </a:lnTo>
                  <a:cubicBezTo>
                    <a:pt x="18919" y="15872"/>
                    <a:pt x="19610" y="15003"/>
                    <a:pt x="20312" y="14133"/>
                  </a:cubicBezTo>
                  <a:cubicBezTo>
                    <a:pt x="20265" y="14098"/>
                    <a:pt x="20217" y="14062"/>
                    <a:pt x="20181" y="14026"/>
                  </a:cubicBezTo>
                  <a:cubicBezTo>
                    <a:pt x="19455" y="14633"/>
                    <a:pt x="18729" y="15229"/>
                    <a:pt x="18002" y="15836"/>
                  </a:cubicBezTo>
                  <a:cubicBezTo>
                    <a:pt x="17979" y="15812"/>
                    <a:pt x="17955" y="15800"/>
                    <a:pt x="17931" y="15788"/>
                  </a:cubicBezTo>
                  <a:cubicBezTo>
                    <a:pt x="18181" y="15372"/>
                    <a:pt x="18443" y="14955"/>
                    <a:pt x="18705" y="14550"/>
                  </a:cubicBezTo>
                  <a:cubicBezTo>
                    <a:pt x="18669" y="14526"/>
                    <a:pt x="18634" y="14502"/>
                    <a:pt x="18598" y="14491"/>
                  </a:cubicBezTo>
                  <a:cubicBezTo>
                    <a:pt x="17514" y="15669"/>
                    <a:pt x="16443" y="16836"/>
                    <a:pt x="15359" y="18015"/>
                  </a:cubicBezTo>
                  <a:cubicBezTo>
                    <a:pt x="15300" y="17979"/>
                    <a:pt x="15240" y="17931"/>
                    <a:pt x="15181" y="17884"/>
                  </a:cubicBezTo>
                  <a:cubicBezTo>
                    <a:pt x="15597" y="16253"/>
                    <a:pt x="17098" y="15241"/>
                    <a:pt x="17633" y="13657"/>
                  </a:cubicBezTo>
                  <a:lnTo>
                    <a:pt x="17633" y="13657"/>
                  </a:lnTo>
                  <a:cubicBezTo>
                    <a:pt x="16907" y="14467"/>
                    <a:pt x="16181" y="15264"/>
                    <a:pt x="15455" y="16074"/>
                  </a:cubicBezTo>
                  <a:cubicBezTo>
                    <a:pt x="15407" y="16050"/>
                    <a:pt x="15359" y="16015"/>
                    <a:pt x="15312" y="15991"/>
                  </a:cubicBezTo>
                  <a:cubicBezTo>
                    <a:pt x="16288" y="14383"/>
                    <a:pt x="17252" y="12764"/>
                    <a:pt x="18217" y="11157"/>
                  </a:cubicBezTo>
                  <a:cubicBezTo>
                    <a:pt x="18181" y="11133"/>
                    <a:pt x="18133" y="11109"/>
                    <a:pt x="18086" y="11085"/>
                  </a:cubicBezTo>
                  <a:cubicBezTo>
                    <a:pt x="17288" y="12169"/>
                    <a:pt x="16490" y="13240"/>
                    <a:pt x="15681" y="14324"/>
                  </a:cubicBezTo>
                  <a:cubicBezTo>
                    <a:pt x="15645" y="14288"/>
                    <a:pt x="15597" y="14264"/>
                    <a:pt x="15550" y="14241"/>
                  </a:cubicBezTo>
                  <a:cubicBezTo>
                    <a:pt x="16431" y="12824"/>
                    <a:pt x="17312" y="11407"/>
                    <a:pt x="18181" y="9990"/>
                  </a:cubicBezTo>
                  <a:cubicBezTo>
                    <a:pt x="18169" y="9978"/>
                    <a:pt x="18145" y="9954"/>
                    <a:pt x="18133" y="9942"/>
                  </a:cubicBezTo>
                  <a:cubicBezTo>
                    <a:pt x="18074" y="9907"/>
                    <a:pt x="18014" y="9871"/>
                    <a:pt x="17955" y="9835"/>
                  </a:cubicBezTo>
                  <a:cubicBezTo>
                    <a:pt x="17681" y="10228"/>
                    <a:pt x="17395" y="10621"/>
                    <a:pt x="17110" y="11014"/>
                  </a:cubicBezTo>
                  <a:cubicBezTo>
                    <a:pt x="16062" y="12466"/>
                    <a:pt x="15014" y="13907"/>
                    <a:pt x="13978" y="15348"/>
                  </a:cubicBezTo>
                  <a:cubicBezTo>
                    <a:pt x="13954" y="15003"/>
                    <a:pt x="13990" y="14657"/>
                    <a:pt x="14109" y="14348"/>
                  </a:cubicBezTo>
                  <a:cubicBezTo>
                    <a:pt x="14169" y="14181"/>
                    <a:pt x="14252" y="14026"/>
                    <a:pt x="14347" y="13871"/>
                  </a:cubicBezTo>
                  <a:cubicBezTo>
                    <a:pt x="14645" y="13348"/>
                    <a:pt x="15050" y="12883"/>
                    <a:pt x="15300" y="12276"/>
                  </a:cubicBezTo>
                  <a:cubicBezTo>
                    <a:pt x="15943" y="10716"/>
                    <a:pt x="16931" y="9299"/>
                    <a:pt x="17776" y="7811"/>
                  </a:cubicBezTo>
                  <a:cubicBezTo>
                    <a:pt x="17860" y="7656"/>
                    <a:pt x="17919" y="7502"/>
                    <a:pt x="18002" y="7335"/>
                  </a:cubicBezTo>
                  <a:cubicBezTo>
                    <a:pt x="17919" y="7287"/>
                    <a:pt x="17836" y="7228"/>
                    <a:pt x="17752" y="7168"/>
                  </a:cubicBezTo>
                  <a:cubicBezTo>
                    <a:pt x="14252" y="11407"/>
                    <a:pt x="10954" y="15812"/>
                    <a:pt x="7632" y="20194"/>
                  </a:cubicBezTo>
                  <a:cubicBezTo>
                    <a:pt x="6965" y="21051"/>
                    <a:pt x="6311" y="21920"/>
                    <a:pt x="5656" y="22777"/>
                  </a:cubicBezTo>
                  <a:cubicBezTo>
                    <a:pt x="5870" y="22230"/>
                    <a:pt x="6096" y="21682"/>
                    <a:pt x="6334" y="21087"/>
                  </a:cubicBezTo>
                  <a:lnTo>
                    <a:pt x="6334" y="21087"/>
                  </a:lnTo>
                  <a:cubicBezTo>
                    <a:pt x="4787" y="23027"/>
                    <a:pt x="3298" y="24897"/>
                    <a:pt x="1798" y="26754"/>
                  </a:cubicBezTo>
                  <a:cubicBezTo>
                    <a:pt x="1703" y="26575"/>
                    <a:pt x="1739" y="26492"/>
                    <a:pt x="1786" y="26421"/>
                  </a:cubicBezTo>
                  <a:cubicBezTo>
                    <a:pt x="3298" y="24230"/>
                    <a:pt x="4810" y="22051"/>
                    <a:pt x="6299" y="19860"/>
                  </a:cubicBezTo>
                  <a:cubicBezTo>
                    <a:pt x="6906" y="18967"/>
                    <a:pt x="7442" y="18039"/>
                    <a:pt x="7977" y="17110"/>
                  </a:cubicBezTo>
                  <a:cubicBezTo>
                    <a:pt x="8323" y="16503"/>
                    <a:pt x="8585" y="15836"/>
                    <a:pt x="8954" y="15241"/>
                  </a:cubicBezTo>
                  <a:cubicBezTo>
                    <a:pt x="9394" y="14550"/>
                    <a:pt x="9930" y="13919"/>
                    <a:pt x="10382" y="13240"/>
                  </a:cubicBezTo>
                  <a:cubicBezTo>
                    <a:pt x="11645" y="11312"/>
                    <a:pt x="12942" y="9395"/>
                    <a:pt x="13561" y="7394"/>
                  </a:cubicBezTo>
                  <a:lnTo>
                    <a:pt x="13561" y="7394"/>
                  </a:lnTo>
                  <a:cubicBezTo>
                    <a:pt x="10335" y="10966"/>
                    <a:pt x="7168" y="14860"/>
                    <a:pt x="4691" y="19277"/>
                  </a:cubicBezTo>
                  <a:cubicBezTo>
                    <a:pt x="4620" y="19241"/>
                    <a:pt x="4548" y="19194"/>
                    <a:pt x="4489" y="19146"/>
                  </a:cubicBezTo>
                  <a:cubicBezTo>
                    <a:pt x="5037" y="18181"/>
                    <a:pt x="5584" y="17229"/>
                    <a:pt x="6132" y="16265"/>
                  </a:cubicBezTo>
                  <a:cubicBezTo>
                    <a:pt x="6084" y="16229"/>
                    <a:pt x="6037" y="16205"/>
                    <a:pt x="5989" y="16181"/>
                  </a:cubicBezTo>
                  <a:cubicBezTo>
                    <a:pt x="5072" y="17408"/>
                    <a:pt x="4156" y="18646"/>
                    <a:pt x="3239" y="19872"/>
                  </a:cubicBezTo>
                  <a:cubicBezTo>
                    <a:pt x="6608" y="13931"/>
                    <a:pt x="10775" y="8526"/>
                    <a:pt x="14133" y="2596"/>
                  </a:cubicBezTo>
                  <a:lnTo>
                    <a:pt x="14133" y="2596"/>
                  </a:lnTo>
                  <a:cubicBezTo>
                    <a:pt x="12037" y="4906"/>
                    <a:pt x="9930" y="7216"/>
                    <a:pt x="7823" y="9538"/>
                  </a:cubicBezTo>
                  <a:cubicBezTo>
                    <a:pt x="7799" y="9502"/>
                    <a:pt x="7763" y="9478"/>
                    <a:pt x="7727" y="9454"/>
                  </a:cubicBezTo>
                  <a:cubicBezTo>
                    <a:pt x="8204" y="8573"/>
                    <a:pt x="8680" y="7692"/>
                    <a:pt x="9239" y="6656"/>
                  </a:cubicBezTo>
                  <a:lnTo>
                    <a:pt x="9239" y="6656"/>
                  </a:lnTo>
                  <a:cubicBezTo>
                    <a:pt x="6084" y="10752"/>
                    <a:pt x="3036" y="14693"/>
                    <a:pt x="0" y="18634"/>
                  </a:cubicBezTo>
                  <a:lnTo>
                    <a:pt x="0" y="35065"/>
                  </a:lnTo>
                  <a:cubicBezTo>
                    <a:pt x="412" y="34903"/>
                    <a:pt x="856" y="34868"/>
                    <a:pt x="1306" y="34868"/>
                  </a:cubicBezTo>
                  <a:cubicBezTo>
                    <a:pt x="1585" y="34868"/>
                    <a:pt x="1866" y="34881"/>
                    <a:pt x="2143" y="34886"/>
                  </a:cubicBezTo>
                  <a:lnTo>
                    <a:pt x="2143" y="35576"/>
                  </a:lnTo>
                  <a:cubicBezTo>
                    <a:pt x="1755" y="35935"/>
                    <a:pt x="1320" y="36045"/>
                    <a:pt x="855" y="36045"/>
                  </a:cubicBezTo>
                  <a:cubicBezTo>
                    <a:pt x="579" y="36045"/>
                    <a:pt x="293" y="36006"/>
                    <a:pt x="0" y="35957"/>
                  </a:cubicBezTo>
                  <a:lnTo>
                    <a:pt x="0" y="39267"/>
                  </a:lnTo>
                  <a:cubicBezTo>
                    <a:pt x="2965" y="38982"/>
                    <a:pt x="5870" y="38708"/>
                    <a:pt x="8751" y="38434"/>
                  </a:cubicBezTo>
                  <a:cubicBezTo>
                    <a:pt x="9942" y="38327"/>
                    <a:pt x="11121" y="38220"/>
                    <a:pt x="12311" y="38101"/>
                  </a:cubicBezTo>
                  <a:cubicBezTo>
                    <a:pt x="12335" y="38208"/>
                    <a:pt x="12371" y="38303"/>
                    <a:pt x="12395" y="38398"/>
                  </a:cubicBezTo>
                  <a:cubicBezTo>
                    <a:pt x="12359" y="38446"/>
                    <a:pt x="12311" y="38482"/>
                    <a:pt x="12264" y="38529"/>
                  </a:cubicBezTo>
                  <a:cubicBezTo>
                    <a:pt x="11966" y="38779"/>
                    <a:pt x="11668" y="39017"/>
                    <a:pt x="11418" y="39315"/>
                  </a:cubicBezTo>
                  <a:cubicBezTo>
                    <a:pt x="9216" y="41839"/>
                    <a:pt x="9144" y="45578"/>
                    <a:pt x="11252" y="47923"/>
                  </a:cubicBezTo>
                  <a:cubicBezTo>
                    <a:pt x="12665" y="49504"/>
                    <a:pt x="14530" y="50325"/>
                    <a:pt x="16412" y="50325"/>
                  </a:cubicBezTo>
                  <a:cubicBezTo>
                    <a:pt x="17734" y="50325"/>
                    <a:pt x="19064" y="49920"/>
                    <a:pt x="20253" y="49090"/>
                  </a:cubicBezTo>
                  <a:cubicBezTo>
                    <a:pt x="22896" y="47256"/>
                    <a:pt x="23872" y="44411"/>
                    <a:pt x="22932" y="41327"/>
                  </a:cubicBezTo>
                  <a:cubicBezTo>
                    <a:pt x="22872" y="41089"/>
                    <a:pt x="22860" y="40708"/>
                    <a:pt x="23003" y="40577"/>
                  </a:cubicBezTo>
                  <a:cubicBezTo>
                    <a:pt x="23101" y="40479"/>
                    <a:pt x="23299" y="40424"/>
                    <a:pt x="23483" y="40424"/>
                  </a:cubicBezTo>
                  <a:cubicBezTo>
                    <a:pt x="23589" y="40424"/>
                    <a:pt x="23691" y="40443"/>
                    <a:pt x="23765" y="40482"/>
                  </a:cubicBezTo>
                  <a:cubicBezTo>
                    <a:pt x="25765" y="41553"/>
                    <a:pt x="27742" y="42661"/>
                    <a:pt x="29683" y="43744"/>
                  </a:cubicBezTo>
                  <a:cubicBezTo>
                    <a:pt x="29313" y="46066"/>
                    <a:pt x="28468" y="48197"/>
                    <a:pt x="27599" y="50316"/>
                  </a:cubicBezTo>
                  <a:cubicBezTo>
                    <a:pt x="27242" y="51221"/>
                    <a:pt x="26861" y="52114"/>
                    <a:pt x="26527" y="53019"/>
                  </a:cubicBezTo>
                  <a:cubicBezTo>
                    <a:pt x="26861" y="52460"/>
                    <a:pt x="27206" y="51900"/>
                    <a:pt x="27539" y="51340"/>
                  </a:cubicBezTo>
                  <a:cubicBezTo>
                    <a:pt x="27575" y="51364"/>
                    <a:pt x="27611" y="51400"/>
                    <a:pt x="27658" y="51424"/>
                  </a:cubicBezTo>
                  <a:cubicBezTo>
                    <a:pt x="27647" y="51424"/>
                    <a:pt x="27647" y="51424"/>
                    <a:pt x="27647" y="51436"/>
                  </a:cubicBezTo>
                  <a:cubicBezTo>
                    <a:pt x="27146" y="52614"/>
                    <a:pt x="26635" y="53793"/>
                    <a:pt x="26123" y="54972"/>
                  </a:cubicBezTo>
                  <a:lnTo>
                    <a:pt x="26361" y="55091"/>
                  </a:lnTo>
                  <a:cubicBezTo>
                    <a:pt x="27135" y="54245"/>
                    <a:pt x="27944" y="53448"/>
                    <a:pt x="28670" y="52567"/>
                  </a:cubicBezTo>
                  <a:cubicBezTo>
                    <a:pt x="30754" y="50054"/>
                    <a:pt x="32659" y="47411"/>
                    <a:pt x="34326" y="44601"/>
                  </a:cubicBezTo>
                  <a:cubicBezTo>
                    <a:pt x="35136" y="43232"/>
                    <a:pt x="36243" y="42042"/>
                    <a:pt x="36981" y="40649"/>
                  </a:cubicBezTo>
                  <a:cubicBezTo>
                    <a:pt x="38946" y="37005"/>
                    <a:pt x="40851" y="33338"/>
                    <a:pt x="42696" y="29635"/>
                  </a:cubicBezTo>
                  <a:cubicBezTo>
                    <a:pt x="45315" y="24325"/>
                    <a:pt x="47792" y="18943"/>
                    <a:pt x="50018" y="13443"/>
                  </a:cubicBezTo>
                  <a:cubicBezTo>
                    <a:pt x="51530" y="9728"/>
                    <a:pt x="52983" y="5990"/>
                    <a:pt x="53293" y="1929"/>
                  </a:cubicBezTo>
                  <a:cubicBezTo>
                    <a:pt x="53316" y="1596"/>
                    <a:pt x="53245" y="1251"/>
                    <a:pt x="53209" y="691"/>
                  </a:cubicBezTo>
                  <a:cubicBezTo>
                    <a:pt x="52804" y="2275"/>
                    <a:pt x="52566" y="3644"/>
                    <a:pt x="52102" y="4930"/>
                  </a:cubicBezTo>
                  <a:cubicBezTo>
                    <a:pt x="49625" y="11776"/>
                    <a:pt x="47030" y="18574"/>
                    <a:pt x="43375" y="24908"/>
                  </a:cubicBezTo>
                  <a:cubicBezTo>
                    <a:pt x="42125" y="27064"/>
                    <a:pt x="41458" y="29552"/>
                    <a:pt x="39672" y="31421"/>
                  </a:cubicBezTo>
                  <a:cubicBezTo>
                    <a:pt x="39553" y="31540"/>
                    <a:pt x="39481" y="31719"/>
                    <a:pt x="39291" y="32005"/>
                  </a:cubicBezTo>
                  <a:cubicBezTo>
                    <a:pt x="39970" y="30088"/>
                    <a:pt x="40589" y="28326"/>
                    <a:pt x="41208" y="26575"/>
                  </a:cubicBezTo>
                  <a:lnTo>
                    <a:pt x="41065" y="26516"/>
                  </a:lnTo>
                  <a:cubicBezTo>
                    <a:pt x="39958" y="28504"/>
                    <a:pt x="38850" y="30481"/>
                    <a:pt x="37743" y="32469"/>
                  </a:cubicBezTo>
                  <a:cubicBezTo>
                    <a:pt x="37719" y="32457"/>
                    <a:pt x="37684" y="32445"/>
                    <a:pt x="37660" y="32433"/>
                  </a:cubicBezTo>
                  <a:cubicBezTo>
                    <a:pt x="38041" y="31540"/>
                    <a:pt x="38422" y="30647"/>
                    <a:pt x="38791" y="29754"/>
                  </a:cubicBezTo>
                  <a:cubicBezTo>
                    <a:pt x="38767" y="29742"/>
                    <a:pt x="38743" y="29731"/>
                    <a:pt x="38707" y="29719"/>
                  </a:cubicBezTo>
                  <a:lnTo>
                    <a:pt x="38100" y="30433"/>
                  </a:lnTo>
                  <a:lnTo>
                    <a:pt x="38005" y="30350"/>
                  </a:lnTo>
                  <a:cubicBezTo>
                    <a:pt x="38755" y="28373"/>
                    <a:pt x="39493" y="26409"/>
                    <a:pt x="40243" y="24432"/>
                  </a:cubicBezTo>
                  <a:cubicBezTo>
                    <a:pt x="40196" y="24408"/>
                    <a:pt x="40148" y="24385"/>
                    <a:pt x="40100" y="24373"/>
                  </a:cubicBezTo>
                  <a:cubicBezTo>
                    <a:pt x="38862" y="27290"/>
                    <a:pt x="37612" y="30207"/>
                    <a:pt x="36374" y="33112"/>
                  </a:cubicBezTo>
                  <a:cubicBezTo>
                    <a:pt x="36338" y="33100"/>
                    <a:pt x="36314" y="33088"/>
                    <a:pt x="36279" y="33076"/>
                  </a:cubicBezTo>
                  <a:cubicBezTo>
                    <a:pt x="36576" y="32100"/>
                    <a:pt x="36862" y="31124"/>
                    <a:pt x="37160" y="30159"/>
                  </a:cubicBezTo>
                  <a:cubicBezTo>
                    <a:pt x="37100" y="30135"/>
                    <a:pt x="37041" y="30123"/>
                    <a:pt x="36981" y="30100"/>
                  </a:cubicBezTo>
                  <a:cubicBezTo>
                    <a:pt x="36826" y="30397"/>
                    <a:pt x="36671" y="30707"/>
                    <a:pt x="36505" y="31004"/>
                  </a:cubicBezTo>
                  <a:cubicBezTo>
                    <a:pt x="36493" y="30993"/>
                    <a:pt x="36469" y="30981"/>
                    <a:pt x="36445" y="30969"/>
                  </a:cubicBezTo>
                  <a:cubicBezTo>
                    <a:pt x="37136" y="28040"/>
                    <a:pt x="37838" y="25099"/>
                    <a:pt x="38529" y="22170"/>
                  </a:cubicBezTo>
                  <a:lnTo>
                    <a:pt x="38743" y="21241"/>
                  </a:lnTo>
                  <a:cubicBezTo>
                    <a:pt x="38660" y="21229"/>
                    <a:pt x="38576" y="21206"/>
                    <a:pt x="38493" y="21182"/>
                  </a:cubicBezTo>
                  <a:cubicBezTo>
                    <a:pt x="38184" y="22337"/>
                    <a:pt x="37874" y="23504"/>
                    <a:pt x="37564" y="24670"/>
                  </a:cubicBezTo>
                  <a:cubicBezTo>
                    <a:pt x="37422" y="25194"/>
                    <a:pt x="37279" y="25718"/>
                    <a:pt x="37136" y="26242"/>
                  </a:cubicBezTo>
                  <a:cubicBezTo>
                    <a:pt x="37136" y="26087"/>
                    <a:pt x="37136" y="25944"/>
                    <a:pt x="37124" y="25790"/>
                  </a:cubicBezTo>
                  <a:cubicBezTo>
                    <a:pt x="37112" y="25099"/>
                    <a:pt x="37052" y="24420"/>
                    <a:pt x="37160" y="23765"/>
                  </a:cubicBezTo>
                  <a:cubicBezTo>
                    <a:pt x="37588" y="21039"/>
                    <a:pt x="38136" y="18336"/>
                    <a:pt x="38553" y="15610"/>
                  </a:cubicBezTo>
                  <a:cubicBezTo>
                    <a:pt x="38815" y="13967"/>
                    <a:pt x="38827" y="12276"/>
                    <a:pt x="39124" y="10645"/>
                  </a:cubicBezTo>
                  <a:cubicBezTo>
                    <a:pt x="39469" y="8740"/>
                    <a:pt x="40029" y="6882"/>
                    <a:pt x="40458" y="4989"/>
                  </a:cubicBezTo>
                  <a:cubicBezTo>
                    <a:pt x="40636" y="4168"/>
                    <a:pt x="40720" y="3311"/>
                    <a:pt x="40839" y="2465"/>
                  </a:cubicBezTo>
                  <a:cubicBezTo>
                    <a:pt x="40898" y="2060"/>
                    <a:pt x="40946" y="1656"/>
                    <a:pt x="41005" y="1251"/>
                  </a:cubicBezTo>
                  <a:cubicBezTo>
                    <a:pt x="41065" y="846"/>
                    <a:pt x="41113" y="441"/>
                    <a:pt x="41172" y="36"/>
                  </a:cubicBezTo>
                  <a:cubicBezTo>
                    <a:pt x="41101" y="24"/>
                    <a:pt x="41029" y="13"/>
                    <a:pt x="4095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2"/>
            <p:cNvSpPr/>
            <p:nvPr/>
          </p:nvSpPr>
          <p:spPr>
            <a:xfrm>
              <a:off x="4605925" y="913625"/>
              <a:ext cx="149450" cy="107500"/>
            </a:xfrm>
            <a:custGeom>
              <a:rect b="b" l="l" r="r" t="t"/>
              <a:pathLst>
                <a:path extrusionOk="0" h="4300" w="5978">
                  <a:moveTo>
                    <a:pt x="0" y="1"/>
                  </a:moveTo>
                  <a:cubicBezTo>
                    <a:pt x="1036" y="644"/>
                    <a:pt x="2072" y="1322"/>
                    <a:pt x="3072" y="2049"/>
                  </a:cubicBezTo>
                  <a:cubicBezTo>
                    <a:pt x="4060" y="2751"/>
                    <a:pt x="5025" y="3513"/>
                    <a:pt x="5977" y="4299"/>
                  </a:cubicBezTo>
                  <a:lnTo>
                    <a:pt x="5977" y="2787"/>
                  </a:lnTo>
                  <a:cubicBezTo>
                    <a:pt x="4739" y="1799"/>
                    <a:pt x="3453" y="870"/>
                    <a:pt x="212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2"/>
            <p:cNvSpPr/>
            <p:nvPr/>
          </p:nvSpPr>
          <p:spPr>
            <a:xfrm>
              <a:off x="3737050" y="3448175"/>
              <a:ext cx="8375" cy="66100"/>
            </a:xfrm>
            <a:custGeom>
              <a:rect b="b" l="l" r="r" t="t"/>
              <a:pathLst>
                <a:path extrusionOk="0" h="2644" w="335">
                  <a:moveTo>
                    <a:pt x="334" y="0"/>
                  </a:moveTo>
                  <a:lnTo>
                    <a:pt x="334" y="0"/>
                  </a:lnTo>
                  <a:cubicBezTo>
                    <a:pt x="311" y="60"/>
                    <a:pt x="299" y="119"/>
                    <a:pt x="287" y="191"/>
                  </a:cubicBezTo>
                  <a:cubicBezTo>
                    <a:pt x="61" y="1036"/>
                    <a:pt x="1" y="1846"/>
                    <a:pt x="120" y="2644"/>
                  </a:cubicBezTo>
                  <a:cubicBezTo>
                    <a:pt x="191" y="1763"/>
                    <a:pt x="263" y="881"/>
                    <a:pt x="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2"/>
            <p:cNvSpPr/>
            <p:nvPr/>
          </p:nvSpPr>
          <p:spPr>
            <a:xfrm>
              <a:off x="3759975" y="3184150"/>
              <a:ext cx="53900" cy="279525"/>
            </a:xfrm>
            <a:custGeom>
              <a:rect b="b" l="l" r="r" t="t"/>
              <a:pathLst>
                <a:path extrusionOk="0" h="11181" w="2156">
                  <a:moveTo>
                    <a:pt x="2049" y="1"/>
                  </a:moveTo>
                  <a:cubicBezTo>
                    <a:pt x="1858" y="453"/>
                    <a:pt x="1608" y="894"/>
                    <a:pt x="1489" y="1370"/>
                  </a:cubicBezTo>
                  <a:cubicBezTo>
                    <a:pt x="1060" y="3275"/>
                    <a:pt x="691" y="5204"/>
                    <a:pt x="263" y="7121"/>
                  </a:cubicBezTo>
                  <a:cubicBezTo>
                    <a:pt x="179" y="7490"/>
                    <a:pt x="84" y="7859"/>
                    <a:pt x="1" y="8228"/>
                  </a:cubicBezTo>
                  <a:cubicBezTo>
                    <a:pt x="763" y="9180"/>
                    <a:pt x="1489" y="10169"/>
                    <a:pt x="2156" y="11181"/>
                  </a:cubicBezTo>
                  <a:cubicBezTo>
                    <a:pt x="2156" y="7454"/>
                    <a:pt x="2156" y="3739"/>
                    <a:pt x="2156" y="24"/>
                  </a:cubicBezTo>
                  <a:cubicBezTo>
                    <a:pt x="2120" y="24"/>
                    <a:pt x="2084" y="12"/>
                    <a:pt x="20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2"/>
            <p:cNvSpPr/>
            <p:nvPr/>
          </p:nvSpPr>
          <p:spPr>
            <a:xfrm>
              <a:off x="3785275" y="3592250"/>
              <a:ext cx="28600" cy="70550"/>
            </a:xfrm>
            <a:custGeom>
              <a:rect b="b" l="l" r="r" t="t"/>
              <a:pathLst>
                <a:path extrusionOk="0" h="2822" w="1144">
                  <a:moveTo>
                    <a:pt x="1144" y="0"/>
                  </a:moveTo>
                  <a:cubicBezTo>
                    <a:pt x="775" y="274"/>
                    <a:pt x="394" y="524"/>
                    <a:pt x="1" y="762"/>
                  </a:cubicBezTo>
                  <a:cubicBezTo>
                    <a:pt x="132" y="988"/>
                    <a:pt x="251" y="1214"/>
                    <a:pt x="370" y="1429"/>
                  </a:cubicBezTo>
                  <a:cubicBezTo>
                    <a:pt x="620" y="1881"/>
                    <a:pt x="870" y="2334"/>
                    <a:pt x="1144" y="2822"/>
                  </a:cubicBezTo>
                  <a:lnTo>
                    <a:pt x="1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2"/>
            <p:cNvSpPr/>
            <p:nvPr/>
          </p:nvSpPr>
          <p:spPr>
            <a:xfrm>
              <a:off x="4297250" y="3055275"/>
              <a:ext cx="253925" cy="39900"/>
            </a:xfrm>
            <a:custGeom>
              <a:rect b="b" l="l" r="r" t="t"/>
              <a:pathLst>
                <a:path extrusionOk="0" h="1596" w="10157">
                  <a:moveTo>
                    <a:pt x="8942" y="0"/>
                  </a:moveTo>
                  <a:cubicBezTo>
                    <a:pt x="5966" y="429"/>
                    <a:pt x="2977" y="857"/>
                    <a:pt x="1" y="1298"/>
                  </a:cubicBezTo>
                  <a:cubicBezTo>
                    <a:pt x="1" y="1369"/>
                    <a:pt x="12" y="1441"/>
                    <a:pt x="24" y="1512"/>
                  </a:cubicBezTo>
                  <a:cubicBezTo>
                    <a:pt x="2025" y="1286"/>
                    <a:pt x="4037" y="1048"/>
                    <a:pt x="6037" y="822"/>
                  </a:cubicBezTo>
                  <a:lnTo>
                    <a:pt x="6037" y="822"/>
                  </a:lnTo>
                  <a:cubicBezTo>
                    <a:pt x="5585" y="1012"/>
                    <a:pt x="5120" y="1107"/>
                    <a:pt x="4656" y="1215"/>
                  </a:cubicBezTo>
                  <a:cubicBezTo>
                    <a:pt x="4203" y="1334"/>
                    <a:pt x="3763" y="1465"/>
                    <a:pt x="3310" y="1596"/>
                  </a:cubicBezTo>
                  <a:cubicBezTo>
                    <a:pt x="5656" y="1596"/>
                    <a:pt x="7978" y="1488"/>
                    <a:pt x="10157" y="488"/>
                  </a:cubicBezTo>
                  <a:lnTo>
                    <a:pt x="10157" y="488"/>
                  </a:lnTo>
                  <a:cubicBezTo>
                    <a:pt x="9287" y="536"/>
                    <a:pt x="8418" y="596"/>
                    <a:pt x="7549" y="643"/>
                  </a:cubicBezTo>
                  <a:cubicBezTo>
                    <a:pt x="7549" y="607"/>
                    <a:pt x="7537" y="572"/>
                    <a:pt x="7537" y="536"/>
                  </a:cubicBezTo>
                  <a:lnTo>
                    <a:pt x="8978" y="107"/>
                  </a:lnTo>
                  <a:cubicBezTo>
                    <a:pt x="8966" y="72"/>
                    <a:pt x="8954" y="36"/>
                    <a:pt x="894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2"/>
            <p:cNvSpPr/>
            <p:nvPr/>
          </p:nvSpPr>
          <p:spPr>
            <a:xfrm>
              <a:off x="3168550" y="3038600"/>
              <a:ext cx="247375" cy="42600"/>
            </a:xfrm>
            <a:custGeom>
              <a:rect b="b" l="l" r="r" t="t"/>
              <a:pathLst>
                <a:path extrusionOk="0" h="1704" w="9895">
                  <a:moveTo>
                    <a:pt x="1250" y="0"/>
                  </a:moveTo>
                  <a:cubicBezTo>
                    <a:pt x="1238" y="48"/>
                    <a:pt x="1226" y="96"/>
                    <a:pt x="1214" y="131"/>
                  </a:cubicBezTo>
                  <a:cubicBezTo>
                    <a:pt x="1655" y="274"/>
                    <a:pt x="2107" y="417"/>
                    <a:pt x="2548" y="560"/>
                  </a:cubicBezTo>
                  <a:cubicBezTo>
                    <a:pt x="2548" y="596"/>
                    <a:pt x="2536" y="620"/>
                    <a:pt x="2536" y="643"/>
                  </a:cubicBezTo>
                  <a:cubicBezTo>
                    <a:pt x="1691" y="584"/>
                    <a:pt x="845" y="512"/>
                    <a:pt x="0" y="453"/>
                  </a:cubicBezTo>
                  <a:lnTo>
                    <a:pt x="0" y="453"/>
                  </a:lnTo>
                  <a:cubicBezTo>
                    <a:pt x="1840" y="1330"/>
                    <a:pt x="3768" y="1631"/>
                    <a:pt x="5755" y="1631"/>
                  </a:cubicBezTo>
                  <a:cubicBezTo>
                    <a:pt x="5979" y="1631"/>
                    <a:pt x="6204" y="1627"/>
                    <a:pt x="6429" y="1620"/>
                  </a:cubicBezTo>
                  <a:cubicBezTo>
                    <a:pt x="5572" y="1382"/>
                    <a:pt x="4715" y="1143"/>
                    <a:pt x="3846" y="905"/>
                  </a:cubicBezTo>
                  <a:lnTo>
                    <a:pt x="3870" y="858"/>
                  </a:lnTo>
                  <a:cubicBezTo>
                    <a:pt x="5870" y="1132"/>
                    <a:pt x="7882" y="1417"/>
                    <a:pt x="9894" y="1703"/>
                  </a:cubicBezTo>
                  <a:cubicBezTo>
                    <a:pt x="9894" y="1632"/>
                    <a:pt x="9894" y="1560"/>
                    <a:pt x="9894" y="1477"/>
                  </a:cubicBezTo>
                  <a:cubicBezTo>
                    <a:pt x="7013" y="989"/>
                    <a:pt x="4132" y="501"/>
                    <a:pt x="12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2"/>
            <p:cNvSpPr/>
            <p:nvPr/>
          </p:nvSpPr>
          <p:spPr>
            <a:xfrm>
              <a:off x="3634675" y="3926500"/>
              <a:ext cx="146750" cy="53975"/>
            </a:xfrm>
            <a:custGeom>
              <a:rect b="b" l="l" r="r" t="t"/>
              <a:pathLst>
                <a:path extrusionOk="0" h="2159" w="5870">
                  <a:moveTo>
                    <a:pt x="84" y="1"/>
                  </a:moveTo>
                  <a:cubicBezTo>
                    <a:pt x="60" y="72"/>
                    <a:pt x="36" y="144"/>
                    <a:pt x="0" y="227"/>
                  </a:cubicBezTo>
                  <a:cubicBezTo>
                    <a:pt x="1195" y="1224"/>
                    <a:pt x="3778" y="2159"/>
                    <a:pt x="5286" y="2159"/>
                  </a:cubicBezTo>
                  <a:cubicBezTo>
                    <a:pt x="5506" y="2159"/>
                    <a:pt x="5703" y="2139"/>
                    <a:pt x="5870" y="2096"/>
                  </a:cubicBezTo>
                  <a:cubicBezTo>
                    <a:pt x="3870" y="1370"/>
                    <a:pt x="1977" y="679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2"/>
            <p:cNvSpPr/>
            <p:nvPr/>
          </p:nvSpPr>
          <p:spPr>
            <a:xfrm>
              <a:off x="3911775" y="3932150"/>
              <a:ext cx="144400" cy="48300"/>
            </a:xfrm>
            <a:custGeom>
              <a:rect b="b" l="l" r="r" t="t"/>
              <a:pathLst>
                <a:path extrusionOk="0" h="1932" w="5776">
                  <a:moveTo>
                    <a:pt x="5680" y="1"/>
                  </a:moveTo>
                  <a:cubicBezTo>
                    <a:pt x="3787" y="632"/>
                    <a:pt x="1894" y="1263"/>
                    <a:pt x="1" y="1906"/>
                  </a:cubicBezTo>
                  <a:cubicBezTo>
                    <a:pt x="208" y="1923"/>
                    <a:pt x="413" y="1931"/>
                    <a:pt x="615" y="1931"/>
                  </a:cubicBezTo>
                  <a:cubicBezTo>
                    <a:pt x="2511" y="1931"/>
                    <a:pt x="4172" y="1204"/>
                    <a:pt x="5775" y="310"/>
                  </a:cubicBezTo>
                  <a:cubicBezTo>
                    <a:pt x="5752" y="203"/>
                    <a:pt x="5716" y="108"/>
                    <a:pt x="56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2"/>
            <p:cNvSpPr/>
            <p:nvPr/>
          </p:nvSpPr>
          <p:spPr>
            <a:xfrm>
              <a:off x="3804025" y="4058675"/>
              <a:ext cx="120000" cy="16650"/>
            </a:xfrm>
            <a:custGeom>
              <a:rect b="b" l="l" r="r" t="t"/>
              <a:pathLst>
                <a:path extrusionOk="0" h="666" w="4800">
                  <a:moveTo>
                    <a:pt x="1" y="0"/>
                  </a:moveTo>
                  <a:cubicBezTo>
                    <a:pt x="498" y="451"/>
                    <a:pt x="1333" y="666"/>
                    <a:pt x="2216" y="666"/>
                  </a:cubicBezTo>
                  <a:cubicBezTo>
                    <a:pt x="3130" y="666"/>
                    <a:pt x="4097" y="436"/>
                    <a:pt x="47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2"/>
            <p:cNvSpPr/>
            <p:nvPr/>
          </p:nvSpPr>
          <p:spPr>
            <a:xfrm>
              <a:off x="3497150" y="913625"/>
              <a:ext cx="81000" cy="49750"/>
            </a:xfrm>
            <a:custGeom>
              <a:rect b="b" l="l" r="r" t="t"/>
              <a:pathLst>
                <a:path extrusionOk="0" h="1990" w="3240">
                  <a:moveTo>
                    <a:pt x="2501" y="1"/>
                  </a:moveTo>
                  <a:cubicBezTo>
                    <a:pt x="1667" y="572"/>
                    <a:pt x="858" y="1263"/>
                    <a:pt x="1" y="1989"/>
                  </a:cubicBezTo>
                  <a:cubicBezTo>
                    <a:pt x="1144" y="1287"/>
                    <a:pt x="2215" y="632"/>
                    <a:pt x="323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2"/>
            <p:cNvSpPr/>
            <p:nvPr/>
          </p:nvSpPr>
          <p:spPr>
            <a:xfrm>
              <a:off x="4534775" y="2017350"/>
              <a:ext cx="20875" cy="72350"/>
            </a:xfrm>
            <a:custGeom>
              <a:rect b="b" l="l" r="r" t="t"/>
              <a:pathLst>
                <a:path extrusionOk="0" h="2894" w="835">
                  <a:moveTo>
                    <a:pt x="191" y="0"/>
                  </a:moveTo>
                  <a:cubicBezTo>
                    <a:pt x="120" y="12"/>
                    <a:pt x="60" y="24"/>
                    <a:pt x="1" y="48"/>
                  </a:cubicBezTo>
                  <a:lnTo>
                    <a:pt x="667" y="2893"/>
                  </a:lnTo>
                  <a:cubicBezTo>
                    <a:pt x="715" y="2881"/>
                    <a:pt x="775" y="2870"/>
                    <a:pt x="834" y="2858"/>
                  </a:cubicBezTo>
                  <a:cubicBezTo>
                    <a:pt x="620" y="1905"/>
                    <a:pt x="406" y="953"/>
                    <a:pt x="1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2"/>
            <p:cNvSpPr/>
            <p:nvPr/>
          </p:nvSpPr>
          <p:spPr>
            <a:xfrm>
              <a:off x="2943225" y="3137125"/>
              <a:ext cx="57750" cy="15800"/>
            </a:xfrm>
            <a:custGeom>
              <a:rect b="b" l="l" r="r" t="t"/>
              <a:pathLst>
                <a:path extrusionOk="0" h="632" w="2310">
                  <a:moveTo>
                    <a:pt x="0" y="0"/>
                  </a:moveTo>
                  <a:cubicBezTo>
                    <a:pt x="762" y="239"/>
                    <a:pt x="1536" y="441"/>
                    <a:pt x="2310" y="63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2"/>
            <p:cNvSpPr/>
            <p:nvPr/>
          </p:nvSpPr>
          <p:spPr>
            <a:xfrm>
              <a:off x="2910775" y="3136525"/>
              <a:ext cx="369100" cy="353400"/>
            </a:xfrm>
            <a:custGeom>
              <a:rect b="b" l="l" r="r" t="t"/>
              <a:pathLst>
                <a:path extrusionOk="0" h="14136" w="14764">
                  <a:moveTo>
                    <a:pt x="810" y="1"/>
                  </a:moveTo>
                  <a:cubicBezTo>
                    <a:pt x="0" y="1489"/>
                    <a:pt x="548" y="3311"/>
                    <a:pt x="1167" y="4870"/>
                  </a:cubicBezTo>
                  <a:cubicBezTo>
                    <a:pt x="2012" y="6954"/>
                    <a:pt x="2989" y="8990"/>
                    <a:pt x="4084" y="10942"/>
                  </a:cubicBezTo>
                  <a:cubicBezTo>
                    <a:pt x="4952" y="12465"/>
                    <a:pt x="6391" y="14136"/>
                    <a:pt x="7992" y="14136"/>
                  </a:cubicBezTo>
                  <a:cubicBezTo>
                    <a:pt x="8257" y="14136"/>
                    <a:pt x="8527" y="14090"/>
                    <a:pt x="8799" y="13990"/>
                  </a:cubicBezTo>
                  <a:cubicBezTo>
                    <a:pt x="9680" y="13669"/>
                    <a:pt x="10263" y="12859"/>
                    <a:pt x="10763" y="12062"/>
                  </a:cubicBezTo>
                  <a:cubicBezTo>
                    <a:pt x="12371" y="9490"/>
                    <a:pt x="13621" y="6692"/>
                    <a:pt x="14454" y="3775"/>
                  </a:cubicBezTo>
                  <a:cubicBezTo>
                    <a:pt x="14645" y="3108"/>
                    <a:pt x="14764" y="2263"/>
                    <a:pt x="14228" y="1822"/>
                  </a:cubicBezTo>
                  <a:cubicBezTo>
                    <a:pt x="13942" y="1594"/>
                    <a:pt x="13558" y="1556"/>
                    <a:pt x="13183" y="1556"/>
                  </a:cubicBezTo>
                  <a:cubicBezTo>
                    <a:pt x="13090" y="1556"/>
                    <a:pt x="12997" y="1558"/>
                    <a:pt x="12907" y="1560"/>
                  </a:cubicBezTo>
                  <a:cubicBezTo>
                    <a:pt x="12441" y="1580"/>
                    <a:pt x="11975" y="1590"/>
                    <a:pt x="11509" y="1590"/>
                  </a:cubicBezTo>
                  <a:cubicBezTo>
                    <a:pt x="8851" y="1590"/>
                    <a:pt x="6191" y="1273"/>
                    <a:pt x="3608" y="655"/>
                  </a:cubicBezTo>
                  <a:lnTo>
                    <a:pt x="3608" y="655"/>
                  </a:lnTo>
                  <a:lnTo>
                    <a:pt x="3763" y="703"/>
                  </a:lnTo>
                  <a:cubicBezTo>
                    <a:pt x="3714" y="763"/>
                    <a:pt x="3616" y="788"/>
                    <a:pt x="3483" y="788"/>
                  </a:cubicBezTo>
                  <a:cubicBezTo>
                    <a:pt x="2796" y="788"/>
                    <a:pt x="1189" y="110"/>
                    <a:pt x="8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2"/>
            <p:cNvSpPr/>
            <p:nvPr/>
          </p:nvSpPr>
          <p:spPr>
            <a:xfrm>
              <a:off x="3608475" y="4216600"/>
              <a:ext cx="190525" cy="194850"/>
            </a:xfrm>
            <a:custGeom>
              <a:rect b="b" l="l" r="r" t="t"/>
              <a:pathLst>
                <a:path extrusionOk="0" h="7794" w="7621">
                  <a:moveTo>
                    <a:pt x="5750" y="0"/>
                  </a:moveTo>
                  <a:cubicBezTo>
                    <a:pt x="5596" y="0"/>
                    <a:pt x="5441" y="28"/>
                    <a:pt x="5287" y="89"/>
                  </a:cubicBezTo>
                  <a:lnTo>
                    <a:pt x="5616" y="174"/>
                  </a:lnTo>
                  <a:lnTo>
                    <a:pt x="5616" y="174"/>
                  </a:lnTo>
                  <a:cubicBezTo>
                    <a:pt x="5309" y="105"/>
                    <a:pt x="4994" y="72"/>
                    <a:pt x="4679" y="72"/>
                  </a:cubicBezTo>
                  <a:cubicBezTo>
                    <a:pt x="3417" y="72"/>
                    <a:pt x="2154" y="613"/>
                    <a:pt x="1334" y="1577"/>
                  </a:cubicBezTo>
                  <a:cubicBezTo>
                    <a:pt x="251" y="2851"/>
                    <a:pt x="0" y="4780"/>
                    <a:pt x="739" y="6280"/>
                  </a:cubicBezTo>
                  <a:cubicBezTo>
                    <a:pt x="1013" y="6839"/>
                    <a:pt x="1417" y="7351"/>
                    <a:pt x="1989" y="7613"/>
                  </a:cubicBezTo>
                  <a:cubicBezTo>
                    <a:pt x="2265" y="7738"/>
                    <a:pt x="2541" y="7794"/>
                    <a:pt x="2814" y="7794"/>
                  </a:cubicBezTo>
                  <a:cubicBezTo>
                    <a:pt x="4193" y="7794"/>
                    <a:pt x="5502" y="6371"/>
                    <a:pt x="6347" y="5089"/>
                  </a:cubicBezTo>
                  <a:cubicBezTo>
                    <a:pt x="6978" y="4125"/>
                    <a:pt x="7620" y="3089"/>
                    <a:pt x="7561" y="1946"/>
                  </a:cubicBezTo>
                  <a:cubicBezTo>
                    <a:pt x="7510" y="969"/>
                    <a:pt x="6659" y="0"/>
                    <a:pt x="57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2"/>
            <p:cNvSpPr/>
            <p:nvPr/>
          </p:nvSpPr>
          <p:spPr>
            <a:xfrm>
              <a:off x="3713250" y="3378525"/>
              <a:ext cx="145575" cy="265825"/>
            </a:xfrm>
            <a:custGeom>
              <a:rect b="b" l="l" r="r" t="t"/>
              <a:pathLst>
                <a:path extrusionOk="0" h="10633" w="5823">
                  <a:moveTo>
                    <a:pt x="1501" y="0"/>
                  </a:moveTo>
                  <a:cubicBezTo>
                    <a:pt x="1429" y="929"/>
                    <a:pt x="1358" y="1858"/>
                    <a:pt x="1286" y="2786"/>
                  </a:cubicBezTo>
                  <a:cubicBezTo>
                    <a:pt x="1215" y="3667"/>
                    <a:pt x="1143" y="4549"/>
                    <a:pt x="1072" y="5430"/>
                  </a:cubicBezTo>
                  <a:cubicBezTo>
                    <a:pt x="953" y="7037"/>
                    <a:pt x="822" y="8656"/>
                    <a:pt x="691" y="10264"/>
                  </a:cubicBezTo>
                  <a:lnTo>
                    <a:pt x="0" y="10633"/>
                  </a:lnTo>
                  <a:cubicBezTo>
                    <a:pt x="1013" y="10311"/>
                    <a:pt x="1977" y="9859"/>
                    <a:pt x="2894" y="9311"/>
                  </a:cubicBezTo>
                  <a:cubicBezTo>
                    <a:pt x="3275" y="9073"/>
                    <a:pt x="3656" y="8823"/>
                    <a:pt x="4025" y="8549"/>
                  </a:cubicBezTo>
                  <a:cubicBezTo>
                    <a:pt x="4477" y="8204"/>
                    <a:pt x="4906" y="7847"/>
                    <a:pt x="5311" y="7454"/>
                  </a:cubicBezTo>
                  <a:cubicBezTo>
                    <a:pt x="5489" y="7275"/>
                    <a:pt x="5680" y="7085"/>
                    <a:pt x="5739" y="6835"/>
                  </a:cubicBezTo>
                  <a:cubicBezTo>
                    <a:pt x="5823" y="6489"/>
                    <a:pt x="5656" y="6156"/>
                    <a:pt x="5489" y="5846"/>
                  </a:cubicBezTo>
                  <a:cubicBezTo>
                    <a:pt x="5037" y="5013"/>
                    <a:pt x="4537" y="4203"/>
                    <a:pt x="4025" y="3417"/>
                  </a:cubicBezTo>
                  <a:cubicBezTo>
                    <a:pt x="3358" y="2394"/>
                    <a:pt x="2644" y="1405"/>
                    <a:pt x="1870" y="453"/>
                  </a:cubicBezTo>
                  <a:cubicBezTo>
                    <a:pt x="1751" y="298"/>
                    <a:pt x="1632" y="143"/>
                    <a:pt x="1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2" name="Google Shape;642;p32"/>
          <p:cNvSpPr/>
          <p:nvPr/>
        </p:nvSpPr>
        <p:spPr>
          <a:xfrm flipH="1">
            <a:off x="1029400" y="-320450"/>
            <a:ext cx="2152800" cy="19047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2"/>
          <p:cNvSpPr txBox="1"/>
          <p:nvPr/>
        </p:nvSpPr>
        <p:spPr>
          <a:xfrm>
            <a:off x="3795375" y="1214250"/>
            <a:ext cx="4990800" cy="16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Nuestro dataset se compone de las siguientes variables: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●"/>
            </a:pP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Título del anime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●"/>
            </a:pP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Puntuación de los usuarios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●"/>
            </a:pP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Número de episodios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●"/>
            </a:pP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Año de lanzamiento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3"/>
          <p:cNvSpPr txBox="1"/>
          <p:nvPr>
            <p:ph type="title"/>
          </p:nvPr>
        </p:nvSpPr>
        <p:spPr>
          <a:xfrm>
            <a:off x="722400" y="4812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inicial</a:t>
            </a:r>
            <a:endParaRPr/>
          </a:p>
        </p:txBody>
      </p:sp>
      <p:sp>
        <p:nvSpPr>
          <p:cNvPr id="649" name="Google Shape;649;p33"/>
          <p:cNvSpPr txBox="1"/>
          <p:nvPr/>
        </p:nvSpPr>
        <p:spPr>
          <a:xfrm>
            <a:off x="720000" y="1150900"/>
            <a:ext cx="77040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pic>
        <p:nvPicPr>
          <p:cNvPr id="650" name="Google Shape;650;p33" title="Captura de pantalla 2025-10-23 1555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138" y="1348500"/>
            <a:ext cx="6943725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33"/>
          <p:cNvSpPr txBox="1"/>
          <p:nvPr/>
        </p:nvSpPr>
        <p:spPr>
          <a:xfrm>
            <a:off x="1646400" y="3351500"/>
            <a:ext cx="55428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Hemos creado la variable rating_100 en base a la puntuación, para un estudio más cómodo de la misma.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4"/>
          <p:cNvSpPr txBox="1"/>
          <p:nvPr>
            <p:ph type="title"/>
          </p:nvPr>
        </p:nvSpPr>
        <p:spPr>
          <a:xfrm>
            <a:off x="1949775" y="102775"/>
            <a:ext cx="4710900" cy="8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¿Qué podemos sacar de aquí?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657" name="Google Shape;657;p34"/>
          <p:cNvSpPr txBox="1"/>
          <p:nvPr/>
        </p:nvSpPr>
        <p:spPr>
          <a:xfrm>
            <a:off x="1634650" y="1272950"/>
            <a:ext cx="65880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●"/>
            </a:pPr>
            <a:r>
              <a:rPr b="1" lang="en" sz="1500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Puntuación: </a:t>
            </a: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desviación estándar baja, (o.43). Las puntuaciones son consistentes, sin mucha variabilidad.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●"/>
            </a:pPr>
            <a:r>
              <a:rPr b="1" lang="en" sz="1500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Número de episodios: </a:t>
            </a: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      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658" name="Google Shape;658;p34"/>
          <p:cNvSpPr txBox="1"/>
          <p:nvPr/>
        </p:nvSpPr>
        <p:spPr>
          <a:xfrm>
            <a:off x="2362575" y="2693875"/>
            <a:ext cx="4298100" cy="18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AutoNum type="arabicPeriod"/>
            </a:pPr>
            <a:r>
              <a:rPr lang="en" sz="1500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Media</a:t>
            </a: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: 28 episodios, desviación muy alta (57), hay mucha variación entre series cortas y largas.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AutoNum type="arabicPeriod"/>
            </a:pPr>
            <a:r>
              <a:rPr lang="en" sz="1500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Percentiles</a:t>
            </a: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: el 25% tienen menos de 12 episodios, bastantes series cortas, y el 75% menos de 26 (1 o 2 temporadas)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AutoNum type="arabicPeriod"/>
            </a:pPr>
            <a:r>
              <a:rPr lang="en" sz="1500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Máximo</a:t>
            </a: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: 1787, por lo que hay casos extremos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5"/>
          <p:cNvSpPr txBox="1"/>
          <p:nvPr>
            <p:ph type="title"/>
          </p:nvPr>
        </p:nvSpPr>
        <p:spPr>
          <a:xfrm>
            <a:off x="1949775" y="102775"/>
            <a:ext cx="4710900" cy="8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¿Qué podemos sacar de aquí?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664" name="Google Shape;664;p35"/>
          <p:cNvSpPr txBox="1"/>
          <p:nvPr/>
        </p:nvSpPr>
        <p:spPr>
          <a:xfrm>
            <a:off x="1669875" y="1319950"/>
            <a:ext cx="54489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●"/>
            </a:pPr>
            <a:r>
              <a:rPr b="1" lang="en" sz="1500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Año:</a:t>
            </a:r>
            <a:endParaRPr b="1" sz="1500" u="sng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665" name="Google Shape;665;p35"/>
          <p:cNvSpPr txBox="1"/>
          <p:nvPr/>
        </p:nvSpPr>
        <p:spPr>
          <a:xfrm>
            <a:off x="2562375" y="1778050"/>
            <a:ext cx="37695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AutoNum type="arabicPeriod"/>
            </a:pPr>
            <a:r>
              <a:rPr lang="en" sz="1500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Media:</a:t>
            </a: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2007, así que la mayoría de los animes son de los 2000 - 2010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AutoNum type="arabicPeriod"/>
            </a:pPr>
            <a:r>
              <a:rPr lang="en" sz="1500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Rango</a:t>
            </a: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: 1970-2024, pero la mediana es 2010, por lo que hay una gran concentración en los últimos 15 años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666" name="Google Shape;666;p35"/>
          <p:cNvSpPr txBox="1"/>
          <p:nvPr/>
        </p:nvSpPr>
        <p:spPr>
          <a:xfrm>
            <a:off x="1669875" y="3398450"/>
            <a:ext cx="52140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●"/>
            </a:pPr>
            <a:r>
              <a:rPr b="1" lang="en" sz="1500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Rating (sobre 100):  </a:t>
            </a: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el 75% tiene un rating inferior a 38, lo que indica que hay unos pocos animes extremadamente populares.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6"/>
          <p:cNvSpPr/>
          <p:nvPr/>
        </p:nvSpPr>
        <p:spPr>
          <a:xfrm>
            <a:off x="1830125" y="4573900"/>
            <a:ext cx="4224000" cy="881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6"/>
          <p:cNvSpPr txBox="1"/>
          <p:nvPr>
            <p:ph idx="1" type="subTitle"/>
          </p:nvPr>
        </p:nvSpPr>
        <p:spPr>
          <a:xfrm flipH="1">
            <a:off x="5117525" y="1722925"/>
            <a:ext cx="3586500" cy="10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¿Cómo ha variado la cantidad de animes que salen al año?</a:t>
            </a:r>
            <a:endParaRPr b="1" sz="2100"/>
          </a:p>
        </p:txBody>
      </p:sp>
      <p:sp>
        <p:nvSpPr>
          <p:cNvPr id="673" name="Google Shape;673;p36"/>
          <p:cNvSpPr txBox="1"/>
          <p:nvPr>
            <p:ph idx="2" type="title"/>
          </p:nvPr>
        </p:nvSpPr>
        <p:spPr>
          <a:xfrm flipH="1">
            <a:off x="4629125" y="135900"/>
            <a:ext cx="4303500" cy="1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/>
              <a:t>Análisis:</a:t>
            </a:r>
            <a:endParaRPr sz="6600"/>
          </a:p>
        </p:txBody>
      </p:sp>
      <p:grpSp>
        <p:nvGrpSpPr>
          <p:cNvPr id="674" name="Google Shape;674;p36"/>
          <p:cNvGrpSpPr/>
          <p:nvPr/>
        </p:nvGrpSpPr>
        <p:grpSpPr>
          <a:xfrm>
            <a:off x="458996" y="929692"/>
            <a:ext cx="3461397" cy="1183360"/>
            <a:chOff x="2840225" y="2669500"/>
            <a:chExt cx="1515100" cy="517950"/>
          </a:xfrm>
        </p:grpSpPr>
        <p:sp>
          <p:nvSpPr>
            <p:cNvPr id="675" name="Google Shape;675;p36"/>
            <p:cNvSpPr/>
            <p:nvPr/>
          </p:nvSpPr>
          <p:spPr>
            <a:xfrm>
              <a:off x="3958525" y="2987700"/>
              <a:ext cx="117600" cy="127425"/>
            </a:xfrm>
            <a:custGeom>
              <a:rect b="b" l="l" r="r" t="t"/>
              <a:pathLst>
                <a:path extrusionOk="0" h="5097" w="4704">
                  <a:moveTo>
                    <a:pt x="4703" y="0"/>
                  </a:moveTo>
                  <a:cubicBezTo>
                    <a:pt x="1358" y="4001"/>
                    <a:pt x="524" y="4513"/>
                    <a:pt x="0" y="5096"/>
                  </a:cubicBezTo>
                  <a:cubicBezTo>
                    <a:pt x="167" y="5013"/>
                    <a:pt x="322" y="4918"/>
                    <a:pt x="453" y="4787"/>
                  </a:cubicBezTo>
                  <a:cubicBezTo>
                    <a:pt x="1393" y="3810"/>
                    <a:pt x="2310" y="2810"/>
                    <a:pt x="3239" y="1810"/>
                  </a:cubicBezTo>
                  <a:cubicBezTo>
                    <a:pt x="3775" y="1239"/>
                    <a:pt x="4263" y="632"/>
                    <a:pt x="47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6"/>
            <p:cNvSpPr/>
            <p:nvPr/>
          </p:nvSpPr>
          <p:spPr>
            <a:xfrm>
              <a:off x="3919225" y="3157950"/>
              <a:ext cx="14600" cy="29500"/>
            </a:xfrm>
            <a:custGeom>
              <a:rect b="b" l="l" r="r" t="t"/>
              <a:pathLst>
                <a:path extrusionOk="0" h="1180" w="584">
                  <a:moveTo>
                    <a:pt x="584" y="1"/>
                  </a:moveTo>
                  <a:cubicBezTo>
                    <a:pt x="417" y="322"/>
                    <a:pt x="239" y="703"/>
                    <a:pt x="1" y="1180"/>
                  </a:cubicBezTo>
                  <a:lnTo>
                    <a:pt x="155" y="1180"/>
                  </a:lnTo>
                  <a:cubicBezTo>
                    <a:pt x="322" y="799"/>
                    <a:pt x="465" y="406"/>
                    <a:pt x="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6"/>
            <p:cNvSpPr/>
            <p:nvPr/>
          </p:nvSpPr>
          <p:spPr>
            <a:xfrm>
              <a:off x="3387025" y="2699875"/>
              <a:ext cx="77700" cy="41100"/>
            </a:xfrm>
            <a:custGeom>
              <a:rect b="b" l="l" r="r" t="t"/>
              <a:pathLst>
                <a:path extrusionOk="0" h="1644" w="3108">
                  <a:moveTo>
                    <a:pt x="405" y="0"/>
                  </a:moveTo>
                  <a:lnTo>
                    <a:pt x="405" y="0"/>
                  </a:lnTo>
                  <a:cubicBezTo>
                    <a:pt x="250" y="119"/>
                    <a:pt x="131" y="214"/>
                    <a:pt x="0" y="310"/>
                  </a:cubicBezTo>
                  <a:cubicBezTo>
                    <a:pt x="905" y="762"/>
                    <a:pt x="1774" y="1191"/>
                    <a:pt x="2667" y="1643"/>
                  </a:cubicBezTo>
                  <a:cubicBezTo>
                    <a:pt x="2822" y="1262"/>
                    <a:pt x="2953" y="941"/>
                    <a:pt x="3108" y="560"/>
                  </a:cubicBezTo>
                  <a:cubicBezTo>
                    <a:pt x="2322" y="369"/>
                    <a:pt x="1584" y="203"/>
                    <a:pt x="834" y="24"/>
                  </a:cubicBezTo>
                  <a:cubicBezTo>
                    <a:pt x="785" y="11"/>
                    <a:pt x="739" y="4"/>
                    <a:pt x="697" y="4"/>
                  </a:cubicBezTo>
                  <a:cubicBezTo>
                    <a:pt x="585" y="4"/>
                    <a:pt x="495" y="51"/>
                    <a:pt x="417" y="155"/>
                  </a:cubicBezTo>
                  <a:cubicBezTo>
                    <a:pt x="417" y="167"/>
                    <a:pt x="393" y="167"/>
                    <a:pt x="369" y="167"/>
                  </a:cubicBezTo>
                  <a:cubicBezTo>
                    <a:pt x="381" y="131"/>
                    <a:pt x="393" y="84"/>
                    <a:pt x="4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6"/>
            <p:cNvSpPr/>
            <p:nvPr/>
          </p:nvSpPr>
          <p:spPr>
            <a:xfrm>
              <a:off x="3356650" y="2725275"/>
              <a:ext cx="94975" cy="27900"/>
            </a:xfrm>
            <a:custGeom>
              <a:rect b="b" l="l" r="r" t="t"/>
              <a:pathLst>
                <a:path extrusionOk="0" h="1116" w="3799">
                  <a:moveTo>
                    <a:pt x="494" y="0"/>
                  </a:moveTo>
                  <a:cubicBezTo>
                    <a:pt x="310" y="0"/>
                    <a:pt x="122" y="91"/>
                    <a:pt x="1" y="306"/>
                  </a:cubicBezTo>
                  <a:cubicBezTo>
                    <a:pt x="1263" y="425"/>
                    <a:pt x="2501" y="508"/>
                    <a:pt x="3644" y="1115"/>
                  </a:cubicBezTo>
                  <a:cubicBezTo>
                    <a:pt x="3799" y="961"/>
                    <a:pt x="3775" y="865"/>
                    <a:pt x="3596" y="818"/>
                  </a:cubicBezTo>
                  <a:cubicBezTo>
                    <a:pt x="2608" y="544"/>
                    <a:pt x="1632" y="258"/>
                    <a:pt x="644" y="20"/>
                  </a:cubicBezTo>
                  <a:cubicBezTo>
                    <a:pt x="595" y="7"/>
                    <a:pt x="545" y="0"/>
                    <a:pt x="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6"/>
            <p:cNvSpPr/>
            <p:nvPr/>
          </p:nvSpPr>
          <p:spPr>
            <a:xfrm>
              <a:off x="3205150" y="2670850"/>
              <a:ext cx="575100" cy="516600"/>
            </a:xfrm>
            <a:custGeom>
              <a:rect b="b" l="l" r="r" t="t"/>
              <a:pathLst>
                <a:path extrusionOk="0" h="20664" w="23004">
                  <a:moveTo>
                    <a:pt x="5180" y="8198"/>
                  </a:moveTo>
                  <a:cubicBezTo>
                    <a:pt x="6287" y="8388"/>
                    <a:pt x="7406" y="8579"/>
                    <a:pt x="8513" y="8769"/>
                  </a:cubicBezTo>
                  <a:cubicBezTo>
                    <a:pt x="8513" y="8805"/>
                    <a:pt x="8513" y="8829"/>
                    <a:pt x="8513" y="8853"/>
                  </a:cubicBezTo>
                  <a:cubicBezTo>
                    <a:pt x="7740" y="8745"/>
                    <a:pt x="6966" y="8638"/>
                    <a:pt x="6192" y="8531"/>
                  </a:cubicBezTo>
                  <a:cubicBezTo>
                    <a:pt x="6180" y="8531"/>
                    <a:pt x="6180" y="8543"/>
                    <a:pt x="6180" y="8555"/>
                  </a:cubicBezTo>
                  <a:cubicBezTo>
                    <a:pt x="6513" y="8638"/>
                    <a:pt x="6847" y="8734"/>
                    <a:pt x="7180" y="8817"/>
                  </a:cubicBezTo>
                  <a:cubicBezTo>
                    <a:pt x="7078" y="8821"/>
                    <a:pt x="6976" y="8823"/>
                    <a:pt x="6875" y="8823"/>
                  </a:cubicBezTo>
                  <a:cubicBezTo>
                    <a:pt x="6125" y="8823"/>
                    <a:pt x="5394" y="8701"/>
                    <a:pt x="4692" y="8376"/>
                  </a:cubicBezTo>
                  <a:lnTo>
                    <a:pt x="4692" y="8376"/>
                  </a:lnTo>
                  <a:cubicBezTo>
                    <a:pt x="5025" y="8400"/>
                    <a:pt x="5346" y="8424"/>
                    <a:pt x="5668" y="8448"/>
                  </a:cubicBezTo>
                  <a:cubicBezTo>
                    <a:pt x="5680" y="8436"/>
                    <a:pt x="5680" y="8424"/>
                    <a:pt x="5680" y="8412"/>
                  </a:cubicBezTo>
                  <a:cubicBezTo>
                    <a:pt x="5513" y="8364"/>
                    <a:pt x="5335" y="8305"/>
                    <a:pt x="5168" y="8245"/>
                  </a:cubicBezTo>
                  <a:cubicBezTo>
                    <a:pt x="5168" y="8233"/>
                    <a:pt x="5180" y="8222"/>
                    <a:pt x="5180" y="8198"/>
                  </a:cubicBezTo>
                  <a:close/>
                  <a:moveTo>
                    <a:pt x="3453" y="9567"/>
                  </a:moveTo>
                  <a:lnTo>
                    <a:pt x="4334" y="9805"/>
                  </a:lnTo>
                  <a:cubicBezTo>
                    <a:pt x="4037" y="9734"/>
                    <a:pt x="3739" y="9662"/>
                    <a:pt x="3453" y="9567"/>
                  </a:cubicBezTo>
                  <a:close/>
                  <a:moveTo>
                    <a:pt x="3263" y="9555"/>
                  </a:moveTo>
                  <a:cubicBezTo>
                    <a:pt x="3403" y="9595"/>
                    <a:pt x="4029" y="9862"/>
                    <a:pt x="4290" y="9862"/>
                  </a:cubicBezTo>
                  <a:cubicBezTo>
                    <a:pt x="4340" y="9862"/>
                    <a:pt x="4377" y="9852"/>
                    <a:pt x="4394" y="9829"/>
                  </a:cubicBezTo>
                  <a:lnTo>
                    <a:pt x="4334" y="9805"/>
                  </a:lnTo>
                  <a:lnTo>
                    <a:pt x="4334" y="9805"/>
                  </a:lnTo>
                  <a:cubicBezTo>
                    <a:pt x="5345" y="10050"/>
                    <a:pt x="6373" y="10172"/>
                    <a:pt x="7410" y="10172"/>
                  </a:cubicBezTo>
                  <a:cubicBezTo>
                    <a:pt x="7583" y="10172"/>
                    <a:pt x="7757" y="10169"/>
                    <a:pt x="7930" y="10162"/>
                  </a:cubicBezTo>
                  <a:cubicBezTo>
                    <a:pt x="7972" y="10159"/>
                    <a:pt x="8016" y="10157"/>
                    <a:pt x="8060" y="10157"/>
                  </a:cubicBezTo>
                  <a:cubicBezTo>
                    <a:pt x="8193" y="10157"/>
                    <a:pt x="8332" y="10177"/>
                    <a:pt x="8430" y="10258"/>
                  </a:cubicBezTo>
                  <a:cubicBezTo>
                    <a:pt x="8644" y="10424"/>
                    <a:pt x="8597" y="10758"/>
                    <a:pt x="8525" y="11008"/>
                  </a:cubicBezTo>
                  <a:cubicBezTo>
                    <a:pt x="8192" y="12127"/>
                    <a:pt x="7716" y="13210"/>
                    <a:pt x="7097" y="14210"/>
                  </a:cubicBezTo>
                  <a:cubicBezTo>
                    <a:pt x="6906" y="14508"/>
                    <a:pt x="6680" y="14830"/>
                    <a:pt x="6335" y="14949"/>
                  </a:cubicBezTo>
                  <a:cubicBezTo>
                    <a:pt x="6229" y="14988"/>
                    <a:pt x="6124" y="15006"/>
                    <a:pt x="6022" y="15006"/>
                  </a:cubicBezTo>
                  <a:cubicBezTo>
                    <a:pt x="5408" y="15006"/>
                    <a:pt x="4861" y="14363"/>
                    <a:pt x="4525" y="13782"/>
                  </a:cubicBezTo>
                  <a:cubicBezTo>
                    <a:pt x="4096" y="13020"/>
                    <a:pt x="3727" y="12234"/>
                    <a:pt x="3406" y="11436"/>
                  </a:cubicBezTo>
                  <a:cubicBezTo>
                    <a:pt x="3156" y="10829"/>
                    <a:pt x="2953" y="10127"/>
                    <a:pt x="3263" y="9555"/>
                  </a:cubicBezTo>
                  <a:close/>
                  <a:moveTo>
                    <a:pt x="15907" y="13282"/>
                  </a:moveTo>
                  <a:cubicBezTo>
                    <a:pt x="16491" y="13984"/>
                    <a:pt x="17003" y="14746"/>
                    <a:pt x="17443" y="15544"/>
                  </a:cubicBezTo>
                  <a:cubicBezTo>
                    <a:pt x="17503" y="15663"/>
                    <a:pt x="17574" y="15794"/>
                    <a:pt x="17538" y="15925"/>
                  </a:cubicBezTo>
                  <a:cubicBezTo>
                    <a:pt x="17515" y="16020"/>
                    <a:pt x="17443" y="16092"/>
                    <a:pt x="17372" y="16163"/>
                  </a:cubicBezTo>
                  <a:cubicBezTo>
                    <a:pt x="16800" y="16723"/>
                    <a:pt x="16086" y="17139"/>
                    <a:pt x="15324" y="17389"/>
                  </a:cubicBezTo>
                  <a:lnTo>
                    <a:pt x="15598" y="17246"/>
                  </a:lnTo>
                  <a:cubicBezTo>
                    <a:pt x="15693" y="15925"/>
                    <a:pt x="15800" y="14603"/>
                    <a:pt x="15907" y="13282"/>
                  </a:cubicBezTo>
                  <a:close/>
                  <a:moveTo>
                    <a:pt x="14657" y="10448"/>
                  </a:moveTo>
                  <a:cubicBezTo>
                    <a:pt x="14657" y="12901"/>
                    <a:pt x="14657" y="15353"/>
                    <a:pt x="14657" y="17830"/>
                  </a:cubicBezTo>
                  <a:cubicBezTo>
                    <a:pt x="14550" y="17639"/>
                    <a:pt x="14455" y="17461"/>
                    <a:pt x="14359" y="17282"/>
                  </a:cubicBezTo>
                  <a:cubicBezTo>
                    <a:pt x="14169" y="16961"/>
                    <a:pt x="14002" y="16615"/>
                    <a:pt x="13800" y="16294"/>
                  </a:cubicBezTo>
                  <a:cubicBezTo>
                    <a:pt x="13466" y="15758"/>
                    <a:pt x="13419" y="15187"/>
                    <a:pt x="13574" y="14591"/>
                  </a:cubicBezTo>
                  <a:cubicBezTo>
                    <a:pt x="13705" y="14127"/>
                    <a:pt x="13824" y="13651"/>
                    <a:pt x="13919" y="13186"/>
                  </a:cubicBezTo>
                  <a:cubicBezTo>
                    <a:pt x="14086" y="12448"/>
                    <a:pt x="14228" y="11698"/>
                    <a:pt x="14395" y="10972"/>
                  </a:cubicBezTo>
                  <a:cubicBezTo>
                    <a:pt x="14443" y="10781"/>
                    <a:pt x="14538" y="10615"/>
                    <a:pt x="14609" y="10448"/>
                  </a:cubicBezTo>
                  <a:close/>
                  <a:moveTo>
                    <a:pt x="17416" y="1"/>
                  </a:moveTo>
                  <a:cubicBezTo>
                    <a:pt x="17314" y="1"/>
                    <a:pt x="17234" y="10"/>
                    <a:pt x="17181" y="30"/>
                  </a:cubicBezTo>
                  <a:cubicBezTo>
                    <a:pt x="16479" y="1459"/>
                    <a:pt x="15741" y="2876"/>
                    <a:pt x="14990" y="4281"/>
                  </a:cubicBezTo>
                  <a:cubicBezTo>
                    <a:pt x="14693" y="4816"/>
                    <a:pt x="14276" y="5269"/>
                    <a:pt x="13955" y="5805"/>
                  </a:cubicBezTo>
                  <a:cubicBezTo>
                    <a:pt x="13312" y="6888"/>
                    <a:pt x="12585" y="7900"/>
                    <a:pt x="11776" y="8876"/>
                  </a:cubicBezTo>
                  <a:cubicBezTo>
                    <a:pt x="11502" y="9210"/>
                    <a:pt x="11192" y="9519"/>
                    <a:pt x="10895" y="9841"/>
                  </a:cubicBezTo>
                  <a:cubicBezTo>
                    <a:pt x="10859" y="9829"/>
                    <a:pt x="10823" y="9817"/>
                    <a:pt x="10799" y="9805"/>
                  </a:cubicBezTo>
                  <a:cubicBezTo>
                    <a:pt x="10990" y="9341"/>
                    <a:pt x="11192" y="8888"/>
                    <a:pt x="11383" y="8436"/>
                  </a:cubicBezTo>
                  <a:cubicBezTo>
                    <a:pt x="11383" y="8436"/>
                    <a:pt x="11383" y="8436"/>
                    <a:pt x="11383" y="8424"/>
                  </a:cubicBezTo>
                  <a:cubicBezTo>
                    <a:pt x="11371" y="8424"/>
                    <a:pt x="11359" y="8412"/>
                    <a:pt x="11335" y="8400"/>
                  </a:cubicBezTo>
                  <a:lnTo>
                    <a:pt x="10954" y="9043"/>
                  </a:lnTo>
                  <a:cubicBezTo>
                    <a:pt x="11085" y="8698"/>
                    <a:pt x="11228" y="8353"/>
                    <a:pt x="11371" y="8007"/>
                  </a:cubicBezTo>
                  <a:lnTo>
                    <a:pt x="11371" y="8007"/>
                  </a:lnTo>
                  <a:cubicBezTo>
                    <a:pt x="11264" y="8114"/>
                    <a:pt x="11157" y="8198"/>
                    <a:pt x="11026" y="8269"/>
                  </a:cubicBezTo>
                  <a:cubicBezTo>
                    <a:pt x="10740" y="8436"/>
                    <a:pt x="10395" y="8472"/>
                    <a:pt x="10073" y="8483"/>
                  </a:cubicBezTo>
                  <a:cubicBezTo>
                    <a:pt x="9905" y="8490"/>
                    <a:pt x="9738" y="8494"/>
                    <a:pt x="9570" y="8494"/>
                  </a:cubicBezTo>
                  <a:cubicBezTo>
                    <a:pt x="8274" y="8494"/>
                    <a:pt x="6983" y="8292"/>
                    <a:pt x="5739" y="7912"/>
                  </a:cubicBezTo>
                  <a:lnTo>
                    <a:pt x="5739" y="7912"/>
                  </a:lnTo>
                  <a:cubicBezTo>
                    <a:pt x="5918" y="7972"/>
                    <a:pt x="6085" y="8031"/>
                    <a:pt x="6263" y="8079"/>
                  </a:cubicBezTo>
                  <a:cubicBezTo>
                    <a:pt x="6656" y="8198"/>
                    <a:pt x="7061" y="8305"/>
                    <a:pt x="7442" y="8412"/>
                  </a:cubicBezTo>
                  <a:cubicBezTo>
                    <a:pt x="5513" y="8305"/>
                    <a:pt x="3811" y="7626"/>
                    <a:pt x="2382" y="6317"/>
                  </a:cubicBezTo>
                  <a:cubicBezTo>
                    <a:pt x="2275" y="6257"/>
                    <a:pt x="2179" y="6186"/>
                    <a:pt x="2084" y="6114"/>
                  </a:cubicBezTo>
                  <a:cubicBezTo>
                    <a:pt x="2072" y="6138"/>
                    <a:pt x="2060" y="6162"/>
                    <a:pt x="2048" y="6186"/>
                  </a:cubicBezTo>
                  <a:cubicBezTo>
                    <a:pt x="2227" y="6340"/>
                    <a:pt x="2394" y="6507"/>
                    <a:pt x="2560" y="6674"/>
                  </a:cubicBezTo>
                  <a:cubicBezTo>
                    <a:pt x="2548" y="6698"/>
                    <a:pt x="2525" y="6709"/>
                    <a:pt x="2513" y="6733"/>
                  </a:cubicBezTo>
                  <a:cubicBezTo>
                    <a:pt x="1679" y="6031"/>
                    <a:pt x="858" y="5328"/>
                    <a:pt x="1" y="4602"/>
                  </a:cubicBezTo>
                  <a:lnTo>
                    <a:pt x="1" y="4602"/>
                  </a:lnTo>
                  <a:cubicBezTo>
                    <a:pt x="536" y="8769"/>
                    <a:pt x="1191" y="12913"/>
                    <a:pt x="1989" y="17032"/>
                  </a:cubicBezTo>
                  <a:cubicBezTo>
                    <a:pt x="2203" y="18092"/>
                    <a:pt x="2417" y="19151"/>
                    <a:pt x="2739" y="20175"/>
                  </a:cubicBezTo>
                  <a:cubicBezTo>
                    <a:pt x="2787" y="20342"/>
                    <a:pt x="2846" y="20497"/>
                    <a:pt x="2906" y="20664"/>
                  </a:cubicBezTo>
                  <a:lnTo>
                    <a:pt x="22980" y="20664"/>
                  </a:lnTo>
                  <a:cubicBezTo>
                    <a:pt x="22980" y="20616"/>
                    <a:pt x="22991" y="20568"/>
                    <a:pt x="22991" y="20533"/>
                  </a:cubicBezTo>
                  <a:cubicBezTo>
                    <a:pt x="23003" y="20211"/>
                    <a:pt x="22432" y="9031"/>
                    <a:pt x="22111" y="9031"/>
                  </a:cubicBezTo>
                  <a:cubicBezTo>
                    <a:pt x="22111" y="9031"/>
                    <a:pt x="22111" y="9031"/>
                    <a:pt x="22110" y="9031"/>
                  </a:cubicBezTo>
                  <a:cubicBezTo>
                    <a:pt x="21988" y="9037"/>
                    <a:pt x="21869" y="9039"/>
                    <a:pt x="21755" y="9039"/>
                  </a:cubicBezTo>
                  <a:cubicBezTo>
                    <a:pt x="18816" y="9039"/>
                    <a:pt x="18428" y="7302"/>
                    <a:pt x="19253" y="5102"/>
                  </a:cubicBezTo>
                  <a:lnTo>
                    <a:pt x="19253" y="5102"/>
                  </a:lnTo>
                  <a:cubicBezTo>
                    <a:pt x="18979" y="5281"/>
                    <a:pt x="18705" y="5471"/>
                    <a:pt x="18431" y="5638"/>
                  </a:cubicBezTo>
                  <a:cubicBezTo>
                    <a:pt x="18396" y="5614"/>
                    <a:pt x="18372" y="5590"/>
                    <a:pt x="18348" y="5566"/>
                  </a:cubicBezTo>
                  <a:cubicBezTo>
                    <a:pt x="18455" y="5412"/>
                    <a:pt x="18550" y="5221"/>
                    <a:pt x="18693" y="5114"/>
                  </a:cubicBezTo>
                  <a:cubicBezTo>
                    <a:pt x="18979" y="4876"/>
                    <a:pt x="19253" y="4650"/>
                    <a:pt x="19539" y="4423"/>
                  </a:cubicBezTo>
                  <a:cubicBezTo>
                    <a:pt x="19622" y="4257"/>
                    <a:pt x="19705" y="4090"/>
                    <a:pt x="19789" y="3911"/>
                  </a:cubicBezTo>
                  <a:lnTo>
                    <a:pt x="19789" y="3911"/>
                  </a:lnTo>
                  <a:cubicBezTo>
                    <a:pt x="19682" y="3959"/>
                    <a:pt x="19574" y="4007"/>
                    <a:pt x="19467" y="4054"/>
                  </a:cubicBezTo>
                  <a:cubicBezTo>
                    <a:pt x="19610" y="3935"/>
                    <a:pt x="19753" y="3816"/>
                    <a:pt x="19908" y="3709"/>
                  </a:cubicBezTo>
                  <a:cubicBezTo>
                    <a:pt x="20217" y="3126"/>
                    <a:pt x="20598" y="2542"/>
                    <a:pt x="21003" y="1959"/>
                  </a:cubicBezTo>
                  <a:lnTo>
                    <a:pt x="21003" y="1959"/>
                  </a:lnTo>
                  <a:cubicBezTo>
                    <a:pt x="20265" y="2304"/>
                    <a:pt x="19527" y="2685"/>
                    <a:pt x="18800" y="3114"/>
                  </a:cubicBezTo>
                  <a:cubicBezTo>
                    <a:pt x="19170" y="2614"/>
                    <a:pt x="19562" y="2173"/>
                    <a:pt x="20074" y="1876"/>
                  </a:cubicBezTo>
                  <a:cubicBezTo>
                    <a:pt x="20634" y="1566"/>
                    <a:pt x="21194" y="1268"/>
                    <a:pt x="21753" y="959"/>
                  </a:cubicBezTo>
                  <a:cubicBezTo>
                    <a:pt x="21753" y="959"/>
                    <a:pt x="18454" y="1"/>
                    <a:pt x="1741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6"/>
            <p:cNvSpPr/>
            <p:nvPr/>
          </p:nvSpPr>
          <p:spPr>
            <a:xfrm>
              <a:off x="3464700" y="2669800"/>
              <a:ext cx="91400" cy="133075"/>
            </a:xfrm>
            <a:custGeom>
              <a:rect b="b" l="l" r="r" t="t"/>
              <a:pathLst>
                <a:path extrusionOk="0" h="5323" w="3656">
                  <a:moveTo>
                    <a:pt x="2608" y="1"/>
                  </a:moveTo>
                  <a:cubicBezTo>
                    <a:pt x="2013" y="1132"/>
                    <a:pt x="1322" y="2227"/>
                    <a:pt x="537" y="3263"/>
                  </a:cubicBezTo>
                  <a:cubicBezTo>
                    <a:pt x="679" y="3370"/>
                    <a:pt x="822" y="3465"/>
                    <a:pt x="965" y="3572"/>
                  </a:cubicBezTo>
                  <a:cubicBezTo>
                    <a:pt x="953" y="3596"/>
                    <a:pt x="941" y="3620"/>
                    <a:pt x="918" y="3644"/>
                  </a:cubicBezTo>
                  <a:cubicBezTo>
                    <a:pt x="763" y="3584"/>
                    <a:pt x="596" y="3477"/>
                    <a:pt x="441" y="3477"/>
                  </a:cubicBezTo>
                  <a:cubicBezTo>
                    <a:pt x="298" y="3489"/>
                    <a:pt x="167" y="3608"/>
                    <a:pt x="1" y="3692"/>
                  </a:cubicBezTo>
                  <a:cubicBezTo>
                    <a:pt x="584" y="4215"/>
                    <a:pt x="1132" y="4692"/>
                    <a:pt x="1680" y="5180"/>
                  </a:cubicBezTo>
                  <a:cubicBezTo>
                    <a:pt x="1739" y="5227"/>
                    <a:pt x="1799" y="5275"/>
                    <a:pt x="1858" y="5323"/>
                  </a:cubicBezTo>
                  <a:cubicBezTo>
                    <a:pt x="1894" y="5251"/>
                    <a:pt x="1930" y="5180"/>
                    <a:pt x="1953" y="5108"/>
                  </a:cubicBezTo>
                  <a:cubicBezTo>
                    <a:pt x="2584" y="3430"/>
                    <a:pt x="3180" y="1727"/>
                    <a:pt x="365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6"/>
            <p:cNvSpPr/>
            <p:nvPr/>
          </p:nvSpPr>
          <p:spPr>
            <a:xfrm>
              <a:off x="3307550" y="2753150"/>
              <a:ext cx="35150" cy="4200"/>
            </a:xfrm>
            <a:custGeom>
              <a:rect b="b" l="l" r="r" t="t"/>
              <a:pathLst>
                <a:path extrusionOk="0" h="168" w="1406">
                  <a:moveTo>
                    <a:pt x="1369" y="0"/>
                  </a:moveTo>
                  <a:cubicBezTo>
                    <a:pt x="917" y="48"/>
                    <a:pt x="465" y="84"/>
                    <a:pt x="0" y="131"/>
                  </a:cubicBezTo>
                  <a:cubicBezTo>
                    <a:pt x="453" y="131"/>
                    <a:pt x="905" y="143"/>
                    <a:pt x="1358" y="167"/>
                  </a:cubicBezTo>
                  <a:cubicBezTo>
                    <a:pt x="1369" y="155"/>
                    <a:pt x="1393" y="131"/>
                    <a:pt x="1405" y="119"/>
                  </a:cubicBezTo>
                  <a:lnTo>
                    <a:pt x="13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>
              <a:off x="3183725" y="2769225"/>
              <a:ext cx="325" cy="2100"/>
            </a:xfrm>
            <a:custGeom>
              <a:rect b="b" l="l" r="r" t="t"/>
              <a:pathLst>
                <a:path extrusionOk="0" h="84" w="13">
                  <a:moveTo>
                    <a:pt x="0" y="0"/>
                  </a:moveTo>
                  <a:cubicBezTo>
                    <a:pt x="0" y="24"/>
                    <a:pt x="12" y="60"/>
                    <a:pt x="12" y="84"/>
                  </a:cubicBezTo>
                  <a:lnTo>
                    <a:pt x="12" y="12"/>
                  </a:lnTo>
                  <a:cubicBezTo>
                    <a:pt x="12" y="12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C5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>
              <a:off x="3181925" y="2700175"/>
              <a:ext cx="23850" cy="27400"/>
            </a:xfrm>
            <a:custGeom>
              <a:rect b="b" l="l" r="r" t="t"/>
              <a:pathLst>
                <a:path extrusionOk="0" h="1096" w="954">
                  <a:moveTo>
                    <a:pt x="882" y="0"/>
                  </a:moveTo>
                  <a:cubicBezTo>
                    <a:pt x="596" y="333"/>
                    <a:pt x="298" y="667"/>
                    <a:pt x="1" y="988"/>
                  </a:cubicBezTo>
                  <a:cubicBezTo>
                    <a:pt x="48" y="1024"/>
                    <a:pt x="84" y="1060"/>
                    <a:pt x="120" y="1095"/>
                  </a:cubicBezTo>
                  <a:cubicBezTo>
                    <a:pt x="394" y="750"/>
                    <a:pt x="679" y="405"/>
                    <a:pt x="953" y="72"/>
                  </a:cubicBezTo>
                  <a:cubicBezTo>
                    <a:pt x="930" y="48"/>
                    <a:pt x="906" y="24"/>
                    <a:pt x="8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6"/>
            <p:cNvSpPr/>
            <p:nvPr/>
          </p:nvSpPr>
          <p:spPr>
            <a:xfrm>
              <a:off x="3929650" y="2669800"/>
              <a:ext cx="425675" cy="517650"/>
            </a:xfrm>
            <a:custGeom>
              <a:rect b="b" l="l" r="r" t="t"/>
              <a:pathLst>
                <a:path extrusionOk="0" h="20706" w="17027">
                  <a:moveTo>
                    <a:pt x="6751" y="1"/>
                  </a:moveTo>
                  <a:cubicBezTo>
                    <a:pt x="6668" y="441"/>
                    <a:pt x="6513" y="882"/>
                    <a:pt x="6406" y="1322"/>
                  </a:cubicBezTo>
                  <a:cubicBezTo>
                    <a:pt x="6930" y="1501"/>
                    <a:pt x="7406" y="1810"/>
                    <a:pt x="7585" y="2346"/>
                  </a:cubicBezTo>
                  <a:cubicBezTo>
                    <a:pt x="7799" y="3001"/>
                    <a:pt x="7978" y="3680"/>
                    <a:pt x="8061" y="4370"/>
                  </a:cubicBezTo>
                  <a:cubicBezTo>
                    <a:pt x="8228" y="5728"/>
                    <a:pt x="8299" y="7097"/>
                    <a:pt x="8156" y="8478"/>
                  </a:cubicBezTo>
                  <a:cubicBezTo>
                    <a:pt x="8073" y="9299"/>
                    <a:pt x="7870" y="10085"/>
                    <a:pt x="7466" y="10811"/>
                  </a:cubicBezTo>
                  <a:cubicBezTo>
                    <a:pt x="6644" y="12264"/>
                    <a:pt x="5703" y="13621"/>
                    <a:pt x="4549" y="14824"/>
                  </a:cubicBezTo>
                  <a:cubicBezTo>
                    <a:pt x="3691" y="15729"/>
                    <a:pt x="2858" y="16634"/>
                    <a:pt x="1989" y="17527"/>
                  </a:cubicBezTo>
                  <a:cubicBezTo>
                    <a:pt x="1762" y="17753"/>
                    <a:pt x="1477" y="17931"/>
                    <a:pt x="1191" y="18098"/>
                  </a:cubicBezTo>
                  <a:cubicBezTo>
                    <a:pt x="1136" y="18125"/>
                    <a:pt x="1054" y="18173"/>
                    <a:pt x="976" y="18173"/>
                  </a:cubicBezTo>
                  <a:cubicBezTo>
                    <a:pt x="952" y="18173"/>
                    <a:pt x="928" y="18169"/>
                    <a:pt x="905" y="18158"/>
                  </a:cubicBezTo>
                  <a:cubicBezTo>
                    <a:pt x="810" y="18289"/>
                    <a:pt x="715" y="18455"/>
                    <a:pt x="596" y="18658"/>
                  </a:cubicBezTo>
                  <a:cubicBezTo>
                    <a:pt x="512" y="18932"/>
                    <a:pt x="429" y="19205"/>
                    <a:pt x="369" y="19491"/>
                  </a:cubicBezTo>
                  <a:cubicBezTo>
                    <a:pt x="274" y="19908"/>
                    <a:pt x="143" y="20313"/>
                    <a:pt x="0" y="20706"/>
                  </a:cubicBezTo>
                  <a:lnTo>
                    <a:pt x="17026" y="20706"/>
                  </a:lnTo>
                  <a:lnTo>
                    <a:pt x="17026" y="1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>
              <a:off x="2840225" y="2669800"/>
              <a:ext cx="402450" cy="517650"/>
            </a:xfrm>
            <a:custGeom>
              <a:rect b="b" l="l" r="r" t="t"/>
              <a:pathLst>
                <a:path extrusionOk="0" h="20706" w="16098">
                  <a:moveTo>
                    <a:pt x="15295" y="17809"/>
                  </a:moveTo>
                  <a:lnTo>
                    <a:pt x="15295" y="17809"/>
                  </a:lnTo>
                  <a:cubicBezTo>
                    <a:pt x="15294" y="17809"/>
                    <a:pt x="15295" y="17816"/>
                    <a:pt x="15299" y="17834"/>
                  </a:cubicBezTo>
                  <a:lnTo>
                    <a:pt x="15299" y="17834"/>
                  </a:lnTo>
                  <a:cubicBezTo>
                    <a:pt x="15298" y="17819"/>
                    <a:pt x="15295" y="17809"/>
                    <a:pt x="15295" y="17809"/>
                  </a:cubicBezTo>
                  <a:close/>
                  <a:moveTo>
                    <a:pt x="0" y="1"/>
                  </a:moveTo>
                  <a:lnTo>
                    <a:pt x="0" y="20706"/>
                  </a:lnTo>
                  <a:lnTo>
                    <a:pt x="16098" y="20706"/>
                  </a:lnTo>
                  <a:cubicBezTo>
                    <a:pt x="15788" y="19955"/>
                    <a:pt x="15562" y="19158"/>
                    <a:pt x="15407" y="18324"/>
                  </a:cubicBezTo>
                  <a:cubicBezTo>
                    <a:pt x="15383" y="18170"/>
                    <a:pt x="15336" y="18003"/>
                    <a:pt x="15300" y="17848"/>
                  </a:cubicBezTo>
                  <a:cubicBezTo>
                    <a:pt x="15300" y="17844"/>
                    <a:pt x="15300" y="17840"/>
                    <a:pt x="15300" y="17836"/>
                  </a:cubicBezTo>
                  <a:lnTo>
                    <a:pt x="15300" y="17836"/>
                  </a:lnTo>
                  <a:cubicBezTo>
                    <a:pt x="15300" y="17836"/>
                    <a:pt x="15300" y="17836"/>
                    <a:pt x="15300" y="17836"/>
                  </a:cubicBezTo>
                  <a:cubicBezTo>
                    <a:pt x="15300" y="17835"/>
                    <a:pt x="15300" y="17834"/>
                    <a:pt x="15299" y="17834"/>
                  </a:cubicBezTo>
                  <a:lnTo>
                    <a:pt x="15299" y="17834"/>
                  </a:lnTo>
                  <a:cubicBezTo>
                    <a:pt x="15299" y="17834"/>
                    <a:pt x="15299" y="17835"/>
                    <a:pt x="15300" y="17836"/>
                  </a:cubicBezTo>
                  <a:lnTo>
                    <a:pt x="15300" y="17836"/>
                  </a:lnTo>
                  <a:cubicBezTo>
                    <a:pt x="15038" y="17741"/>
                    <a:pt x="14812" y="17705"/>
                    <a:pt x="14621" y="17598"/>
                  </a:cubicBezTo>
                  <a:cubicBezTo>
                    <a:pt x="14443" y="17503"/>
                    <a:pt x="14264" y="17348"/>
                    <a:pt x="14121" y="17193"/>
                  </a:cubicBezTo>
                  <a:cubicBezTo>
                    <a:pt x="12823" y="15693"/>
                    <a:pt x="11478" y="14229"/>
                    <a:pt x="10252" y="12669"/>
                  </a:cubicBezTo>
                  <a:cubicBezTo>
                    <a:pt x="9609" y="11847"/>
                    <a:pt x="9133" y="10883"/>
                    <a:pt x="8621" y="9966"/>
                  </a:cubicBezTo>
                  <a:cubicBezTo>
                    <a:pt x="8251" y="9311"/>
                    <a:pt x="8132" y="8573"/>
                    <a:pt x="8121" y="7835"/>
                  </a:cubicBezTo>
                  <a:cubicBezTo>
                    <a:pt x="8109" y="6835"/>
                    <a:pt x="8109" y="5823"/>
                    <a:pt x="8204" y="4823"/>
                  </a:cubicBezTo>
                  <a:cubicBezTo>
                    <a:pt x="8323" y="3692"/>
                    <a:pt x="8561" y="2572"/>
                    <a:pt x="8740" y="1441"/>
                  </a:cubicBezTo>
                  <a:cubicBezTo>
                    <a:pt x="8752" y="1346"/>
                    <a:pt x="8763" y="1227"/>
                    <a:pt x="8728" y="1144"/>
                  </a:cubicBezTo>
                  <a:cubicBezTo>
                    <a:pt x="8573" y="763"/>
                    <a:pt x="8418" y="382"/>
                    <a:pt x="8263" y="1"/>
                  </a:cubicBezTo>
                  <a:lnTo>
                    <a:pt x="8001" y="1"/>
                  </a:lnTo>
                  <a:cubicBezTo>
                    <a:pt x="8156" y="739"/>
                    <a:pt x="8311" y="1477"/>
                    <a:pt x="8466" y="2203"/>
                  </a:cubicBezTo>
                  <a:cubicBezTo>
                    <a:pt x="8442" y="2215"/>
                    <a:pt x="8430" y="2215"/>
                    <a:pt x="8406" y="2215"/>
                  </a:cubicBezTo>
                  <a:cubicBezTo>
                    <a:pt x="8335" y="2013"/>
                    <a:pt x="8251" y="1810"/>
                    <a:pt x="8168" y="1620"/>
                  </a:cubicBezTo>
                  <a:cubicBezTo>
                    <a:pt x="7954" y="1084"/>
                    <a:pt x="7751" y="548"/>
                    <a:pt x="7549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>
              <a:off x="3279850" y="2686100"/>
              <a:ext cx="98275" cy="28975"/>
            </a:xfrm>
            <a:custGeom>
              <a:rect b="b" l="l" r="r" t="t"/>
              <a:pathLst>
                <a:path extrusionOk="0" h="1159" w="3931">
                  <a:moveTo>
                    <a:pt x="1737" y="0"/>
                  </a:moveTo>
                  <a:cubicBezTo>
                    <a:pt x="1679" y="0"/>
                    <a:pt x="1622" y="22"/>
                    <a:pt x="1573" y="51"/>
                  </a:cubicBezTo>
                  <a:cubicBezTo>
                    <a:pt x="1049" y="384"/>
                    <a:pt x="525" y="718"/>
                    <a:pt x="1" y="1063"/>
                  </a:cubicBezTo>
                  <a:cubicBezTo>
                    <a:pt x="13" y="1099"/>
                    <a:pt x="13" y="1135"/>
                    <a:pt x="25" y="1158"/>
                  </a:cubicBezTo>
                  <a:cubicBezTo>
                    <a:pt x="882" y="1063"/>
                    <a:pt x="1739" y="956"/>
                    <a:pt x="2597" y="861"/>
                  </a:cubicBezTo>
                  <a:cubicBezTo>
                    <a:pt x="2788" y="839"/>
                    <a:pt x="2979" y="799"/>
                    <a:pt x="3170" y="799"/>
                  </a:cubicBezTo>
                  <a:cubicBezTo>
                    <a:pt x="3193" y="799"/>
                    <a:pt x="3216" y="800"/>
                    <a:pt x="3239" y="801"/>
                  </a:cubicBezTo>
                  <a:cubicBezTo>
                    <a:pt x="3271" y="804"/>
                    <a:pt x="3302" y="806"/>
                    <a:pt x="3331" y="806"/>
                  </a:cubicBezTo>
                  <a:cubicBezTo>
                    <a:pt x="3630" y="806"/>
                    <a:pt x="3800" y="641"/>
                    <a:pt x="3930" y="337"/>
                  </a:cubicBezTo>
                  <a:cubicBezTo>
                    <a:pt x="3204" y="218"/>
                    <a:pt x="2489" y="111"/>
                    <a:pt x="1775" y="3"/>
                  </a:cubicBezTo>
                  <a:cubicBezTo>
                    <a:pt x="1762" y="1"/>
                    <a:pt x="1750" y="0"/>
                    <a:pt x="1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>
              <a:off x="3373325" y="2669800"/>
              <a:ext cx="19375" cy="4475"/>
            </a:xfrm>
            <a:custGeom>
              <a:rect b="b" l="l" r="r" t="t"/>
              <a:pathLst>
                <a:path extrusionOk="0" h="179" w="775">
                  <a:moveTo>
                    <a:pt x="1" y="1"/>
                  </a:moveTo>
                  <a:cubicBezTo>
                    <a:pt x="155" y="48"/>
                    <a:pt x="310" y="96"/>
                    <a:pt x="465" y="155"/>
                  </a:cubicBezTo>
                  <a:cubicBezTo>
                    <a:pt x="509" y="170"/>
                    <a:pt x="546" y="178"/>
                    <a:pt x="579" y="178"/>
                  </a:cubicBezTo>
                  <a:cubicBezTo>
                    <a:pt x="652" y="178"/>
                    <a:pt x="701" y="139"/>
                    <a:pt x="751" y="48"/>
                  </a:cubicBezTo>
                  <a:cubicBezTo>
                    <a:pt x="763" y="24"/>
                    <a:pt x="774" y="13"/>
                    <a:pt x="774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>
              <a:off x="3415600" y="2669800"/>
              <a:ext cx="61925" cy="30400"/>
            </a:xfrm>
            <a:custGeom>
              <a:rect b="b" l="l" r="r" t="t"/>
              <a:pathLst>
                <a:path extrusionOk="0" h="1216" w="2477">
                  <a:moveTo>
                    <a:pt x="619" y="1"/>
                  </a:moveTo>
                  <a:cubicBezTo>
                    <a:pt x="429" y="191"/>
                    <a:pt x="215" y="382"/>
                    <a:pt x="0" y="560"/>
                  </a:cubicBezTo>
                  <a:cubicBezTo>
                    <a:pt x="750" y="798"/>
                    <a:pt x="1405" y="1001"/>
                    <a:pt x="2072" y="1215"/>
                  </a:cubicBezTo>
                  <a:cubicBezTo>
                    <a:pt x="2203" y="810"/>
                    <a:pt x="2334" y="405"/>
                    <a:pt x="2477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3214375" y="2722075"/>
              <a:ext cx="29500" cy="11300"/>
            </a:xfrm>
            <a:custGeom>
              <a:rect b="b" l="l" r="r" t="t"/>
              <a:pathLst>
                <a:path extrusionOk="0" h="452" w="1180">
                  <a:moveTo>
                    <a:pt x="863" y="1"/>
                  </a:moveTo>
                  <a:cubicBezTo>
                    <a:pt x="545" y="1"/>
                    <a:pt x="233" y="41"/>
                    <a:pt x="1" y="362"/>
                  </a:cubicBezTo>
                  <a:cubicBezTo>
                    <a:pt x="239" y="389"/>
                    <a:pt x="473" y="452"/>
                    <a:pt x="691" y="452"/>
                  </a:cubicBezTo>
                  <a:cubicBezTo>
                    <a:pt x="866" y="452"/>
                    <a:pt x="1031" y="411"/>
                    <a:pt x="1179" y="279"/>
                  </a:cubicBezTo>
                  <a:lnTo>
                    <a:pt x="1179" y="5"/>
                  </a:lnTo>
                  <a:cubicBezTo>
                    <a:pt x="1075" y="5"/>
                    <a:pt x="969" y="1"/>
                    <a:pt x="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3223600" y="2677850"/>
              <a:ext cx="37525" cy="40500"/>
            </a:xfrm>
            <a:custGeom>
              <a:rect b="b" l="l" r="r" t="t"/>
              <a:pathLst>
                <a:path extrusionOk="0" h="1620" w="1501">
                  <a:moveTo>
                    <a:pt x="1501" y="0"/>
                  </a:moveTo>
                  <a:cubicBezTo>
                    <a:pt x="1001" y="536"/>
                    <a:pt x="501" y="1072"/>
                    <a:pt x="1" y="1619"/>
                  </a:cubicBezTo>
                  <a:cubicBezTo>
                    <a:pt x="644" y="1203"/>
                    <a:pt x="1168" y="691"/>
                    <a:pt x="15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>
              <a:off x="3231950" y="2677850"/>
              <a:ext cx="44650" cy="41675"/>
            </a:xfrm>
            <a:custGeom>
              <a:rect b="b" l="l" r="r" t="t"/>
              <a:pathLst>
                <a:path extrusionOk="0" h="1667" w="1786">
                  <a:moveTo>
                    <a:pt x="1667" y="0"/>
                  </a:moveTo>
                  <a:cubicBezTo>
                    <a:pt x="1369" y="238"/>
                    <a:pt x="1215" y="607"/>
                    <a:pt x="929" y="857"/>
                  </a:cubicBezTo>
                  <a:cubicBezTo>
                    <a:pt x="631" y="1119"/>
                    <a:pt x="333" y="1369"/>
                    <a:pt x="0" y="1667"/>
                  </a:cubicBezTo>
                  <a:cubicBezTo>
                    <a:pt x="405" y="1643"/>
                    <a:pt x="774" y="1655"/>
                    <a:pt x="1012" y="1286"/>
                  </a:cubicBezTo>
                  <a:cubicBezTo>
                    <a:pt x="1262" y="893"/>
                    <a:pt x="1524" y="512"/>
                    <a:pt x="1786" y="119"/>
                  </a:cubicBezTo>
                  <a:cubicBezTo>
                    <a:pt x="1750" y="83"/>
                    <a:pt x="1703" y="36"/>
                    <a:pt x="16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6"/>
            <p:cNvSpPr/>
            <p:nvPr/>
          </p:nvSpPr>
          <p:spPr>
            <a:xfrm>
              <a:off x="3257825" y="2720100"/>
              <a:ext cx="97975" cy="12300"/>
            </a:xfrm>
            <a:custGeom>
              <a:rect b="b" l="l" r="r" t="t"/>
              <a:pathLst>
                <a:path extrusionOk="0" h="492" w="3919">
                  <a:moveTo>
                    <a:pt x="525" y="1"/>
                  </a:moveTo>
                  <a:cubicBezTo>
                    <a:pt x="346" y="1"/>
                    <a:pt x="180" y="108"/>
                    <a:pt x="1" y="167"/>
                  </a:cubicBezTo>
                  <a:cubicBezTo>
                    <a:pt x="1" y="215"/>
                    <a:pt x="13" y="251"/>
                    <a:pt x="13" y="287"/>
                  </a:cubicBezTo>
                  <a:cubicBezTo>
                    <a:pt x="620" y="346"/>
                    <a:pt x="1215" y="417"/>
                    <a:pt x="1811" y="453"/>
                  </a:cubicBezTo>
                  <a:cubicBezTo>
                    <a:pt x="2055" y="471"/>
                    <a:pt x="2302" y="471"/>
                    <a:pt x="2549" y="471"/>
                  </a:cubicBezTo>
                  <a:cubicBezTo>
                    <a:pt x="2796" y="471"/>
                    <a:pt x="3043" y="471"/>
                    <a:pt x="3287" y="489"/>
                  </a:cubicBezTo>
                  <a:cubicBezTo>
                    <a:pt x="3309" y="491"/>
                    <a:pt x="3330" y="492"/>
                    <a:pt x="3350" y="492"/>
                  </a:cubicBezTo>
                  <a:cubicBezTo>
                    <a:pt x="3609" y="492"/>
                    <a:pt x="3763" y="353"/>
                    <a:pt x="3918" y="132"/>
                  </a:cubicBezTo>
                  <a:cubicBezTo>
                    <a:pt x="3859" y="120"/>
                    <a:pt x="3823" y="96"/>
                    <a:pt x="3787" y="96"/>
                  </a:cubicBezTo>
                  <a:cubicBezTo>
                    <a:pt x="2704" y="60"/>
                    <a:pt x="1608" y="13"/>
                    <a:pt x="5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6"/>
            <p:cNvSpPr/>
            <p:nvPr/>
          </p:nvSpPr>
          <p:spPr>
            <a:xfrm>
              <a:off x="3665475" y="2769225"/>
              <a:ext cx="308550" cy="418225"/>
            </a:xfrm>
            <a:custGeom>
              <a:rect b="b" l="l" r="r" t="t"/>
              <a:pathLst>
                <a:path extrusionOk="0" h="16729" w="12342">
                  <a:moveTo>
                    <a:pt x="7543" y="0"/>
                  </a:moveTo>
                  <a:cubicBezTo>
                    <a:pt x="7507" y="0"/>
                    <a:pt x="7484" y="12"/>
                    <a:pt x="7472" y="24"/>
                  </a:cubicBezTo>
                  <a:cubicBezTo>
                    <a:pt x="7603" y="286"/>
                    <a:pt x="7757" y="548"/>
                    <a:pt x="7853" y="822"/>
                  </a:cubicBezTo>
                  <a:cubicBezTo>
                    <a:pt x="8317" y="2191"/>
                    <a:pt x="7638" y="3513"/>
                    <a:pt x="6293" y="4013"/>
                  </a:cubicBezTo>
                  <a:cubicBezTo>
                    <a:pt x="5980" y="4129"/>
                    <a:pt x="5639" y="4183"/>
                    <a:pt x="5295" y="4183"/>
                  </a:cubicBezTo>
                  <a:cubicBezTo>
                    <a:pt x="4261" y="4183"/>
                    <a:pt x="3203" y="3694"/>
                    <a:pt x="2828" y="2917"/>
                  </a:cubicBezTo>
                  <a:cubicBezTo>
                    <a:pt x="2507" y="2251"/>
                    <a:pt x="2400" y="1596"/>
                    <a:pt x="2662" y="905"/>
                  </a:cubicBezTo>
                  <a:cubicBezTo>
                    <a:pt x="2757" y="655"/>
                    <a:pt x="2864" y="405"/>
                    <a:pt x="2971" y="96"/>
                  </a:cubicBezTo>
                  <a:lnTo>
                    <a:pt x="2971" y="96"/>
                  </a:lnTo>
                  <a:cubicBezTo>
                    <a:pt x="2459" y="334"/>
                    <a:pt x="1935" y="548"/>
                    <a:pt x="1435" y="810"/>
                  </a:cubicBezTo>
                  <a:cubicBezTo>
                    <a:pt x="1233" y="929"/>
                    <a:pt x="1030" y="1048"/>
                    <a:pt x="840" y="1179"/>
                  </a:cubicBezTo>
                  <a:cubicBezTo>
                    <a:pt x="1" y="3374"/>
                    <a:pt x="405" y="5115"/>
                    <a:pt x="3369" y="5115"/>
                  </a:cubicBezTo>
                  <a:cubicBezTo>
                    <a:pt x="3475" y="5115"/>
                    <a:pt x="3585" y="5113"/>
                    <a:pt x="3697" y="5108"/>
                  </a:cubicBezTo>
                  <a:cubicBezTo>
                    <a:pt x="3697" y="5072"/>
                    <a:pt x="3697" y="5049"/>
                    <a:pt x="3686" y="5025"/>
                  </a:cubicBezTo>
                  <a:cubicBezTo>
                    <a:pt x="4840" y="4858"/>
                    <a:pt x="5995" y="4691"/>
                    <a:pt x="7138" y="4525"/>
                  </a:cubicBezTo>
                  <a:cubicBezTo>
                    <a:pt x="7150" y="4537"/>
                    <a:pt x="7150" y="4548"/>
                    <a:pt x="7150" y="4560"/>
                  </a:cubicBezTo>
                  <a:lnTo>
                    <a:pt x="6603" y="4727"/>
                  </a:lnTo>
                  <a:cubicBezTo>
                    <a:pt x="6603" y="4739"/>
                    <a:pt x="6603" y="4763"/>
                    <a:pt x="6603" y="4775"/>
                  </a:cubicBezTo>
                  <a:cubicBezTo>
                    <a:pt x="6936" y="4751"/>
                    <a:pt x="7269" y="4727"/>
                    <a:pt x="7615" y="4715"/>
                  </a:cubicBezTo>
                  <a:lnTo>
                    <a:pt x="7615" y="4715"/>
                  </a:lnTo>
                  <a:cubicBezTo>
                    <a:pt x="6769" y="5096"/>
                    <a:pt x="5876" y="5144"/>
                    <a:pt x="4971" y="5144"/>
                  </a:cubicBezTo>
                  <a:cubicBezTo>
                    <a:pt x="5138" y="5096"/>
                    <a:pt x="5317" y="5037"/>
                    <a:pt x="5483" y="4989"/>
                  </a:cubicBezTo>
                  <a:cubicBezTo>
                    <a:pt x="5662" y="4953"/>
                    <a:pt x="5841" y="4918"/>
                    <a:pt x="6019" y="4846"/>
                  </a:cubicBezTo>
                  <a:lnTo>
                    <a:pt x="6019" y="4846"/>
                  </a:lnTo>
                  <a:cubicBezTo>
                    <a:pt x="5245" y="4929"/>
                    <a:pt x="4471" y="5013"/>
                    <a:pt x="3697" y="5108"/>
                  </a:cubicBezTo>
                  <a:cubicBezTo>
                    <a:pt x="3698" y="5108"/>
                    <a:pt x="3698" y="5108"/>
                    <a:pt x="3698" y="5108"/>
                  </a:cubicBezTo>
                  <a:cubicBezTo>
                    <a:pt x="4019" y="5108"/>
                    <a:pt x="4590" y="16288"/>
                    <a:pt x="4578" y="16598"/>
                  </a:cubicBezTo>
                  <a:lnTo>
                    <a:pt x="4567" y="16729"/>
                  </a:lnTo>
                  <a:lnTo>
                    <a:pt x="10151" y="16729"/>
                  </a:lnTo>
                  <a:cubicBezTo>
                    <a:pt x="10377" y="16264"/>
                    <a:pt x="10567" y="15871"/>
                    <a:pt x="10722" y="15550"/>
                  </a:cubicBezTo>
                  <a:cubicBezTo>
                    <a:pt x="10889" y="14990"/>
                    <a:pt x="11008" y="14419"/>
                    <a:pt x="11091" y="13835"/>
                  </a:cubicBezTo>
                  <a:cubicBezTo>
                    <a:pt x="11234" y="12859"/>
                    <a:pt x="11317" y="11883"/>
                    <a:pt x="11401" y="10895"/>
                  </a:cubicBezTo>
                  <a:cubicBezTo>
                    <a:pt x="11425" y="10573"/>
                    <a:pt x="11317" y="10228"/>
                    <a:pt x="11365" y="9906"/>
                  </a:cubicBezTo>
                  <a:cubicBezTo>
                    <a:pt x="11496" y="9001"/>
                    <a:pt x="11675" y="8097"/>
                    <a:pt x="11853" y="7192"/>
                  </a:cubicBezTo>
                  <a:cubicBezTo>
                    <a:pt x="11913" y="6894"/>
                    <a:pt x="12020" y="6620"/>
                    <a:pt x="12103" y="6323"/>
                  </a:cubicBezTo>
                  <a:lnTo>
                    <a:pt x="12008" y="6287"/>
                  </a:lnTo>
                  <a:cubicBezTo>
                    <a:pt x="11948" y="6418"/>
                    <a:pt x="11865" y="6549"/>
                    <a:pt x="11841" y="6680"/>
                  </a:cubicBezTo>
                  <a:cubicBezTo>
                    <a:pt x="11615" y="7882"/>
                    <a:pt x="11401" y="9097"/>
                    <a:pt x="11175" y="10299"/>
                  </a:cubicBezTo>
                  <a:cubicBezTo>
                    <a:pt x="11163" y="10263"/>
                    <a:pt x="11151" y="10240"/>
                    <a:pt x="11139" y="10228"/>
                  </a:cubicBezTo>
                  <a:cubicBezTo>
                    <a:pt x="11115" y="10466"/>
                    <a:pt x="11079" y="10716"/>
                    <a:pt x="11032" y="11025"/>
                  </a:cubicBezTo>
                  <a:cubicBezTo>
                    <a:pt x="10948" y="9573"/>
                    <a:pt x="11198" y="8239"/>
                    <a:pt x="11544" y="6906"/>
                  </a:cubicBezTo>
                  <a:cubicBezTo>
                    <a:pt x="11520" y="6894"/>
                    <a:pt x="11496" y="6870"/>
                    <a:pt x="11460" y="6858"/>
                  </a:cubicBezTo>
                  <a:cubicBezTo>
                    <a:pt x="11127" y="7287"/>
                    <a:pt x="10782" y="7716"/>
                    <a:pt x="10436" y="8156"/>
                  </a:cubicBezTo>
                  <a:cubicBezTo>
                    <a:pt x="10424" y="8120"/>
                    <a:pt x="10413" y="8097"/>
                    <a:pt x="10413" y="8097"/>
                  </a:cubicBezTo>
                  <a:cubicBezTo>
                    <a:pt x="10782" y="7620"/>
                    <a:pt x="10841" y="7049"/>
                    <a:pt x="10960" y="6489"/>
                  </a:cubicBezTo>
                  <a:cubicBezTo>
                    <a:pt x="11186" y="5465"/>
                    <a:pt x="11484" y="4453"/>
                    <a:pt x="11746" y="3429"/>
                  </a:cubicBezTo>
                  <a:cubicBezTo>
                    <a:pt x="11937" y="2667"/>
                    <a:pt x="12115" y="1905"/>
                    <a:pt x="12306" y="1131"/>
                  </a:cubicBezTo>
                  <a:cubicBezTo>
                    <a:pt x="12329" y="1036"/>
                    <a:pt x="12329" y="941"/>
                    <a:pt x="12341" y="762"/>
                  </a:cubicBezTo>
                  <a:lnTo>
                    <a:pt x="12341" y="762"/>
                  </a:lnTo>
                  <a:cubicBezTo>
                    <a:pt x="12151" y="929"/>
                    <a:pt x="12008" y="1036"/>
                    <a:pt x="11865" y="1143"/>
                  </a:cubicBezTo>
                  <a:cubicBezTo>
                    <a:pt x="11091" y="1762"/>
                    <a:pt x="10329" y="2370"/>
                    <a:pt x="9567" y="2989"/>
                  </a:cubicBezTo>
                  <a:cubicBezTo>
                    <a:pt x="8377" y="3965"/>
                    <a:pt x="7007" y="4489"/>
                    <a:pt x="5495" y="4632"/>
                  </a:cubicBezTo>
                  <a:cubicBezTo>
                    <a:pt x="5329" y="4644"/>
                    <a:pt x="5174" y="4668"/>
                    <a:pt x="5007" y="4691"/>
                  </a:cubicBezTo>
                  <a:cubicBezTo>
                    <a:pt x="4983" y="4691"/>
                    <a:pt x="4948" y="4691"/>
                    <a:pt x="4852" y="4679"/>
                  </a:cubicBezTo>
                  <a:cubicBezTo>
                    <a:pt x="5221" y="4584"/>
                    <a:pt x="5543" y="4489"/>
                    <a:pt x="5852" y="4418"/>
                  </a:cubicBezTo>
                  <a:cubicBezTo>
                    <a:pt x="6591" y="4251"/>
                    <a:pt x="7245" y="3953"/>
                    <a:pt x="7853" y="3477"/>
                  </a:cubicBezTo>
                  <a:cubicBezTo>
                    <a:pt x="9174" y="2441"/>
                    <a:pt x="10532" y="1453"/>
                    <a:pt x="11877" y="453"/>
                  </a:cubicBezTo>
                  <a:cubicBezTo>
                    <a:pt x="11972" y="381"/>
                    <a:pt x="12056" y="298"/>
                    <a:pt x="12222" y="155"/>
                  </a:cubicBezTo>
                  <a:lnTo>
                    <a:pt x="10234" y="155"/>
                  </a:lnTo>
                  <a:cubicBezTo>
                    <a:pt x="10210" y="274"/>
                    <a:pt x="10174" y="429"/>
                    <a:pt x="10139" y="631"/>
                  </a:cubicBezTo>
                  <a:cubicBezTo>
                    <a:pt x="10127" y="429"/>
                    <a:pt x="10115" y="262"/>
                    <a:pt x="10103" y="107"/>
                  </a:cubicBezTo>
                  <a:cubicBezTo>
                    <a:pt x="10091" y="96"/>
                    <a:pt x="10067" y="96"/>
                    <a:pt x="10043" y="96"/>
                  </a:cubicBezTo>
                  <a:cubicBezTo>
                    <a:pt x="10008" y="143"/>
                    <a:pt x="9984" y="203"/>
                    <a:pt x="9948" y="262"/>
                  </a:cubicBezTo>
                  <a:cubicBezTo>
                    <a:pt x="9948" y="262"/>
                    <a:pt x="9936" y="262"/>
                    <a:pt x="9924" y="250"/>
                  </a:cubicBezTo>
                  <a:cubicBezTo>
                    <a:pt x="9853" y="191"/>
                    <a:pt x="9793" y="96"/>
                    <a:pt x="9722" y="84"/>
                  </a:cubicBezTo>
                  <a:cubicBezTo>
                    <a:pt x="8996" y="48"/>
                    <a:pt x="8269" y="24"/>
                    <a:pt x="754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6"/>
            <p:cNvSpPr/>
            <p:nvPr/>
          </p:nvSpPr>
          <p:spPr>
            <a:xfrm>
              <a:off x="3920125" y="2730625"/>
              <a:ext cx="39300" cy="11525"/>
            </a:xfrm>
            <a:custGeom>
              <a:rect b="b" l="l" r="r" t="t"/>
              <a:pathLst>
                <a:path extrusionOk="0" h="461" w="1572">
                  <a:moveTo>
                    <a:pt x="741" y="1"/>
                  </a:moveTo>
                  <a:cubicBezTo>
                    <a:pt x="513" y="1"/>
                    <a:pt x="284" y="8"/>
                    <a:pt x="60" y="8"/>
                  </a:cubicBezTo>
                  <a:cubicBezTo>
                    <a:pt x="36" y="44"/>
                    <a:pt x="24" y="92"/>
                    <a:pt x="0" y="127"/>
                  </a:cubicBezTo>
                  <a:cubicBezTo>
                    <a:pt x="60" y="173"/>
                    <a:pt x="125" y="189"/>
                    <a:pt x="194" y="189"/>
                  </a:cubicBezTo>
                  <a:cubicBezTo>
                    <a:pt x="346" y="189"/>
                    <a:pt x="520" y="113"/>
                    <a:pt x="709" y="113"/>
                  </a:cubicBezTo>
                  <a:cubicBezTo>
                    <a:pt x="727" y="113"/>
                    <a:pt x="744" y="114"/>
                    <a:pt x="762" y="116"/>
                  </a:cubicBezTo>
                  <a:cubicBezTo>
                    <a:pt x="500" y="235"/>
                    <a:pt x="298" y="318"/>
                    <a:pt x="96" y="401"/>
                  </a:cubicBezTo>
                  <a:cubicBezTo>
                    <a:pt x="107" y="425"/>
                    <a:pt x="107" y="437"/>
                    <a:pt x="119" y="461"/>
                  </a:cubicBezTo>
                  <a:lnTo>
                    <a:pt x="1524" y="461"/>
                  </a:lnTo>
                  <a:cubicBezTo>
                    <a:pt x="1536" y="437"/>
                    <a:pt x="1560" y="401"/>
                    <a:pt x="1572" y="366"/>
                  </a:cubicBezTo>
                  <a:cubicBezTo>
                    <a:pt x="1465" y="247"/>
                    <a:pt x="1370" y="44"/>
                    <a:pt x="1250" y="20"/>
                  </a:cubicBezTo>
                  <a:cubicBezTo>
                    <a:pt x="1082" y="5"/>
                    <a:pt x="912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6"/>
            <p:cNvSpPr/>
            <p:nvPr/>
          </p:nvSpPr>
          <p:spPr>
            <a:xfrm>
              <a:off x="3949000" y="2712550"/>
              <a:ext cx="179500" cy="407625"/>
            </a:xfrm>
            <a:custGeom>
              <a:rect b="b" l="l" r="r" t="t"/>
              <a:pathLst>
                <a:path extrusionOk="0" h="16305" w="7180">
                  <a:moveTo>
                    <a:pt x="5002" y="2204"/>
                  </a:moveTo>
                  <a:cubicBezTo>
                    <a:pt x="5155" y="2204"/>
                    <a:pt x="5292" y="2293"/>
                    <a:pt x="5370" y="2470"/>
                  </a:cubicBezTo>
                  <a:cubicBezTo>
                    <a:pt x="5549" y="2839"/>
                    <a:pt x="5715" y="3232"/>
                    <a:pt x="5751" y="3625"/>
                  </a:cubicBezTo>
                  <a:cubicBezTo>
                    <a:pt x="5834" y="4518"/>
                    <a:pt x="5858" y="5422"/>
                    <a:pt x="5882" y="6315"/>
                  </a:cubicBezTo>
                  <a:cubicBezTo>
                    <a:pt x="5894" y="6982"/>
                    <a:pt x="5632" y="7554"/>
                    <a:pt x="5322" y="8113"/>
                  </a:cubicBezTo>
                  <a:cubicBezTo>
                    <a:pt x="4417" y="9721"/>
                    <a:pt x="3358" y="11209"/>
                    <a:pt x="2239" y="12673"/>
                  </a:cubicBezTo>
                  <a:cubicBezTo>
                    <a:pt x="2131" y="12816"/>
                    <a:pt x="2024" y="12959"/>
                    <a:pt x="1858" y="13078"/>
                  </a:cubicBezTo>
                  <a:cubicBezTo>
                    <a:pt x="1905" y="12995"/>
                    <a:pt x="1953" y="12911"/>
                    <a:pt x="2000" y="12828"/>
                  </a:cubicBezTo>
                  <a:cubicBezTo>
                    <a:pt x="2715" y="11721"/>
                    <a:pt x="3453" y="10625"/>
                    <a:pt x="4144" y="9494"/>
                  </a:cubicBezTo>
                  <a:cubicBezTo>
                    <a:pt x="5739" y="6875"/>
                    <a:pt x="5608" y="7030"/>
                    <a:pt x="5453" y="3863"/>
                  </a:cubicBezTo>
                  <a:cubicBezTo>
                    <a:pt x="5429" y="3482"/>
                    <a:pt x="5322" y="3101"/>
                    <a:pt x="5203" y="2732"/>
                  </a:cubicBezTo>
                  <a:cubicBezTo>
                    <a:pt x="5145" y="2555"/>
                    <a:pt x="5079" y="2472"/>
                    <a:pt x="4990" y="2472"/>
                  </a:cubicBezTo>
                  <a:cubicBezTo>
                    <a:pt x="4917" y="2472"/>
                    <a:pt x="4828" y="2529"/>
                    <a:pt x="4715" y="2636"/>
                  </a:cubicBezTo>
                  <a:cubicBezTo>
                    <a:pt x="4298" y="3053"/>
                    <a:pt x="4167" y="3601"/>
                    <a:pt x="4025" y="4137"/>
                  </a:cubicBezTo>
                  <a:cubicBezTo>
                    <a:pt x="3917" y="4553"/>
                    <a:pt x="3751" y="4958"/>
                    <a:pt x="3596" y="5363"/>
                  </a:cubicBezTo>
                  <a:cubicBezTo>
                    <a:pt x="3524" y="5530"/>
                    <a:pt x="3501" y="5661"/>
                    <a:pt x="3584" y="5851"/>
                  </a:cubicBezTo>
                  <a:cubicBezTo>
                    <a:pt x="3917" y="6565"/>
                    <a:pt x="4001" y="7316"/>
                    <a:pt x="3763" y="8089"/>
                  </a:cubicBezTo>
                  <a:cubicBezTo>
                    <a:pt x="3727" y="8197"/>
                    <a:pt x="3667" y="8292"/>
                    <a:pt x="3632" y="8387"/>
                  </a:cubicBezTo>
                  <a:cubicBezTo>
                    <a:pt x="3715" y="7542"/>
                    <a:pt x="3608" y="6744"/>
                    <a:pt x="3417" y="5934"/>
                  </a:cubicBezTo>
                  <a:cubicBezTo>
                    <a:pt x="3370" y="5934"/>
                    <a:pt x="3334" y="5923"/>
                    <a:pt x="3286" y="5923"/>
                  </a:cubicBezTo>
                  <a:cubicBezTo>
                    <a:pt x="3167" y="6423"/>
                    <a:pt x="3024" y="6911"/>
                    <a:pt x="2929" y="7411"/>
                  </a:cubicBezTo>
                  <a:cubicBezTo>
                    <a:pt x="2905" y="7530"/>
                    <a:pt x="3024" y="7661"/>
                    <a:pt x="3060" y="7780"/>
                  </a:cubicBezTo>
                  <a:cubicBezTo>
                    <a:pt x="3203" y="8280"/>
                    <a:pt x="3179" y="8768"/>
                    <a:pt x="2941" y="9256"/>
                  </a:cubicBezTo>
                  <a:lnTo>
                    <a:pt x="2941" y="7685"/>
                  </a:lnTo>
                  <a:lnTo>
                    <a:pt x="2846" y="7673"/>
                  </a:lnTo>
                  <a:cubicBezTo>
                    <a:pt x="2655" y="8387"/>
                    <a:pt x="2393" y="9101"/>
                    <a:pt x="2632" y="9863"/>
                  </a:cubicBezTo>
                  <a:cubicBezTo>
                    <a:pt x="2929" y="10828"/>
                    <a:pt x="2572" y="11614"/>
                    <a:pt x="1953" y="12376"/>
                  </a:cubicBezTo>
                  <a:cubicBezTo>
                    <a:pt x="2084" y="11959"/>
                    <a:pt x="2239" y="11590"/>
                    <a:pt x="2310" y="11209"/>
                  </a:cubicBezTo>
                  <a:cubicBezTo>
                    <a:pt x="2370" y="10876"/>
                    <a:pt x="2405" y="10518"/>
                    <a:pt x="2322" y="10209"/>
                  </a:cubicBezTo>
                  <a:cubicBezTo>
                    <a:pt x="2143" y="9459"/>
                    <a:pt x="2203" y="8732"/>
                    <a:pt x="2417" y="8030"/>
                  </a:cubicBezTo>
                  <a:cubicBezTo>
                    <a:pt x="2858" y="6577"/>
                    <a:pt x="3334" y="5137"/>
                    <a:pt x="3810" y="3708"/>
                  </a:cubicBezTo>
                  <a:cubicBezTo>
                    <a:pt x="3905" y="3410"/>
                    <a:pt x="4048" y="3113"/>
                    <a:pt x="4203" y="2839"/>
                  </a:cubicBezTo>
                  <a:cubicBezTo>
                    <a:pt x="4322" y="2648"/>
                    <a:pt x="4501" y="2470"/>
                    <a:pt x="4679" y="2327"/>
                  </a:cubicBezTo>
                  <a:cubicBezTo>
                    <a:pt x="4785" y="2245"/>
                    <a:pt x="4897" y="2204"/>
                    <a:pt x="5002" y="2204"/>
                  </a:cubicBezTo>
                  <a:close/>
                  <a:moveTo>
                    <a:pt x="5576" y="0"/>
                  </a:moveTo>
                  <a:cubicBezTo>
                    <a:pt x="5436" y="0"/>
                    <a:pt x="5298" y="54"/>
                    <a:pt x="5168" y="172"/>
                  </a:cubicBezTo>
                  <a:cubicBezTo>
                    <a:pt x="4989" y="338"/>
                    <a:pt x="4787" y="493"/>
                    <a:pt x="4656" y="696"/>
                  </a:cubicBezTo>
                  <a:cubicBezTo>
                    <a:pt x="4013" y="1624"/>
                    <a:pt x="3394" y="2553"/>
                    <a:pt x="2774" y="3494"/>
                  </a:cubicBezTo>
                  <a:cubicBezTo>
                    <a:pt x="2691" y="3625"/>
                    <a:pt x="2679" y="3779"/>
                    <a:pt x="2643" y="3934"/>
                  </a:cubicBezTo>
                  <a:cubicBezTo>
                    <a:pt x="2096" y="6387"/>
                    <a:pt x="1536" y="8828"/>
                    <a:pt x="1000" y="11280"/>
                  </a:cubicBezTo>
                  <a:cubicBezTo>
                    <a:pt x="655" y="12888"/>
                    <a:pt x="346" y="14495"/>
                    <a:pt x="12" y="16114"/>
                  </a:cubicBezTo>
                  <a:cubicBezTo>
                    <a:pt x="0" y="16174"/>
                    <a:pt x="12" y="16245"/>
                    <a:pt x="24" y="16305"/>
                  </a:cubicBezTo>
                  <a:cubicBezTo>
                    <a:pt x="143" y="16233"/>
                    <a:pt x="262" y="16174"/>
                    <a:pt x="381" y="16102"/>
                  </a:cubicBezTo>
                  <a:cubicBezTo>
                    <a:pt x="905" y="15519"/>
                    <a:pt x="1739" y="15007"/>
                    <a:pt x="5084" y="11006"/>
                  </a:cubicBezTo>
                  <a:cubicBezTo>
                    <a:pt x="5620" y="10256"/>
                    <a:pt x="6084" y="9459"/>
                    <a:pt x="6513" y="8637"/>
                  </a:cubicBezTo>
                  <a:cubicBezTo>
                    <a:pt x="6692" y="8292"/>
                    <a:pt x="6823" y="7899"/>
                    <a:pt x="6894" y="7506"/>
                  </a:cubicBezTo>
                  <a:cubicBezTo>
                    <a:pt x="7180" y="6065"/>
                    <a:pt x="7156" y="4601"/>
                    <a:pt x="6989" y="3136"/>
                  </a:cubicBezTo>
                  <a:cubicBezTo>
                    <a:pt x="6906" y="2458"/>
                    <a:pt x="6787" y="1779"/>
                    <a:pt x="6644" y="1112"/>
                  </a:cubicBezTo>
                  <a:cubicBezTo>
                    <a:pt x="6561" y="708"/>
                    <a:pt x="6334" y="362"/>
                    <a:pt x="5965" y="124"/>
                  </a:cubicBezTo>
                  <a:cubicBezTo>
                    <a:pt x="5835" y="45"/>
                    <a:pt x="5704" y="0"/>
                    <a:pt x="55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6"/>
            <p:cNvSpPr/>
            <p:nvPr/>
          </p:nvSpPr>
          <p:spPr>
            <a:xfrm>
              <a:off x="3909400" y="2669800"/>
              <a:ext cx="45875" cy="59850"/>
            </a:xfrm>
            <a:custGeom>
              <a:rect b="b" l="l" r="r" t="t"/>
              <a:pathLst>
                <a:path extrusionOk="0" h="2394" w="1835">
                  <a:moveTo>
                    <a:pt x="1" y="1"/>
                  </a:moveTo>
                  <a:cubicBezTo>
                    <a:pt x="144" y="775"/>
                    <a:pt x="286" y="1525"/>
                    <a:pt x="441" y="2287"/>
                  </a:cubicBezTo>
                  <a:cubicBezTo>
                    <a:pt x="882" y="2322"/>
                    <a:pt x="1322" y="2358"/>
                    <a:pt x="1834" y="2394"/>
                  </a:cubicBezTo>
                  <a:cubicBezTo>
                    <a:pt x="1537" y="1572"/>
                    <a:pt x="1251" y="786"/>
                    <a:pt x="97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6"/>
            <p:cNvSpPr/>
            <p:nvPr/>
          </p:nvSpPr>
          <p:spPr>
            <a:xfrm>
              <a:off x="3805525" y="2821650"/>
              <a:ext cx="41150" cy="32875"/>
            </a:xfrm>
            <a:custGeom>
              <a:rect b="b" l="l" r="r" t="t"/>
              <a:pathLst>
                <a:path extrusionOk="0" h="1315" w="1646">
                  <a:moveTo>
                    <a:pt x="1505" y="1"/>
                  </a:moveTo>
                  <a:cubicBezTo>
                    <a:pt x="1504" y="1"/>
                    <a:pt x="1506" y="4"/>
                    <a:pt x="1513" y="11"/>
                  </a:cubicBezTo>
                  <a:cubicBezTo>
                    <a:pt x="1072" y="261"/>
                    <a:pt x="679" y="487"/>
                    <a:pt x="274" y="713"/>
                  </a:cubicBezTo>
                  <a:cubicBezTo>
                    <a:pt x="227" y="749"/>
                    <a:pt x="155" y="773"/>
                    <a:pt x="131" y="820"/>
                  </a:cubicBezTo>
                  <a:cubicBezTo>
                    <a:pt x="72" y="904"/>
                    <a:pt x="0" y="1011"/>
                    <a:pt x="24" y="1082"/>
                  </a:cubicBezTo>
                  <a:cubicBezTo>
                    <a:pt x="48" y="1178"/>
                    <a:pt x="155" y="1273"/>
                    <a:pt x="250" y="1297"/>
                  </a:cubicBezTo>
                  <a:cubicBezTo>
                    <a:pt x="293" y="1309"/>
                    <a:pt x="337" y="1315"/>
                    <a:pt x="383" y="1315"/>
                  </a:cubicBezTo>
                  <a:cubicBezTo>
                    <a:pt x="917" y="1315"/>
                    <a:pt x="1645" y="528"/>
                    <a:pt x="1524" y="35"/>
                  </a:cubicBezTo>
                  <a:cubicBezTo>
                    <a:pt x="1524" y="18"/>
                    <a:pt x="1507" y="1"/>
                    <a:pt x="15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6"/>
            <p:cNvSpPr/>
            <p:nvPr/>
          </p:nvSpPr>
          <p:spPr>
            <a:xfrm>
              <a:off x="3793325" y="2669800"/>
              <a:ext cx="1500" cy="625"/>
            </a:xfrm>
            <a:custGeom>
              <a:rect b="b" l="l" r="r" t="t"/>
              <a:pathLst>
                <a:path extrusionOk="0" h="25" w="60">
                  <a:moveTo>
                    <a:pt x="0" y="1"/>
                  </a:moveTo>
                  <a:lnTo>
                    <a:pt x="0" y="24"/>
                  </a:lnTo>
                  <a:cubicBezTo>
                    <a:pt x="12" y="13"/>
                    <a:pt x="36" y="13"/>
                    <a:pt x="60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6"/>
            <p:cNvSpPr/>
            <p:nvPr/>
          </p:nvSpPr>
          <p:spPr>
            <a:xfrm>
              <a:off x="3751050" y="2774875"/>
              <a:ext cx="29200" cy="28600"/>
            </a:xfrm>
            <a:custGeom>
              <a:rect b="b" l="l" r="r" t="t"/>
              <a:pathLst>
                <a:path extrusionOk="0" h="1144" w="1168">
                  <a:moveTo>
                    <a:pt x="584" y="1"/>
                  </a:moveTo>
                  <a:cubicBezTo>
                    <a:pt x="274" y="1"/>
                    <a:pt x="1" y="298"/>
                    <a:pt x="1" y="620"/>
                  </a:cubicBezTo>
                  <a:cubicBezTo>
                    <a:pt x="1" y="917"/>
                    <a:pt x="215" y="1144"/>
                    <a:pt x="524" y="1144"/>
                  </a:cubicBezTo>
                  <a:cubicBezTo>
                    <a:pt x="531" y="1144"/>
                    <a:pt x="537" y="1144"/>
                    <a:pt x="543" y="1144"/>
                  </a:cubicBezTo>
                  <a:cubicBezTo>
                    <a:pt x="846" y="1144"/>
                    <a:pt x="1144" y="863"/>
                    <a:pt x="1155" y="560"/>
                  </a:cubicBezTo>
                  <a:cubicBezTo>
                    <a:pt x="1167" y="251"/>
                    <a:pt x="917" y="12"/>
                    <a:pt x="5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6"/>
            <p:cNvSpPr/>
            <p:nvPr/>
          </p:nvSpPr>
          <p:spPr>
            <a:xfrm>
              <a:off x="3944525" y="3120750"/>
              <a:ext cx="7775" cy="15500"/>
            </a:xfrm>
            <a:custGeom>
              <a:rect b="b" l="l" r="r" t="t"/>
              <a:pathLst>
                <a:path extrusionOk="0" h="620" w="311">
                  <a:moveTo>
                    <a:pt x="203" y="1"/>
                  </a:moveTo>
                  <a:cubicBezTo>
                    <a:pt x="144" y="203"/>
                    <a:pt x="72" y="417"/>
                    <a:pt x="1" y="620"/>
                  </a:cubicBezTo>
                  <a:cubicBezTo>
                    <a:pt x="120" y="417"/>
                    <a:pt x="215" y="251"/>
                    <a:pt x="310" y="120"/>
                  </a:cubicBezTo>
                  <a:cubicBezTo>
                    <a:pt x="263" y="96"/>
                    <a:pt x="227" y="60"/>
                    <a:pt x="203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6"/>
            <p:cNvSpPr/>
            <p:nvPr/>
          </p:nvSpPr>
          <p:spPr>
            <a:xfrm>
              <a:off x="3693600" y="2729350"/>
              <a:ext cx="210775" cy="52100"/>
            </a:xfrm>
            <a:custGeom>
              <a:rect b="b" l="l" r="r" t="t"/>
              <a:pathLst>
                <a:path extrusionOk="0" h="2084" w="8431">
                  <a:moveTo>
                    <a:pt x="6833" y="0"/>
                  </a:moveTo>
                  <a:cubicBezTo>
                    <a:pt x="4718" y="0"/>
                    <a:pt x="2648" y="236"/>
                    <a:pt x="727" y="1345"/>
                  </a:cubicBezTo>
                  <a:cubicBezTo>
                    <a:pt x="572" y="1429"/>
                    <a:pt x="417" y="1512"/>
                    <a:pt x="251" y="1583"/>
                  </a:cubicBezTo>
                  <a:cubicBezTo>
                    <a:pt x="167" y="1750"/>
                    <a:pt x="84" y="1917"/>
                    <a:pt x="1" y="2083"/>
                  </a:cubicBezTo>
                  <a:cubicBezTo>
                    <a:pt x="227" y="1917"/>
                    <a:pt x="441" y="1750"/>
                    <a:pt x="679" y="1583"/>
                  </a:cubicBezTo>
                  <a:cubicBezTo>
                    <a:pt x="1453" y="1060"/>
                    <a:pt x="2322" y="690"/>
                    <a:pt x="3251" y="571"/>
                  </a:cubicBezTo>
                  <a:cubicBezTo>
                    <a:pt x="4192" y="464"/>
                    <a:pt x="5132" y="428"/>
                    <a:pt x="6073" y="393"/>
                  </a:cubicBezTo>
                  <a:cubicBezTo>
                    <a:pt x="6267" y="385"/>
                    <a:pt x="6462" y="382"/>
                    <a:pt x="6656" y="382"/>
                  </a:cubicBezTo>
                  <a:cubicBezTo>
                    <a:pt x="7045" y="382"/>
                    <a:pt x="7434" y="393"/>
                    <a:pt x="7823" y="393"/>
                  </a:cubicBezTo>
                  <a:cubicBezTo>
                    <a:pt x="8014" y="393"/>
                    <a:pt x="8204" y="357"/>
                    <a:pt x="8395" y="333"/>
                  </a:cubicBezTo>
                  <a:cubicBezTo>
                    <a:pt x="8430" y="83"/>
                    <a:pt x="8287" y="24"/>
                    <a:pt x="8121" y="24"/>
                  </a:cubicBezTo>
                  <a:cubicBezTo>
                    <a:pt x="7690" y="10"/>
                    <a:pt x="7261" y="0"/>
                    <a:pt x="68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6"/>
            <p:cNvSpPr/>
            <p:nvPr/>
          </p:nvSpPr>
          <p:spPr>
            <a:xfrm>
              <a:off x="3489700" y="288142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ubicBezTo>
                    <a:pt x="1" y="13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6"/>
            <p:cNvSpPr/>
            <p:nvPr/>
          </p:nvSpPr>
          <p:spPr>
            <a:xfrm>
              <a:off x="3702825" y="2669800"/>
              <a:ext cx="198875" cy="93800"/>
            </a:xfrm>
            <a:custGeom>
              <a:rect b="b" l="l" r="r" t="t"/>
              <a:pathLst>
                <a:path extrusionOk="0" h="3752" w="7955">
                  <a:moveTo>
                    <a:pt x="6168" y="1"/>
                  </a:moveTo>
                  <a:cubicBezTo>
                    <a:pt x="4466" y="632"/>
                    <a:pt x="2751" y="1239"/>
                    <a:pt x="1108" y="2001"/>
                  </a:cubicBezTo>
                  <a:cubicBezTo>
                    <a:pt x="691" y="2584"/>
                    <a:pt x="310" y="3180"/>
                    <a:pt x="1" y="3751"/>
                  </a:cubicBezTo>
                  <a:cubicBezTo>
                    <a:pt x="739" y="3203"/>
                    <a:pt x="1560" y="2787"/>
                    <a:pt x="2442" y="2560"/>
                  </a:cubicBezTo>
                  <a:cubicBezTo>
                    <a:pt x="3501" y="2299"/>
                    <a:pt x="4608" y="2179"/>
                    <a:pt x="5490" y="2025"/>
                  </a:cubicBezTo>
                  <a:cubicBezTo>
                    <a:pt x="5225" y="1982"/>
                    <a:pt x="4953" y="1961"/>
                    <a:pt x="4675" y="1961"/>
                  </a:cubicBezTo>
                  <a:cubicBezTo>
                    <a:pt x="3715" y="1961"/>
                    <a:pt x="2689" y="2207"/>
                    <a:pt x="1691" y="2632"/>
                  </a:cubicBezTo>
                  <a:cubicBezTo>
                    <a:pt x="2346" y="2227"/>
                    <a:pt x="3037" y="1965"/>
                    <a:pt x="3775" y="1858"/>
                  </a:cubicBezTo>
                  <a:cubicBezTo>
                    <a:pt x="4069" y="1818"/>
                    <a:pt x="4361" y="1800"/>
                    <a:pt x="4650" y="1800"/>
                  </a:cubicBezTo>
                  <a:cubicBezTo>
                    <a:pt x="5475" y="1800"/>
                    <a:pt x="6286" y="1944"/>
                    <a:pt x="7097" y="2120"/>
                  </a:cubicBezTo>
                  <a:cubicBezTo>
                    <a:pt x="7359" y="2179"/>
                    <a:pt x="7621" y="2203"/>
                    <a:pt x="7954" y="2263"/>
                  </a:cubicBezTo>
                  <a:cubicBezTo>
                    <a:pt x="7680" y="1477"/>
                    <a:pt x="7418" y="751"/>
                    <a:pt x="7145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6"/>
            <p:cNvSpPr/>
            <p:nvPr/>
          </p:nvSpPr>
          <p:spPr>
            <a:xfrm>
              <a:off x="3573050" y="2669800"/>
              <a:ext cx="15800" cy="35450"/>
            </a:xfrm>
            <a:custGeom>
              <a:rect b="b" l="l" r="r" t="t"/>
              <a:pathLst>
                <a:path extrusionOk="0" h="1418" w="632">
                  <a:moveTo>
                    <a:pt x="203" y="1"/>
                  </a:moveTo>
                  <a:cubicBezTo>
                    <a:pt x="155" y="203"/>
                    <a:pt x="108" y="394"/>
                    <a:pt x="60" y="584"/>
                  </a:cubicBezTo>
                  <a:cubicBezTo>
                    <a:pt x="72" y="596"/>
                    <a:pt x="84" y="596"/>
                    <a:pt x="84" y="596"/>
                  </a:cubicBezTo>
                  <a:cubicBezTo>
                    <a:pt x="144" y="489"/>
                    <a:pt x="203" y="370"/>
                    <a:pt x="263" y="251"/>
                  </a:cubicBezTo>
                  <a:cubicBezTo>
                    <a:pt x="286" y="263"/>
                    <a:pt x="310" y="263"/>
                    <a:pt x="334" y="274"/>
                  </a:cubicBezTo>
                  <a:cubicBezTo>
                    <a:pt x="227" y="644"/>
                    <a:pt x="108" y="1025"/>
                    <a:pt x="1" y="1406"/>
                  </a:cubicBezTo>
                  <a:cubicBezTo>
                    <a:pt x="13" y="1406"/>
                    <a:pt x="24" y="1406"/>
                    <a:pt x="36" y="1417"/>
                  </a:cubicBezTo>
                  <a:cubicBezTo>
                    <a:pt x="239" y="941"/>
                    <a:pt x="441" y="477"/>
                    <a:pt x="632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6"/>
            <p:cNvSpPr/>
            <p:nvPr/>
          </p:nvSpPr>
          <p:spPr>
            <a:xfrm>
              <a:off x="4041850" y="2669800"/>
              <a:ext cx="4800" cy="24725"/>
            </a:xfrm>
            <a:custGeom>
              <a:rect b="b" l="l" r="r" t="t"/>
              <a:pathLst>
                <a:path extrusionOk="0" h="989" w="192">
                  <a:moveTo>
                    <a:pt x="49" y="1"/>
                  </a:moveTo>
                  <a:cubicBezTo>
                    <a:pt x="37" y="334"/>
                    <a:pt x="13" y="655"/>
                    <a:pt x="1" y="989"/>
                  </a:cubicBezTo>
                  <a:lnTo>
                    <a:pt x="13" y="989"/>
                  </a:lnTo>
                  <a:cubicBezTo>
                    <a:pt x="72" y="655"/>
                    <a:pt x="132" y="334"/>
                    <a:pt x="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6"/>
            <p:cNvSpPr/>
            <p:nvPr/>
          </p:nvSpPr>
          <p:spPr>
            <a:xfrm>
              <a:off x="4020425" y="2669800"/>
              <a:ext cx="14025" cy="44675"/>
            </a:xfrm>
            <a:custGeom>
              <a:rect b="b" l="l" r="r" t="t"/>
              <a:pathLst>
                <a:path extrusionOk="0" h="1787" w="561">
                  <a:moveTo>
                    <a:pt x="251" y="1"/>
                  </a:moveTo>
                  <a:cubicBezTo>
                    <a:pt x="167" y="596"/>
                    <a:pt x="84" y="1191"/>
                    <a:pt x="1" y="1787"/>
                  </a:cubicBezTo>
                  <a:lnTo>
                    <a:pt x="25" y="1787"/>
                  </a:lnTo>
                  <a:cubicBezTo>
                    <a:pt x="120" y="1453"/>
                    <a:pt x="215" y="1120"/>
                    <a:pt x="322" y="751"/>
                  </a:cubicBezTo>
                  <a:cubicBezTo>
                    <a:pt x="346" y="810"/>
                    <a:pt x="358" y="834"/>
                    <a:pt x="382" y="929"/>
                  </a:cubicBezTo>
                  <a:cubicBezTo>
                    <a:pt x="441" y="608"/>
                    <a:pt x="501" y="310"/>
                    <a:pt x="560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6"/>
            <p:cNvSpPr/>
            <p:nvPr/>
          </p:nvSpPr>
          <p:spPr>
            <a:xfrm>
              <a:off x="3586150" y="2669800"/>
              <a:ext cx="17300" cy="29200"/>
            </a:xfrm>
            <a:custGeom>
              <a:rect b="b" l="l" r="r" t="t"/>
              <a:pathLst>
                <a:path extrusionOk="0" h="1168" w="692">
                  <a:moveTo>
                    <a:pt x="274" y="1"/>
                  </a:moveTo>
                  <a:cubicBezTo>
                    <a:pt x="227" y="120"/>
                    <a:pt x="179" y="239"/>
                    <a:pt x="143" y="346"/>
                  </a:cubicBezTo>
                  <a:cubicBezTo>
                    <a:pt x="155" y="358"/>
                    <a:pt x="167" y="370"/>
                    <a:pt x="179" y="382"/>
                  </a:cubicBezTo>
                  <a:cubicBezTo>
                    <a:pt x="251" y="286"/>
                    <a:pt x="334" y="191"/>
                    <a:pt x="405" y="108"/>
                  </a:cubicBezTo>
                  <a:cubicBezTo>
                    <a:pt x="417" y="108"/>
                    <a:pt x="429" y="120"/>
                    <a:pt x="441" y="120"/>
                  </a:cubicBezTo>
                  <a:cubicBezTo>
                    <a:pt x="298" y="465"/>
                    <a:pt x="155" y="810"/>
                    <a:pt x="1" y="1156"/>
                  </a:cubicBezTo>
                  <a:cubicBezTo>
                    <a:pt x="12" y="1156"/>
                    <a:pt x="24" y="1156"/>
                    <a:pt x="36" y="1167"/>
                  </a:cubicBezTo>
                  <a:cubicBezTo>
                    <a:pt x="251" y="775"/>
                    <a:pt x="465" y="394"/>
                    <a:pt x="69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6"/>
            <p:cNvSpPr/>
            <p:nvPr/>
          </p:nvSpPr>
          <p:spPr>
            <a:xfrm>
              <a:off x="3601925" y="2669800"/>
              <a:ext cx="17575" cy="24725"/>
            </a:xfrm>
            <a:custGeom>
              <a:rect b="b" l="l" r="r" t="t"/>
              <a:pathLst>
                <a:path extrusionOk="0" h="989" w="703">
                  <a:moveTo>
                    <a:pt x="346" y="1"/>
                  </a:moveTo>
                  <a:cubicBezTo>
                    <a:pt x="239" y="322"/>
                    <a:pt x="120" y="644"/>
                    <a:pt x="1" y="989"/>
                  </a:cubicBezTo>
                  <a:cubicBezTo>
                    <a:pt x="72" y="870"/>
                    <a:pt x="108" y="810"/>
                    <a:pt x="155" y="763"/>
                  </a:cubicBezTo>
                  <a:cubicBezTo>
                    <a:pt x="370" y="525"/>
                    <a:pt x="548" y="274"/>
                    <a:pt x="70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6"/>
            <p:cNvSpPr/>
            <p:nvPr/>
          </p:nvSpPr>
          <p:spPr>
            <a:xfrm>
              <a:off x="4005250" y="2669800"/>
              <a:ext cx="13125" cy="37225"/>
            </a:xfrm>
            <a:custGeom>
              <a:rect b="b" l="l" r="r" t="t"/>
              <a:pathLst>
                <a:path extrusionOk="0" h="1489" w="525">
                  <a:moveTo>
                    <a:pt x="48" y="1"/>
                  </a:moveTo>
                  <a:cubicBezTo>
                    <a:pt x="36" y="358"/>
                    <a:pt x="12" y="727"/>
                    <a:pt x="1" y="1084"/>
                  </a:cubicBezTo>
                  <a:cubicBezTo>
                    <a:pt x="48" y="894"/>
                    <a:pt x="84" y="727"/>
                    <a:pt x="120" y="560"/>
                  </a:cubicBezTo>
                  <a:lnTo>
                    <a:pt x="143" y="560"/>
                  </a:lnTo>
                  <a:lnTo>
                    <a:pt x="143" y="1477"/>
                  </a:lnTo>
                  <a:cubicBezTo>
                    <a:pt x="167" y="1477"/>
                    <a:pt x="191" y="1477"/>
                    <a:pt x="215" y="1489"/>
                  </a:cubicBezTo>
                  <a:lnTo>
                    <a:pt x="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6"/>
            <p:cNvSpPr/>
            <p:nvPr/>
          </p:nvSpPr>
          <p:spPr>
            <a:xfrm>
              <a:off x="3634675" y="2669800"/>
              <a:ext cx="152725" cy="25025"/>
            </a:xfrm>
            <a:custGeom>
              <a:rect b="b" l="l" r="r" t="t"/>
              <a:pathLst>
                <a:path extrusionOk="0" h="1001" w="6109">
                  <a:moveTo>
                    <a:pt x="36" y="1"/>
                  </a:moveTo>
                  <a:lnTo>
                    <a:pt x="0" y="72"/>
                  </a:lnTo>
                  <a:cubicBezTo>
                    <a:pt x="54" y="52"/>
                    <a:pt x="135" y="43"/>
                    <a:pt x="238" y="43"/>
                  </a:cubicBezTo>
                  <a:cubicBezTo>
                    <a:pt x="1283" y="43"/>
                    <a:pt x="4572" y="1001"/>
                    <a:pt x="4572" y="1001"/>
                  </a:cubicBezTo>
                  <a:cubicBezTo>
                    <a:pt x="5001" y="775"/>
                    <a:pt x="5429" y="536"/>
                    <a:pt x="5870" y="310"/>
                  </a:cubicBezTo>
                  <a:cubicBezTo>
                    <a:pt x="6025" y="227"/>
                    <a:pt x="6096" y="144"/>
                    <a:pt x="610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6"/>
            <p:cNvSpPr/>
            <p:nvPr/>
          </p:nvSpPr>
          <p:spPr>
            <a:xfrm>
              <a:off x="4054650" y="2669800"/>
              <a:ext cx="925" cy="3600"/>
            </a:xfrm>
            <a:custGeom>
              <a:rect b="b" l="l" r="r" t="t"/>
              <a:pathLst>
                <a:path extrusionOk="0" h="144" w="37">
                  <a:moveTo>
                    <a:pt x="13" y="1"/>
                  </a:moveTo>
                  <a:cubicBezTo>
                    <a:pt x="13" y="48"/>
                    <a:pt x="1" y="96"/>
                    <a:pt x="1" y="144"/>
                  </a:cubicBezTo>
                  <a:cubicBezTo>
                    <a:pt x="13" y="96"/>
                    <a:pt x="25" y="48"/>
                    <a:pt x="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6"/>
            <p:cNvSpPr/>
            <p:nvPr/>
          </p:nvSpPr>
          <p:spPr>
            <a:xfrm>
              <a:off x="3189975" y="2772800"/>
              <a:ext cx="87825" cy="414650"/>
            </a:xfrm>
            <a:custGeom>
              <a:rect b="b" l="l" r="r" t="t"/>
              <a:pathLst>
                <a:path extrusionOk="0" h="16586" w="3513">
                  <a:moveTo>
                    <a:pt x="0" y="0"/>
                  </a:moveTo>
                  <a:lnTo>
                    <a:pt x="0" y="0"/>
                  </a:lnTo>
                  <a:cubicBezTo>
                    <a:pt x="274" y="1738"/>
                    <a:pt x="536" y="3405"/>
                    <a:pt x="798" y="5072"/>
                  </a:cubicBezTo>
                  <a:lnTo>
                    <a:pt x="762" y="5072"/>
                  </a:lnTo>
                  <a:cubicBezTo>
                    <a:pt x="691" y="4703"/>
                    <a:pt x="608" y="4334"/>
                    <a:pt x="536" y="3953"/>
                  </a:cubicBezTo>
                  <a:lnTo>
                    <a:pt x="465" y="3965"/>
                  </a:lnTo>
                  <a:cubicBezTo>
                    <a:pt x="655" y="5132"/>
                    <a:pt x="846" y="6299"/>
                    <a:pt x="1048" y="7453"/>
                  </a:cubicBezTo>
                  <a:lnTo>
                    <a:pt x="1012" y="7465"/>
                  </a:lnTo>
                  <a:lnTo>
                    <a:pt x="643" y="6168"/>
                  </a:lnTo>
                  <a:cubicBezTo>
                    <a:pt x="619" y="6168"/>
                    <a:pt x="608" y="6168"/>
                    <a:pt x="584" y="6156"/>
                  </a:cubicBezTo>
                  <a:cubicBezTo>
                    <a:pt x="584" y="6251"/>
                    <a:pt x="572" y="6334"/>
                    <a:pt x="584" y="6418"/>
                  </a:cubicBezTo>
                  <a:cubicBezTo>
                    <a:pt x="881" y="8430"/>
                    <a:pt x="1179" y="10442"/>
                    <a:pt x="1477" y="12454"/>
                  </a:cubicBezTo>
                  <a:cubicBezTo>
                    <a:pt x="1608" y="13335"/>
                    <a:pt x="1715" y="14240"/>
                    <a:pt x="1881" y="15121"/>
                  </a:cubicBezTo>
                  <a:cubicBezTo>
                    <a:pt x="1977" y="15633"/>
                    <a:pt x="2132" y="16121"/>
                    <a:pt x="2346" y="16586"/>
                  </a:cubicBezTo>
                  <a:lnTo>
                    <a:pt x="3513" y="16586"/>
                  </a:lnTo>
                  <a:cubicBezTo>
                    <a:pt x="3453" y="16419"/>
                    <a:pt x="3394" y="16264"/>
                    <a:pt x="3346" y="16097"/>
                  </a:cubicBezTo>
                  <a:cubicBezTo>
                    <a:pt x="3024" y="15073"/>
                    <a:pt x="2810" y="14014"/>
                    <a:pt x="2596" y="12954"/>
                  </a:cubicBezTo>
                  <a:cubicBezTo>
                    <a:pt x="1798" y="8835"/>
                    <a:pt x="1143" y="4691"/>
                    <a:pt x="619" y="524"/>
                  </a:cubicBezTo>
                  <a:cubicBezTo>
                    <a:pt x="417" y="345"/>
                    <a:pt x="215" y="179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6"/>
            <p:cNvSpPr/>
            <p:nvPr/>
          </p:nvSpPr>
          <p:spPr>
            <a:xfrm>
              <a:off x="3184025" y="2769525"/>
              <a:ext cx="5675" cy="29475"/>
            </a:xfrm>
            <a:custGeom>
              <a:rect b="b" l="l" r="r" t="t"/>
              <a:pathLst>
                <a:path extrusionOk="0" h="1179" w="227">
                  <a:moveTo>
                    <a:pt x="0" y="0"/>
                  </a:moveTo>
                  <a:lnTo>
                    <a:pt x="0" y="72"/>
                  </a:lnTo>
                  <a:cubicBezTo>
                    <a:pt x="48" y="453"/>
                    <a:pt x="84" y="822"/>
                    <a:pt x="131" y="1179"/>
                  </a:cubicBezTo>
                  <a:cubicBezTo>
                    <a:pt x="226" y="548"/>
                    <a:pt x="179" y="167"/>
                    <a:pt x="0" y="0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6"/>
            <p:cNvSpPr/>
            <p:nvPr/>
          </p:nvSpPr>
          <p:spPr>
            <a:xfrm>
              <a:off x="3332850" y="2770125"/>
              <a:ext cx="29475" cy="31575"/>
            </a:xfrm>
            <a:custGeom>
              <a:rect b="b" l="l" r="r" t="t"/>
              <a:pathLst>
                <a:path extrusionOk="0" h="1263" w="1179">
                  <a:moveTo>
                    <a:pt x="619" y="0"/>
                  </a:moveTo>
                  <a:cubicBezTo>
                    <a:pt x="298" y="0"/>
                    <a:pt x="0" y="333"/>
                    <a:pt x="12" y="679"/>
                  </a:cubicBezTo>
                  <a:cubicBezTo>
                    <a:pt x="12" y="1000"/>
                    <a:pt x="274" y="1262"/>
                    <a:pt x="596" y="1262"/>
                  </a:cubicBezTo>
                  <a:cubicBezTo>
                    <a:pt x="603" y="1262"/>
                    <a:pt x="610" y="1262"/>
                    <a:pt x="617" y="1262"/>
                  </a:cubicBezTo>
                  <a:cubicBezTo>
                    <a:pt x="940" y="1262"/>
                    <a:pt x="1179" y="1004"/>
                    <a:pt x="1179" y="643"/>
                  </a:cubicBezTo>
                  <a:cubicBezTo>
                    <a:pt x="1179" y="274"/>
                    <a:pt x="941" y="0"/>
                    <a:pt x="6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6"/>
            <p:cNvSpPr/>
            <p:nvPr/>
          </p:nvSpPr>
          <p:spPr>
            <a:xfrm>
              <a:off x="3389400" y="2823575"/>
              <a:ext cx="38725" cy="27525"/>
            </a:xfrm>
            <a:custGeom>
              <a:rect b="b" l="l" r="r" t="t"/>
              <a:pathLst>
                <a:path extrusionOk="0" h="1101" w="1549">
                  <a:moveTo>
                    <a:pt x="1416" y="0"/>
                  </a:moveTo>
                  <a:cubicBezTo>
                    <a:pt x="1377" y="0"/>
                    <a:pt x="1336" y="9"/>
                    <a:pt x="1310" y="29"/>
                  </a:cubicBezTo>
                  <a:cubicBezTo>
                    <a:pt x="870" y="255"/>
                    <a:pt x="441" y="481"/>
                    <a:pt x="0" y="720"/>
                  </a:cubicBezTo>
                  <a:cubicBezTo>
                    <a:pt x="73" y="937"/>
                    <a:pt x="316" y="1100"/>
                    <a:pt x="574" y="1100"/>
                  </a:cubicBezTo>
                  <a:cubicBezTo>
                    <a:pt x="613" y="1100"/>
                    <a:pt x="652" y="1096"/>
                    <a:pt x="691" y="1089"/>
                  </a:cubicBezTo>
                  <a:cubicBezTo>
                    <a:pt x="1108" y="1005"/>
                    <a:pt x="1489" y="600"/>
                    <a:pt x="1548" y="172"/>
                  </a:cubicBezTo>
                  <a:cubicBezTo>
                    <a:pt x="1548" y="124"/>
                    <a:pt x="1536" y="29"/>
                    <a:pt x="1501" y="17"/>
                  </a:cubicBezTo>
                  <a:cubicBezTo>
                    <a:pt x="1479" y="6"/>
                    <a:pt x="1448" y="0"/>
                    <a:pt x="14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6"/>
            <p:cNvSpPr/>
            <p:nvPr/>
          </p:nvSpPr>
          <p:spPr>
            <a:xfrm>
              <a:off x="3506675" y="2799575"/>
              <a:ext cx="4500" cy="3900"/>
            </a:xfrm>
            <a:custGeom>
              <a:rect b="b" l="l" r="r" t="t"/>
              <a:pathLst>
                <a:path extrusionOk="0" h="156" w="180">
                  <a:moveTo>
                    <a:pt x="1" y="1"/>
                  </a:moveTo>
                  <a:lnTo>
                    <a:pt x="1" y="1"/>
                  </a:lnTo>
                  <a:cubicBezTo>
                    <a:pt x="48" y="48"/>
                    <a:pt x="108" y="96"/>
                    <a:pt x="167" y="156"/>
                  </a:cubicBezTo>
                  <a:cubicBezTo>
                    <a:pt x="167" y="144"/>
                    <a:pt x="179" y="144"/>
                    <a:pt x="179" y="132"/>
                  </a:cubicBezTo>
                  <a:cubicBezTo>
                    <a:pt x="120" y="84"/>
                    <a:pt x="60" y="48"/>
                    <a:pt x="1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6"/>
            <p:cNvSpPr/>
            <p:nvPr/>
          </p:nvSpPr>
          <p:spPr>
            <a:xfrm>
              <a:off x="3206050" y="2756425"/>
              <a:ext cx="303325" cy="126800"/>
            </a:xfrm>
            <a:custGeom>
              <a:rect b="b" l="l" r="r" t="t"/>
              <a:pathLst>
                <a:path extrusionOk="0" h="5072" w="12133">
                  <a:moveTo>
                    <a:pt x="4060" y="0"/>
                  </a:moveTo>
                  <a:cubicBezTo>
                    <a:pt x="2727" y="131"/>
                    <a:pt x="1381" y="250"/>
                    <a:pt x="0" y="381"/>
                  </a:cubicBezTo>
                  <a:cubicBezTo>
                    <a:pt x="119" y="512"/>
                    <a:pt x="191" y="608"/>
                    <a:pt x="286" y="679"/>
                  </a:cubicBezTo>
                  <a:cubicBezTo>
                    <a:pt x="1405" y="1584"/>
                    <a:pt x="2524" y="2501"/>
                    <a:pt x="3644" y="3417"/>
                  </a:cubicBezTo>
                  <a:cubicBezTo>
                    <a:pt x="4263" y="3917"/>
                    <a:pt x="4965" y="4239"/>
                    <a:pt x="5703" y="4489"/>
                  </a:cubicBezTo>
                  <a:cubicBezTo>
                    <a:pt x="6941" y="4877"/>
                    <a:pt x="8225" y="5071"/>
                    <a:pt x="9514" y="5071"/>
                  </a:cubicBezTo>
                  <a:cubicBezTo>
                    <a:pt x="9689" y="5071"/>
                    <a:pt x="9863" y="5068"/>
                    <a:pt x="10037" y="5060"/>
                  </a:cubicBezTo>
                  <a:cubicBezTo>
                    <a:pt x="10359" y="5049"/>
                    <a:pt x="10704" y="5013"/>
                    <a:pt x="10990" y="4858"/>
                  </a:cubicBezTo>
                  <a:cubicBezTo>
                    <a:pt x="11121" y="4787"/>
                    <a:pt x="11228" y="4691"/>
                    <a:pt x="11335" y="4584"/>
                  </a:cubicBezTo>
                  <a:cubicBezTo>
                    <a:pt x="11668" y="3763"/>
                    <a:pt x="11990" y="2941"/>
                    <a:pt x="12133" y="2048"/>
                  </a:cubicBezTo>
                  <a:cubicBezTo>
                    <a:pt x="11383" y="1631"/>
                    <a:pt x="10621" y="1203"/>
                    <a:pt x="9847" y="786"/>
                  </a:cubicBezTo>
                  <a:cubicBezTo>
                    <a:pt x="9823" y="774"/>
                    <a:pt x="9790" y="769"/>
                    <a:pt x="9754" y="769"/>
                  </a:cubicBezTo>
                  <a:cubicBezTo>
                    <a:pt x="9683" y="769"/>
                    <a:pt x="9601" y="790"/>
                    <a:pt x="9561" y="822"/>
                  </a:cubicBezTo>
                  <a:cubicBezTo>
                    <a:pt x="9501" y="881"/>
                    <a:pt x="9501" y="1024"/>
                    <a:pt x="9525" y="1120"/>
                  </a:cubicBezTo>
                  <a:cubicBezTo>
                    <a:pt x="9894" y="2310"/>
                    <a:pt x="9513" y="3406"/>
                    <a:pt x="8489" y="4108"/>
                  </a:cubicBezTo>
                  <a:cubicBezTo>
                    <a:pt x="8031" y="4428"/>
                    <a:pt x="7518" y="4585"/>
                    <a:pt x="7008" y="4585"/>
                  </a:cubicBezTo>
                  <a:cubicBezTo>
                    <a:pt x="6285" y="4585"/>
                    <a:pt x="5569" y="4270"/>
                    <a:pt x="5025" y="3656"/>
                  </a:cubicBezTo>
                  <a:cubicBezTo>
                    <a:pt x="4215" y="2751"/>
                    <a:pt x="4239" y="1310"/>
                    <a:pt x="5084" y="334"/>
                  </a:cubicBezTo>
                  <a:cubicBezTo>
                    <a:pt x="5179" y="227"/>
                    <a:pt x="5299" y="131"/>
                    <a:pt x="5418" y="36"/>
                  </a:cubicBezTo>
                  <a:cubicBezTo>
                    <a:pt x="4965" y="12"/>
                    <a:pt x="4513" y="12"/>
                    <a:pt x="40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6"/>
            <p:cNvSpPr/>
            <p:nvPr/>
          </p:nvSpPr>
          <p:spPr>
            <a:xfrm>
              <a:off x="3257250" y="2822500"/>
              <a:ext cx="7450" cy="6275"/>
            </a:xfrm>
            <a:custGeom>
              <a:rect b="b" l="l" r="r" t="t"/>
              <a:pathLst>
                <a:path extrusionOk="0" h="251" w="298">
                  <a:moveTo>
                    <a:pt x="36" y="1"/>
                  </a:moveTo>
                  <a:cubicBezTo>
                    <a:pt x="24" y="24"/>
                    <a:pt x="12" y="36"/>
                    <a:pt x="0" y="48"/>
                  </a:cubicBezTo>
                  <a:cubicBezTo>
                    <a:pt x="95" y="120"/>
                    <a:pt x="203" y="191"/>
                    <a:pt x="298" y="251"/>
                  </a:cubicBezTo>
                  <a:cubicBezTo>
                    <a:pt x="203" y="167"/>
                    <a:pt x="119" y="84"/>
                    <a:pt x="36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6"/>
            <p:cNvSpPr/>
            <p:nvPr/>
          </p:nvSpPr>
          <p:spPr>
            <a:xfrm>
              <a:off x="3944825" y="30267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6"/>
            <p:cNvSpPr/>
            <p:nvPr/>
          </p:nvSpPr>
          <p:spPr>
            <a:xfrm>
              <a:off x="3042625" y="2669800"/>
              <a:ext cx="592950" cy="517650"/>
            </a:xfrm>
            <a:custGeom>
              <a:rect b="b" l="l" r="r" t="t"/>
              <a:pathLst>
                <a:path extrusionOk="0" h="20706" w="23718">
                  <a:moveTo>
                    <a:pt x="11230" y="652"/>
                  </a:moveTo>
                  <a:cubicBezTo>
                    <a:pt x="11242" y="652"/>
                    <a:pt x="11253" y="653"/>
                    <a:pt x="11264" y="655"/>
                  </a:cubicBezTo>
                  <a:cubicBezTo>
                    <a:pt x="11978" y="763"/>
                    <a:pt x="12693" y="870"/>
                    <a:pt x="13419" y="989"/>
                  </a:cubicBezTo>
                  <a:cubicBezTo>
                    <a:pt x="13288" y="1283"/>
                    <a:pt x="13118" y="1458"/>
                    <a:pt x="12816" y="1458"/>
                  </a:cubicBezTo>
                  <a:cubicBezTo>
                    <a:pt x="12788" y="1458"/>
                    <a:pt x="12759" y="1456"/>
                    <a:pt x="12728" y="1453"/>
                  </a:cubicBezTo>
                  <a:cubicBezTo>
                    <a:pt x="12705" y="1452"/>
                    <a:pt x="12682" y="1451"/>
                    <a:pt x="12659" y="1451"/>
                  </a:cubicBezTo>
                  <a:cubicBezTo>
                    <a:pt x="12468" y="1451"/>
                    <a:pt x="12277" y="1491"/>
                    <a:pt x="12086" y="1513"/>
                  </a:cubicBezTo>
                  <a:cubicBezTo>
                    <a:pt x="11228" y="1608"/>
                    <a:pt x="10371" y="1715"/>
                    <a:pt x="9514" y="1810"/>
                  </a:cubicBezTo>
                  <a:cubicBezTo>
                    <a:pt x="9502" y="1775"/>
                    <a:pt x="9502" y="1751"/>
                    <a:pt x="9502" y="1715"/>
                  </a:cubicBezTo>
                  <a:cubicBezTo>
                    <a:pt x="10014" y="1370"/>
                    <a:pt x="10538" y="1036"/>
                    <a:pt x="11062" y="703"/>
                  </a:cubicBezTo>
                  <a:cubicBezTo>
                    <a:pt x="11111" y="674"/>
                    <a:pt x="11176" y="652"/>
                    <a:pt x="11230" y="652"/>
                  </a:cubicBezTo>
                  <a:close/>
                  <a:moveTo>
                    <a:pt x="8740" y="322"/>
                  </a:moveTo>
                  <a:lnTo>
                    <a:pt x="8740" y="322"/>
                  </a:lnTo>
                  <a:cubicBezTo>
                    <a:pt x="8407" y="1013"/>
                    <a:pt x="7883" y="1525"/>
                    <a:pt x="7240" y="1941"/>
                  </a:cubicBezTo>
                  <a:cubicBezTo>
                    <a:pt x="7740" y="1406"/>
                    <a:pt x="8240" y="858"/>
                    <a:pt x="8740" y="322"/>
                  </a:cubicBezTo>
                  <a:close/>
                  <a:moveTo>
                    <a:pt x="9240" y="322"/>
                  </a:moveTo>
                  <a:cubicBezTo>
                    <a:pt x="9276" y="358"/>
                    <a:pt x="9311" y="405"/>
                    <a:pt x="9359" y="441"/>
                  </a:cubicBezTo>
                  <a:cubicBezTo>
                    <a:pt x="9097" y="834"/>
                    <a:pt x="8835" y="1215"/>
                    <a:pt x="8585" y="1608"/>
                  </a:cubicBezTo>
                  <a:cubicBezTo>
                    <a:pt x="8347" y="1977"/>
                    <a:pt x="7978" y="1965"/>
                    <a:pt x="7573" y="1989"/>
                  </a:cubicBezTo>
                  <a:cubicBezTo>
                    <a:pt x="7906" y="1691"/>
                    <a:pt x="8204" y="1441"/>
                    <a:pt x="8502" y="1179"/>
                  </a:cubicBezTo>
                  <a:cubicBezTo>
                    <a:pt x="8788" y="929"/>
                    <a:pt x="8942" y="560"/>
                    <a:pt x="9240" y="322"/>
                  </a:cubicBezTo>
                  <a:close/>
                  <a:moveTo>
                    <a:pt x="6454" y="1215"/>
                  </a:moveTo>
                  <a:cubicBezTo>
                    <a:pt x="6478" y="1239"/>
                    <a:pt x="6502" y="1263"/>
                    <a:pt x="6537" y="1287"/>
                  </a:cubicBezTo>
                  <a:cubicBezTo>
                    <a:pt x="6251" y="1620"/>
                    <a:pt x="5978" y="1965"/>
                    <a:pt x="5692" y="2310"/>
                  </a:cubicBezTo>
                  <a:cubicBezTo>
                    <a:pt x="5656" y="2275"/>
                    <a:pt x="5620" y="2239"/>
                    <a:pt x="5585" y="2203"/>
                  </a:cubicBezTo>
                  <a:cubicBezTo>
                    <a:pt x="5870" y="1882"/>
                    <a:pt x="6168" y="1548"/>
                    <a:pt x="6454" y="1215"/>
                  </a:cubicBezTo>
                  <a:close/>
                  <a:moveTo>
                    <a:pt x="9133" y="2013"/>
                  </a:moveTo>
                  <a:cubicBezTo>
                    <a:pt x="10216" y="2025"/>
                    <a:pt x="11312" y="2072"/>
                    <a:pt x="12395" y="2096"/>
                  </a:cubicBezTo>
                  <a:cubicBezTo>
                    <a:pt x="12431" y="2108"/>
                    <a:pt x="12467" y="2120"/>
                    <a:pt x="12514" y="2144"/>
                  </a:cubicBezTo>
                  <a:cubicBezTo>
                    <a:pt x="12371" y="2365"/>
                    <a:pt x="12217" y="2504"/>
                    <a:pt x="11958" y="2504"/>
                  </a:cubicBezTo>
                  <a:cubicBezTo>
                    <a:pt x="11938" y="2504"/>
                    <a:pt x="11917" y="2503"/>
                    <a:pt x="11895" y="2501"/>
                  </a:cubicBezTo>
                  <a:cubicBezTo>
                    <a:pt x="11651" y="2483"/>
                    <a:pt x="11404" y="2483"/>
                    <a:pt x="11157" y="2483"/>
                  </a:cubicBezTo>
                  <a:cubicBezTo>
                    <a:pt x="10910" y="2483"/>
                    <a:pt x="10663" y="2483"/>
                    <a:pt x="10419" y="2465"/>
                  </a:cubicBezTo>
                  <a:cubicBezTo>
                    <a:pt x="9823" y="2429"/>
                    <a:pt x="9228" y="2358"/>
                    <a:pt x="8621" y="2299"/>
                  </a:cubicBezTo>
                  <a:cubicBezTo>
                    <a:pt x="8621" y="2263"/>
                    <a:pt x="8609" y="2215"/>
                    <a:pt x="8609" y="2179"/>
                  </a:cubicBezTo>
                  <a:cubicBezTo>
                    <a:pt x="8776" y="2120"/>
                    <a:pt x="8954" y="2013"/>
                    <a:pt x="9133" y="2013"/>
                  </a:cubicBezTo>
                  <a:close/>
                  <a:moveTo>
                    <a:pt x="7733" y="2092"/>
                  </a:moveTo>
                  <a:cubicBezTo>
                    <a:pt x="7839" y="2092"/>
                    <a:pt x="7945" y="2096"/>
                    <a:pt x="8049" y="2096"/>
                  </a:cubicBezTo>
                  <a:lnTo>
                    <a:pt x="8049" y="2370"/>
                  </a:lnTo>
                  <a:cubicBezTo>
                    <a:pt x="7901" y="2502"/>
                    <a:pt x="7736" y="2543"/>
                    <a:pt x="7561" y="2543"/>
                  </a:cubicBezTo>
                  <a:cubicBezTo>
                    <a:pt x="7343" y="2543"/>
                    <a:pt x="7109" y="2480"/>
                    <a:pt x="6871" y="2453"/>
                  </a:cubicBezTo>
                  <a:cubicBezTo>
                    <a:pt x="7103" y="2132"/>
                    <a:pt x="7415" y="2092"/>
                    <a:pt x="7733" y="2092"/>
                  </a:cubicBezTo>
                  <a:close/>
                  <a:moveTo>
                    <a:pt x="14181" y="1203"/>
                  </a:moveTo>
                  <a:cubicBezTo>
                    <a:pt x="14169" y="1287"/>
                    <a:pt x="14157" y="1334"/>
                    <a:pt x="14145" y="1370"/>
                  </a:cubicBezTo>
                  <a:cubicBezTo>
                    <a:pt x="14169" y="1370"/>
                    <a:pt x="14193" y="1370"/>
                    <a:pt x="14193" y="1358"/>
                  </a:cubicBezTo>
                  <a:cubicBezTo>
                    <a:pt x="14271" y="1254"/>
                    <a:pt x="14361" y="1207"/>
                    <a:pt x="14473" y="1207"/>
                  </a:cubicBezTo>
                  <a:cubicBezTo>
                    <a:pt x="14515" y="1207"/>
                    <a:pt x="14561" y="1214"/>
                    <a:pt x="14610" y="1227"/>
                  </a:cubicBezTo>
                  <a:cubicBezTo>
                    <a:pt x="15360" y="1406"/>
                    <a:pt x="16098" y="1572"/>
                    <a:pt x="16884" y="1763"/>
                  </a:cubicBezTo>
                  <a:cubicBezTo>
                    <a:pt x="16729" y="2132"/>
                    <a:pt x="16598" y="2465"/>
                    <a:pt x="16443" y="2846"/>
                  </a:cubicBezTo>
                  <a:cubicBezTo>
                    <a:pt x="15550" y="2394"/>
                    <a:pt x="14681" y="1965"/>
                    <a:pt x="13776" y="1513"/>
                  </a:cubicBezTo>
                  <a:cubicBezTo>
                    <a:pt x="13907" y="1417"/>
                    <a:pt x="14026" y="1322"/>
                    <a:pt x="14181" y="1203"/>
                  </a:cubicBezTo>
                  <a:close/>
                  <a:moveTo>
                    <a:pt x="13055" y="2219"/>
                  </a:moveTo>
                  <a:cubicBezTo>
                    <a:pt x="13106" y="2219"/>
                    <a:pt x="13156" y="2226"/>
                    <a:pt x="13205" y="2239"/>
                  </a:cubicBezTo>
                  <a:cubicBezTo>
                    <a:pt x="14193" y="2477"/>
                    <a:pt x="15169" y="2763"/>
                    <a:pt x="16157" y="3037"/>
                  </a:cubicBezTo>
                  <a:cubicBezTo>
                    <a:pt x="16336" y="3084"/>
                    <a:pt x="16360" y="3180"/>
                    <a:pt x="16205" y="3334"/>
                  </a:cubicBezTo>
                  <a:cubicBezTo>
                    <a:pt x="15062" y="2727"/>
                    <a:pt x="13824" y="2644"/>
                    <a:pt x="12562" y="2525"/>
                  </a:cubicBezTo>
                  <a:cubicBezTo>
                    <a:pt x="12683" y="2310"/>
                    <a:pt x="12871" y="2219"/>
                    <a:pt x="13055" y="2219"/>
                  </a:cubicBezTo>
                  <a:close/>
                  <a:moveTo>
                    <a:pt x="5644" y="3977"/>
                  </a:moveTo>
                  <a:cubicBezTo>
                    <a:pt x="5644" y="3977"/>
                    <a:pt x="5656" y="3989"/>
                    <a:pt x="5656" y="3989"/>
                  </a:cubicBezTo>
                  <a:cubicBezTo>
                    <a:pt x="5835" y="4156"/>
                    <a:pt x="5882" y="4537"/>
                    <a:pt x="5787" y="5168"/>
                  </a:cubicBezTo>
                  <a:cubicBezTo>
                    <a:pt x="5740" y="4811"/>
                    <a:pt x="5704" y="4442"/>
                    <a:pt x="5656" y="4061"/>
                  </a:cubicBezTo>
                  <a:cubicBezTo>
                    <a:pt x="5656" y="4037"/>
                    <a:pt x="5656" y="4001"/>
                    <a:pt x="5644" y="3977"/>
                  </a:cubicBezTo>
                  <a:close/>
                  <a:moveTo>
                    <a:pt x="12228" y="4013"/>
                  </a:moveTo>
                  <a:cubicBezTo>
                    <a:pt x="12550" y="4013"/>
                    <a:pt x="12788" y="4299"/>
                    <a:pt x="12788" y="4656"/>
                  </a:cubicBezTo>
                  <a:cubicBezTo>
                    <a:pt x="12788" y="5017"/>
                    <a:pt x="12549" y="5275"/>
                    <a:pt x="12226" y="5275"/>
                  </a:cubicBezTo>
                  <a:cubicBezTo>
                    <a:pt x="12219" y="5275"/>
                    <a:pt x="12212" y="5275"/>
                    <a:pt x="12205" y="5275"/>
                  </a:cubicBezTo>
                  <a:cubicBezTo>
                    <a:pt x="11883" y="5275"/>
                    <a:pt x="11621" y="5013"/>
                    <a:pt x="11621" y="4692"/>
                  </a:cubicBezTo>
                  <a:cubicBezTo>
                    <a:pt x="11609" y="4346"/>
                    <a:pt x="11907" y="4013"/>
                    <a:pt x="12228" y="4013"/>
                  </a:cubicBezTo>
                  <a:close/>
                  <a:moveTo>
                    <a:pt x="15276" y="6150"/>
                  </a:moveTo>
                  <a:cubicBezTo>
                    <a:pt x="15312" y="6150"/>
                    <a:pt x="15348" y="6156"/>
                    <a:pt x="15372" y="6168"/>
                  </a:cubicBezTo>
                  <a:cubicBezTo>
                    <a:pt x="15407" y="6180"/>
                    <a:pt x="15419" y="6275"/>
                    <a:pt x="15419" y="6323"/>
                  </a:cubicBezTo>
                  <a:cubicBezTo>
                    <a:pt x="15360" y="6751"/>
                    <a:pt x="14979" y="7144"/>
                    <a:pt x="14562" y="7240"/>
                  </a:cubicBezTo>
                  <a:cubicBezTo>
                    <a:pt x="14523" y="7247"/>
                    <a:pt x="14484" y="7251"/>
                    <a:pt x="14445" y="7251"/>
                  </a:cubicBezTo>
                  <a:cubicBezTo>
                    <a:pt x="14187" y="7251"/>
                    <a:pt x="13944" y="7088"/>
                    <a:pt x="13871" y="6871"/>
                  </a:cubicBezTo>
                  <a:cubicBezTo>
                    <a:pt x="14312" y="6632"/>
                    <a:pt x="14741" y="6394"/>
                    <a:pt x="15181" y="6168"/>
                  </a:cubicBezTo>
                  <a:cubicBezTo>
                    <a:pt x="15205" y="6156"/>
                    <a:pt x="15241" y="6150"/>
                    <a:pt x="15276" y="6150"/>
                  </a:cubicBezTo>
                  <a:close/>
                  <a:moveTo>
                    <a:pt x="155" y="1"/>
                  </a:moveTo>
                  <a:cubicBezTo>
                    <a:pt x="322" y="382"/>
                    <a:pt x="477" y="763"/>
                    <a:pt x="632" y="1144"/>
                  </a:cubicBezTo>
                  <a:cubicBezTo>
                    <a:pt x="667" y="1227"/>
                    <a:pt x="656" y="1346"/>
                    <a:pt x="644" y="1441"/>
                  </a:cubicBezTo>
                  <a:cubicBezTo>
                    <a:pt x="465" y="2572"/>
                    <a:pt x="227" y="3692"/>
                    <a:pt x="108" y="4823"/>
                  </a:cubicBezTo>
                  <a:cubicBezTo>
                    <a:pt x="13" y="5823"/>
                    <a:pt x="1" y="6835"/>
                    <a:pt x="25" y="7835"/>
                  </a:cubicBezTo>
                  <a:cubicBezTo>
                    <a:pt x="25" y="8573"/>
                    <a:pt x="144" y="9311"/>
                    <a:pt x="525" y="9966"/>
                  </a:cubicBezTo>
                  <a:cubicBezTo>
                    <a:pt x="1037" y="10883"/>
                    <a:pt x="1501" y="11847"/>
                    <a:pt x="2156" y="12669"/>
                  </a:cubicBezTo>
                  <a:cubicBezTo>
                    <a:pt x="3382" y="14229"/>
                    <a:pt x="4727" y="15693"/>
                    <a:pt x="6025" y="17193"/>
                  </a:cubicBezTo>
                  <a:cubicBezTo>
                    <a:pt x="6168" y="17348"/>
                    <a:pt x="6335" y="17491"/>
                    <a:pt x="6525" y="17598"/>
                  </a:cubicBezTo>
                  <a:cubicBezTo>
                    <a:pt x="6715" y="17705"/>
                    <a:pt x="6939" y="17740"/>
                    <a:pt x="7199" y="17834"/>
                  </a:cubicBezTo>
                  <a:lnTo>
                    <a:pt x="7199" y="17834"/>
                  </a:lnTo>
                  <a:cubicBezTo>
                    <a:pt x="7201" y="17839"/>
                    <a:pt x="7202" y="17843"/>
                    <a:pt x="7204" y="17848"/>
                  </a:cubicBezTo>
                  <a:cubicBezTo>
                    <a:pt x="7240" y="18003"/>
                    <a:pt x="7275" y="18158"/>
                    <a:pt x="7311" y="18324"/>
                  </a:cubicBezTo>
                  <a:cubicBezTo>
                    <a:pt x="7466" y="19158"/>
                    <a:pt x="7692" y="19955"/>
                    <a:pt x="7990" y="20706"/>
                  </a:cubicBezTo>
                  <a:lnTo>
                    <a:pt x="8240" y="20706"/>
                  </a:lnTo>
                  <a:cubicBezTo>
                    <a:pt x="8026" y="20241"/>
                    <a:pt x="7871" y="19753"/>
                    <a:pt x="7775" y="19241"/>
                  </a:cubicBezTo>
                  <a:cubicBezTo>
                    <a:pt x="7609" y="18360"/>
                    <a:pt x="7502" y="17455"/>
                    <a:pt x="7371" y="16574"/>
                  </a:cubicBezTo>
                  <a:cubicBezTo>
                    <a:pt x="7073" y="14562"/>
                    <a:pt x="6775" y="12550"/>
                    <a:pt x="6478" y="10538"/>
                  </a:cubicBezTo>
                  <a:cubicBezTo>
                    <a:pt x="6466" y="10454"/>
                    <a:pt x="6478" y="10371"/>
                    <a:pt x="6478" y="10276"/>
                  </a:cubicBezTo>
                  <a:cubicBezTo>
                    <a:pt x="6502" y="10288"/>
                    <a:pt x="6513" y="10288"/>
                    <a:pt x="6537" y="10288"/>
                  </a:cubicBezTo>
                  <a:lnTo>
                    <a:pt x="6906" y="11585"/>
                  </a:lnTo>
                  <a:lnTo>
                    <a:pt x="6942" y="11573"/>
                  </a:lnTo>
                  <a:cubicBezTo>
                    <a:pt x="6740" y="10419"/>
                    <a:pt x="6549" y="9252"/>
                    <a:pt x="6359" y="8085"/>
                  </a:cubicBezTo>
                  <a:lnTo>
                    <a:pt x="6430" y="8073"/>
                  </a:lnTo>
                  <a:cubicBezTo>
                    <a:pt x="6502" y="8454"/>
                    <a:pt x="6585" y="8823"/>
                    <a:pt x="6656" y="9192"/>
                  </a:cubicBezTo>
                  <a:lnTo>
                    <a:pt x="6692" y="9192"/>
                  </a:lnTo>
                  <a:cubicBezTo>
                    <a:pt x="6430" y="7525"/>
                    <a:pt x="6168" y="5858"/>
                    <a:pt x="5894" y="4120"/>
                  </a:cubicBezTo>
                  <a:lnTo>
                    <a:pt x="5894" y="4120"/>
                  </a:lnTo>
                  <a:cubicBezTo>
                    <a:pt x="6109" y="4299"/>
                    <a:pt x="6311" y="4465"/>
                    <a:pt x="6502" y="4644"/>
                  </a:cubicBezTo>
                  <a:cubicBezTo>
                    <a:pt x="7359" y="5370"/>
                    <a:pt x="8192" y="6073"/>
                    <a:pt x="9014" y="6775"/>
                  </a:cubicBezTo>
                  <a:cubicBezTo>
                    <a:pt x="9026" y="6751"/>
                    <a:pt x="9049" y="6740"/>
                    <a:pt x="9061" y="6716"/>
                  </a:cubicBezTo>
                  <a:cubicBezTo>
                    <a:pt x="8895" y="6549"/>
                    <a:pt x="8728" y="6382"/>
                    <a:pt x="8549" y="6228"/>
                  </a:cubicBezTo>
                  <a:cubicBezTo>
                    <a:pt x="8561" y="6204"/>
                    <a:pt x="8573" y="6180"/>
                    <a:pt x="8585" y="6156"/>
                  </a:cubicBezTo>
                  <a:cubicBezTo>
                    <a:pt x="8597" y="6144"/>
                    <a:pt x="8609" y="6132"/>
                    <a:pt x="8609" y="6109"/>
                  </a:cubicBezTo>
                  <a:cubicBezTo>
                    <a:pt x="8704" y="6192"/>
                    <a:pt x="8788" y="6275"/>
                    <a:pt x="8883" y="6359"/>
                  </a:cubicBezTo>
                  <a:cubicBezTo>
                    <a:pt x="10312" y="7668"/>
                    <a:pt x="12014" y="8347"/>
                    <a:pt x="13943" y="8454"/>
                  </a:cubicBezTo>
                  <a:cubicBezTo>
                    <a:pt x="13562" y="8347"/>
                    <a:pt x="13157" y="8240"/>
                    <a:pt x="12764" y="8121"/>
                  </a:cubicBezTo>
                  <a:cubicBezTo>
                    <a:pt x="12586" y="8073"/>
                    <a:pt x="12419" y="8014"/>
                    <a:pt x="12240" y="7954"/>
                  </a:cubicBezTo>
                  <a:cubicBezTo>
                    <a:pt x="11502" y="7704"/>
                    <a:pt x="10800" y="7382"/>
                    <a:pt x="10181" y="6871"/>
                  </a:cubicBezTo>
                  <a:cubicBezTo>
                    <a:pt x="9061" y="5966"/>
                    <a:pt x="7930" y="5049"/>
                    <a:pt x="6823" y="4144"/>
                  </a:cubicBezTo>
                  <a:cubicBezTo>
                    <a:pt x="6728" y="4061"/>
                    <a:pt x="6656" y="3977"/>
                    <a:pt x="6537" y="3846"/>
                  </a:cubicBezTo>
                  <a:cubicBezTo>
                    <a:pt x="7918" y="3715"/>
                    <a:pt x="9264" y="3596"/>
                    <a:pt x="10597" y="3465"/>
                  </a:cubicBezTo>
                  <a:lnTo>
                    <a:pt x="11966" y="3334"/>
                  </a:lnTo>
                  <a:lnTo>
                    <a:pt x="12002" y="3453"/>
                  </a:lnTo>
                  <a:cubicBezTo>
                    <a:pt x="11990" y="3465"/>
                    <a:pt x="11966" y="3477"/>
                    <a:pt x="11955" y="3501"/>
                  </a:cubicBezTo>
                  <a:cubicBezTo>
                    <a:pt x="11836" y="3596"/>
                    <a:pt x="11716" y="3692"/>
                    <a:pt x="11621" y="3799"/>
                  </a:cubicBezTo>
                  <a:cubicBezTo>
                    <a:pt x="10776" y="4775"/>
                    <a:pt x="10752" y="6216"/>
                    <a:pt x="11562" y="7121"/>
                  </a:cubicBezTo>
                  <a:cubicBezTo>
                    <a:pt x="12108" y="7730"/>
                    <a:pt x="12827" y="8047"/>
                    <a:pt x="13553" y="8047"/>
                  </a:cubicBezTo>
                  <a:cubicBezTo>
                    <a:pt x="14060" y="8047"/>
                    <a:pt x="14571" y="7892"/>
                    <a:pt x="15026" y="7573"/>
                  </a:cubicBezTo>
                  <a:cubicBezTo>
                    <a:pt x="16050" y="6871"/>
                    <a:pt x="16431" y="5763"/>
                    <a:pt x="16062" y="4573"/>
                  </a:cubicBezTo>
                  <a:cubicBezTo>
                    <a:pt x="16038" y="4489"/>
                    <a:pt x="16038" y="4346"/>
                    <a:pt x="16098" y="4287"/>
                  </a:cubicBezTo>
                  <a:cubicBezTo>
                    <a:pt x="16135" y="4250"/>
                    <a:pt x="16210" y="4231"/>
                    <a:pt x="16278" y="4231"/>
                  </a:cubicBezTo>
                  <a:cubicBezTo>
                    <a:pt x="16318" y="4231"/>
                    <a:pt x="16357" y="4238"/>
                    <a:pt x="16384" y="4251"/>
                  </a:cubicBezTo>
                  <a:cubicBezTo>
                    <a:pt x="17158" y="4668"/>
                    <a:pt x="17920" y="5096"/>
                    <a:pt x="18670" y="5513"/>
                  </a:cubicBezTo>
                  <a:cubicBezTo>
                    <a:pt x="18527" y="6406"/>
                    <a:pt x="18205" y="7228"/>
                    <a:pt x="17872" y="8049"/>
                  </a:cubicBezTo>
                  <a:cubicBezTo>
                    <a:pt x="17729" y="8395"/>
                    <a:pt x="17586" y="8740"/>
                    <a:pt x="17455" y="9085"/>
                  </a:cubicBezTo>
                  <a:lnTo>
                    <a:pt x="17836" y="8442"/>
                  </a:lnTo>
                  <a:cubicBezTo>
                    <a:pt x="17860" y="8454"/>
                    <a:pt x="17872" y="8454"/>
                    <a:pt x="17884" y="8466"/>
                  </a:cubicBezTo>
                  <a:cubicBezTo>
                    <a:pt x="17884" y="8466"/>
                    <a:pt x="17884" y="8478"/>
                    <a:pt x="17884" y="8478"/>
                  </a:cubicBezTo>
                  <a:cubicBezTo>
                    <a:pt x="17693" y="8930"/>
                    <a:pt x="17491" y="9383"/>
                    <a:pt x="17300" y="9835"/>
                  </a:cubicBezTo>
                  <a:cubicBezTo>
                    <a:pt x="17324" y="9859"/>
                    <a:pt x="17360" y="9871"/>
                    <a:pt x="17384" y="9883"/>
                  </a:cubicBezTo>
                  <a:cubicBezTo>
                    <a:pt x="17681" y="9561"/>
                    <a:pt x="18003" y="9252"/>
                    <a:pt x="18277" y="8918"/>
                  </a:cubicBezTo>
                  <a:cubicBezTo>
                    <a:pt x="19086" y="7942"/>
                    <a:pt x="19813" y="6930"/>
                    <a:pt x="20456" y="5847"/>
                  </a:cubicBezTo>
                  <a:cubicBezTo>
                    <a:pt x="20765" y="5311"/>
                    <a:pt x="21194" y="4858"/>
                    <a:pt x="21480" y="4311"/>
                  </a:cubicBezTo>
                  <a:cubicBezTo>
                    <a:pt x="22242" y="2918"/>
                    <a:pt x="22980" y="1501"/>
                    <a:pt x="23682" y="72"/>
                  </a:cubicBezTo>
                  <a:lnTo>
                    <a:pt x="23718" y="1"/>
                  </a:lnTo>
                  <a:lnTo>
                    <a:pt x="23075" y="1"/>
                  </a:lnTo>
                  <a:cubicBezTo>
                    <a:pt x="22920" y="274"/>
                    <a:pt x="22742" y="525"/>
                    <a:pt x="22527" y="763"/>
                  </a:cubicBezTo>
                  <a:cubicBezTo>
                    <a:pt x="22468" y="810"/>
                    <a:pt x="22444" y="870"/>
                    <a:pt x="22373" y="989"/>
                  </a:cubicBezTo>
                  <a:cubicBezTo>
                    <a:pt x="22492" y="644"/>
                    <a:pt x="22611" y="322"/>
                    <a:pt x="22718" y="1"/>
                  </a:cubicBezTo>
                  <a:lnTo>
                    <a:pt x="22432" y="1"/>
                  </a:lnTo>
                  <a:cubicBezTo>
                    <a:pt x="22206" y="382"/>
                    <a:pt x="21992" y="775"/>
                    <a:pt x="21777" y="1167"/>
                  </a:cubicBezTo>
                  <a:cubicBezTo>
                    <a:pt x="21765" y="1156"/>
                    <a:pt x="21753" y="1156"/>
                    <a:pt x="21742" y="1144"/>
                  </a:cubicBezTo>
                  <a:cubicBezTo>
                    <a:pt x="21884" y="810"/>
                    <a:pt x="22039" y="465"/>
                    <a:pt x="22182" y="120"/>
                  </a:cubicBezTo>
                  <a:cubicBezTo>
                    <a:pt x="22170" y="108"/>
                    <a:pt x="22158" y="108"/>
                    <a:pt x="22146" y="108"/>
                  </a:cubicBezTo>
                  <a:cubicBezTo>
                    <a:pt x="22075" y="191"/>
                    <a:pt x="21992" y="286"/>
                    <a:pt x="21920" y="382"/>
                  </a:cubicBezTo>
                  <a:cubicBezTo>
                    <a:pt x="21908" y="370"/>
                    <a:pt x="21896" y="358"/>
                    <a:pt x="21884" y="346"/>
                  </a:cubicBezTo>
                  <a:cubicBezTo>
                    <a:pt x="21920" y="227"/>
                    <a:pt x="21968" y="120"/>
                    <a:pt x="22015" y="1"/>
                  </a:cubicBezTo>
                  <a:lnTo>
                    <a:pt x="21849" y="1"/>
                  </a:lnTo>
                  <a:cubicBezTo>
                    <a:pt x="21646" y="465"/>
                    <a:pt x="21456" y="941"/>
                    <a:pt x="21253" y="1417"/>
                  </a:cubicBezTo>
                  <a:cubicBezTo>
                    <a:pt x="21241" y="1406"/>
                    <a:pt x="21230" y="1406"/>
                    <a:pt x="21218" y="1394"/>
                  </a:cubicBezTo>
                  <a:cubicBezTo>
                    <a:pt x="21325" y="1025"/>
                    <a:pt x="21444" y="644"/>
                    <a:pt x="21551" y="274"/>
                  </a:cubicBezTo>
                  <a:cubicBezTo>
                    <a:pt x="21527" y="263"/>
                    <a:pt x="21503" y="263"/>
                    <a:pt x="21480" y="251"/>
                  </a:cubicBezTo>
                  <a:cubicBezTo>
                    <a:pt x="21420" y="370"/>
                    <a:pt x="21361" y="477"/>
                    <a:pt x="21301" y="596"/>
                  </a:cubicBezTo>
                  <a:cubicBezTo>
                    <a:pt x="21289" y="596"/>
                    <a:pt x="21289" y="584"/>
                    <a:pt x="21277" y="584"/>
                  </a:cubicBezTo>
                  <a:cubicBezTo>
                    <a:pt x="21325" y="394"/>
                    <a:pt x="21372" y="191"/>
                    <a:pt x="21420" y="1"/>
                  </a:cubicBezTo>
                  <a:lnTo>
                    <a:pt x="20539" y="1"/>
                  </a:lnTo>
                  <a:cubicBezTo>
                    <a:pt x="20063" y="1727"/>
                    <a:pt x="19467" y="3430"/>
                    <a:pt x="18836" y="5108"/>
                  </a:cubicBezTo>
                  <a:cubicBezTo>
                    <a:pt x="18813" y="5180"/>
                    <a:pt x="18777" y="5239"/>
                    <a:pt x="18741" y="5323"/>
                  </a:cubicBezTo>
                  <a:cubicBezTo>
                    <a:pt x="18741" y="5323"/>
                    <a:pt x="18729" y="5335"/>
                    <a:pt x="18729" y="5335"/>
                  </a:cubicBezTo>
                  <a:lnTo>
                    <a:pt x="18563" y="5180"/>
                  </a:lnTo>
                  <a:cubicBezTo>
                    <a:pt x="18015" y="4692"/>
                    <a:pt x="17467" y="4215"/>
                    <a:pt x="16884" y="3692"/>
                  </a:cubicBezTo>
                  <a:cubicBezTo>
                    <a:pt x="17050" y="3608"/>
                    <a:pt x="17181" y="3477"/>
                    <a:pt x="17324" y="3477"/>
                  </a:cubicBezTo>
                  <a:cubicBezTo>
                    <a:pt x="17479" y="3477"/>
                    <a:pt x="17646" y="3584"/>
                    <a:pt x="17801" y="3644"/>
                  </a:cubicBezTo>
                  <a:cubicBezTo>
                    <a:pt x="17812" y="3620"/>
                    <a:pt x="17836" y="3596"/>
                    <a:pt x="17848" y="3572"/>
                  </a:cubicBezTo>
                  <a:cubicBezTo>
                    <a:pt x="17705" y="3465"/>
                    <a:pt x="17562" y="3370"/>
                    <a:pt x="17420" y="3263"/>
                  </a:cubicBezTo>
                  <a:cubicBezTo>
                    <a:pt x="18205" y="2227"/>
                    <a:pt x="18896" y="1132"/>
                    <a:pt x="19491" y="1"/>
                  </a:cubicBezTo>
                  <a:lnTo>
                    <a:pt x="17396" y="1"/>
                  </a:lnTo>
                  <a:cubicBezTo>
                    <a:pt x="17253" y="394"/>
                    <a:pt x="17122" y="798"/>
                    <a:pt x="16991" y="1203"/>
                  </a:cubicBezTo>
                  <a:cubicBezTo>
                    <a:pt x="16324" y="1001"/>
                    <a:pt x="15657" y="786"/>
                    <a:pt x="14919" y="548"/>
                  </a:cubicBezTo>
                  <a:cubicBezTo>
                    <a:pt x="15134" y="370"/>
                    <a:pt x="15336" y="191"/>
                    <a:pt x="15538" y="1"/>
                  </a:cubicBezTo>
                  <a:lnTo>
                    <a:pt x="14002" y="1"/>
                  </a:lnTo>
                  <a:cubicBezTo>
                    <a:pt x="14002" y="13"/>
                    <a:pt x="13991" y="24"/>
                    <a:pt x="13979" y="36"/>
                  </a:cubicBezTo>
                  <a:cubicBezTo>
                    <a:pt x="13931" y="132"/>
                    <a:pt x="13883" y="174"/>
                    <a:pt x="13815" y="174"/>
                  </a:cubicBezTo>
                  <a:cubicBezTo>
                    <a:pt x="13780" y="174"/>
                    <a:pt x="13741" y="163"/>
                    <a:pt x="13693" y="144"/>
                  </a:cubicBezTo>
                  <a:cubicBezTo>
                    <a:pt x="13538" y="96"/>
                    <a:pt x="13383" y="48"/>
                    <a:pt x="1321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6"/>
            <p:cNvSpPr/>
            <p:nvPr/>
          </p:nvSpPr>
          <p:spPr>
            <a:xfrm>
              <a:off x="3675450" y="2669800"/>
              <a:ext cx="181600" cy="78900"/>
            </a:xfrm>
            <a:custGeom>
              <a:rect b="b" l="l" r="r" t="t"/>
              <a:pathLst>
                <a:path extrusionOk="0" h="3156" w="7264">
                  <a:moveTo>
                    <a:pt x="4477" y="1"/>
                  </a:moveTo>
                  <a:cubicBezTo>
                    <a:pt x="4465" y="144"/>
                    <a:pt x="4394" y="227"/>
                    <a:pt x="4239" y="310"/>
                  </a:cubicBezTo>
                  <a:cubicBezTo>
                    <a:pt x="3798" y="536"/>
                    <a:pt x="3370" y="775"/>
                    <a:pt x="2941" y="1001"/>
                  </a:cubicBezTo>
                  <a:cubicBezTo>
                    <a:pt x="2382" y="1310"/>
                    <a:pt x="1822" y="1608"/>
                    <a:pt x="1274" y="1918"/>
                  </a:cubicBezTo>
                  <a:cubicBezTo>
                    <a:pt x="750" y="2215"/>
                    <a:pt x="358" y="2656"/>
                    <a:pt x="0" y="3156"/>
                  </a:cubicBezTo>
                  <a:cubicBezTo>
                    <a:pt x="715" y="2727"/>
                    <a:pt x="1453" y="2346"/>
                    <a:pt x="2203" y="2001"/>
                  </a:cubicBezTo>
                  <a:cubicBezTo>
                    <a:pt x="3846" y="1239"/>
                    <a:pt x="5561" y="632"/>
                    <a:pt x="7263" y="1"/>
                  </a:cubicBezTo>
                  <a:lnTo>
                    <a:pt x="4775" y="1"/>
                  </a:lnTo>
                  <a:cubicBezTo>
                    <a:pt x="4751" y="13"/>
                    <a:pt x="4727" y="13"/>
                    <a:pt x="4715" y="24"/>
                  </a:cubicBezTo>
                  <a:lnTo>
                    <a:pt x="471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6"/>
            <p:cNvSpPr/>
            <p:nvPr/>
          </p:nvSpPr>
          <p:spPr>
            <a:xfrm>
              <a:off x="3028950" y="2669800"/>
              <a:ext cx="22925" cy="55700"/>
            </a:xfrm>
            <a:custGeom>
              <a:rect b="b" l="l" r="r" t="t"/>
              <a:pathLst>
                <a:path extrusionOk="0" h="2228" w="917">
                  <a:moveTo>
                    <a:pt x="0" y="1"/>
                  </a:moveTo>
                  <a:cubicBezTo>
                    <a:pt x="202" y="548"/>
                    <a:pt x="405" y="1084"/>
                    <a:pt x="619" y="1620"/>
                  </a:cubicBezTo>
                  <a:cubicBezTo>
                    <a:pt x="702" y="1822"/>
                    <a:pt x="786" y="2025"/>
                    <a:pt x="857" y="2227"/>
                  </a:cubicBezTo>
                  <a:cubicBezTo>
                    <a:pt x="881" y="2215"/>
                    <a:pt x="893" y="2215"/>
                    <a:pt x="917" y="2203"/>
                  </a:cubicBezTo>
                  <a:cubicBezTo>
                    <a:pt x="762" y="1477"/>
                    <a:pt x="607" y="739"/>
                    <a:pt x="45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6"/>
            <p:cNvSpPr/>
            <p:nvPr/>
          </p:nvSpPr>
          <p:spPr>
            <a:xfrm>
              <a:off x="3663850" y="2669500"/>
              <a:ext cx="473275" cy="517950"/>
            </a:xfrm>
            <a:custGeom>
              <a:rect b="b" l="l" r="r" t="t"/>
              <a:pathLst>
                <a:path extrusionOk="0" h="20718" w="18931">
                  <a:moveTo>
                    <a:pt x="10992" y="2446"/>
                  </a:moveTo>
                  <a:cubicBezTo>
                    <a:pt x="11163" y="2446"/>
                    <a:pt x="11333" y="2450"/>
                    <a:pt x="11501" y="2465"/>
                  </a:cubicBezTo>
                  <a:cubicBezTo>
                    <a:pt x="11621" y="2489"/>
                    <a:pt x="11716" y="2692"/>
                    <a:pt x="11823" y="2811"/>
                  </a:cubicBezTo>
                  <a:cubicBezTo>
                    <a:pt x="11811" y="2846"/>
                    <a:pt x="11787" y="2882"/>
                    <a:pt x="11775" y="2906"/>
                  </a:cubicBezTo>
                  <a:lnTo>
                    <a:pt x="10370" y="2906"/>
                  </a:lnTo>
                  <a:cubicBezTo>
                    <a:pt x="10358" y="2882"/>
                    <a:pt x="10358" y="2870"/>
                    <a:pt x="10347" y="2846"/>
                  </a:cubicBezTo>
                  <a:cubicBezTo>
                    <a:pt x="10549" y="2763"/>
                    <a:pt x="10751" y="2680"/>
                    <a:pt x="11013" y="2561"/>
                  </a:cubicBezTo>
                  <a:cubicBezTo>
                    <a:pt x="10995" y="2559"/>
                    <a:pt x="10978" y="2558"/>
                    <a:pt x="10960" y="2558"/>
                  </a:cubicBezTo>
                  <a:cubicBezTo>
                    <a:pt x="10771" y="2558"/>
                    <a:pt x="10597" y="2634"/>
                    <a:pt x="10445" y="2634"/>
                  </a:cubicBezTo>
                  <a:cubicBezTo>
                    <a:pt x="10376" y="2634"/>
                    <a:pt x="10311" y="2618"/>
                    <a:pt x="10251" y="2572"/>
                  </a:cubicBezTo>
                  <a:cubicBezTo>
                    <a:pt x="10275" y="2537"/>
                    <a:pt x="10287" y="2489"/>
                    <a:pt x="10311" y="2453"/>
                  </a:cubicBezTo>
                  <a:cubicBezTo>
                    <a:pt x="10535" y="2453"/>
                    <a:pt x="10764" y="2446"/>
                    <a:pt x="10992" y="2446"/>
                  </a:cubicBezTo>
                  <a:close/>
                  <a:moveTo>
                    <a:pt x="4054" y="4227"/>
                  </a:moveTo>
                  <a:cubicBezTo>
                    <a:pt x="4060" y="4227"/>
                    <a:pt x="4066" y="4227"/>
                    <a:pt x="4072" y="4227"/>
                  </a:cubicBezTo>
                  <a:cubicBezTo>
                    <a:pt x="4405" y="4227"/>
                    <a:pt x="4655" y="4466"/>
                    <a:pt x="4643" y="4775"/>
                  </a:cubicBezTo>
                  <a:cubicBezTo>
                    <a:pt x="4632" y="5078"/>
                    <a:pt x="4334" y="5359"/>
                    <a:pt x="4031" y="5359"/>
                  </a:cubicBezTo>
                  <a:cubicBezTo>
                    <a:pt x="4025" y="5359"/>
                    <a:pt x="4019" y="5359"/>
                    <a:pt x="4012" y="5359"/>
                  </a:cubicBezTo>
                  <a:cubicBezTo>
                    <a:pt x="3703" y="5359"/>
                    <a:pt x="3489" y="5132"/>
                    <a:pt x="3489" y="4847"/>
                  </a:cubicBezTo>
                  <a:cubicBezTo>
                    <a:pt x="3489" y="4520"/>
                    <a:pt x="3752" y="4227"/>
                    <a:pt x="4054" y="4227"/>
                  </a:cubicBezTo>
                  <a:close/>
                  <a:moveTo>
                    <a:pt x="7172" y="6087"/>
                  </a:moveTo>
                  <a:cubicBezTo>
                    <a:pt x="7174" y="6087"/>
                    <a:pt x="7191" y="6104"/>
                    <a:pt x="7191" y="6121"/>
                  </a:cubicBezTo>
                  <a:cubicBezTo>
                    <a:pt x="7312" y="6614"/>
                    <a:pt x="6584" y="7401"/>
                    <a:pt x="6040" y="7401"/>
                  </a:cubicBezTo>
                  <a:cubicBezTo>
                    <a:pt x="5994" y="7401"/>
                    <a:pt x="5949" y="7395"/>
                    <a:pt x="5906" y="7383"/>
                  </a:cubicBezTo>
                  <a:cubicBezTo>
                    <a:pt x="5822" y="7359"/>
                    <a:pt x="5715" y="7252"/>
                    <a:pt x="5691" y="7168"/>
                  </a:cubicBezTo>
                  <a:cubicBezTo>
                    <a:pt x="5667" y="7097"/>
                    <a:pt x="5739" y="6990"/>
                    <a:pt x="5798" y="6906"/>
                  </a:cubicBezTo>
                  <a:cubicBezTo>
                    <a:pt x="5822" y="6859"/>
                    <a:pt x="5894" y="6835"/>
                    <a:pt x="5941" y="6799"/>
                  </a:cubicBezTo>
                  <a:cubicBezTo>
                    <a:pt x="6346" y="6573"/>
                    <a:pt x="6739" y="6347"/>
                    <a:pt x="7180" y="6097"/>
                  </a:cubicBezTo>
                  <a:cubicBezTo>
                    <a:pt x="7173" y="6090"/>
                    <a:pt x="7171" y="6087"/>
                    <a:pt x="7172" y="6087"/>
                  </a:cubicBezTo>
                  <a:close/>
                  <a:moveTo>
                    <a:pt x="16982" y="1722"/>
                  </a:moveTo>
                  <a:cubicBezTo>
                    <a:pt x="17110" y="1722"/>
                    <a:pt x="17241" y="1767"/>
                    <a:pt x="17371" y="1846"/>
                  </a:cubicBezTo>
                  <a:cubicBezTo>
                    <a:pt x="17740" y="2084"/>
                    <a:pt x="17967" y="2430"/>
                    <a:pt x="18050" y="2834"/>
                  </a:cubicBezTo>
                  <a:cubicBezTo>
                    <a:pt x="18193" y="3501"/>
                    <a:pt x="18312" y="4180"/>
                    <a:pt x="18395" y="4858"/>
                  </a:cubicBezTo>
                  <a:cubicBezTo>
                    <a:pt x="18562" y="6323"/>
                    <a:pt x="18586" y="7787"/>
                    <a:pt x="18300" y="9228"/>
                  </a:cubicBezTo>
                  <a:cubicBezTo>
                    <a:pt x="18229" y="9621"/>
                    <a:pt x="18098" y="10014"/>
                    <a:pt x="17919" y="10359"/>
                  </a:cubicBezTo>
                  <a:cubicBezTo>
                    <a:pt x="17490" y="11181"/>
                    <a:pt x="17026" y="11978"/>
                    <a:pt x="16490" y="12728"/>
                  </a:cubicBezTo>
                  <a:cubicBezTo>
                    <a:pt x="16050" y="13360"/>
                    <a:pt x="15562" y="13967"/>
                    <a:pt x="15026" y="14538"/>
                  </a:cubicBezTo>
                  <a:cubicBezTo>
                    <a:pt x="14097" y="15538"/>
                    <a:pt x="13180" y="16538"/>
                    <a:pt x="12240" y="17515"/>
                  </a:cubicBezTo>
                  <a:cubicBezTo>
                    <a:pt x="12109" y="17646"/>
                    <a:pt x="11954" y="17741"/>
                    <a:pt x="11787" y="17824"/>
                  </a:cubicBezTo>
                  <a:cubicBezTo>
                    <a:pt x="11668" y="17896"/>
                    <a:pt x="11549" y="17955"/>
                    <a:pt x="11430" y="18027"/>
                  </a:cubicBezTo>
                  <a:cubicBezTo>
                    <a:pt x="11418" y="17967"/>
                    <a:pt x="11406" y="17896"/>
                    <a:pt x="11418" y="17836"/>
                  </a:cubicBezTo>
                  <a:cubicBezTo>
                    <a:pt x="11752" y="16217"/>
                    <a:pt x="12061" y="14610"/>
                    <a:pt x="12406" y="13002"/>
                  </a:cubicBezTo>
                  <a:cubicBezTo>
                    <a:pt x="12942" y="10550"/>
                    <a:pt x="13502" y="8109"/>
                    <a:pt x="14049" y="5656"/>
                  </a:cubicBezTo>
                  <a:cubicBezTo>
                    <a:pt x="14085" y="5501"/>
                    <a:pt x="14109" y="5335"/>
                    <a:pt x="14180" y="5216"/>
                  </a:cubicBezTo>
                  <a:cubicBezTo>
                    <a:pt x="14800" y="4275"/>
                    <a:pt x="15419" y="3346"/>
                    <a:pt x="16062" y="2418"/>
                  </a:cubicBezTo>
                  <a:cubicBezTo>
                    <a:pt x="16193" y="2215"/>
                    <a:pt x="16395" y="2049"/>
                    <a:pt x="16574" y="1894"/>
                  </a:cubicBezTo>
                  <a:cubicBezTo>
                    <a:pt x="16704" y="1776"/>
                    <a:pt x="16842" y="1722"/>
                    <a:pt x="16982" y="1722"/>
                  </a:cubicBezTo>
                  <a:close/>
                  <a:moveTo>
                    <a:pt x="8704" y="1"/>
                  </a:moveTo>
                  <a:cubicBezTo>
                    <a:pt x="8965" y="763"/>
                    <a:pt x="9227" y="1477"/>
                    <a:pt x="9513" y="2263"/>
                  </a:cubicBezTo>
                  <a:cubicBezTo>
                    <a:pt x="9180" y="2215"/>
                    <a:pt x="8918" y="2191"/>
                    <a:pt x="8656" y="2132"/>
                  </a:cubicBezTo>
                  <a:cubicBezTo>
                    <a:pt x="7845" y="1956"/>
                    <a:pt x="7034" y="1812"/>
                    <a:pt x="6209" y="1812"/>
                  </a:cubicBezTo>
                  <a:cubicBezTo>
                    <a:pt x="5920" y="1812"/>
                    <a:pt x="5628" y="1830"/>
                    <a:pt x="5334" y="1870"/>
                  </a:cubicBezTo>
                  <a:cubicBezTo>
                    <a:pt x="4596" y="1977"/>
                    <a:pt x="3893" y="2239"/>
                    <a:pt x="3250" y="2644"/>
                  </a:cubicBezTo>
                  <a:cubicBezTo>
                    <a:pt x="4248" y="2219"/>
                    <a:pt x="5274" y="1973"/>
                    <a:pt x="6234" y="1973"/>
                  </a:cubicBezTo>
                  <a:cubicBezTo>
                    <a:pt x="6512" y="1973"/>
                    <a:pt x="6784" y="1994"/>
                    <a:pt x="7049" y="2037"/>
                  </a:cubicBezTo>
                  <a:cubicBezTo>
                    <a:pt x="6167" y="2191"/>
                    <a:pt x="5060" y="2311"/>
                    <a:pt x="4001" y="2572"/>
                  </a:cubicBezTo>
                  <a:cubicBezTo>
                    <a:pt x="3108" y="2799"/>
                    <a:pt x="2298" y="3215"/>
                    <a:pt x="1548" y="3763"/>
                  </a:cubicBezTo>
                  <a:cubicBezTo>
                    <a:pt x="1405" y="3870"/>
                    <a:pt x="1262" y="3989"/>
                    <a:pt x="1119" y="4108"/>
                  </a:cubicBezTo>
                  <a:cubicBezTo>
                    <a:pt x="1226" y="4061"/>
                    <a:pt x="1334" y="4013"/>
                    <a:pt x="1441" y="3977"/>
                  </a:cubicBezTo>
                  <a:cubicBezTo>
                    <a:pt x="1607" y="3906"/>
                    <a:pt x="1762" y="3823"/>
                    <a:pt x="1917" y="3739"/>
                  </a:cubicBezTo>
                  <a:cubicBezTo>
                    <a:pt x="3838" y="2630"/>
                    <a:pt x="5908" y="2394"/>
                    <a:pt x="8023" y="2394"/>
                  </a:cubicBezTo>
                  <a:cubicBezTo>
                    <a:pt x="8451" y="2394"/>
                    <a:pt x="8880" y="2404"/>
                    <a:pt x="9311" y="2418"/>
                  </a:cubicBezTo>
                  <a:cubicBezTo>
                    <a:pt x="9477" y="2430"/>
                    <a:pt x="9620" y="2489"/>
                    <a:pt x="9573" y="2727"/>
                  </a:cubicBezTo>
                  <a:cubicBezTo>
                    <a:pt x="9394" y="2751"/>
                    <a:pt x="9204" y="2787"/>
                    <a:pt x="9013" y="2787"/>
                  </a:cubicBezTo>
                  <a:cubicBezTo>
                    <a:pt x="8624" y="2787"/>
                    <a:pt x="8235" y="2776"/>
                    <a:pt x="7846" y="2776"/>
                  </a:cubicBezTo>
                  <a:cubicBezTo>
                    <a:pt x="7652" y="2776"/>
                    <a:pt x="7457" y="2779"/>
                    <a:pt x="7263" y="2787"/>
                  </a:cubicBezTo>
                  <a:cubicBezTo>
                    <a:pt x="6322" y="2822"/>
                    <a:pt x="5382" y="2858"/>
                    <a:pt x="4441" y="2965"/>
                  </a:cubicBezTo>
                  <a:cubicBezTo>
                    <a:pt x="3512" y="3084"/>
                    <a:pt x="2643" y="3454"/>
                    <a:pt x="1869" y="3977"/>
                  </a:cubicBezTo>
                  <a:cubicBezTo>
                    <a:pt x="1631" y="4132"/>
                    <a:pt x="1417" y="4311"/>
                    <a:pt x="1191" y="4477"/>
                  </a:cubicBezTo>
                  <a:cubicBezTo>
                    <a:pt x="905" y="4704"/>
                    <a:pt x="619" y="4930"/>
                    <a:pt x="345" y="5168"/>
                  </a:cubicBezTo>
                  <a:cubicBezTo>
                    <a:pt x="202" y="5275"/>
                    <a:pt x="107" y="5466"/>
                    <a:pt x="0" y="5620"/>
                  </a:cubicBezTo>
                  <a:cubicBezTo>
                    <a:pt x="24" y="5644"/>
                    <a:pt x="48" y="5668"/>
                    <a:pt x="71" y="5692"/>
                  </a:cubicBezTo>
                  <a:cubicBezTo>
                    <a:pt x="357" y="5525"/>
                    <a:pt x="619" y="5335"/>
                    <a:pt x="905" y="5156"/>
                  </a:cubicBezTo>
                  <a:cubicBezTo>
                    <a:pt x="1095" y="5025"/>
                    <a:pt x="1298" y="4906"/>
                    <a:pt x="1500" y="4799"/>
                  </a:cubicBezTo>
                  <a:cubicBezTo>
                    <a:pt x="2000" y="4525"/>
                    <a:pt x="2524" y="4323"/>
                    <a:pt x="3036" y="4085"/>
                  </a:cubicBezTo>
                  <a:lnTo>
                    <a:pt x="3036" y="4085"/>
                  </a:lnTo>
                  <a:cubicBezTo>
                    <a:pt x="2929" y="4382"/>
                    <a:pt x="2822" y="4632"/>
                    <a:pt x="2727" y="4882"/>
                  </a:cubicBezTo>
                  <a:cubicBezTo>
                    <a:pt x="2465" y="5585"/>
                    <a:pt x="2572" y="6240"/>
                    <a:pt x="2893" y="6906"/>
                  </a:cubicBezTo>
                  <a:cubicBezTo>
                    <a:pt x="3269" y="7676"/>
                    <a:pt x="4332" y="8170"/>
                    <a:pt x="5368" y="8170"/>
                  </a:cubicBezTo>
                  <a:cubicBezTo>
                    <a:pt x="5710" y="8170"/>
                    <a:pt x="6048" y="8117"/>
                    <a:pt x="6358" y="8002"/>
                  </a:cubicBezTo>
                  <a:cubicBezTo>
                    <a:pt x="7703" y="7490"/>
                    <a:pt x="8382" y="6168"/>
                    <a:pt x="7918" y="4799"/>
                  </a:cubicBezTo>
                  <a:cubicBezTo>
                    <a:pt x="7822" y="4525"/>
                    <a:pt x="7668" y="4275"/>
                    <a:pt x="7537" y="4001"/>
                  </a:cubicBezTo>
                  <a:cubicBezTo>
                    <a:pt x="7549" y="4001"/>
                    <a:pt x="7572" y="3977"/>
                    <a:pt x="7608" y="3977"/>
                  </a:cubicBezTo>
                  <a:cubicBezTo>
                    <a:pt x="8334" y="4001"/>
                    <a:pt x="9061" y="4037"/>
                    <a:pt x="9787" y="4073"/>
                  </a:cubicBezTo>
                  <a:cubicBezTo>
                    <a:pt x="9858" y="4073"/>
                    <a:pt x="9918" y="4180"/>
                    <a:pt x="9989" y="4239"/>
                  </a:cubicBezTo>
                  <a:lnTo>
                    <a:pt x="10013" y="4239"/>
                  </a:lnTo>
                  <a:cubicBezTo>
                    <a:pt x="10049" y="4180"/>
                    <a:pt x="10073" y="4132"/>
                    <a:pt x="10108" y="4073"/>
                  </a:cubicBezTo>
                  <a:cubicBezTo>
                    <a:pt x="10132" y="4085"/>
                    <a:pt x="10156" y="4085"/>
                    <a:pt x="10180" y="4085"/>
                  </a:cubicBezTo>
                  <a:cubicBezTo>
                    <a:pt x="10180" y="4251"/>
                    <a:pt x="10192" y="4406"/>
                    <a:pt x="10204" y="4620"/>
                  </a:cubicBezTo>
                  <a:cubicBezTo>
                    <a:pt x="10251" y="4406"/>
                    <a:pt x="10275" y="4263"/>
                    <a:pt x="10299" y="4144"/>
                  </a:cubicBezTo>
                  <a:lnTo>
                    <a:pt x="12287" y="4144"/>
                  </a:lnTo>
                  <a:cubicBezTo>
                    <a:pt x="12121" y="4287"/>
                    <a:pt x="12037" y="4370"/>
                    <a:pt x="11942" y="4430"/>
                  </a:cubicBezTo>
                  <a:cubicBezTo>
                    <a:pt x="10609" y="5442"/>
                    <a:pt x="9239" y="6430"/>
                    <a:pt x="7918" y="7466"/>
                  </a:cubicBezTo>
                  <a:cubicBezTo>
                    <a:pt x="7322" y="7942"/>
                    <a:pt x="6656" y="8240"/>
                    <a:pt x="5917" y="8407"/>
                  </a:cubicBezTo>
                  <a:cubicBezTo>
                    <a:pt x="5608" y="8478"/>
                    <a:pt x="5298" y="8561"/>
                    <a:pt x="4917" y="8668"/>
                  </a:cubicBezTo>
                  <a:cubicBezTo>
                    <a:pt x="5013" y="8668"/>
                    <a:pt x="5048" y="8680"/>
                    <a:pt x="5072" y="8680"/>
                  </a:cubicBezTo>
                  <a:cubicBezTo>
                    <a:pt x="5239" y="8657"/>
                    <a:pt x="5394" y="8633"/>
                    <a:pt x="5560" y="8609"/>
                  </a:cubicBezTo>
                  <a:cubicBezTo>
                    <a:pt x="7084" y="8466"/>
                    <a:pt x="8442" y="7942"/>
                    <a:pt x="9632" y="6978"/>
                  </a:cubicBezTo>
                  <a:cubicBezTo>
                    <a:pt x="10394" y="6359"/>
                    <a:pt x="11156" y="5740"/>
                    <a:pt x="11930" y="5132"/>
                  </a:cubicBezTo>
                  <a:cubicBezTo>
                    <a:pt x="12073" y="5013"/>
                    <a:pt x="12216" y="4906"/>
                    <a:pt x="12418" y="4751"/>
                  </a:cubicBezTo>
                  <a:lnTo>
                    <a:pt x="12418" y="4751"/>
                  </a:lnTo>
                  <a:cubicBezTo>
                    <a:pt x="12394" y="4930"/>
                    <a:pt x="12394" y="5025"/>
                    <a:pt x="12371" y="5120"/>
                  </a:cubicBezTo>
                  <a:cubicBezTo>
                    <a:pt x="12192" y="5882"/>
                    <a:pt x="12002" y="6656"/>
                    <a:pt x="11811" y="7418"/>
                  </a:cubicBezTo>
                  <a:cubicBezTo>
                    <a:pt x="11549" y="8442"/>
                    <a:pt x="11251" y="9442"/>
                    <a:pt x="11025" y="10478"/>
                  </a:cubicBezTo>
                  <a:cubicBezTo>
                    <a:pt x="10906" y="11038"/>
                    <a:pt x="10847" y="11597"/>
                    <a:pt x="10478" y="12074"/>
                  </a:cubicBezTo>
                  <a:cubicBezTo>
                    <a:pt x="10478" y="12086"/>
                    <a:pt x="10489" y="12109"/>
                    <a:pt x="10501" y="12145"/>
                  </a:cubicBezTo>
                  <a:cubicBezTo>
                    <a:pt x="10847" y="11705"/>
                    <a:pt x="11192" y="11276"/>
                    <a:pt x="11525" y="10847"/>
                  </a:cubicBezTo>
                  <a:cubicBezTo>
                    <a:pt x="11561" y="10859"/>
                    <a:pt x="11585" y="10871"/>
                    <a:pt x="11609" y="10895"/>
                  </a:cubicBezTo>
                  <a:cubicBezTo>
                    <a:pt x="11263" y="12217"/>
                    <a:pt x="11013" y="13562"/>
                    <a:pt x="11097" y="15014"/>
                  </a:cubicBezTo>
                  <a:cubicBezTo>
                    <a:pt x="11144" y="14693"/>
                    <a:pt x="11180" y="14443"/>
                    <a:pt x="11216" y="14217"/>
                  </a:cubicBezTo>
                  <a:cubicBezTo>
                    <a:pt x="11216" y="14217"/>
                    <a:pt x="11228" y="14252"/>
                    <a:pt x="11240" y="14288"/>
                  </a:cubicBezTo>
                  <a:cubicBezTo>
                    <a:pt x="11466" y="13074"/>
                    <a:pt x="11680" y="11871"/>
                    <a:pt x="11906" y="10669"/>
                  </a:cubicBezTo>
                  <a:cubicBezTo>
                    <a:pt x="11930" y="10538"/>
                    <a:pt x="12013" y="10407"/>
                    <a:pt x="12073" y="10276"/>
                  </a:cubicBezTo>
                  <a:lnTo>
                    <a:pt x="12168" y="10312"/>
                  </a:lnTo>
                  <a:cubicBezTo>
                    <a:pt x="12085" y="10597"/>
                    <a:pt x="11978" y="10883"/>
                    <a:pt x="11918" y="11181"/>
                  </a:cubicBezTo>
                  <a:cubicBezTo>
                    <a:pt x="11740" y="12074"/>
                    <a:pt x="11561" y="12979"/>
                    <a:pt x="11430" y="13883"/>
                  </a:cubicBezTo>
                  <a:cubicBezTo>
                    <a:pt x="11382" y="14205"/>
                    <a:pt x="11490" y="14550"/>
                    <a:pt x="11466" y="14884"/>
                  </a:cubicBezTo>
                  <a:cubicBezTo>
                    <a:pt x="11382" y="15860"/>
                    <a:pt x="11299" y="16848"/>
                    <a:pt x="11156" y="17824"/>
                  </a:cubicBezTo>
                  <a:cubicBezTo>
                    <a:pt x="11073" y="18408"/>
                    <a:pt x="10954" y="18979"/>
                    <a:pt x="10799" y="19539"/>
                  </a:cubicBezTo>
                  <a:cubicBezTo>
                    <a:pt x="10680" y="19932"/>
                    <a:pt x="10537" y="20325"/>
                    <a:pt x="10370" y="20718"/>
                  </a:cubicBezTo>
                  <a:lnTo>
                    <a:pt x="10632" y="20718"/>
                  </a:lnTo>
                  <a:cubicBezTo>
                    <a:pt x="10775" y="20325"/>
                    <a:pt x="10894" y="19920"/>
                    <a:pt x="11001" y="19491"/>
                  </a:cubicBezTo>
                  <a:cubicBezTo>
                    <a:pt x="11061" y="19217"/>
                    <a:pt x="11144" y="18944"/>
                    <a:pt x="11228" y="18670"/>
                  </a:cubicBezTo>
                  <a:cubicBezTo>
                    <a:pt x="11299" y="18455"/>
                    <a:pt x="11371" y="18253"/>
                    <a:pt x="11430" y="18039"/>
                  </a:cubicBezTo>
                  <a:cubicBezTo>
                    <a:pt x="11454" y="18110"/>
                    <a:pt x="11490" y="18146"/>
                    <a:pt x="11525" y="18158"/>
                  </a:cubicBezTo>
                  <a:cubicBezTo>
                    <a:pt x="11553" y="18170"/>
                    <a:pt x="11582" y="18175"/>
                    <a:pt x="11610" y="18175"/>
                  </a:cubicBezTo>
                  <a:cubicBezTo>
                    <a:pt x="11691" y="18175"/>
                    <a:pt x="11770" y="18133"/>
                    <a:pt x="11823" y="18098"/>
                  </a:cubicBezTo>
                  <a:cubicBezTo>
                    <a:pt x="12109" y="17931"/>
                    <a:pt x="12394" y="17765"/>
                    <a:pt x="12621" y="17527"/>
                  </a:cubicBezTo>
                  <a:cubicBezTo>
                    <a:pt x="13478" y="16646"/>
                    <a:pt x="14323" y="15729"/>
                    <a:pt x="15181" y="14836"/>
                  </a:cubicBezTo>
                  <a:cubicBezTo>
                    <a:pt x="16324" y="13621"/>
                    <a:pt x="17264" y="12264"/>
                    <a:pt x="18086" y="10812"/>
                  </a:cubicBezTo>
                  <a:cubicBezTo>
                    <a:pt x="18502" y="10085"/>
                    <a:pt x="18705" y="9299"/>
                    <a:pt x="18788" y="8478"/>
                  </a:cubicBezTo>
                  <a:cubicBezTo>
                    <a:pt x="18931" y="7109"/>
                    <a:pt x="18860" y="5728"/>
                    <a:pt x="18693" y="4370"/>
                  </a:cubicBezTo>
                  <a:cubicBezTo>
                    <a:pt x="18610" y="3692"/>
                    <a:pt x="18431" y="3001"/>
                    <a:pt x="18217" y="2358"/>
                  </a:cubicBezTo>
                  <a:cubicBezTo>
                    <a:pt x="18026" y="1810"/>
                    <a:pt x="17562" y="1501"/>
                    <a:pt x="17026" y="1322"/>
                  </a:cubicBezTo>
                  <a:cubicBezTo>
                    <a:pt x="17145" y="882"/>
                    <a:pt x="17300" y="453"/>
                    <a:pt x="17383" y="1"/>
                  </a:cubicBezTo>
                  <a:lnTo>
                    <a:pt x="15669" y="1"/>
                  </a:lnTo>
                  <a:cubicBezTo>
                    <a:pt x="15657" y="48"/>
                    <a:pt x="15645" y="96"/>
                    <a:pt x="15633" y="144"/>
                  </a:cubicBezTo>
                  <a:cubicBezTo>
                    <a:pt x="15633" y="96"/>
                    <a:pt x="15645" y="48"/>
                    <a:pt x="15645" y="1"/>
                  </a:cubicBezTo>
                  <a:lnTo>
                    <a:pt x="15311" y="1"/>
                  </a:lnTo>
                  <a:cubicBezTo>
                    <a:pt x="15252" y="334"/>
                    <a:pt x="15192" y="667"/>
                    <a:pt x="15133" y="989"/>
                  </a:cubicBezTo>
                  <a:lnTo>
                    <a:pt x="15109" y="989"/>
                  </a:lnTo>
                  <a:cubicBezTo>
                    <a:pt x="15133" y="667"/>
                    <a:pt x="15145" y="334"/>
                    <a:pt x="15169" y="1"/>
                  </a:cubicBezTo>
                  <a:lnTo>
                    <a:pt x="14823" y="1"/>
                  </a:lnTo>
                  <a:cubicBezTo>
                    <a:pt x="14764" y="310"/>
                    <a:pt x="14704" y="620"/>
                    <a:pt x="14645" y="929"/>
                  </a:cubicBezTo>
                  <a:cubicBezTo>
                    <a:pt x="14609" y="846"/>
                    <a:pt x="14597" y="810"/>
                    <a:pt x="14585" y="751"/>
                  </a:cubicBezTo>
                  <a:cubicBezTo>
                    <a:pt x="14478" y="1120"/>
                    <a:pt x="14383" y="1453"/>
                    <a:pt x="14288" y="1787"/>
                  </a:cubicBezTo>
                  <a:lnTo>
                    <a:pt x="14264" y="1787"/>
                  </a:lnTo>
                  <a:cubicBezTo>
                    <a:pt x="14347" y="1191"/>
                    <a:pt x="14430" y="596"/>
                    <a:pt x="14514" y="1"/>
                  </a:cubicBezTo>
                  <a:lnTo>
                    <a:pt x="14180" y="1"/>
                  </a:lnTo>
                  <a:lnTo>
                    <a:pt x="13871" y="1489"/>
                  </a:lnTo>
                  <a:cubicBezTo>
                    <a:pt x="13847" y="1489"/>
                    <a:pt x="13823" y="1477"/>
                    <a:pt x="13799" y="1477"/>
                  </a:cubicBezTo>
                  <a:lnTo>
                    <a:pt x="13799" y="572"/>
                  </a:lnTo>
                  <a:lnTo>
                    <a:pt x="13776" y="572"/>
                  </a:lnTo>
                  <a:cubicBezTo>
                    <a:pt x="13740" y="739"/>
                    <a:pt x="13692" y="906"/>
                    <a:pt x="13657" y="1096"/>
                  </a:cubicBezTo>
                  <a:cubicBezTo>
                    <a:pt x="13668" y="727"/>
                    <a:pt x="13692" y="370"/>
                    <a:pt x="13704" y="1"/>
                  </a:cubicBezTo>
                  <a:lnTo>
                    <a:pt x="10787" y="1"/>
                  </a:lnTo>
                  <a:cubicBezTo>
                    <a:pt x="11073" y="798"/>
                    <a:pt x="11359" y="1584"/>
                    <a:pt x="11656" y="2394"/>
                  </a:cubicBezTo>
                  <a:cubicBezTo>
                    <a:pt x="11144" y="2358"/>
                    <a:pt x="10704" y="2322"/>
                    <a:pt x="10251" y="2299"/>
                  </a:cubicBezTo>
                  <a:cubicBezTo>
                    <a:pt x="10108" y="1525"/>
                    <a:pt x="9966" y="775"/>
                    <a:pt x="981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6"/>
            <p:cNvSpPr/>
            <p:nvPr/>
          </p:nvSpPr>
          <p:spPr>
            <a:xfrm>
              <a:off x="3540300" y="2932050"/>
              <a:ext cx="31000" cy="184550"/>
            </a:xfrm>
            <a:custGeom>
              <a:rect b="b" l="l" r="r" t="t"/>
              <a:pathLst>
                <a:path extrusionOk="0" h="7382" w="1240">
                  <a:moveTo>
                    <a:pt x="1203" y="0"/>
                  </a:moveTo>
                  <a:cubicBezTo>
                    <a:pt x="1132" y="167"/>
                    <a:pt x="1037" y="345"/>
                    <a:pt x="989" y="524"/>
                  </a:cubicBezTo>
                  <a:cubicBezTo>
                    <a:pt x="822" y="1262"/>
                    <a:pt x="680" y="2000"/>
                    <a:pt x="513" y="2738"/>
                  </a:cubicBezTo>
                  <a:cubicBezTo>
                    <a:pt x="406" y="3203"/>
                    <a:pt x="299" y="3679"/>
                    <a:pt x="168" y="4143"/>
                  </a:cubicBezTo>
                  <a:cubicBezTo>
                    <a:pt x="1" y="4739"/>
                    <a:pt x="60" y="5310"/>
                    <a:pt x="394" y="5846"/>
                  </a:cubicBezTo>
                  <a:cubicBezTo>
                    <a:pt x="584" y="6167"/>
                    <a:pt x="763" y="6513"/>
                    <a:pt x="942" y="6834"/>
                  </a:cubicBezTo>
                  <a:cubicBezTo>
                    <a:pt x="1037" y="7013"/>
                    <a:pt x="1144" y="7191"/>
                    <a:pt x="1239" y="7382"/>
                  </a:cubicBezTo>
                  <a:lnTo>
                    <a:pt x="1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6"/>
            <p:cNvSpPr/>
            <p:nvPr/>
          </p:nvSpPr>
          <p:spPr>
            <a:xfrm>
              <a:off x="3757600" y="2882325"/>
              <a:ext cx="98250" cy="15200"/>
            </a:xfrm>
            <a:custGeom>
              <a:rect b="b" l="l" r="r" t="t"/>
              <a:pathLst>
                <a:path extrusionOk="0" h="608" w="3930">
                  <a:moveTo>
                    <a:pt x="3453" y="1"/>
                  </a:moveTo>
                  <a:cubicBezTo>
                    <a:pt x="2310" y="167"/>
                    <a:pt x="1155" y="334"/>
                    <a:pt x="1" y="489"/>
                  </a:cubicBezTo>
                  <a:cubicBezTo>
                    <a:pt x="12" y="525"/>
                    <a:pt x="12" y="548"/>
                    <a:pt x="12" y="572"/>
                  </a:cubicBezTo>
                  <a:cubicBezTo>
                    <a:pt x="786" y="489"/>
                    <a:pt x="1560" y="405"/>
                    <a:pt x="2334" y="310"/>
                  </a:cubicBezTo>
                  <a:lnTo>
                    <a:pt x="2334" y="310"/>
                  </a:lnTo>
                  <a:cubicBezTo>
                    <a:pt x="2167" y="382"/>
                    <a:pt x="1989" y="417"/>
                    <a:pt x="1810" y="465"/>
                  </a:cubicBezTo>
                  <a:cubicBezTo>
                    <a:pt x="1632" y="513"/>
                    <a:pt x="1453" y="560"/>
                    <a:pt x="1286" y="608"/>
                  </a:cubicBezTo>
                  <a:cubicBezTo>
                    <a:pt x="2191" y="608"/>
                    <a:pt x="3084" y="572"/>
                    <a:pt x="3930" y="179"/>
                  </a:cubicBezTo>
                  <a:lnTo>
                    <a:pt x="3930" y="179"/>
                  </a:lnTo>
                  <a:cubicBezTo>
                    <a:pt x="3596" y="203"/>
                    <a:pt x="3263" y="227"/>
                    <a:pt x="2918" y="239"/>
                  </a:cubicBezTo>
                  <a:cubicBezTo>
                    <a:pt x="2918" y="227"/>
                    <a:pt x="2918" y="215"/>
                    <a:pt x="2918" y="203"/>
                  </a:cubicBezTo>
                  <a:lnTo>
                    <a:pt x="3465" y="36"/>
                  </a:lnTo>
                  <a:cubicBezTo>
                    <a:pt x="3465" y="24"/>
                    <a:pt x="3465" y="13"/>
                    <a:pt x="3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3322725" y="2875775"/>
              <a:ext cx="95275" cy="16400"/>
            </a:xfrm>
            <a:custGeom>
              <a:rect b="b" l="l" r="r" t="t"/>
              <a:pathLst>
                <a:path extrusionOk="0" h="656" w="3811">
                  <a:moveTo>
                    <a:pt x="477" y="1"/>
                  </a:moveTo>
                  <a:cubicBezTo>
                    <a:pt x="477" y="13"/>
                    <a:pt x="465" y="36"/>
                    <a:pt x="465" y="48"/>
                  </a:cubicBezTo>
                  <a:cubicBezTo>
                    <a:pt x="632" y="108"/>
                    <a:pt x="810" y="156"/>
                    <a:pt x="977" y="215"/>
                  </a:cubicBezTo>
                  <a:cubicBezTo>
                    <a:pt x="977" y="227"/>
                    <a:pt x="977" y="239"/>
                    <a:pt x="977" y="251"/>
                  </a:cubicBezTo>
                  <a:cubicBezTo>
                    <a:pt x="643" y="227"/>
                    <a:pt x="322" y="191"/>
                    <a:pt x="0" y="167"/>
                  </a:cubicBezTo>
                  <a:lnTo>
                    <a:pt x="0" y="167"/>
                  </a:lnTo>
                  <a:cubicBezTo>
                    <a:pt x="693" y="503"/>
                    <a:pt x="1423" y="626"/>
                    <a:pt x="2173" y="626"/>
                  </a:cubicBezTo>
                  <a:cubicBezTo>
                    <a:pt x="2274" y="626"/>
                    <a:pt x="2375" y="624"/>
                    <a:pt x="2477" y="620"/>
                  </a:cubicBezTo>
                  <a:cubicBezTo>
                    <a:pt x="2144" y="525"/>
                    <a:pt x="1810" y="441"/>
                    <a:pt x="1477" y="346"/>
                  </a:cubicBezTo>
                  <a:cubicBezTo>
                    <a:pt x="1477" y="346"/>
                    <a:pt x="1477" y="334"/>
                    <a:pt x="1489" y="322"/>
                  </a:cubicBezTo>
                  <a:cubicBezTo>
                    <a:pt x="2263" y="441"/>
                    <a:pt x="3037" y="548"/>
                    <a:pt x="3810" y="656"/>
                  </a:cubicBezTo>
                  <a:cubicBezTo>
                    <a:pt x="3810" y="632"/>
                    <a:pt x="3810" y="596"/>
                    <a:pt x="3810" y="572"/>
                  </a:cubicBezTo>
                  <a:cubicBezTo>
                    <a:pt x="2703" y="382"/>
                    <a:pt x="1584" y="191"/>
                    <a:pt x="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3995425" y="2767550"/>
              <a:ext cx="100925" cy="271975"/>
            </a:xfrm>
            <a:custGeom>
              <a:rect b="b" l="l" r="r" t="t"/>
              <a:pathLst>
                <a:path extrusionOk="0" h="10879" w="4037">
                  <a:moveTo>
                    <a:pt x="3150" y="0"/>
                  </a:moveTo>
                  <a:cubicBezTo>
                    <a:pt x="3044" y="0"/>
                    <a:pt x="2930" y="43"/>
                    <a:pt x="2822" y="127"/>
                  </a:cubicBezTo>
                  <a:cubicBezTo>
                    <a:pt x="2644" y="270"/>
                    <a:pt x="2465" y="448"/>
                    <a:pt x="2346" y="639"/>
                  </a:cubicBezTo>
                  <a:cubicBezTo>
                    <a:pt x="2191" y="913"/>
                    <a:pt x="2048" y="1198"/>
                    <a:pt x="1953" y="1508"/>
                  </a:cubicBezTo>
                  <a:cubicBezTo>
                    <a:pt x="1477" y="2937"/>
                    <a:pt x="1001" y="4377"/>
                    <a:pt x="560" y="5818"/>
                  </a:cubicBezTo>
                  <a:cubicBezTo>
                    <a:pt x="346" y="6532"/>
                    <a:pt x="286" y="7259"/>
                    <a:pt x="465" y="8009"/>
                  </a:cubicBezTo>
                  <a:cubicBezTo>
                    <a:pt x="548" y="8318"/>
                    <a:pt x="513" y="8676"/>
                    <a:pt x="453" y="9009"/>
                  </a:cubicBezTo>
                  <a:cubicBezTo>
                    <a:pt x="382" y="9390"/>
                    <a:pt x="227" y="9759"/>
                    <a:pt x="96" y="10176"/>
                  </a:cubicBezTo>
                  <a:cubicBezTo>
                    <a:pt x="715" y="9414"/>
                    <a:pt x="1072" y="8628"/>
                    <a:pt x="775" y="7663"/>
                  </a:cubicBezTo>
                  <a:cubicBezTo>
                    <a:pt x="536" y="6901"/>
                    <a:pt x="798" y="6187"/>
                    <a:pt x="989" y="5473"/>
                  </a:cubicBezTo>
                  <a:lnTo>
                    <a:pt x="1084" y="5473"/>
                  </a:lnTo>
                  <a:lnTo>
                    <a:pt x="1084" y="7056"/>
                  </a:lnTo>
                  <a:cubicBezTo>
                    <a:pt x="1322" y="6568"/>
                    <a:pt x="1346" y="6080"/>
                    <a:pt x="1203" y="5580"/>
                  </a:cubicBezTo>
                  <a:cubicBezTo>
                    <a:pt x="1167" y="5461"/>
                    <a:pt x="1048" y="5330"/>
                    <a:pt x="1072" y="5211"/>
                  </a:cubicBezTo>
                  <a:cubicBezTo>
                    <a:pt x="1167" y="4711"/>
                    <a:pt x="1310" y="4211"/>
                    <a:pt x="1429" y="3723"/>
                  </a:cubicBezTo>
                  <a:cubicBezTo>
                    <a:pt x="1465" y="3723"/>
                    <a:pt x="1513" y="3734"/>
                    <a:pt x="1560" y="3734"/>
                  </a:cubicBezTo>
                  <a:cubicBezTo>
                    <a:pt x="1751" y="4532"/>
                    <a:pt x="1858" y="5342"/>
                    <a:pt x="1775" y="6187"/>
                  </a:cubicBezTo>
                  <a:cubicBezTo>
                    <a:pt x="1810" y="6092"/>
                    <a:pt x="1870" y="5985"/>
                    <a:pt x="1906" y="5889"/>
                  </a:cubicBezTo>
                  <a:cubicBezTo>
                    <a:pt x="2144" y="5116"/>
                    <a:pt x="2060" y="4365"/>
                    <a:pt x="1727" y="3639"/>
                  </a:cubicBezTo>
                  <a:cubicBezTo>
                    <a:pt x="1644" y="3461"/>
                    <a:pt x="1667" y="3330"/>
                    <a:pt x="1739" y="3163"/>
                  </a:cubicBezTo>
                  <a:cubicBezTo>
                    <a:pt x="1894" y="2758"/>
                    <a:pt x="2060" y="2353"/>
                    <a:pt x="2168" y="1937"/>
                  </a:cubicBezTo>
                  <a:cubicBezTo>
                    <a:pt x="2310" y="1389"/>
                    <a:pt x="2441" y="853"/>
                    <a:pt x="2858" y="436"/>
                  </a:cubicBezTo>
                  <a:cubicBezTo>
                    <a:pt x="2971" y="329"/>
                    <a:pt x="3060" y="272"/>
                    <a:pt x="3133" y="272"/>
                  </a:cubicBezTo>
                  <a:cubicBezTo>
                    <a:pt x="3222" y="272"/>
                    <a:pt x="3288" y="355"/>
                    <a:pt x="3346" y="532"/>
                  </a:cubicBezTo>
                  <a:cubicBezTo>
                    <a:pt x="3465" y="901"/>
                    <a:pt x="3572" y="1282"/>
                    <a:pt x="3596" y="1663"/>
                  </a:cubicBezTo>
                  <a:cubicBezTo>
                    <a:pt x="3751" y="4830"/>
                    <a:pt x="3882" y="4675"/>
                    <a:pt x="2287" y="7294"/>
                  </a:cubicBezTo>
                  <a:cubicBezTo>
                    <a:pt x="1596" y="8414"/>
                    <a:pt x="858" y="9521"/>
                    <a:pt x="143" y="10628"/>
                  </a:cubicBezTo>
                  <a:cubicBezTo>
                    <a:pt x="96" y="10711"/>
                    <a:pt x="48" y="10795"/>
                    <a:pt x="1" y="10878"/>
                  </a:cubicBezTo>
                  <a:cubicBezTo>
                    <a:pt x="167" y="10759"/>
                    <a:pt x="274" y="10616"/>
                    <a:pt x="382" y="10461"/>
                  </a:cubicBezTo>
                  <a:cubicBezTo>
                    <a:pt x="1501" y="9009"/>
                    <a:pt x="2560" y="7521"/>
                    <a:pt x="3465" y="5913"/>
                  </a:cubicBezTo>
                  <a:cubicBezTo>
                    <a:pt x="3775" y="5354"/>
                    <a:pt x="4037" y="4782"/>
                    <a:pt x="4025" y="4115"/>
                  </a:cubicBezTo>
                  <a:cubicBezTo>
                    <a:pt x="3989" y="3222"/>
                    <a:pt x="3977" y="2318"/>
                    <a:pt x="3894" y="1425"/>
                  </a:cubicBezTo>
                  <a:cubicBezTo>
                    <a:pt x="3858" y="1032"/>
                    <a:pt x="3692" y="627"/>
                    <a:pt x="3513" y="270"/>
                  </a:cubicBezTo>
                  <a:cubicBezTo>
                    <a:pt x="3436" y="88"/>
                    <a:pt x="3301" y="0"/>
                    <a:pt x="3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3278975" y="2909725"/>
              <a:ext cx="142000" cy="136275"/>
            </a:xfrm>
            <a:custGeom>
              <a:rect b="b" l="l" r="r" t="t"/>
              <a:pathLst>
                <a:path extrusionOk="0" h="5451" w="5680">
                  <a:moveTo>
                    <a:pt x="310" y="0"/>
                  </a:moveTo>
                  <a:cubicBezTo>
                    <a:pt x="0" y="572"/>
                    <a:pt x="203" y="1274"/>
                    <a:pt x="441" y="1881"/>
                  </a:cubicBezTo>
                  <a:cubicBezTo>
                    <a:pt x="774" y="2679"/>
                    <a:pt x="1143" y="3465"/>
                    <a:pt x="1572" y="4227"/>
                  </a:cubicBezTo>
                  <a:cubicBezTo>
                    <a:pt x="1898" y="4808"/>
                    <a:pt x="2452" y="5451"/>
                    <a:pt x="3068" y="5451"/>
                  </a:cubicBezTo>
                  <a:cubicBezTo>
                    <a:pt x="3171" y="5451"/>
                    <a:pt x="3276" y="5433"/>
                    <a:pt x="3382" y="5394"/>
                  </a:cubicBezTo>
                  <a:cubicBezTo>
                    <a:pt x="3727" y="5275"/>
                    <a:pt x="3953" y="4953"/>
                    <a:pt x="4144" y="4655"/>
                  </a:cubicBezTo>
                  <a:cubicBezTo>
                    <a:pt x="4763" y="3655"/>
                    <a:pt x="5239" y="2584"/>
                    <a:pt x="5560" y="1453"/>
                  </a:cubicBezTo>
                  <a:cubicBezTo>
                    <a:pt x="5644" y="1203"/>
                    <a:pt x="5680" y="869"/>
                    <a:pt x="5477" y="703"/>
                  </a:cubicBezTo>
                  <a:cubicBezTo>
                    <a:pt x="5379" y="622"/>
                    <a:pt x="5240" y="602"/>
                    <a:pt x="5102" y="602"/>
                  </a:cubicBezTo>
                  <a:cubicBezTo>
                    <a:pt x="5056" y="602"/>
                    <a:pt x="5010" y="604"/>
                    <a:pt x="4965" y="607"/>
                  </a:cubicBezTo>
                  <a:cubicBezTo>
                    <a:pt x="4793" y="614"/>
                    <a:pt x="4622" y="617"/>
                    <a:pt x="4450" y="617"/>
                  </a:cubicBezTo>
                  <a:cubicBezTo>
                    <a:pt x="3420" y="617"/>
                    <a:pt x="2392" y="495"/>
                    <a:pt x="1381" y="250"/>
                  </a:cubicBezTo>
                  <a:lnTo>
                    <a:pt x="1381" y="250"/>
                  </a:lnTo>
                  <a:lnTo>
                    <a:pt x="1441" y="274"/>
                  </a:lnTo>
                  <a:cubicBezTo>
                    <a:pt x="1424" y="297"/>
                    <a:pt x="1387" y="307"/>
                    <a:pt x="1337" y="307"/>
                  </a:cubicBezTo>
                  <a:cubicBezTo>
                    <a:pt x="1076" y="307"/>
                    <a:pt x="450" y="40"/>
                    <a:pt x="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6"/>
            <p:cNvSpPr/>
            <p:nvPr/>
          </p:nvSpPr>
          <p:spPr>
            <a:xfrm>
              <a:off x="3291475" y="2910000"/>
              <a:ext cx="22050" cy="6000"/>
            </a:xfrm>
            <a:custGeom>
              <a:rect b="b" l="l" r="r" t="t"/>
              <a:pathLst>
                <a:path extrusionOk="0" h="240" w="882">
                  <a:moveTo>
                    <a:pt x="0" y="1"/>
                  </a:moveTo>
                  <a:cubicBezTo>
                    <a:pt x="286" y="96"/>
                    <a:pt x="584" y="168"/>
                    <a:pt x="881" y="23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6"/>
            <p:cNvSpPr/>
            <p:nvPr/>
          </p:nvSpPr>
          <p:spPr>
            <a:xfrm>
              <a:off x="3588225" y="3002875"/>
              <a:ext cx="56300" cy="102725"/>
            </a:xfrm>
            <a:custGeom>
              <a:rect b="b" l="l" r="r" t="t"/>
              <a:pathLst>
                <a:path extrusionOk="0" h="4109" w="2252">
                  <a:moveTo>
                    <a:pt x="584" y="1"/>
                  </a:moveTo>
                  <a:cubicBezTo>
                    <a:pt x="477" y="1322"/>
                    <a:pt x="370" y="2644"/>
                    <a:pt x="275" y="3965"/>
                  </a:cubicBezTo>
                  <a:lnTo>
                    <a:pt x="1" y="4108"/>
                  </a:lnTo>
                  <a:cubicBezTo>
                    <a:pt x="763" y="3858"/>
                    <a:pt x="1477" y="3442"/>
                    <a:pt x="2049" y="2882"/>
                  </a:cubicBezTo>
                  <a:cubicBezTo>
                    <a:pt x="2120" y="2811"/>
                    <a:pt x="2192" y="2739"/>
                    <a:pt x="2215" y="2644"/>
                  </a:cubicBezTo>
                  <a:cubicBezTo>
                    <a:pt x="2251" y="2513"/>
                    <a:pt x="2180" y="2382"/>
                    <a:pt x="2120" y="2263"/>
                  </a:cubicBezTo>
                  <a:cubicBezTo>
                    <a:pt x="1680" y="1465"/>
                    <a:pt x="1168" y="703"/>
                    <a:pt x="5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1" name="Google Shape;731;p36"/>
          <p:cNvGrpSpPr/>
          <p:nvPr/>
        </p:nvGrpSpPr>
        <p:grpSpPr>
          <a:xfrm>
            <a:off x="1525990" y="2227710"/>
            <a:ext cx="1327434" cy="2454929"/>
            <a:chOff x="2671887" y="1144396"/>
            <a:chExt cx="1849051" cy="3419597"/>
          </a:xfrm>
        </p:grpSpPr>
        <p:sp>
          <p:nvSpPr>
            <p:cNvPr id="732" name="Google Shape;732;p36"/>
            <p:cNvSpPr/>
            <p:nvPr/>
          </p:nvSpPr>
          <p:spPr>
            <a:xfrm>
              <a:off x="2671887" y="1144396"/>
              <a:ext cx="1849051" cy="3419597"/>
            </a:xfrm>
            <a:custGeom>
              <a:rect b="b" l="l" r="r" t="t"/>
              <a:pathLst>
                <a:path extrusionOk="0" h="136470" w="73237">
                  <a:moveTo>
                    <a:pt x="1" y="0"/>
                  </a:moveTo>
                  <a:lnTo>
                    <a:pt x="1" y="136469"/>
                  </a:lnTo>
                  <a:lnTo>
                    <a:pt x="73236" y="136469"/>
                  </a:lnTo>
                  <a:lnTo>
                    <a:pt x="732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6"/>
            <p:cNvSpPr/>
            <p:nvPr/>
          </p:nvSpPr>
          <p:spPr>
            <a:xfrm>
              <a:off x="3966550" y="1151175"/>
              <a:ext cx="107475" cy="26200"/>
            </a:xfrm>
            <a:custGeom>
              <a:rect b="b" l="l" r="r" t="t"/>
              <a:pathLst>
                <a:path extrusionOk="0" h="1048" w="4299">
                  <a:moveTo>
                    <a:pt x="727" y="0"/>
                  </a:moveTo>
                  <a:cubicBezTo>
                    <a:pt x="489" y="345"/>
                    <a:pt x="251" y="703"/>
                    <a:pt x="1" y="1048"/>
                  </a:cubicBezTo>
                  <a:lnTo>
                    <a:pt x="2977" y="1048"/>
                  </a:lnTo>
                  <a:cubicBezTo>
                    <a:pt x="3394" y="893"/>
                    <a:pt x="3835" y="500"/>
                    <a:pt x="429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6"/>
            <p:cNvSpPr/>
            <p:nvPr/>
          </p:nvSpPr>
          <p:spPr>
            <a:xfrm>
              <a:off x="4501750" y="1164250"/>
              <a:ext cx="11025" cy="26825"/>
            </a:xfrm>
            <a:custGeom>
              <a:rect b="b" l="l" r="r" t="t"/>
              <a:pathLst>
                <a:path extrusionOk="0" h="1073" w="441">
                  <a:moveTo>
                    <a:pt x="441" y="1"/>
                  </a:moveTo>
                  <a:cubicBezTo>
                    <a:pt x="298" y="358"/>
                    <a:pt x="155" y="715"/>
                    <a:pt x="0" y="1073"/>
                  </a:cubicBezTo>
                  <a:cubicBezTo>
                    <a:pt x="155" y="930"/>
                    <a:pt x="298" y="775"/>
                    <a:pt x="441" y="632"/>
                  </a:cubicBezTo>
                  <a:lnTo>
                    <a:pt x="4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6"/>
            <p:cNvSpPr/>
            <p:nvPr/>
          </p:nvSpPr>
          <p:spPr>
            <a:xfrm>
              <a:off x="3712650" y="1151175"/>
              <a:ext cx="42000" cy="41975"/>
            </a:xfrm>
            <a:custGeom>
              <a:rect b="b" l="l" r="r" t="t"/>
              <a:pathLst>
                <a:path extrusionOk="0" h="1679" w="1680">
                  <a:moveTo>
                    <a:pt x="1132" y="0"/>
                  </a:moveTo>
                  <a:cubicBezTo>
                    <a:pt x="763" y="560"/>
                    <a:pt x="382" y="1119"/>
                    <a:pt x="1" y="1679"/>
                  </a:cubicBezTo>
                  <a:cubicBezTo>
                    <a:pt x="632" y="1334"/>
                    <a:pt x="1144" y="845"/>
                    <a:pt x="1572" y="155"/>
                  </a:cubicBezTo>
                  <a:cubicBezTo>
                    <a:pt x="1608" y="107"/>
                    <a:pt x="1644" y="48"/>
                    <a:pt x="16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6"/>
            <p:cNvSpPr/>
            <p:nvPr/>
          </p:nvSpPr>
          <p:spPr>
            <a:xfrm>
              <a:off x="3821900" y="1294050"/>
              <a:ext cx="112225" cy="82475"/>
            </a:xfrm>
            <a:custGeom>
              <a:rect b="b" l="l" r="r" t="t"/>
              <a:pathLst>
                <a:path extrusionOk="0" h="3299" w="4489">
                  <a:moveTo>
                    <a:pt x="2441" y="0"/>
                  </a:moveTo>
                  <a:cubicBezTo>
                    <a:pt x="1631" y="1107"/>
                    <a:pt x="822" y="2203"/>
                    <a:pt x="0" y="3286"/>
                  </a:cubicBezTo>
                  <a:lnTo>
                    <a:pt x="1334" y="3286"/>
                  </a:lnTo>
                  <a:lnTo>
                    <a:pt x="1334" y="3298"/>
                  </a:lnTo>
                  <a:cubicBezTo>
                    <a:pt x="1477" y="3167"/>
                    <a:pt x="1620" y="3048"/>
                    <a:pt x="1750" y="2917"/>
                  </a:cubicBezTo>
                  <a:cubicBezTo>
                    <a:pt x="2572" y="2048"/>
                    <a:pt x="3477" y="1084"/>
                    <a:pt x="4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6"/>
            <p:cNvSpPr/>
            <p:nvPr/>
          </p:nvSpPr>
          <p:spPr>
            <a:xfrm>
              <a:off x="3771900" y="1405075"/>
              <a:ext cx="44950" cy="38125"/>
            </a:xfrm>
            <a:custGeom>
              <a:rect b="b" l="l" r="r" t="t"/>
              <a:pathLst>
                <a:path extrusionOk="0" h="1525" w="1798">
                  <a:moveTo>
                    <a:pt x="1131" y="0"/>
                  </a:moveTo>
                  <a:cubicBezTo>
                    <a:pt x="750" y="500"/>
                    <a:pt x="381" y="988"/>
                    <a:pt x="0" y="1488"/>
                  </a:cubicBezTo>
                  <a:cubicBezTo>
                    <a:pt x="83" y="1500"/>
                    <a:pt x="179" y="1512"/>
                    <a:pt x="262" y="1524"/>
                  </a:cubicBezTo>
                  <a:cubicBezTo>
                    <a:pt x="774" y="1084"/>
                    <a:pt x="1286" y="655"/>
                    <a:pt x="1798" y="214"/>
                  </a:cubicBezTo>
                  <a:cubicBezTo>
                    <a:pt x="1762" y="167"/>
                    <a:pt x="1726" y="131"/>
                    <a:pt x="1691" y="83"/>
                  </a:cubicBezTo>
                  <a:cubicBezTo>
                    <a:pt x="1524" y="48"/>
                    <a:pt x="1334" y="24"/>
                    <a:pt x="11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6"/>
            <p:cNvSpPr/>
            <p:nvPr/>
          </p:nvSpPr>
          <p:spPr>
            <a:xfrm>
              <a:off x="3322725" y="1467875"/>
              <a:ext cx="206300" cy="182475"/>
            </a:xfrm>
            <a:custGeom>
              <a:rect b="b" l="l" r="r" t="t"/>
              <a:pathLst>
                <a:path extrusionOk="0" h="7299" w="8252">
                  <a:moveTo>
                    <a:pt x="8252" y="0"/>
                  </a:moveTo>
                  <a:lnTo>
                    <a:pt x="8252" y="0"/>
                  </a:lnTo>
                  <a:cubicBezTo>
                    <a:pt x="7001" y="631"/>
                    <a:pt x="5477" y="750"/>
                    <a:pt x="4668" y="2120"/>
                  </a:cubicBezTo>
                  <a:cubicBezTo>
                    <a:pt x="4476" y="2062"/>
                    <a:pt x="4301" y="2035"/>
                    <a:pt x="4139" y="2035"/>
                  </a:cubicBezTo>
                  <a:cubicBezTo>
                    <a:pt x="3305" y="2035"/>
                    <a:pt x="2832" y="2734"/>
                    <a:pt x="2394" y="3382"/>
                  </a:cubicBezTo>
                  <a:cubicBezTo>
                    <a:pt x="1548" y="4644"/>
                    <a:pt x="774" y="5977"/>
                    <a:pt x="0" y="7287"/>
                  </a:cubicBezTo>
                  <a:cubicBezTo>
                    <a:pt x="0" y="7287"/>
                    <a:pt x="0" y="7299"/>
                    <a:pt x="0" y="7299"/>
                  </a:cubicBezTo>
                  <a:cubicBezTo>
                    <a:pt x="572" y="7120"/>
                    <a:pt x="1132" y="6918"/>
                    <a:pt x="1691" y="6692"/>
                  </a:cubicBezTo>
                  <a:cubicBezTo>
                    <a:pt x="2584" y="5299"/>
                    <a:pt x="3489" y="3929"/>
                    <a:pt x="4394" y="2548"/>
                  </a:cubicBezTo>
                  <a:lnTo>
                    <a:pt x="4394" y="2548"/>
                  </a:lnTo>
                  <a:cubicBezTo>
                    <a:pt x="3953" y="3465"/>
                    <a:pt x="3501" y="4394"/>
                    <a:pt x="3048" y="5322"/>
                  </a:cubicBezTo>
                  <a:cubicBezTo>
                    <a:pt x="2870" y="5668"/>
                    <a:pt x="2691" y="6001"/>
                    <a:pt x="2501" y="6346"/>
                  </a:cubicBezTo>
                  <a:cubicBezTo>
                    <a:pt x="2715" y="6239"/>
                    <a:pt x="2929" y="6144"/>
                    <a:pt x="3144" y="6037"/>
                  </a:cubicBezTo>
                  <a:cubicBezTo>
                    <a:pt x="5180" y="4334"/>
                    <a:pt x="7275" y="2667"/>
                    <a:pt x="82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6"/>
            <p:cNvSpPr/>
            <p:nvPr/>
          </p:nvSpPr>
          <p:spPr>
            <a:xfrm>
              <a:off x="4068050" y="1188075"/>
              <a:ext cx="19675" cy="37525"/>
            </a:xfrm>
            <a:custGeom>
              <a:rect b="b" l="l" r="r" t="t"/>
              <a:pathLst>
                <a:path extrusionOk="0" h="1501" w="787">
                  <a:moveTo>
                    <a:pt x="691" y="0"/>
                  </a:moveTo>
                  <a:cubicBezTo>
                    <a:pt x="263" y="465"/>
                    <a:pt x="96" y="965"/>
                    <a:pt x="1" y="1501"/>
                  </a:cubicBezTo>
                  <a:cubicBezTo>
                    <a:pt x="263" y="1215"/>
                    <a:pt x="525" y="929"/>
                    <a:pt x="787" y="643"/>
                  </a:cubicBezTo>
                  <a:cubicBezTo>
                    <a:pt x="775" y="429"/>
                    <a:pt x="751" y="215"/>
                    <a:pt x="6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6"/>
            <p:cNvSpPr/>
            <p:nvPr/>
          </p:nvSpPr>
          <p:spPr>
            <a:xfrm>
              <a:off x="3270625" y="1661050"/>
              <a:ext cx="77425" cy="76525"/>
            </a:xfrm>
            <a:custGeom>
              <a:rect b="b" l="l" r="r" t="t"/>
              <a:pathLst>
                <a:path extrusionOk="0" h="3061" w="3097">
                  <a:moveTo>
                    <a:pt x="3097" y="0"/>
                  </a:moveTo>
                  <a:cubicBezTo>
                    <a:pt x="2632" y="96"/>
                    <a:pt x="2168" y="167"/>
                    <a:pt x="1692" y="215"/>
                  </a:cubicBezTo>
                  <a:cubicBezTo>
                    <a:pt x="1132" y="1167"/>
                    <a:pt x="560" y="2120"/>
                    <a:pt x="1" y="3060"/>
                  </a:cubicBezTo>
                  <a:cubicBezTo>
                    <a:pt x="882" y="2620"/>
                    <a:pt x="1751" y="2132"/>
                    <a:pt x="2585" y="1608"/>
                  </a:cubicBezTo>
                  <a:cubicBezTo>
                    <a:pt x="2668" y="1393"/>
                    <a:pt x="2739" y="1179"/>
                    <a:pt x="2835" y="965"/>
                  </a:cubicBezTo>
                  <a:cubicBezTo>
                    <a:pt x="2906" y="667"/>
                    <a:pt x="2906" y="310"/>
                    <a:pt x="3061" y="48"/>
                  </a:cubicBezTo>
                  <a:cubicBezTo>
                    <a:pt x="3073" y="36"/>
                    <a:pt x="3085" y="24"/>
                    <a:pt x="30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6"/>
            <p:cNvSpPr/>
            <p:nvPr/>
          </p:nvSpPr>
          <p:spPr>
            <a:xfrm>
              <a:off x="3082525" y="1308325"/>
              <a:ext cx="558425" cy="677200"/>
            </a:xfrm>
            <a:custGeom>
              <a:rect b="b" l="l" r="r" t="t"/>
              <a:pathLst>
                <a:path extrusionOk="0" h="27088" w="22337">
                  <a:moveTo>
                    <a:pt x="22110" y="1"/>
                  </a:moveTo>
                  <a:cubicBezTo>
                    <a:pt x="21050" y="215"/>
                    <a:pt x="19967" y="346"/>
                    <a:pt x="18943" y="667"/>
                  </a:cubicBezTo>
                  <a:cubicBezTo>
                    <a:pt x="15835" y="1632"/>
                    <a:pt x="12764" y="2679"/>
                    <a:pt x="9680" y="3691"/>
                  </a:cubicBezTo>
                  <a:cubicBezTo>
                    <a:pt x="8906" y="3953"/>
                    <a:pt x="8346" y="4406"/>
                    <a:pt x="7906" y="5037"/>
                  </a:cubicBezTo>
                  <a:cubicBezTo>
                    <a:pt x="7108" y="6870"/>
                    <a:pt x="6322" y="8716"/>
                    <a:pt x="5560" y="10561"/>
                  </a:cubicBezTo>
                  <a:cubicBezTo>
                    <a:pt x="4024" y="14252"/>
                    <a:pt x="2584" y="17991"/>
                    <a:pt x="1417" y="21789"/>
                  </a:cubicBezTo>
                  <a:cubicBezTo>
                    <a:pt x="881" y="23539"/>
                    <a:pt x="405" y="25301"/>
                    <a:pt x="0" y="27087"/>
                  </a:cubicBezTo>
                  <a:cubicBezTo>
                    <a:pt x="1000" y="25254"/>
                    <a:pt x="2119" y="23492"/>
                    <a:pt x="3191" y="21706"/>
                  </a:cubicBezTo>
                  <a:cubicBezTo>
                    <a:pt x="3798" y="20682"/>
                    <a:pt x="4417" y="19658"/>
                    <a:pt x="5025" y="18634"/>
                  </a:cubicBezTo>
                  <a:lnTo>
                    <a:pt x="5025" y="18634"/>
                  </a:lnTo>
                  <a:cubicBezTo>
                    <a:pt x="4644" y="18670"/>
                    <a:pt x="4263" y="18693"/>
                    <a:pt x="3893" y="18693"/>
                  </a:cubicBezTo>
                  <a:cubicBezTo>
                    <a:pt x="4370" y="18527"/>
                    <a:pt x="4834" y="18360"/>
                    <a:pt x="5310" y="18169"/>
                  </a:cubicBezTo>
                  <a:cubicBezTo>
                    <a:pt x="6049" y="16931"/>
                    <a:pt x="6787" y="15681"/>
                    <a:pt x="7525" y="14443"/>
                  </a:cubicBezTo>
                  <a:lnTo>
                    <a:pt x="7525" y="14443"/>
                  </a:lnTo>
                  <a:cubicBezTo>
                    <a:pt x="7372" y="14448"/>
                    <a:pt x="7217" y="14451"/>
                    <a:pt x="7062" y="14451"/>
                  </a:cubicBezTo>
                  <a:cubicBezTo>
                    <a:pt x="6842" y="14451"/>
                    <a:pt x="6622" y="14445"/>
                    <a:pt x="6406" y="14431"/>
                  </a:cubicBezTo>
                  <a:cubicBezTo>
                    <a:pt x="6822" y="14371"/>
                    <a:pt x="7251" y="14276"/>
                    <a:pt x="7680" y="14193"/>
                  </a:cubicBezTo>
                  <a:cubicBezTo>
                    <a:pt x="7870" y="13859"/>
                    <a:pt x="8073" y="13526"/>
                    <a:pt x="8263" y="13205"/>
                  </a:cubicBezTo>
                  <a:cubicBezTo>
                    <a:pt x="8525" y="12764"/>
                    <a:pt x="8704" y="12288"/>
                    <a:pt x="8918" y="11835"/>
                  </a:cubicBezTo>
                  <a:cubicBezTo>
                    <a:pt x="8835" y="11752"/>
                    <a:pt x="8751" y="11669"/>
                    <a:pt x="8680" y="11597"/>
                  </a:cubicBezTo>
                  <a:cubicBezTo>
                    <a:pt x="8001" y="12050"/>
                    <a:pt x="7334" y="12514"/>
                    <a:pt x="6656" y="12966"/>
                  </a:cubicBezTo>
                  <a:cubicBezTo>
                    <a:pt x="6596" y="12895"/>
                    <a:pt x="6525" y="12824"/>
                    <a:pt x="6465" y="12764"/>
                  </a:cubicBezTo>
                  <a:cubicBezTo>
                    <a:pt x="8787" y="10728"/>
                    <a:pt x="11109" y="8692"/>
                    <a:pt x="13014" y="7013"/>
                  </a:cubicBezTo>
                  <a:cubicBezTo>
                    <a:pt x="15621" y="5787"/>
                    <a:pt x="17907" y="4977"/>
                    <a:pt x="19872" y="3680"/>
                  </a:cubicBezTo>
                  <a:cubicBezTo>
                    <a:pt x="20955" y="2965"/>
                    <a:pt x="21539" y="1453"/>
                    <a:pt x="22336" y="310"/>
                  </a:cubicBezTo>
                  <a:cubicBezTo>
                    <a:pt x="22265" y="203"/>
                    <a:pt x="22181" y="96"/>
                    <a:pt x="221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2953325" y="2413525"/>
              <a:ext cx="62550" cy="15200"/>
            </a:xfrm>
            <a:custGeom>
              <a:rect b="b" l="l" r="r" t="t"/>
              <a:pathLst>
                <a:path extrusionOk="0" h="608" w="2502">
                  <a:moveTo>
                    <a:pt x="1" y="0"/>
                  </a:moveTo>
                  <a:cubicBezTo>
                    <a:pt x="203" y="167"/>
                    <a:pt x="418" y="358"/>
                    <a:pt x="644" y="548"/>
                  </a:cubicBezTo>
                  <a:lnTo>
                    <a:pt x="2501" y="608"/>
                  </a:lnTo>
                  <a:cubicBezTo>
                    <a:pt x="1668" y="405"/>
                    <a:pt x="834" y="19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3778425" y="1410425"/>
              <a:ext cx="42900" cy="33050"/>
            </a:xfrm>
            <a:custGeom>
              <a:rect b="b" l="l" r="r" t="t"/>
              <a:pathLst>
                <a:path extrusionOk="0" h="1322" w="1716">
                  <a:moveTo>
                    <a:pt x="1537" y="0"/>
                  </a:moveTo>
                  <a:cubicBezTo>
                    <a:pt x="1025" y="441"/>
                    <a:pt x="513" y="881"/>
                    <a:pt x="1" y="1310"/>
                  </a:cubicBezTo>
                  <a:cubicBezTo>
                    <a:pt x="49" y="1310"/>
                    <a:pt x="108" y="1322"/>
                    <a:pt x="156" y="1322"/>
                  </a:cubicBezTo>
                  <a:cubicBezTo>
                    <a:pt x="799" y="870"/>
                    <a:pt x="1263" y="560"/>
                    <a:pt x="1715" y="239"/>
                  </a:cubicBezTo>
                  <a:cubicBezTo>
                    <a:pt x="1656" y="155"/>
                    <a:pt x="1596" y="84"/>
                    <a:pt x="15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2720575" y="2114675"/>
              <a:ext cx="603075" cy="318025"/>
            </a:xfrm>
            <a:custGeom>
              <a:rect b="b" l="l" r="r" t="t"/>
              <a:pathLst>
                <a:path extrusionOk="0" h="12721" w="24123">
                  <a:moveTo>
                    <a:pt x="131" y="1"/>
                  </a:moveTo>
                  <a:lnTo>
                    <a:pt x="0" y="953"/>
                  </a:lnTo>
                  <a:cubicBezTo>
                    <a:pt x="0" y="965"/>
                    <a:pt x="12" y="977"/>
                    <a:pt x="12" y="989"/>
                  </a:cubicBezTo>
                  <a:cubicBezTo>
                    <a:pt x="24" y="1013"/>
                    <a:pt x="24" y="1036"/>
                    <a:pt x="24" y="1060"/>
                  </a:cubicBezTo>
                  <a:cubicBezTo>
                    <a:pt x="595" y="1965"/>
                    <a:pt x="1143" y="2882"/>
                    <a:pt x="1738" y="3775"/>
                  </a:cubicBezTo>
                  <a:cubicBezTo>
                    <a:pt x="1893" y="4013"/>
                    <a:pt x="2167" y="4168"/>
                    <a:pt x="2548" y="4489"/>
                  </a:cubicBezTo>
                  <a:cubicBezTo>
                    <a:pt x="3691" y="7347"/>
                    <a:pt x="6322" y="9037"/>
                    <a:pt x="9049" y="10526"/>
                  </a:cubicBezTo>
                  <a:cubicBezTo>
                    <a:pt x="11883" y="12059"/>
                    <a:pt x="14867" y="12721"/>
                    <a:pt x="17945" y="12721"/>
                  </a:cubicBezTo>
                  <a:cubicBezTo>
                    <a:pt x="19289" y="12721"/>
                    <a:pt x="20651" y="12594"/>
                    <a:pt x="22027" y="12359"/>
                  </a:cubicBezTo>
                  <a:cubicBezTo>
                    <a:pt x="22312" y="12300"/>
                    <a:pt x="22598" y="12252"/>
                    <a:pt x="22884" y="12204"/>
                  </a:cubicBezTo>
                  <a:cubicBezTo>
                    <a:pt x="23646" y="11835"/>
                    <a:pt x="23979" y="11561"/>
                    <a:pt x="24122" y="11371"/>
                  </a:cubicBezTo>
                  <a:lnTo>
                    <a:pt x="24122" y="11371"/>
                  </a:lnTo>
                  <a:cubicBezTo>
                    <a:pt x="22761" y="11899"/>
                    <a:pt x="21296" y="12160"/>
                    <a:pt x="19830" y="12160"/>
                  </a:cubicBezTo>
                  <a:cubicBezTo>
                    <a:pt x="16961" y="12160"/>
                    <a:pt x="14085" y="11158"/>
                    <a:pt x="11966" y="9180"/>
                  </a:cubicBezTo>
                  <a:lnTo>
                    <a:pt x="11966" y="9180"/>
                  </a:lnTo>
                  <a:cubicBezTo>
                    <a:pt x="14423" y="10527"/>
                    <a:pt x="16983" y="11205"/>
                    <a:pt x="19649" y="11205"/>
                  </a:cubicBezTo>
                  <a:cubicBezTo>
                    <a:pt x="20730" y="11205"/>
                    <a:pt x="21828" y="11094"/>
                    <a:pt x="22943" y="10871"/>
                  </a:cubicBezTo>
                  <a:cubicBezTo>
                    <a:pt x="22753" y="10835"/>
                    <a:pt x="22574" y="10788"/>
                    <a:pt x="22408" y="10740"/>
                  </a:cubicBezTo>
                  <a:cubicBezTo>
                    <a:pt x="20538" y="10490"/>
                    <a:pt x="18800" y="9871"/>
                    <a:pt x="17205" y="8883"/>
                  </a:cubicBezTo>
                  <a:cubicBezTo>
                    <a:pt x="15955" y="8109"/>
                    <a:pt x="14835" y="7109"/>
                    <a:pt x="13561" y="6394"/>
                  </a:cubicBezTo>
                  <a:cubicBezTo>
                    <a:pt x="12811" y="5989"/>
                    <a:pt x="11859" y="5799"/>
                    <a:pt x="10990" y="5799"/>
                  </a:cubicBezTo>
                  <a:cubicBezTo>
                    <a:pt x="7715" y="5799"/>
                    <a:pt x="4906" y="4668"/>
                    <a:pt x="2500" y="2513"/>
                  </a:cubicBezTo>
                  <a:cubicBezTo>
                    <a:pt x="1691" y="1786"/>
                    <a:pt x="1000" y="929"/>
                    <a:pt x="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3606100" y="1403400"/>
              <a:ext cx="194100" cy="66875"/>
            </a:xfrm>
            <a:custGeom>
              <a:rect b="b" l="l" r="r" t="t"/>
              <a:pathLst>
                <a:path extrusionOk="0" h="2675" w="7764">
                  <a:moveTo>
                    <a:pt x="6377" y="0"/>
                  </a:moveTo>
                  <a:cubicBezTo>
                    <a:pt x="4504" y="0"/>
                    <a:pt x="2259" y="312"/>
                    <a:pt x="988" y="877"/>
                  </a:cubicBezTo>
                  <a:cubicBezTo>
                    <a:pt x="655" y="1496"/>
                    <a:pt x="322" y="2103"/>
                    <a:pt x="0" y="2675"/>
                  </a:cubicBezTo>
                  <a:cubicBezTo>
                    <a:pt x="1923" y="2037"/>
                    <a:pt x="3855" y="1515"/>
                    <a:pt x="5743" y="1515"/>
                  </a:cubicBezTo>
                  <a:cubicBezTo>
                    <a:pt x="6040" y="1515"/>
                    <a:pt x="6337" y="1528"/>
                    <a:pt x="6632" y="1555"/>
                  </a:cubicBezTo>
                  <a:cubicBezTo>
                    <a:pt x="7013" y="1067"/>
                    <a:pt x="7382" y="567"/>
                    <a:pt x="7763" y="67"/>
                  </a:cubicBezTo>
                  <a:cubicBezTo>
                    <a:pt x="7344" y="22"/>
                    <a:pt x="6874" y="0"/>
                    <a:pt x="63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4000500" y="1291950"/>
              <a:ext cx="3000" cy="1525"/>
            </a:xfrm>
            <a:custGeom>
              <a:rect b="b" l="l" r="r" t="t"/>
              <a:pathLst>
                <a:path extrusionOk="0" h="61" w="120">
                  <a:moveTo>
                    <a:pt x="119" y="1"/>
                  </a:moveTo>
                  <a:lnTo>
                    <a:pt x="119" y="1"/>
                  </a:lnTo>
                  <a:cubicBezTo>
                    <a:pt x="83" y="13"/>
                    <a:pt x="36" y="25"/>
                    <a:pt x="0" y="36"/>
                  </a:cubicBezTo>
                  <a:cubicBezTo>
                    <a:pt x="12" y="36"/>
                    <a:pt x="36" y="48"/>
                    <a:pt x="48" y="60"/>
                  </a:cubicBezTo>
                  <a:cubicBezTo>
                    <a:pt x="71" y="36"/>
                    <a:pt x="95" y="25"/>
                    <a:pt x="119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3232825" y="1763450"/>
              <a:ext cx="41400" cy="37225"/>
            </a:xfrm>
            <a:custGeom>
              <a:rect b="b" l="l" r="r" t="t"/>
              <a:pathLst>
                <a:path extrusionOk="0" h="1489" w="1656">
                  <a:moveTo>
                    <a:pt x="1656" y="0"/>
                  </a:moveTo>
                  <a:lnTo>
                    <a:pt x="1656" y="0"/>
                  </a:lnTo>
                  <a:cubicBezTo>
                    <a:pt x="1370" y="72"/>
                    <a:pt x="1072" y="131"/>
                    <a:pt x="787" y="191"/>
                  </a:cubicBezTo>
                  <a:cubicBezTo>
                    <a:pt x="525" y="619"/>
                    <a:pt x="263" y="1060"/>
                    <a:pt x="1" y="1488"/>
                  </a:cubicBezTo>
                  <a:cubicBezTo>
                    <a:pt x="560" y="1012"/>
                    <a:pt x="1108" y="512"/>
                    <a:pt x="1656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3657600" y="1294325"/>
              <a:ext cx="225350" cy="82200"/>
            </a:xfrm>
            <a:custGeom>
              <a:rect b="b" l="l" r="r" t="t"/>
              <a:pathLst>
                <a:path extrusionOk="0" h="3288" w="9014">
                  <a:moveTo>
                    <a:pt x="2774" y="1"/>
                  </a:moveTo>
                  <a:cubicBezTo>
                    <a:pt x="1798" y="1108"/>
                    <a:pt x="1000" y="2025"/>
                    <a:pt x="155" y="2989"/>
                  </a:cubicBezTo>
                  <a:cubicBezTo>
                    <a:pt x="107" y="3085"/>
                    <a:pt x="48" y="3192"/>
                    <a:pt x="0" y="3287"/>
                  </a:cubicBezTo>
                  <a:lnTo>
                    <a:pt x="6572" y="3287"/>
                  </a:lnTo>
                  <a:cubicBezTo>
                    <a:pt x="7394" y="2192"/>
                    <a:pt x="8203" y="1096"/>
                    <a:pt x="90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3855225" y="1366975"/>
              <a:ext cx="10450" cy="9550"/>
            </a:xfrm>
            <a:custGeom>
              <a:rect b="b" l="l" r="r" t="t"/>
              <a:pathLst>
                <a:path extrusionOk="0" h="382" w="418">
                  <a:moveTo>
                    <a:pt x="417" y="0"/>
                  </a:moveTo>
                  <a:lnTo>
                    <a:pt x="417" y="0"/>
                  </a:lnTo>
                  <a:cubicBezTo>
                    <a:pt x="287" y="131"/>
                    <a:pt x="144" y="250"/>
                    <a:pt x="1" y="381"/>
                  </a:cubicBezTo>
                  <a:lnTo>
                    <a:pt x="72" y="381"/>
                  </a:lnTo>
                  <a:cubicBezTo>
                    <a:pt x="179" y="262"/>
                    <a:pt x="298" y="131"/>
                    <a:pt x="4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6"/>
            <p:cNvSpPr/>
            <p:nvPr/>
          </p:nvSpPr>
          <p:spPr>
            <a:xfrm>
              <a:off x="3822200" y="1151175"/>
              <a:ext cx="162525" cy="26200"/>
            </a:xfrm>
            <a:custGeom>
              <a:rect b="b" l="l" r="r" t="t"/>
              <a:pathLst>
                <a:path extrusionOk="0" h="1048" w="6501">
                  <a:moveTo>
                    <a:pt x="536" y="0"/>
                  </a:moveTo>
                  <a:cubicBezTo>
                    <a:pt x="357" y="345"/>
                    <a:pt x="179" y="691"/>
                    <a:pt x="0" y="1048"/>
                  </a:cubicBezTo>
                  <a:lnTo>
                    <a:pt x="5775" y="1048"/>
                  </a:lnTo>
                  <a:cubicBezTo>
                    <a:pt x="6013" y="703"/>
                    <a:pt x="6251" y="345"/>
                    <a:pt x="65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6"/>
            <p:cNvSpPr/>
            <p:nvPr/>
          </p:nvSpPr>
          <p:spPr>
            <a:xfrm>
              <a:off x="2790525" y="1150875"/>
              <a:ext cx="166700" cy="877800"/>
            </a:xfrm>
            <a:custGeom>
              <a:rect b="b" l="l" r="r" t="t"/>
              <a:pathLst>
                <a:path extrusionOk="0" h="35112" w="6668">
                  <a:moveTo>
                    <a:pt x="572" y="0"/>
                  </a:moveTo>
                  <a:cubicBezTo>
                    <a:pt x="214" y="3382"/>
                    <a:pt x="0" y="6763"/>
                    <a:pt x="83" y="10168"/>
                  </a:cubicBezTo>
                  <a:cubicBezTo>
                    <a:pt x="119" y="11787"/>
                    <a:pt x="286" y="13407"/>
                    <a:pt x="619" y="15038"/>
                  </a:cubicBezTo>
                  <a:cubicBezTo>
                    <a:pt x="679" y="14633"/>
                    <a:pt x="750" y="14228"/>
                    <a:pt x="810" y="13823"/>
                  </a:cubicBezTo>
                  <a:cubicBezTo>
                    <a:pt x="2000" y="20765"/>
                    <a:pt x="4655" y="30349"/>
                    <a:pt x="6668" y="35112"/>
                  </a:cubicBezTo>
                  <a:cubicBezTo>
                    <a:pt x="4227" y="23527"/>
                    <a:pt x="4024" y="11549"/>
                    <a:pt x="601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2995900" y="1151175"/>
              <a:ext cx="395000" cy="895950"/>
            </a:xfrm>
            <a:custGeom>
              <a:rect b="b" l="l" r="r" t="t"/>
              <a:pathLst>
                <a:path extrusionOk="0" h="35838" w="15800">
                  <a:moveTo>
                    <a:pt x="3977" y="0"/>
                  </a:moveTo>
                  <a:cubicBezTo>
                    <a:pt x="3501" y="2238"/>
                    <a:pt x="3013" y="4489"/>
                    <a:pt x="2608" y="6739"/>
                  </a:cubicBezTo>
                  <a:cubicBezTo>
                    <a:pt x="1167" y="14800"/>
                    <a:pt x="0" y="22896"/>
                    <a:pt x="155" y="31123"/>
                  </a:cubicBezTo>
                  <a:cubicBezTo>
                    <a:pt x="179" y="32337"/>
                    <a:pt x="358" y="33564"/>
                    <a:pt x="524" y="34778"/>
                  </a:cubicBezTo>
                  <a:cubicBezTo>
                    <a:pt x="620" y="35123"/>
                    <a:pt x="715" y="35481"/>
                    <a:pt x="810" y="35838"/>
                  </a:cubicBezTo>
                  <a:cubicBezTo>
                    <a:pt x="1453" y="33016"/>
                    <a:pt x="2286" y="30242"/>
                    <a:pt x="3263" y="27539"/>
                  </a:cubicBezTo>
                  <a:cubicBezTo>
                    <a:pt x="4632" y="23717"/>
                    <a:pt x="6263" y="20026"/>
                    <a:pt x="7978" y="16383"/>
                  </a:cubicBezTo>
                  <a:cubicBezTo>
                    <a:pt x="8656" y="14954"/>
                    <a:pt x="9347" y="13537"/>
                    <a:pt x="10037" y="12121"/>
                  </a:cubicBezTo>
                  <a:cubicBezTo>
                    <a:pt x="10145" y="11859"/>
                    <a:pt x="10264" y="11609"/>
                    <a:pt x="10383" y="11347"/>
                  </a:cubicBezTo>
                  <a:lnTo>
                    <a:pt x="10383" y="11347"/>
                  </a:lnTo>
                  <a:lnTo>
                    <a:pt x="6799" y="12633"/>
                  </a:lnTo>
                  <a:cubicBezTo>
                    <a:pt x="6751" y="12549"/>
                    <a:pt x="6692" y="12466"/>
                    <a:pt x="6644" y="12394"/>
                  </a:cubicBezTo>
                  <a:cubicBezTo>
                    <a:pt x="6775" y="12216"/>
                    <a:pt x="6882" y="12013"/>
                    <a:pt x="7037" y="11882"/>
                  </a:cubicBezTo>
                  <a:cubicBezTo>
                    <a:pt x="7370" y="11609"/>
                    <a:pt x="7704" y="11323"/>
                    <a:pt x="8085" y="11132"/>
                  </a:cubicBezTo>
                  <a:cubicBezTo>
                    <a:pt x="9549" y="10370"/>
                    <a:pt x="10811" y="9418"/>
                    <a:pt x="11895" y="8311"/>
                  </a:cubicBezTo>
                  <a:cubicBezTo>
                    <a:pt x="13240" y="5560"/>
                    <a:pt x="14562" y="2798"/>
                    <a:pt x="15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2768775" y="1151175"/>
              <a:ext cx="26825" cy="129200"/>
            </a:xfrm>
            <a:custGeom>
              <a:rect b="b" l="l" r="r" t="t"/>
              <a:pathLst>
                <a:path extrusionOk="0" h="5168" w="1073">
                  <a:moveTo>
                    <a:pt x="1" y="0"/>
                  </a:moveTo>
                  <a:cubicBezTo>
                    <a:pt x="1" y="24"/>
                    <a:pt x="1" y="60"/>
                    <a:pt x="1" y="95"/>
                  </a:cubicBezTo>
                  <a:cubicBezTo>
                    <a:pt x="96" y="1750"/>
                    <a:pt x="275" y="3453"/>
                    <a:pt x="549" y="5167"/>
                  </a:cubicBezTo>
                  <a:cubicBezTo>
                    <a:pt x="668" y="3441"/>
                    <a:pt x="858" y="1715"/>
                    <a:pt x="107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6"/>
            <p:cNvSpPr/>
            <p:nvPr/>
          </p:nvSpPr>
          <p:spPr>
            <a:xfrm>
              <a:off x="2676800" y="1566450"/>
              <a:ext cx="305725" cy="625350"/>
            </a:xfrm>
            <a:custGeom>
              <a:rect b="b" l="l" r="r" t="t"/>
              <a:pathLst>
                <a:path extrusionOk="0" h="25014" w="12229">
                  <a:moveTo>
                    <a:pt x="3308" y="0"/>
                  </a:moveTo>
                  <a:cubicBezTo>
                    <a:pt x="2290" y="0"/>
                    <a:pt x="1307" y="545"/>
                    <a:pt x="715" y="1629"/>
                  </a:cubicBezTo>
                  <a:cubicBezTo>
                    <a:pt x="358" y="2308"/>
                    <a:pt x="156" y="3082"/>
                    <a:pt x="1" y="3856"/>
                  </a:cubicBezTo>
                  <a:lnTo>
                    <a:pt x="1" y="17762"/>
                  </a:lnTo>
                  <a:cubicBezTo>
                    <a:pt x="2085" y="21525"/>
                    <a:pt x="5240" y="23823"/>
                    <a:pt x="9502" y="24787"/>
                  </a:cubicBezTo>
                  <a:cubicBezTo>
                    <a:pt x="10252" y="24966"/>
                    <a:pt x="11074" y="24930"/>
                    <a:pt x="12229" y="25013"/>
                  </a:cubicBezTo>
                  <a:cubicBezTo>
                    <a:pt x="9454" y="19798"/>
                    <a:pt x="7919" y="14500"/>
                    <a:pt x="6240" y="9261"/>
                  </a:cubicBezTo>
                  <a:cubicBezTo>
                    <a:pt x="4668" y="9726"/>
                    <a:pt x="4073" y="11142"/>
                    <a:pt x="4001" y="14452"/>
                  </a:cubicBezTo>
                  <a:cubicBezTo>
                    <a:pt x="2668" y="12357"/>
                    <a:pt x="3478" y="10035"/>
                    <a:pt x="6025" y="8690"/>
                  </a:cubicBezTo>
                  <a:cubicBezTo>
                    <a:pt x="5454" y="5856"/>
                    <a:pt x="4882" y="3011"/>
                    <a:pt x="4311" y="177"/>
                  </a:cubicBezTo>
                  <a:cubicBezTo>
                    <a:pt x="3981" y="59"/>
                    <a:pt x="3643" y="0"/>
                    <a:pt x="3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6"/>
            <p:cNvSpPr/>
            <p:nvPr/>
          </p:nvSpPr>
          <p:spPr>
            <a:xfrm>
              <a:off x="2676525" y="1150875"/>
              <a:ext cx="105675" cy="450675"/>
            </a:xfrm>
            <a:custGeom>
              <a:rect b="b" l="l" r="r" t="t"/>
              <a:pathLst>
                <a:path extrusionOk="0" h="18027" w="4227">
                  <a:moveTo>
                    <a:pt x="0" y="0"/>
                  </a:moveTo>
                  <a:lnTo>
                    <a:pt x="0" y="7418"/>
                  </a:lnTo>
                  <a:cubicBezTo>
                    <a:pt x="690" y="6978"/>
                    <a:pt x="1448" y="6708"/>
                    <a:pt x="2320" y="6708"/>
                  </a:cubicBezTo>
                  <a:cubicBezTo>
                    <a:pt x="2605" y="6708"/>
                    <a:pt x="2903" y="6737"/>
                    <a:pt x="3215" y="6799"/>
                  </a:cubicBezTo>
                  <a:cubicBezTo>
                    <a:pt x="3048" y="7025"/>
                    <a:pt x="3000" y="7144"/>
                    <a:pt x="2941" y="7156"/>
                  </a:cubicBezTo>
                  <a:cubicBezTo>
                    <a:pt x="1750" y="7287"/>
                    <a:pt x="798" y="7680"/>
                    <a:pt x="0" y="8275"/>
                  </a:cubicBezTo>
                  <a:lnTo>
                    <a:pt x="0" y="18026"/>
                  </a:lnTo>
                  <a:cubicBezTo>
                    <a:pt x="786" y="16633"/>
                    <a:pt x="2203" y="15645"/>
                    <a:pt x="4191" y="15204"/>
                  </a:cubicBezTo>
                  <a:cubicBezTo>
                    <a:pt x="4191" y="14669"/>
                    <a:pt x="4227" y="14109"/>
                    <a:pt x="4179" y="13549"/>
                  </a:cubicBezTo>
                  <a:cubicBezTo>
                    <a:pt x="3989" y="10942"/>
                    <a:pt x="4024" y="8346"/>
                    <a:pt x="4191" y="5763"/>
                  </a:cubicBezTo>
                  <a:cubicBezTo>
                    <a:pt x="4167" y="5679"/>
                    <a:pt x="4143" y="5608"/>
                    <a:pt x="4120" y="5513"/>
                  </a:cubicBezTo>
                  <a:cubicBezTo>
                    <a:pt x="4072" y="5334"/>
                    <a:pt x="4024" y="5144"/>
                    <a:pt x="3965" y="4941"/>
                  </a:cubicBezTo>
                  <a:cubicBezTo>
                    <a:pt x="3917" y="4739"/>
                    <a:pt x="3881" y="4525"/>
                    <a:pt x="3822" y="4286"/>
                  </a:cubicBezTo>
                  <a:cubicBezTo>
                    <a:pt x="3560" y="3167"/>
                    <a:pt x="3298" y="1715"/>
                    <a:pt x="3119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6"/>
            <p:cNvSpPr/>
            <p:nvPr/>
          </p:nvSpPr>
          <p:spPr>
            <a:xfrm>
              <a:off x="2676800" y="2050975"/>
              <a:ext cx="164350" cy="392925"/>
            </a:xfrm>
            <a:custGeom>
              <a:rect b="b" l="l" r="r" t="t"/>
              <a:pathLst>
                <a:path extrusionOk="0" h="15717" w="6574">
                  <a:moveTo>
                    <a:pt x="1" y="1"/>
                  </a:moveTo>
                  <a:lnTo>
                    <a:pt x="1" y="5299"/>
                  </a:lnTo>
                  <a:cubicBezTo>
                    <a:pt x="1180" y="8466"/>
                    <a:pt x="2608" y="11514"/>
                    <a:pt x="4775" y="14086"/>
                  </a:cubicBezTo>
                  <a:cubicBezTo>
                    <a:pt x="5240" y="14633"/>
                    <a:pt x="5740" y="15169"/>
                    <a:pt x="6216" y="15717"/>
                  </a:cubicBezTo>
                  <a:cubicBezTo>
                    <a:pt x="6335" y="15645"/>
                    <a:pt x="6454" y="15586"/>
                    <a:pt x="6573" y="15526"/>
                  </a:cubicBezTo>
                  <a:cubicBezTo>
                    <a:pt x="6085" y="14645"/>
                    <a:pt x="5680" y="13705"/>
                    <a:pt x="5073" y="12895"/>
                  </a:cubicBezTo>
                  <a:cubicBezTo>
                    <a:pt x="3025" y="10133"/>
                    <a:pt x="2358" y="6894"/>
                    <a:pt x="1775" y="3608"/>
                  </a:cubicBezTo>
                  <a:lnTo>
                    <a:pt x="1739" y="3549"/>
                  </a:lnTo>
                  <a:cubicBezTo>
                    <a:pt x="1751" y="3537"/>
                    <a:pt x="1751" y="3513"/>
                    <a:pt x="1751" y="3501"/>
                  </a:cubicBezTo>
                  <a:cubicBezTo>
                    <a:pt x="1323" y="2572"/>
                    <a:pt x="1001" y="1560"/>
                    <a:pt x="441" y="727"/>
                  </a:cubicBezTo>
                  <a:cubicBezTo>
                    <a:pt x="287" y="489"/>
                    <a:pt x="144" y="25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6"/>
            <p:cNvSpPr/>
            <p:nvPr/>
          </p:nvSpPr>
          <p:spPr>
            <a:xfrm>
              <a:off x="3334025" y="1151175"/>
              <a:ext cx="406925" cy="184850"/>
            </a:xfrm>
            <a:custGeom>
              <a:rect b="b" l="l" r="r" t="t"/>
              <a:pathLst>
                <a:path extrusionOk="0" h="7394" w="16277">
                  <a:moveTo>
                    <a:pt x="2573" y="0"/>
                  </a:moveTo>
                  <a:cubicBezTo>
                    <a:pt x="1763" y="2107"/>
                    <a:pt x="894" y="4203"/>
                    <a:pt x="1" y="6298"/>
                  </a:cubicBezTo>
                  <a:cubicBezTo>
                    <a:pt x="644" y="5346"/>
                    <a:pt x="1203" y="4310"/>
                    <a:pt x="1668" y="3203"/>
                  </a:cubicBezTo>
                  <a:cubicBezTo>
                    <a:pt x="2120" y="2107"/>
                    <a:pt x="2775" y="1107"/>
                    <a:pt x="3335" y="60"/>
                  </a:cubicBezTo>
                  <a:lnTo>
                    <a:pt x="3597" y="191"/>
                  </a:lnTo>
                  <a:lnTo>
                    <a:pt x="60" y="7191"/>
                  </a:lnTo>
                  <a:cubicBezTo>
                    <a:pt x="120" y="7251"/>
                    <a:pt x="191" y="7322"/>
                    <a:pt x="263" y="7394"/>
                  </a:cubicBezTo>
                  <a:cubicBezTo>
                    <a:pt x="1656" y="6727"/>
                    <a:pt x="3097" y="6120"/>
                    <a:pt x="4454" y="5382"/>
                  </a:cubicBezTo>
                  <a:cubicBezTo>
                    <a:pt x="7347" y="3810"/>
                    <a:pt x="10431" y="2822"/>
                    <a:pt x="13634" y="2203"/>
                  </a:cubicBezTo>
                  <a:cubicBezTo>
                    <a:pt x="14205" y="2096"/>
                    <a:pt x="14705" y="1929"/>
                    <a:pt x="15158" y="1679"/>
                  </a:cubicBezTo>
                  <a:cubicBezTo>
                    <a:pt x="15527" y="1119"/>
                    <a:pt x="15908" y="548"/>
                    <a:pt x="16277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2925050" y="1151175"/>
              <a:ext cx="162250" cy="656050"/>
            </a:xfrm>
            <a:custGeom>
              <a:rect b="b" l="l" r="r" t="t"/>
              <a:pathLst>
                <a:path extrusionOk="0" h="26242" w="6490">
                  <a:moveTo>
                    <a:pt x="858" y="0"/>
                  </a:moveTo>
                  <a:cubicBezTo>
                    <a:pt x="48" y="6751"/>
                    <a:pt x="1" y="13573"/>
                    <a:pt x="691" y="20300"/>
                  </a:cubicBezTo>
                  <a:cubicBezTo>
                    <a:pt x="929" y="16502"/>
                    <a:pt x="1560" y="12692"/>
                    <a:pt x="2561" y="8894"/>
                  </a:cubicBezTo>
                  <a:lnTo>
                    <a:pt x="2561" y="8894"/>
                  </a:lnTo>
                  <a:cubicBezTo>
                    <a:pt x="2561" y="9716"/>
                    <a:pt x="2668" y="10549"/>
                    <a:pt x="2549" y="11347"/>
                  </a:cubicBezTo>
                  <a:cubicBezTo>
                    <a:pt x="1799" y="16288"/>
                    <a:pt x="1799" y="21253"/>
                    <a:pt x="2251" y="26206"/>
                  </a:cubicBezTo>
                  <a:lnTo>
                    <a:pt x="2537" y="26241"/>
                  </a:lnTo>
                  <a:cubicBezTo>
                    <a:pt x="2811" y="23217"/>
                    <a:pt x="3025" y="20181"/>
                    <a:pt x="3394" y="17169"/>
                  </a:cubicBezTo>
                  <a:cubicBezTo>
                    <a:pt x="3763" y="14085"/>
                    <a:pt x="4204" y="11001"/>
                    <a:pt x="4763" y="7953"/>
                  </a:cubicBezTo>
                  <a:cubicBezTo>
                    <a:pt x="5263" y="5286"/>
                    <a:pt x="5894" y="2643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6"/>
            <p:cNvSpPr/>
            <p:nvPr/>
          </p:nvSpPr>
          <p:spPr>
            <a:xfrm>
              <a:off x="4104975" y="1151175"/>
              <a:ext cx="28600" cy="32150"/>
            </a:xfrm>
            <a:custGeom>
              <a:rect b="b" l="l" r="r" t="t"/>
              <a:pathLst>
                <a:path extrusionOk="0" h="1286" w="1144">
                  <a:moveTo>
                    <a:pt x="357" y="0"/>
                  </a:moveTo>
                  <a:cubicBezTo>
                    <a:pt x="131" y="405"/>
                    <a:pt x="0" y="822"/>
                    <a:pt x="36" y="1286"/>
                  </a:cubicBezTo>
                  <a:cubicBezTo>
                    <a:pt x="417" y="857"/>
                    <a:pt x="786" y="429"/>
                    <a:pt x="1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6"/>
            <p:cNvSpPr/>
            <p:nvPr/>
          </p:nvSpPr>
          <p:spPr>
            <a:xfrm>
              <a:off x="4484775" y="1151175"/>
              <a:ext cx="19375" cy="27700"/>
            </a:xfrm>
            <a:custGeom>
              <a:rect b="b" l="l" r="r" t="t"/>
              <a:pathLst>
                <a:path extrusionOk="0" h="1108" w="775">
                  <a:moveTo>
                    <a:pt x="0" y="0"/>
                  </a:moveTo>
                  <a:cubicBezTo>
                    <a:pt x="12" y="393"/>
                    <a:pt x="36" y="774"/>
                    <a:pt x="60" y="1107"/>
                  </a:cubicBezTo>
                  <a:cubicBezTo>
                    <a:pt x="298" y="738"/>
                    <a:pt x="536" y="369"/>
                    <a:pt x="774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4044550" y="1151175"/>
              <a:ext cx="403350" cy="573900"/>
            </a:xfrm>
            <a:custGeom>
              <a:rect b="b" l="l" r="r" t="t"/>
              <a:pathLst>
                <a:path extrusionOk="0" h="22956" w="16134">
                  <a:moveTo>
                    <a:pt x="15240" y="0"/>
                  </a:moveTo>
                  <a:cubicBezTo>
                    <a:pt x="15193" y="107"/>
                    <a:pt x="15133" y="214"/>
                    <a:pt x="15073" y="333"/>
                  </a:cubicBezTo>
                  <a:cubicBezTo>
                    <a:pt x="14407" y="1703"/>
                    <a:pt x="13418" y="3667"/>
                    <a:pt x="12109" y="5989"/>
                  </a:cubicBezTo>
                  <a:cubicBezTo>
                    <a:pt x="10799" y="8323"/>
                    <a:pt x="9192" y="11025"/>
                    <a:pt x="7287" y="13871"/>
                  </a:cubicBezTo>
                  <a:cubicBezTo>
                    <a:pt x="6334" y="15300"/>
                    <a:pt x="5310" y="16752"/>
                    <a:pt x="4227" y="18228"/>
                  </a:cubicBezTo>
                  <a:cubicBezTo>
                    <a:pt x="3679" y="18967"/>
                    <a:pt x="3096" y="19705"/>
                    <a:pt x="2429" y="20360"/>
                  </a:cubicBezTo>
                  <a:cubicBezTo>
                    <a:pt x="1834" y="20955"/>
                    <a:pt x="1155" y="21479"/>
                    <a:pt x="393" y="21848"/>
                  </a:cubicBezTo>
                  <a:cubicBezTo>
                    <a:pt x="143" y="22550"/>
                    <a:pt x="0" y="22955"/>
                    <a:pt x="0" y="22955"/>
                  </a:cubicBezTo>
                  <a:cubicBezTo>
                    <a:pt x="4870" y="19074"/>
                    <a:pt x="12764" y="6239"/>
                    <a:pt x="1613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4054650" y="1150875"/>
              <a:ext cx="366450" cy="545925"/>
            </a:xfrm>
            <a:custGeom>
              <a:rect b="b" l="l" r="r" t="t"/>
              <a:pathLst>
                <a:path extrusionOk="0" h="21837" w="14658">
                  <a:moveTo>
                    <a:pt x="7764" y="0"/>
                  </a:moveTo>
                  <a:cubicBezTo>
                    <a:pt x="5811" y="5929"/>
                    <a:pt x="3763" y="11811"/>
                    <a:pt x="1489" y="17621"/>
                  </a:cubicBezTo>
                  <a:cubicBezTo>
                    <a:pt x="846" y="19443"/>
                    <a:pt x="334" y="20896"/>
                    <a:pt x="1" y="21836"/>
                  </a:cubicBezTo>
                  <a:cubicBezTo>
                    <a:pt x="60" y="21789"/>
                    <a:pt x="144" y="21741"/>
                    <a:pt x="227" y="21693"/>
                  </a:cubicBezTo>
                  <a:cubicBezTo>
                    <a:pt x="549" y="21467"/>
                    <a:pt x="1001" y="21122"/>
                    <a:pt x="1513" y="20586"/>
                  </a:cubicBezTo>
                  <a:cubicBezTo>
                    <a:pt x="2549" y="19550"/>
                    <a:pt x="3668" y="17740"/>
                    <a:pt x="5109" y="15538"/>
                  </a:cubicBezTo>
                  <a:cubicBezTo>
                    <a:pt x="7728" y="11525"/>
                    <a:pt x="11109" y="6096"/>
                    <a:pt x="14658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6"/>
            <p:cNvSpPr/>
            <p:nvPr/>
          </p:nvSpPr>
          <p:spPr>
            <a:xfrm>
              <a:off x="4486275" y="1151175"/>
              <a:ext cx="26500" cy="53900"/>
            </a:xfrm>
            <a:custGeom>
              <a:rect b="b" l="l" r="r" t="t"/>
              <a:pathLst>
                <a:path extrusionOk="0" h="2156" w="1060">
                  <a:moveTo>
                    <a:pt x="1024" y="0"/>
                  </a:moveTo>
                  <a:cubicBezTo>
                    <a:pt x="691" y="405"/>
                    <a:pt x="357" y="810"/>
                    <a:pt x="0" y="1203"/>
                  </a:cubicBezTo>
                  <a:cubicBezTo>
                    <a:pt x="36" y="1774"/>
                    <a:pt x="60" y="2155"/>
                    <a:pt x="60" y="2155"/>
                  </a:cubicBezTo>
                  <a:cubicBezTo>
                    <a:pt x="250" y="1965"/>
                    <a:pt x="441" y="1786"/>
                    <a:pt x="619" y="1607"/>
                  </a:cubicBezTo>
                  <a:cubicBezTo>
                    <a:pt x="774" y="1238"/>
                    <a:pt x="917" y="881"/>
                    <a:pt x="1060" y="524"/>
                  </a:cubicBezTo>
                  <a:lnTo>
                    <a:pt x="1060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6"/>
            <p:cNvSpPr/>
            <p:nvPr/>
          </p:nvSpPr>
          <p:spPr>
            <a:xfrm>
              <a:off x="2676800" y="2183425"/>
              <a:ext cx="155400" cy="261675"/>
            </a:xfrm>
            <a:custGeom>
              <a:rect b="b" l="l" r="r" t="t"/>
              <a:pathLst>
                <a:path extrusionOk="0" h="10467" w="6216">
                  <a:moveTo>
                    <a:pt x="1" y="1"/>
                  </a:moveTo>
                  <a:lnTo>
                    <a:pt x="1" y="5109"/>
                  </a:lnTo>
                  <a:cubicBezTo>
                    <a:pt x="1525" y="7168"/>
                    <a:pt x="3537" y="8966"/>
                    <a:pt x="6109" y="10466"/>
                  </a:cubicBezTo>
                  <a:cubicBezTo>
                    <a:pt x="6145" y="10455"/>
                    <a:pt x="6180" y="10431"/>
                    <a:pt x="6216" y="10419"/>
                  </a:cubicBezTo>
                  <a:cubicBezTo>
                    <a:pt x="5740" y="9871"/>
                    <a:pt x="5240" y="9335"/>
                    <a:pt x="4787" y="8788"/>
                  </a:cubicBezTo>
                  <a:cubicBezTo>
                    <a:pt x="2620" y="6216"/>
                    <a:pt x="1180" y="316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2969400" y="1150875"/>
              <a:ext cx="1543375" cy="2317050"/>
            </a:xfrm>
            <a:custGeom>
              <a:rect b="b" l="l" r="r" t="t"/>
              <a:pathLst>
                <a:path extrusionOk="0" h="92682" w="61735">
                  <a:moveTo>
                    <a:pt x="25742" y="42527"/>
                  </a:moveTo>
                  <a:cubicBezTo>
                    <a:pt x="25742" y="42527"/>
                    <a:pt x="25742" y="42528"/>
                    <a:pt x="25742" y="42529"/>
                  </a:cubicBezTo>
                  <a:cubicBezTo>
                    <a:pt x="25754" y="42565"/>
                    <a:pt x="25742" y="42589"/>
                    <a:pt x="25706" y="42589"/>
                  </a:cubicBezTo>
                  <a:cubicBezTo>
                    <a:pt x="25737" y="42558"/>
                    <a:pt x="25741" y="42527"/>
                    <a:pt x="25742" y="42527"/>
                  </a:cubicBezTo>
                  <a:close/>
                  <a:moveTo>
                    <a:pt x="32398" y="39076"/>
                  </a:moveTo>
                  <a:cubicBezTo>
                    <a:pt x="32398" y="39076"/>
                    <a:pt x="31612" y="39707"/>
                    <a:pt x="30278" y="40446"/>
                  </a:cubicBezTo>
                  <a:cubicBezTo>
                    <a:pt x="29612" y="40803"/>
                    <a:pt x="28814" y="41196"/>
                    <a:pt x="27897" y="41553"/>
                  </a:cubicBezTo>
                  <a:cubicBezTo>
                    <a:pt x="27445" y="41731"/>
                    <a:pt x="26968" y="41898"/>
                    <a:pt x="26468" y="42041"/>
                  </a:cubicBezTo>
                  <a:cubicBezTo>
                    <a:pt x="26218" y="42112"/>
                    <a:pt x="25933" y="42184"/>
                    <a:pt x="25718" y="42243"/>
                  </a:cubicBezTo>
                  <a:cubicBezTo>
                    <a:pt x="25623" y="42279"/>
                    <a:pt x="25516" y="42351"/>
                    <a:pt x="25528" y="42470"/>
                  </a:cubicBezTo>
                  <a:cubicBezTo>
                    <a:pt x="25540" y="42517"/>
                    <a:pt x="25575" y="42553"/>
                    <a:pt x="25635" y="42577"/>
                  </a:cubicBezTo>
                  <a:cubicBezTo>
                    <a:pt x="25652" y="42585"/>
                    <a:pt x="25669" y="42594"/>
                    <a:pt x="25685" y="42594"/>
                  </a:cubicBezTo>
                  <a:cubicBezTo>
                    <a:pt x="25692" y="42594"/>
                    <a:pt x="25699" y="42592"/>
                    <a:pt x="25706" y="42589"/>
                  </a:cubicBezTo>
                  <a:lnTo>
                    <a:pt x="25706" y="42589"/>
                  </a:lnTo>
                  <a:cubicBezTo>
                    <a:pt x="25687" y="42608"/>
                    <a:pt x="25660" y="42628"/>
                    <a:pt x="25618" y="42628"/>
                  </a:cubicBezTo>
                  <a:cubicBezTo>
                    <a:pt x="25608" y="42628"/>
                    <a:pt x="25598" y="42627"/>
                    <a:pt x="25587" y="42624"/>
                  </a:cubicBezTo>
                  <a:cubicBezTo>
                    <a:pt x="25516" y="42613"/>
                    <a:pt x="25433" y="42565"/>
                    <a:pt x="25373" y="42482"/>
                  </a:cubicBezTo>
                  <a:cubicBezTo>
                    <a:pt x="25325" y="42386"/>
                    <a:pt x="25337" y="42243"/>
                    <a:pt x="25409" y="42124"/>
                  </a:cubicBezTo>
                  <a:cubicBezTo>
                    <a:pt x="25492" y="42005"/>
                    <a:pt x="25611" y="41922"/>
                    <a:pt x="25730" y="41851"/>
                  </a:cubicBezTo>
                  <a:cubicBezTo>
                    <a:pt x="25837" y="41779"/>
                    <a:pt x="25956" y="41708"/>
                    <a:pt x="26087" y="41624"/>
                  </a:cubicBezTo>
                  <a:cubicBezTo>
                    <a:pt x="26349" y="41470"/>
                    <a:pt x="26647" y="41303"/>
                    <a:pt x="26968" y="41124"/>
                  </a:cubicBezTo>
                  <a:cubicBezTo>
                    <a:pt x="28290" y="40410"/>
                    <a:pt x="30171" y="39576"/>
                    <a:pt x="32398" y="39076"/>
                  </a:cubicBezTo>
                  <a:close/>
                  <a:moveTo>
                    <a:pt x="37208" y="39422"/>
                  </a:moveTo>
                  <a:lnTo>
                    <a:pt x="37208" y="39422"/>
                  </a:lnTo>
                  <a:cubicBezTo>
                    <a:pt x="37208" y="39422"/>
                    <a:pt x="34410" y="41874"/>
                    <a:pt x="30409" y="42636"/>
                  </a:cubicBezTo>
                  <a:cubicBezTo>
                    <a:pt x="30409" y="42636"/>
                    <a:pt x="33124" y="40350"/>
                    <a:pt x="37208" y="39422"/>
                  </a:cubicBezTo>
                  <a:close/>
                  <a:moveTo>
                    <a:pt x="26242" y="38422"/>
                  </a:moveTo>
                  <a:cubicBezTo>
                    <a:pt x="26242" y="38422"/>
                    <a:pt x="23182" y="41422"/>
                    <a:pt x="18705" y="42886"/>
                  </a:cubicBezTo>
                  <a:cubicBezTo>
                    <a:pt x="18705" y="42886"/>
                    <a:pt x="21682" y="40065"/>
                    <a:pt x="26242" y="38422"/>
                  </a:cubicBezTo>
                  <a:close/>
                  <a:moveTo>
                    <a:pt x="49245" y="66866"/>
                  </a:moveTo>
                  <a:cubicBezTo>
                    <a:pt x="51162" y="67092"/>
                    <a:pt x="53079" y="67330"/>
                    <a:pt x="55055" y="67556"/>
                  </a:cubicBezTo>
                  <a:cubicBezTo>
                    <a:pt x="54838" y="68270"/>
                    <a:pt x="54448" y="68487"/>
                    <a:pt x="54012" y="68487"/>
                  </a:cubicBezTo>
                  <a:cubicBezTo>
                    <a:pt x="53852" y="68487"/>
                    <a:pt x="53686" y="68458"/>
                    <a:pt x="53519" y="68413"/>
                  </a:cubicBezTo>
                  <a:cubicBezTo>
                    <a:pt x="52067" y="68020"/>
                    <a:pt x="50626" y="67556"/>
                    <a:pt x="49174" y="67127"/>
                  </a:cubicBezTo>
                  <a:lnTo>
                    <a:pt x="49245" y="66866"/>
                  </a:lnTo>
                  <a:close/>
                  <a:moveTo>
                    <a:pt x="60711" y="72092"/>
                  </a:moveTo>
                  <a:lnTo>
                    <a:pt x="60711" y="72092"/>
                  </a:lnTo>
                  <a:cubicBezTo>
                    <a:pt x="60754" y="74089"/>
                    <a:pt x="58878" y="75859"/>
                    <a:pt x="56923" y="75859"/>
                  </a:cubicBezTo>
                  <a:cubicBezTo>
                    <a:pt x="56733" y="75859"/>
                    <a:pt x="56543" y="75842"/>
                    <a:pt x="56353" y="75807"/>
                  </a:cubicBezTo>
                  <a:cubicBezTo>
                    <a:pt x="56332" y="74078"/>
                    <a:pt x="57982" y="72573"/>
                    <a:pt x="59682" y="72573"/>
                  </a:cubicBezTo>
                  <a:cubicBezTo>
                    <a:pt x="59902" y="72573"/>
                    <a:pt x="60123" y="72599"/>
                    <a:pt x="60342" y="72652"/>
                  </a:cubicBezTo>
                  <a:lnTo>
                    <a:pt x="60711" y="72092"/>
                  </a:lnTo>
                  <a:close/>
                  <a:moveTo>
                    <a:pt x="46566" y="0"/>
                  </a:moveTo>
                  <a:cubicBezTo>
                    <a:pt x="46209" y="429"/>
                    <a:pt x="45840" y="869"/>
                    <a:pt x="45459" y="1298"/>
                  </a:cubicBezTo>
                  <a:cubicBezTo>
                    <a:pt x="45471" y="1477"/>
                    <a:pt x="45506" y="1655"/>
                    <a:pt x="45566" y="1846"/>
                  </a:cubicBezTo>
                  <a:cubicBezTo>
                    <a:pt x="45876" y="2870"/>
                    <a:pt x="45804" y="3893"/>
                    <a:pt x="45054" y="4929"/>
                  </a:cubicBezTo>
                  <a:cubicBezTo>
                    <a:pt x="44363" y="4036"/>
                    <a:pt x="44768" y="3120"/>
                    <a:pt x="44733" y="2131"/>
                  </a:cubicBezTo>
                  <a:lnTo>
                    <a:pt x="44733" y="2131"/>
                  </a:lnTo>
                  <a:cubicBezTo>
                    <a:pt x="44471" y="2417"/>
                    <a:pt x="44209" y="2703"/>
                    <a:pt x="43947" y="2989"/>
                  </a:cubicBezTo>
                  <a:cubicBezTo>
                    <a:pt x="43828" y="3620"/>
                    <a:pt x="43804" y="4298"/>
                    <a:pt x="43578" y="5001"/>
                  </a:cubicBezTo>
                  <a:cubicBezTo>
                    <a:pt x="42947" y="5191"/>
                    <a:pt x="42161" y="5406"/>
                    <a:pt x="41363" y="5644"/>
                  </a:cubicBezTo>
                  <a:cubicBezTo>
                    <a:pt x="41339" y="5656"/>
                    <a:pt x="41315" y="5679"/>
                    <a:pt x="41292" y="5703"/>
                  </a:cubicBezTo>
                  <a:cubicBezTo>
                    <a:pt x="41339" y="5727"/>
                    <a:pt x="41375" y="5751"/>
                    <a:pt x="41411" y="5775"/>
                  </a:cubicBezTo>
                  <a:cubicBezTo>
                    <a:pt x="39946" y="7061"/>
                    <a:pt x="38482" y="8358"/>
                    <a:pt x="36863" y="9775"/>
                  </a:cubicBezTo>
                  <a:cubicBezTo>
                    <a:pt x="37648" y="10406"/>
                    <a:pt x="38303" y="10930"/>
                    <a:pt x="38958" y="11454"/>
                  </a:cubicBezTo>
                  <a:cubicBezTo>
                    <a:pt x="38875" y="11537"/>
                    <a:pt x="38803" y="11633"/>
                    <a:pt x="38720" y="11728"/>
                  </a:cubicBezTo>
                  <a:cubicBezTo>
                    <a:pt x="37946" y="11323"/>
                    <a:pt x="37172" y="10930"/>
                    <a:pt x="36303" y="10490"/>
                  </a:cubicBezTo>
                  <a:cubicBezTo>
                    <a:pt x="35672" y="11025"/>
                    <a:pt x="35100" y="11502"/>
                    <a:pt x="34374" y="12109"/>
                  </a:cubicBezTo>
                  <a:cubicBezTo>
                    <a:pt x="37220" y="13573"/>
                    <a:pt x="39780" y="15109"/>
                    <a:pt x="40542" y="18276"/>
                  </a:cubicBezTo>
                  <a:cubicBezTo>
                    <a:pt x="40530" y="18276"/>
                    <a:pt x="40518" y="18288"/>
                    <a:pt x="40518" y="18300"/>
                  </a:cubicBezTo>
                  <a:cubicBezTo>
                    <a:pt x="40958" y="19574"/>
                    <a:pt x="41137" y="20812"/>
                    <a:pt x="41232" y="21717"/>
                  </a:cubicBezTo>
                  <a:cubicBezTo>
                    <a:pt x="41554" y="25182"/>
                    <a:pt x="41720" y="37731"/>
                    <a:pt x="29671" y="38052"/>
                  </a:cubicBezTo>
                  <a:cubicBezTo>
                    <a:pt x="29370" y="38061"/>
                    <a:pt x="29076" y="38065"/>
                    <a:pt x="28789" y="38065"/>
                  </a:cubicBezTo>
                  <a:cubicBezTo>
                    <a:pt x="20600" y="38065"/>
                    <a:pt x="18102" y="34692"/>
                    <a:pt x="17193" y="32242"/>
                  </a:cubicBezTo>
                  <a:cubicBezTo>
                    <a:pt x="17074" y="32040"/>
                    <a:pt x="16931" y="31826"/>
                    <a:pt x="16800" y="31587"/>
                  </a:cubicBezTo>
                  <a:lnTo>
                    <a:pt x="16800" y="31587"/>
                  </a:lnTo>
                  <a:cubicBezTo>
                    <a:pt x="16848" y="32349"/>
                    <a:pt x="16872" y="32790"/>
                    <a:pt x="16908" y="33219"/>
                  </a:cubicBezTo>
                  <a:lnTo>
                    <a:pt x="16753" y="33242"/>
                  </a:lnTo>
                  <a:cubicBezTo>
                    <a:pt x="16360" y="32254"/>
                    <a:pt x="15967" y="31278"/>
                    <a:pt x="15384" y="29801"/>
                  </a:cubicBezTo>
                  <a:lnTo>
                    <a:pt x="15384" y="26622"/>
                  </a:lnTo>
                  <a:cubicBezTo>
                    <a:pt x="15300" y="26575"/>
                    <a:pt x="15229" y="26515"/>
                    <a:pt x="15157" y="26456"/>
                  </a:cubicBezTo>
                  <a:cubicBezTo>
                    <a:pt x="14776" y="26884"/>
                    <a:pt x="14384" y="27313"/>
                    <a:pt x="14014" y="27754"/>
                  </a:cubicBezTo>
                  <a:cubicBezTo>
                    <a:pt x="13645" y="28182"/>
                    <a:pt x="13276" y="28611"/>
                    <a:pt x="12705" y="29289"/>
                  </a:cubicBezTo>
                  <a:cubicBezTo>
                    <a:pt x="12776" y="28813"/>
                    <a:pt x="12824" y="28349"/>
                    <a:pt x="12871" y="27896"/>
                  </a:cubicBezTo>
                  <a:lnTo>
                    <a:pt x="12871" y="27896"/>
                  </a:lnTo>
                  <a:cubicBezTo>
                    <a:pt x="12836" y="27932"/>
                    <a:pt x="12812" y="27968"/>
                    <a:pt x="12776" y="28004"/>
                  </a:cubicBezTo>
                  <a:lnTo>
                    <a:pt x="12883" y="27861"/>
                  </a:lnTo>
                  <a:cubicBezTo>
                    <a:pt x="13038" y="26503"/>
                    <a:pt x="13205" y="25241"/>
                    <a:pt x="13717" y="24063"/>
                  </a:cubicBezTo>
                  <a:lnTo>
                    <a:pt x="13717" y="24063"/>
                  </a:lnTo>
                  <a:cubicBezTo>
                    <a:pt x="13217" y="24229"/>
                    <a:pt x="12717" y="24384"/>
                    <a:pt x="12193" y="24503"/>
                  </a:cubicBezTo>
                  <a:cubicBezTo>
                    <a:pt x="11645" y="25015"/>
                    <a:pt x="11097" y="25515"/>
                    <a:pt x="10550" y="26003"/>
                  </a:cubicBezTo>
                  <a:cubicBezTo>
                    <a:pt x="9073" y="28468"/>
                    <a:pt x="7609" y="30944"/>
                    <a:pt x="6180" y="33445"/>
                  </a:cubicBezTo>
                  <a:cubicBezTo>
                    <a:pt x="5216" y="35124"/>
                    <a:pt x="4430" y="36909"/>
                    <a:pt x="3573" y="38660"/>
                  </a:cubicBezTo>
                  <a:cubicBezTo>
                    <a:pt x="3525" y="38993"/>
                    <a:pt x="3489" y="39326"/>
                    <a:pt x="3442" y="39660"/>
                  </a:cubicBezTo>
                  <a:lnTo>
                    <a:pt x="3108" y="39612"/>
                  </a:lnTo>
                  <a:lnTo>
                    <a:pt x="3108" y="39612"/>
                  </a:lnTo>
                  <a:cubicBezTo>
                    <a:pt x="2799" y="40327"/>
                    <a:pt x="2858" y="40958"/>
                    <a:pt x="3251" y="41636"/>
                  </a:cubicBezTo>
                  <a:cubicBezTo>
                    <a:pt x="4680" y="44137"/>
                    <a:pt x="6656" y="46053"/>
                    <a:pt x="9395" y="46994"/>
                  </a:cubicBezTo>
                  <a:cubicBezTo>
                    <a:pt x="11621" y="47756"/>
                    <a:pt x="13931" y="48316"/>
                    <a:pt x="16146" y="48947"/>
                  </a:cubicBezTo>
                  <a:cubicBezTo>
                    <a:pt x="15527" y="49340"/>
                    <a:pt x="14860" y="49673"/>
                    <a:pt x="14169" y="49935"/>
                  </a:cubicBezTo>
                  <a:cubicBezTo>
                    <a:pt x="14026" y="50113"/>
                    <a:pt x="13693" y="50387"/>
                    <a:pt x="12931" y="50756"/>
                  </a:cubicBezTo>
                  <a:cubicBezTo>
                    <a:pt x="13264" y="50697"/>
                    <a:pt x="13586" y="50637"/>
                    <a:pt x="13919" y="50578"/>
                  </a:cubicBezTo>
                  <a:lnTo>
                    <a:pt x="13919" y="50578"/>
                  </a:lnTo>
                  <a:cubicBezTo>
                    <a:pt x="12943" y="51453"/>
                    <a:pt x="10557" y="52192"/>
                    <a:pt x="8037" y="52192"/>
                  </a:cubicBezTo>
                  <a:cubicBezTo>
                    <a:pt x="7575" y="52192"/>
                    <a:pt x="7108" y="52167"/>
                    <a:pt x="6644" y="52114"/>
                  </a:cubicBezTo>
                  <a:cubicBezTo>
                    <a:pt x="5037" y="51923"/>
                    <a:pt x="3442" y="51530"/>
                    <a:pt x="1858" y="51125"/>
                  </a:cubicBezTo>
                  <a:lnTo>
                    <a:pt x="1" y="51066"/>
                  </a:lnTo>
                  <a:lnTo>
                    <a:pt x="1" y="51066"/>
                  </a:lnTo>
                  <a:cubicBezTo>
                    <a:pt x="275" y="51292"/>
                    <a:pt x="560" y="51542"/>
                    <a:pt x="858" y="51804"/>
                  </a:cubicBezTo>
                  <a:cubicBezTo>
                    <a:pt x="632" y="51864"/>
                    <a:pt x="429" y="51923"/>
                    <a:pt x="215" y="51983"/>
                  </a:cubicBezTo>
                  <a:cubicBezTo>
                    <a:pt x="1411" y="53026"/>
                    <a:pt x="3387" y="53704"/>
                    <a:pt x="6399" y="53704"/>
                  </a:cubicBezTo>
                  <a:cubicBezTo>
                    <a:pt x="8336" y="53704"/>
                    <a:pt x="10701" y="53424"/>
                    <a:pt x="13562" y="52780"/>
                  </a:cubicBezTo>
                  <a:cubicBezTo>
                    <a:pt x="13962" y="53245"/>
                    <a:pt x="14402" y="53355"/>
                    <a:pt x="14862" y="53355"/>
                  </a:cubicBezTo>
                  <a:cubicBezTo>
                    <a:pt x="15274" y="53355"/>
                    <a:pt x="15702" y="53267"/>
                    <a:pt x="16135" y="53267"/>
                  </a:cubicBezTo>
                  <a:cubicBezTo>
                    <a:pt x="16384" y="53267"/>
                    <a:pt x="16634" y="53296"/>
                    <a:pt x="16884" y="53388"/>
                  </a:cubicBezTo>
                  <a:cubicBezTo>
                    <a:pt x="14967" y="54054"/>
                    <a:pt x="13050" y="54721"/>
                    <a:pt x="11121" y="55388"/>
                  </a:cubicBezTo>
                  <a:cubicBezTo>
                    <a:pt x="11121" y="55459"/>
                    <a:pt x="11121" y="55531"/>
                    <a:pt x="11109" y="55614"/>
                  </a:cubicBezTo>
                  <a:lnTo>
                    <a:pt x="14467" y="55614"/>
                  </a:lnTo>
                  <a:cubicBezTo>
                    <a:pt x="14491" y="55757"/>
                    <a:pt x="14514" y="55900"/>
                    <a:pt x="14538" y="56043"/>
                  </a:cubicBezTo>
                  <a:cubicBezTo>
                    <a:pt x="13550" y="56364"/>
                    <a:pt x="12562" y="56698"/>
                    <a:pt x="11574" y="57019"/>
                  </a:cubicBezTo>
                  <a:cubicBezTo>
                    <a:pt x="11562" y="57114"/>
                    <a:pt x="11562" y="57198"/>
                    <a:pt x="11550" y="57281"/>
                  </a:cubicBezTo>
                  <a:cubicBezTo>
                    <a:pt x="13193" y="57436"/>
                    <a:pt x="14824" y="57591"/>
                    <a:pt x="16467" y="57733"/>
                  </a:cubicBezTo>
                  <a:cubicBezTo>
                    <a:pt x="16467" y="57853"/>
                    <a:pt x="16467" y="57972"/>
                    <a:pt x="16455" y="58079"/>
                  </a:cubicBezTo>
                  <a:cubicBezTo>
                    <a:pt x="15550" y="58138"/>
                    <a:pt x="14645" y="58186"/>
                    <a:pt x="13741" y="58234"/>
                  </a:cubicBezTo>
                  <a:cubicBezTo>
                    <a:pt x="13741" y="58317"/>
                    <a:pt x="13741" y="58400"/>
                    <a:pt x="13729" y="58484"/>
                  </a:cubicBezTo>
                  <a:cubicBezTo>
                    <a:pt x="15134" y="58674"/>
                    <a:pt x="16527" y="58865"/>
                    <a:pt x="18170" y="59079"/>
                  </a:cubicBezTo>
                  <a:cubicBezTo>
                    <a:pt x="17253" y="59507"/>
                    <a:pt x="16527" y="59853"/>
                    <a:pt x="15634" y="60258"/>
                  </a:cubicBezTo>
                  <a:cubicBezTo>
                    <a:pt x="16241" y="60639"/>
                    <a:pt x="16693" y="60924"/>
                    <a:pt x="17158" y="61210"/>
                  </a:cubicBezTo>
                  <a:cubicBezTo>
                    <a:pt x="17134" y="61270"/>
                    <a:pt x="17122" y="61341"/>
                    <a:pt x="17098" y="61412"/>
                  </a:cubicBezTo>
                  <a:cubicBezTo>
                    <a:pt x="15265" y="60710"/>
                    <a:pt x="13419" y="60019"/>
                    <a:pt x="11586" y="59329"/>
                  </a:cubicBezTo>
                  <a:cubicBezTo>
                    <a:pt x="11526" y="59436"/>
                    <a:pt x="11466" y="59543"/>
                    <a:pt x="11395" y="59650"/>
                  </a:cubicBezTo>
                  <a:cubicBezTo>
                    <a:pt x="14038" y="61436"/>
                    <a:pt x="16681" y="63222"/>
                    <a:pt x="19325" y="65008"/>
                  </a:cubicBezTo>
                  <a:cubicBezTo>
                    <a:pt x="19265" y="65103"/>
                    <a:pt x="19206" y="65199"/>
                    <a:pt x="19146" y="65294"/>
                  </a:cubicBezTo>
                  <a:cubicBezTo>
                    <a:pt x="17491" y="64353"/>
                    <a:pt x="15836" y="63425"/>
                    <a:pt x="13907" y="62317"/>
                  </a:cubicBezTo>
                  <a:lnTo>
                    <a:pt x="13907" y="62317"/>
                  </a:lnTo>
                  <a:cubicBezTo>
                    <a:pt x="14074" y="62805"/>
                    <a:pt x="14098" y="63020"/>
                    <a:pt x="14217" y="63175"/>
                  </a:cubicBezTo>
                  <a:cubicBezTo>
                    <a:pt x="16681" y="66461"/>
                    <a:pt x="19063" y="69818"/>
                    <a:pt x="21670" y="73009"/>
                  </a:cubicBezTo>
                  <a:cubicBezTo>
                    <a:pt x="25385" y="77569"/>
                    <a:pt x="29778" y="81355"/>
                    <a:pt x="35029" y="84130"/>
                  </a:cubicBezTo>
                  <a:cubicBezTo>
                    <a:pt x="40946" y="87273"/>
                    <a:pt x="46888" y="90345"/>
                    <a:pt x="53293" y="92416"/>
                  </a:cubicBezTo>
                  <a:cubicBezTo>
                    <a:pt x="53686" y="92541"/>
                    <a:pt x="54134" y="92681"/>
                    <a:pt x="54542" y="92681"/>
                  </a:cubicBezTo>
                  <a:cubicBezTo>
                    <a:pt x="54640" y="92681"/>
                    <a:pt x="54736" y="92673"/>
                    <a:pt x="54829" y="92654"/>
                  </a:cubicBezTo>
                  <a:cubicBezTo>
                    <a:pt x="56579" y="92321"/>
                    <a:pt x="58282" y="92000"/>
                    <a:pt x="59818" y="90821"/>
                  </a:cubicBezTo>
                  <a:cubicBezTo>
                    <a:pt x="60461" y="90333"/>
                    <a:pt x="61104" y="89845"/>
                    <a:pt x="61735" y="89368"/>
                  </a:cubicBezTo>
                  <a:lnTo>
                    <a:pt x="61735" y="68806"/>
                  </a:lnTo>
                  <a:cubicBezTo>
                    <a:pt x="61381" y="68858"/>
                    <a:pt x="61033" y="68885"/>
                    <a:pt x="60703" y="68885"/>
                  </a:cubicBezTo>
                  <a:cubicBezTo>
                    <a:pt x="60355" y="68885"/>
                    <a:pt x="60028" y="68855"/>
                    <a:pt x="59734" y="68794"/>
                  </a:cubicBezTo>
                  <a:cubicBezTo>
                    <a:pt x="59961" y="68139"/>
                    <a:pt x="60044" y="67949"/>
                    <a:pt x="61735" y="67854"/>
                  </a:cubicBezTo>
                  <a:lnTo>
                    <a:pt x="61735" y="52733"/>
                  </a:lnTo>
                  <a:cubicBezTo>
                    <a:pt x="61663" y="52709"/>
                    <a:pt x="61604" y="52661"/>
                    <a:pt x="61556" y="52602"/>
                  </a:cubicBezTo>
                  <a:cubicBezTo>
                    <a:pt x="61401" y="52399"/>
                    <a:pt x="61473" y="52114"/>
                    <a:pt x="61556" y="51876"/>
                  </a:cubicBezTo>
                  <a:cubicBezTo>
                    <a:pt x="61616" y="51721"/>
                    <a:pt x="61675" y="51554"/>
                    <a:pt x="61735" y="51399"/>
                  </a:cubicBezTo>
                  <a:lnTo>
                    <a:pt x="61735" y="9799"/>
                  </a:lnTo>
                  <a:cubicBezTo>
                    <a:pt x="61687" y="9859"/>
                    <a:pt x="61639" y="9930"/>
                    <a:pt x="61580" y="9989"/>
                  </a:cubicBezTo>
                  <a:cubicBezTo>
                    <a:pt x="61628" y="9882"/>
                    <a:pt x="61687" y="9787"/>
                    <a:pt x="61735" y="9692"/>
                  </a:cubicBezTo>
                  <a:lnTo>
                    <a:pt x="61735" y="1167"/>
                  </a:lnTo>
                  <a:cubicBezTo>
                    <a:pt x="61592" y="1310"/>
                    <a:pt x="61449" y="1465"/>
                    <a:pt x="61294" y="1619"/>
                  </a:cubicBezTo>
                  <a:cubicBezTo>
                    <a:pt x="61116" y="1798"/>
                    <a:pt x="60925" y="1977"/>
                    <a:pt x="60735" y="2167"/>
                  </a:cubicBezTo>
                  <a:cubicBezTo>
                    <a:pt x="60735" y="2167"/>
                    <a:pt x="60711" y="1786"/>
                    <a:pt x="60675" y="1215"/>
                  </a:cubicBezTo>
                  <a:cubicBezTo>
                    <a:pt x="60592" y="1310"/>
                    <a:pt x="60508" y="1405"/>
                    <a:pt x="60425" y="1500"/>
                  </a:cubicBezTo>
                  <a:cubicBezTo>
                    <a:pt x="60508" y="1369"/>
                    <a:pt x="60592" y="1250"/>
                    <a:pt x="60675" y="1119"/>
                  </a:cubicBezTo>
                  <a:cubicBezTo>
                    <a:pt x="60651" y="798"/>
                    <a:pt x="60627" y="405"/>
                    <a:pt x="60615" y="12"/>
                  </a:cubicBezTo>
                  <a:lnTo>
                    <a:pt x="59139" y="12"/>
                  </a:lnTo>
                  <a:cubicBezTo>
                    <a:pt x="55770" y="6251"/>
                    <a:pt x="47876" y="19086"/>
                    <a:pt x="43006" y="22955"/>
                  </a:cubicBezTo>
                  <a:cubicBezTo>
                    <a:pt x="43006" y="22955"/>
                    <a:pt x="43149" y="22562"/>
                    <a:pt x="43399" y="21860"/>
                  </a:cubicBezTo>
                  <a:lnTo>
                    <a:pt x="43399" y="21860"/>
                  </a:lnTo>
                  <a:cubicBezTo>
                    <a:pt x="43316" y="21908"/>
                    <a:pt x="43232" y="21955"/>
                    <a:pt x="43149" y="21991"/>
                  </a:cubicBezTo>
                  <a:cubicBezTo>
                    <a:pt x="43137" y="22003"/>
                    <a:pt x="43137" y="22003"/>
                    <a:pt x="43137" y="22015"/>
                  </a:cubicBezTo>
                  <a:cubicBezTo>
                    <a:pt x="42923" y="22527"/>
                    <a:pt x="42637" y="23027"/>
                    <a:pt x="42173" y="23455"/>
                  </a:cubicBezTo>
                  <a:cubicBezTo>
                    <a:pt x="42327" y="22979"/>
                    <a:pt x="42447" y="22503"/>
                    <a:pt x="42649" y="22050"/>
                  </a:cubicBezTo>
                  <a:cubicBezTo>
                    <a:pt x="43685" y="19776"/>
                    <a:pt x="43816" y="17240"/>
                    <a:pt x="44602" y="14919"/>
                  </a:cubicBezTo>
                  <a:cubicBezTo>
                    <a:pt x="46292" y="9918"/>
                    <a:pt x="48173" y="4977"/>
                    <a:pt x="49959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6"/>
            <p:cNvSpPr/>
            <p:nvPr/>
          </p:nvSpPr>
          <p:spPr>
            <a:xfrm>
              <a:off x="3655200" y="1369050"/>
              <a:ext cx="6275" cy="7475"/>
            </a:xfrm>
            <a:custGeom>
              <a:rect b="b" l="l" r="r" t="t"/>
              <a:pathLst>
                <a:path extrusionOk="0" h="299" w="251">
                  <a:moveTo>
                    <a:pt x="251" y="0"/>
                  </a:moveTo>
                  <a:cubicBezTo>
                    <a:pt x="167" y="108"/>
                    <a:pt x="84" y="191"/>
                    <a:pt x="1" y="298"/>
                  </a:cubicBezTo>
                  <a:lnTo>
                    <a:pt x="96" y="298"/>
                  </a:lnTo>
                  <a:cubicBezTo>
                    <a:pt x="144" y="191"/>
                    <a:pt x="203" y="96"/>
                    <a:pt x="251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6"/>
            <p:cNvSpPr/>
            <p:nvPr/>
          </p:nvSpPr>
          <p:spPr>
            <a:xfrm>
              <a:off x="3326600" y="1797075"/>
              <a:ext cx="13425" cy="14900"/>
            </a:xfrm>
            <a:custGeom>
              <a:rect b="b" l="l" r="r" t="t"/>
              <a:pathLst>
                <a:path extrusionOk="0" h="596" w="537">
                  <a:moveTo>
                    <a:pt x="536" y="1"/>
                  </a:moveTo>
                  <a:cubicBezTo>
                    <a:pt x="357" y="203"/>
                    <a:pt x="179" y="393"/>
                    <a:pt x="0" y="596"/>
                  </a:cubicBezTo>
                  <a:cubicBezTo>
                    <a:pt x="215" y="382"/>
                    <a:pt x="393" y="179"/>
                    <a:pt x="536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6"/>
            <p:cNvSpPr/>
            <p:nvPr/>
          </p:nvSpPr>
          <p:spPr>
            <a:xfrm>
              <a:off x="4048125" y="1591400"/>
              <a:ext cx="43775" cy="109250"/>
            </a:xfrm>
            <a:custGeom>
              <a:rect b="b" l="l" r="r" t="t"/>
              <a:pathLst>
                <a:path extrusionOk="0" h="4370" w="1751">
                  <a:moveTo>
                    <a:pt x="1750" y="0"/>
                  </a:moveTo>
                  <a:lnTo>
                    <a:pt x="1750" y="0"/>
                  </a:lnTo>
                  <a:cubicBezTo>
                    <a:pt x="1179" y="1465"/>
                    <a:pt x="595" y="2917"/>
                    <a:pt x="0" y="4370"/>
                  </a:cubicBezTo>
                  <a:cubicBezTo>
                    <a:pt x="12" y="4358"/>
                    <a:pt x="48" y="4346"/>
                    <a:pt x="107" y="4299"/>
                  </a:cubicBezTo>
                  <a:cubicBezTo>
                    <a:pt x="155" y="4275"/>
                    <a:pt x="202" y="4251"/>
                    <a:pt x="262" y="4215"/>
                  </a:cubicBezTo>
                  <a:cubicBezTo>
                    <a:pt x="595" y="3275"/>
                    <a:pt x="1119" y="1822"/>
                    <a:pt x="17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6"/>
            <p:cNvSpPr/>
            <p:nvPr/>
          </p:nvSpPr>
          <p:spPr>
            <a:xfrm>
              <a:off x="3310225" y="1746475"/>
              <a:ext cx="43175" cy="77725"/>
            </a:xfrm>
            <a:custGeom>
              <a:rect b="b" l="l" r="r" t="t"/>
              <a:pathLst>
                <a:path extrusionOk="0" h="3109" w="1727">
                  <a:moveTo>
                    <a:pt x="1667" y="1"/>
                  </a:moveTo>
                  <a:cubicBezTo>
                    <a:pt x="1048" y="1144"/>
                    <a:pt x="512" y="2132"/>
                    <a:pt x="0" y="3108"/>
                  </a:cubicBezTo>
                  <a:cubicBezTo>
                    <a:pt x="560" y="2406"/>
                    <a:pt x="1120" y="1703"/>
                    <a:pt x="1679" y="1013"/>
                  </a:cubicBezTo>
                  <a:cubicBezTo>
                    <a:pt x="1727" y="703"/>
                    <a:pt x="1715" y="382"/>
                    <a:pt x="1667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6"/>
            <p:cNvSpPr/>
            <p:nvPr/>
          </p:nvSpPr>
          <p:spPr>
            <a:xfrm>
              <a:off x="3587925" y="1425300"/>
              <a:ext cx="42900" cy="46175"/>
            </a:xfrm>
            <a:custGeom>
              <a:rect b="b" l="l" r="r" t="t"/>
              <a:pathLst>
                <a:path extrusionOk="0" h="1847" w="1716">
                  <a:moveTo>
                    <a:pt x="1715" y="1"/>
                  </a:moveTo>
                  <a:lnTo>
                    <a:pt x="1715" y="1"/>
                  </a:lnTo>
                  <a:cubicBezTo>
                    <a:pt x="1644" y="36"/>
                    <a:pt x="1573" y="60"/>
                    <a:pt x="1501" y="96"/>
                  </a:cubicBezTo>
                  <a:cubicBezTo>
                    <a:pt x="906" y="406"/>
                    <a:pt x="501" y="1084"/>
                    <a:pt x="1" y="1596"/>
                  </a:cubicBezTo>
                  <a:lnTo>
                    <a:pt x="346" y="1549"/>
                  </a:lnTo>
                  <a:lnTo>
                    <a:pt x="346" y="1549"/>
                  </a:lnTo>
                  <a:cubicBezTo>
                    <a:pt x="287" y="1620"/>
                    <a:pt x="227" y="1679"/>
                    <a:pt x="180" y="1751"/>
                  </a:cubicBezTo>
                  <a:cubicBezTo>
                    <a:pt x="322" y="1787"/>
                    <a:pt x="465" y="1822"/>
                    <a:pt x="620" y="1846"/>
                  </a:cubicBezTo>
                  <a:cubicBezTo>
                    <a:pt x="656" y="1822"/>
                    <a:pt x="692" y="1810"/>
                    <a:pt x="739" y="1799"/>
                  </a:cubicBezTo>
                  <a:cubicBezTo>
                    <a:pt x="1049" y="1227"/>
                    <a:pt x="1382" y="620"/>
                    <a:pt x="17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6"/>
            <p:cNvSpPr/>
            <p:nvPr/>
          </p:nvSpPr>
          <p:spPr>
            <a:xfrm>
              <a:off x="3280750" y="2383150"/>
              <a:ext cx="19675" cy="3300"/>
            </a:xfrm>
            <a:custGeom>
              <a:rect b="b" l="l" r="r" t="t"/>
              <a:pathLst>
                <a:path extrusionOk="0" h="132" w="787">
                  <a:moveTo>
                    <a:pt x="1" y="1"/>
                  </a:moveTo>
                  <a:lnTo>
                    <a:pt x="1" y="1"/>
                  </a:lnTo>
                  <a:cubicBezTo>
                    <a:pt x="167" y="49"/>
                    <a:pt x="346" y="96"/>
                    <a:pt x="525" y="132"/>
                  </a:cubicBezTo>
                  <a:cubicBezTo>
                    <a:pt x="620" y="120"/>
                    <a:pt x="703" y="108"/>
                    <a:pt x="787" y="84"/>
                  </a:cubicBezTo>
                  <a:cubicBezTo>
                    <a:pt x="525" y="60"/>
                    <a:pt x="263" y="37"/>
                    <a:pt x="1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6"/>
            <p:cNvSpPr/>
            <p:nvPr/>
          </p:nvSpPr>
          <p:spPr>
            <a:xfrm>
              <a:off x="3590025" y="1468475"/>
              <a:ext cx="2400" cy="1800"/>
            </a:xfrm>
            <a:custGeom>
              <a:rect b="b" l="l" r="r" t="t"/>
              <a:pathLst>
                <a:path extrusionOk="0" h="72" w="96">
                  <a:moveTo>
                    <a:pt x="0" y="0"/>
                  </a:moveTo>
                  <a:cubicBezTo>
                    <a:pt x="24" y="24"/>
                    <a:pt x="36" y="48"/>
                    <a:pt x="48" y="72"/>
                  </a:cubicBezTo>
                  <a:cubicBezTo>
                    <a:pt x="72" y="60"/>
                    <a:pt x="84" y="36"/>
                    <a:pt x="96" y="24"/>
                  </a:cubicBezTo>
                  <a:cubicBezTo>
                    <a:pt x="60" y="12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6"/>
            <p:cNvSpPr/>
            <p:nvPr/>
          </p:nvSpPr>
          <p:spPr>
            <a:xfrm>
              <a:off x="4377675" y="2953175"/>
              <a:ext cx="110600" cy="94175"/>
            </a:xfrm>
            <a:custGeom>
              <a:rect b="b" l="l" r="r" t="t"/>
              <a:pathLst>
                <a:path extrusionOk="0" h="3767" w="4424">
                  <a:moveTo>
                    <a:pt x="4380" y="0"/>
                  </a:moveTo>
                  <a:lnTo>
                    <a:pt x="4011" y="560"/>
                  </a:lnTo>
                  <a:cubicBezTo>
                    <a:pt x="3792" y="507"/>
                    <a:pt x="3571" y="481"/>
                    <a:pt x="3351" y="481"/>
                  </a:cubicBezTo>
                  <a:cubicBezTo>
                    <a:pt x="1651" y="481"/>
                    <a:pt x="1" y="1986"/>
                    <a:pt x="22" y="3715"/>
                  </a:cubicBezTo>
                  <a:cubicBezTo>
                    <a:pt x="212" y="3750"/>
                    <a:pt x="402" y="3767"/>
                    <a:pt x="592" y="3767"/>
                  </a:cubicBezTo>
                  <a:cubicBezTo>
                    <a:pt x="2547" y="3767"/>
                    <a:pt x="4423" y="1997"/>
                    <a:pt x="43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6"/>
            <p:cNvSpPr/>
            <p:nvPr/>
          </p:nvSpPr>
          <p:spPr>
            <a:xfrm>
              <a:off x="4504425" y="2435850"/>
              <a:ext cx="8350" cy="33350"/>
            </a:xfrm>
            <a:custGeom>
              <a:rect b="b" l="l" r="r" t="t"/>
              <a:pathLst>
                <a:path extrusionOk="0" h="1334" w="334">
                  <a:moveTo>
                    <a:pt x="334" y="0"/>
                  </a:moveTo>
                  <a:cubicBezTo>
                    <a:pt x="274" y="155"/>
                    <a:pt x="215" y="322"/>
                    <a:pt x="155" y="477"/>
                  </a:cubicBezTo>
                  <a:cubicBezTo>
                    <a:pt x="72" y="715"/>
                    <a:pt x="0" y="1000"/>
                    <a:pt x="155" y="1203"/>
                  </a:cubicBezTo>
                  <a:cubicBezTo>
                    <a:pt x="203" y="1262"/>
                    <a:pt x="262" y="1310"/>
                    <a:pt x="334" y="1334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6"/>
            <p:cNvSpPr/>
            <p:nvPr/>
          </p:nvSpPr>
          <p:spPr>
            <a:xfrm>
              <a:off x="3399225" y="1507900"/>
              <a:ext cx="613200" cy="594625"/>
            </a:xfrm>
            <a:custGeom>
              <a:rect b="b" l="l" r="r" t="t"/>
              <a:pathLst>
                <a:path extrusionOk="0" h="23785" w="24528">
                  <a:moveTo>
                    <a:pt x="16051" y="1"/>
                  </a:moveTo>
                  <a:cubicBezTo>
                    <a:pt x="15733" y="1"/>
                    <a:pt x="15403" y="26"/>
                    <a:pt x="15062" y="78"/>
                  </a:cubicBezTo>
                  <a:cubicBezTo>
                    <a:pt x="16991" y="852"/>
                    <a:pt x="18384" y="2031"/>
                    <a:pt x="19360" y="3590"/>
                  </a:cubicBezTo>
                  <a:lnTo>
                    <a:pt x="18479" y="3590"/>
                  </a:lnTo>
                  <a:cubicBezTo>
                    <a:pt x="20134" y="5614"/>
                    <a:pt x="21063" y="8531"/>
                    <a:pt x="21063" y="11544"/>
                  </a:cubicBezTo>
                  <a:cubicBezTo>
                    <a:pt x="21063" y="17199"/>
                    <a:pt x="17264" y="21819"/>
                    <a:pt x="12490" y="22128"/>
                  </a:cubicBezTo>
                  <a:cubicBezTo>
                    <a:pt x="11749" y="22375"/>
                    <a:pt x="10988" y="22557"/>
                    <a:pt x="10171" y="22557"/>
                  </a:cubicBezTo>
                  <a:cubicBezTo>
                    <a:pt x="9728" y="22557"/>
                    <a:pt x="9268" y="22504"/>
                    <a:pt x="8787" y="22378"/>
                  </a:cubicBezTo>
                  <a:cubicBezTo>
                    <a:pt x="6001" y="21664"/>
                    <a:pt x="4537" y="19819"/>
                    <a:pt x="3608" y="17318"/>
                  </a:cubicBezTo>
                  <a:cubicBezTo>
                    <a:pt x="2775" y="15068"/>
                    <a:pt x="2632" y="12830"/>
                    <a:pt x="2941" y="10603"/>
                  </a:cubicBezTo>
                  <a:cubicBezTo>
                    <a:pt x="3036" y="9436"/>
                    <a:pt x="3287" y="8365"/>
                    <a:pt x="3679" y="7377"/>
                  </a:cubicBezTo>
                  <a:cubicBezTo>
                    <a:pt x="3691" y="7353"/>
                    <a:pt x="3691" y="7341"/>
                    <a:pt x="3703" y="7317"/>
                  </a:cubicBezTo>
                  <a:cubicBezTo>
                    <a:pt x="3846" y="6841"/>
                    <a:pt x="3965" y="6353"/>
                    <a:pt x="4096" y="5864"/>
                  </a:cubicBezTo>
                  <a:cubicBezTo>
                    <a:pt x="3977" y="5793"/>
                    <a:pt x="3858" y="5710"/>
                    <a:pt x="3739" y="5638"/>
                  </a:cubicBezTo>
                  <a:cubicBezTo>
                    <a:pt x="3251" y="6162"/>
                    <a:pt x="2655" y="6626"/>
                    <a:pt x="2274" y="7222"/>
                  </a:cubicBezTo>
                  <a:cubicBezTo>
                    <a:pt x="393" y="10163"/>
                    <a:pt x="274" y="13449"/>
                    <a:pt x="548" y="16783"/>
                  </a:cubicBezTo>
                  <a:cubicBezTo>
                    <a:pt x="631" y="17806"/>
                    <a:pt x="989" y="18807"/>
                    <a:pt x="1262" y="20033"/>
                  </a:cubicBezTo>
                  <a:cubicBezTo>
                    <a:pt x="834" y="19319"/>
                    <a:pt x="453" y="18699"/>
                    <a:pt x="0" y="17961"/>
                  </a:cubicBezTo>
                  <a:lnTo>
                    <a:pt x="0" y="17961"/>
                  </a:lnTo>
                  <a:cubicBezTo>
                    <a:pt x="909" y="20411"/>
                    <a:pt x="3407" y="23784"/>
                    <a:pt x="11596" y="23784"/>
                  </a:cubicBezTo>
                  <a:cubicBezTo>
                    <a:pt x="11883" y="23784"/>
                    <a:pt x="12177" y="23780"/>
                    <a:pt x="12478" y="23771"/>
                  </a:cubicBezTo>
                  <a:cubicBezTo>
                    <a:pt x="24527" y="23438"/>
                    <a:pt x="24361" y="10901"/>
                    <a:pt x="24039" y="7436"/>
                  </a:cubicBezTo>
                  <a:cubicBezTo>
                    <a:pt x="23944" y="6531"/>
                    <a:pt x="23753" y="5293"/>
                    <a:pt x="23325" y="4019"/>
                  </a:cubicBezTo>
                  <a:cubicBezTo>
                    <a:pt x="23241" y="4090"/>
                    <a:pt x="23158" y="4174"/>
                    <a:pt x="23087" y="4257"/>
                  </a:cubicBezTo>
                  <a:cubicBezTo>
                    <a:pt x="22146" y="3412"/>
                    <a:pt x="21205" y="2566"/>
                    <a:pt x="20265" y="1733"/>
                  </a:cubicBezTo>
                  <a:cubicBezTo>
                    <a:pt x="19049" y="667"/>
                    <a:pt x="17691" y="1"/>
                    <a:pt x="160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6"/>
            <p:cNvSpPr/>
            <p:nvPr/>
          </p:nvSpPr>
          <p:spPr>
            <a:xfrm>
              <a:off x="3609975" y="1527700"/>
              <a:ext cx="78300" cy="32475"/>
            </a:xfrm>
            <a:custGeom>
              <a:rect b="b" l="l" r="r" t="t"/>
              <a:pathLst>
                <a:path extrusionOk="0" h="1299" w="3132">
                  <a:moveTo>
                    <a:pt x="3000" y="0"/>
                  </a:moveTo>
                  <a:cubicBezTo>
                    <a:pt x="1905" y="262"/>
                    <a:pt x="881" y="667"/>
                    <a:pt x="0" y="1298"/>
                  </a:cubicBezTo>
                  <a:cubicBezTo>
                    <a:pt x="964" y="774"/>
                    <a:pt x="2024" y="417"/>
                    <a:pt x="3131" y="227"/>
                  </a:cubicBezTo>
                  <a:cubicBezTo>
                    <a:pt x="3096" y="155"/>
                    <a:pt x="3048" y="72"/>
                    <a:pt x="3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6"/>
            <p:cNvSpPr/>
            <p:nvPr/>
          </p:nvSpPr>
          <p:spPr>
            <a:xfrm>
              <a:off x="3485850" y="1532800"/>
              <a:ext cx="439950" cy="528325"/>
            </a:xfrm>
            <a:custGeom>
              <a:rect b="b" l="l" r="r" t="t"/>
              <a:pathLst>
                <a:path extrusionOk="0" h="21133" w="17598">
                  <a:moveTo>
                    <a:pt x="4310" y="4190"/>
                  </a:moveTo>
                  <a:cubicBezTo>
                    <a:pt x="5489" y="4190"/>
                    <a:pt x="6441" y="5142"/>
                    <a:pt x="6441" y="6309"/>
                  </a:cubicBezTo>
                  <a:cubicBezTo>
                    <a:pt x="6441" y="6523"/>
                    <a:pt x="6394" y="6726"/>
                    <a:pt x="6334" y="6928"/>
                  </a:cubicBezTo>
                  <a:cubicBezTo>
                    <a:pt x="6977" y="6535"/>
                    <a:pt x="7715" y="6309"/>
                    <a:pt x="8525" y="6309"/>
                  </a:cubicBezTo>
                  <a:cubicBezTo>
                    <a:pt x="10847" y="6309"/>
                    <a:pt x="12728" y="8190"/>
                    <a:pt x="12728" y="10524"/>
                  </a:cubicBezTo>
                  <a:cubicBezTo>
                    <a:pt x="12728" y="12846"/>
                    <a:pt x="10847" y="14727"/>
                    <a:pt x="8525" y="14727"/>
                  </a:cubicBezTo>
                  <a:cubicBezTo>
                    <a:pt x="6191" y="14727"/>
                    <a:pt x="4310" y="12846"/>
                    <a:pt x="4310" y="10524"/>
                  </a:cubicBezTo>
                  <a:cubicBezTo>
                    <a:pt x="4310" y="9714"/>
                    <a:pt x="4536" y="8976"/>
                    <a:pt x="4929" y="8333"/>
                  </a:cubicBezTo>
                  <a:lnTo>
                    <a:pt x="4929" y="8333"/>
                  </a:lnTo>
                  <a:cubicBezTo>
                    <a:pt x="4727" y="8393"/>
                    <a:pt x="4524" y="8440"/>
                    <a:pt x="4310" y="8440"/>
                  </a:cubicBezTo>
                  <a:cubicBezTo>
                    <a:pt x="3131" y="8440"/>
                    <a:pt x="2179" y="7488"/>
                    <a:pt x="2179" y="6309"/>
                  </a:cubicBezTo>
                  <a:cubicBezTo>
                    <a:pt x="2179" y="5142"/>
                    <a:pt x="3131" y="4190"/>
                    <a:pt x="4310" y="4190"/>
                  </a:cubicBezTo>
                  <a:close/>
                  <a:moveTo>
                    <a:pt x="14490" y="12608"/>
                  </a:moveTo>
                  <a:cubicBezTo>
                    <a:pt x="15454" y="12608"/>
                    <a:pt x="16240" y="13393"/>
                    <a:pt x="16240" y="14358"/>
                  </a:cubicBezTo>
                  <a:cubicBezTo>
                    <a:pt x="16240" y="15334"/>
                    <a:pt x="15454" y="16120"/>
                    <a:pt x="14490" y="16120"/>
                  </a:cubicBezTo>
                  <a:cubicBezTo>
                    <a:pt x="13514" y="16120"/>
                    <a:pt x="12728" y="15334"/>
                    <a:pt x="12728" y="14358"/>
                  </a:cubicBezTo>
                  <a:cubicBezTo>
                    <a:pt x="12728" y="13393"/>
                    <a:pt x="13514" y="12608"/>
                    <a:pt x="14490" y="12608"/>
                  </a:cubicBezTo>
                  <a:close/>
                  <a:moveTo>
                    <a:pt x="10254" y="0"/>
                  </a:moveTo>
                  <a:cubicBezTo>
                    <a:pt x="9835" y="0"/>
                    <a:pt x="9436" y="128"/>
                    <a:pt x="9013" y="380"/>
                  </a:cubicBezTo>
                  <a:cubicBezTo>
                    <a:pt x="7215" y="1463"/>
                    <a:pt x="5346" y="2440"/>
                    <a:pt x="3536" y="3511"/>
                  </a:cubicBezTo>
                  <a:cubicBezTo>
                    <a:pt x="3072" y="3785"/>
                    <a:pt x="2572" y="4202"/>
                    <a:pt x="2358" y="4678"/>
                  </a:cubicBezTo>
                  <a:cubicBezTo>
                    <a:pt x="714" y="8250"/>
                    <a:pt x="0" y="11929"/>
                    <a:pt x="1179" y="15822"/>
                  </a:cubicBezTo>
                  <a:cubicBezTo>
                    <a:pt x="2069" y="18784"/>
                    <a:pt x="5059" y="20782"/>
                    <a:pt x="8079" y="20782"/>
                  </a:cubicBezTo>
                  <a:cubicBezTo>
                    <a:pt x="8531" y="20782"/>
                    <a:pt x="8983" y="20737"/>
                    <a:pt x="9430" y="20644"/>
                  </a:cubicBezTo>
                  <a:lnTo>
                    <a:pt x="9430" y="20918"/>
                  </a:lnTo>
                  <a:lnTo>
                    <a:pt x="9632" y="20918"/>
                  </a:lnTo>
                  <a:cubicBezTo>
                    <a:pt x="9430" y="21001"/>
                    <a:pt x="9227" y="21073"/>
                    <a:pt x="9025" y="21132"/>
                  </a:cubicBezTo>
                  <a:cubicBezTo>
                    <a:pt x="13799" y="20823"/>
                    <a:pt x="17598" y="16203"/>
                    <a:pt x="17598" y="10560"/>
                  </a:cubicBezTo>
                  <a:cubicBezTo>
                    <a:pt x="17598" y="7535"/>
                    <a:pt x="16669" y="4618"/>
                    <a:pt x="15014" y="2606"/>
                  </a:cubicBezTo>
                  <a:lnTo>
                    <a:pt x="14585" y="2606"/>
                  </a:lnTo>
                  <a:cubicBezTo>
                    <a:pt x="13704" y="1475"/>
                    <a:pt x="12537" y="654"/>
                    <a:pt x="11049" y="142"/>
                  </a:cubicBezTo>
                  <a:cubicBezTo>
                    <a:pt x="10770" y="47"/>
                    <a:pt x="10509" y="0"/>
                    <a:pt x="10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6"/>
            <p:cNvSpPr/>
            <p:nvPr/>
          </p:nvSpPr>
          <p:spPr>
            <a:xfrm>
              <a:off x="3579600" y="1533350"/>
              <a:ext cx="111050" cy="65525"/>
            </a:xfrm>
            <a:custGeom>
              <a:rect b="b" l="l" r="r" t="t"/>
              <a:pathLst>
                <a:path extrusionOk="0" h="2621" w="4442">
                  <a:moveTo>
                    <a:pt x="4346" y="1"/>
                  </a:moveTo>
                  <a:cubicBezTo>
                    <a:pt x="3239" y="191"/>
                    <a:pt x="2179" y="548"/>
                    <a:pt x="1215" y="1072"/>
                  </a:cubicBezTo>
                  <a:cubicBezTo>
                    <a:pt x="774" y="1382"/>
                    <a:pt x="358" y="1739"/>
                    <a:pt x="1" y="2180"/>
                  </a:cubicBezTo>
                  <a:cubicBezTo>
                    <a:pt x="96" y="2334"/>
                    <a:pt x="191" y="2477"/>
                    <a:pt x="286" y="2620"/>
                  </a:cubicBezTo>
                  <a:cubicBezTo>
                    <a:pt x="1679" y="1799"/>
                    <a:pt x="3060" y="977"/>
                    <a:pt x="4442" y="155"/>
                  </a:cubicBezTo>
                  <a:cubicBezTo>
                    <a:pt x="4418" y="96"/>
                    <a:pt x="4382" y="48"/>
                    <a:pt x="43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6"/>
            <p:cNvSpPr/>
            <p:nvPr/>
          </p:nvSpPr>
          <p:spPr>
            <a:xfrm>
              <a:off x="3472750" y="1692300"/>
              <a:ext cx="18475" cy="80700"/>
            </a:xfrm>
            <a:custGeom>
              <a:rect b="b" l="l" r="r" t="t"/>
              <a:pathLst>
                <a:path extrusionOk="0" h="3228" w="739">
                  <a:moveTo>
                    <a:pt x="738" y="1"/>
                  </a:moveTo>
                  <a:lnTo>
                    <a:pt x="738" y="1"/>
                  </a:lnTo>
                  <a:cubicBezTo>
                    <a:pt x="346" y="989"/>
                    <a:pt x="95" y="2072"/>
                    <a:pt x="0" y="3227"/>
                  </a:cubicBezTo>
                  <a:cubicBezTo>
                    <a:pt x="155" y="2156"/>
                    <a:pt x="405" y="1072"/>
                    <a:pt x="738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6"/>
            <p:cNvSpPr/>
            <p:nvPr/>
          </p:nvSpPr>
          <p:spPr>
            <a:xfrm>
              <a:off x="3593600" y="1690525"/>
              <a:ext cx="210450" cy="210450"/>
            </a:xfrm>
            <a:custGeom>
              <a:rect b="b" l="l" r="r" t="t"/>
              <a:pathLst>
                <a:path extrusionOk="0" h="8418" w="8418">
                  <a:moveTo>
                    <a:pt x="4215" y="0"/>
                  </a:moveTo>
                  <a:cubicBezTo>
                    <a:pt x="3405" y="0"/>
                    <a:pt x="2667" y="226"/>
                    <a:pt x="2024" y="619"/>
                  </a:cubicBezTo>
                  <a:cubicBezTo>
                    <a:pt x="1822" y="1298"/>
                    <a:pt x="1298" y="1822"/>
                    <a:pt x="619" y="2024"/>
                  </a:cubicBezTo>
                  <a:cubicBezTo>
                    <a:pt x="226" y="2667"/>
                    <a:pt x="0" y="3405"/>
                    <a:pt x="0" y="4215"/>
                  </a:cubicBezTo>
                  <a:cubicBezTo>
                    <a:pt x="0" y="6537"/>
                    <a:pt x="1881" y="8418"/>
                    <a:pt x="4215" y="8418"/>
                  </a:cubicBezTo>
                  <a:cubicBezTo>
                    <a:pt x="6537" y="8418"/>
                    <a:pt x="8418" y="6537"/>
                    <a:pt x="8418" y="4215"/>
                  </a:cubicBezTo>
                  <a:cubicBezTo>
                    <a:pt x="8418" y="1881"/>
                    <a:pt x="6537" y="0"/>
                    <a:pt x="4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6"/>
            <p:cNvSpPr/>
            <p:nvPr/>
          </p:nvSpPr>
          <p:spPr>
            <a:xfrm>
              <a:off x="3540300" y="1637525"/>
              <a:ext cx="106600" cy="106300"/>
            </a:xfrm>
            <a:custGeom>
              <a:rect b="b" l="l" r="r" t="t"/>
              <a:pathLst>
                <a:path extrusionOk="0" h="4252" w="4264">
                  <a:moveTo>
                    <a:pt x="2132" y="1"/>
                  </a:moveTo>
                  <a:cubicBezTo>
                    <a:pt x="953" y="1"/>
                    <a:pt x="1" y="953"/>
                    <a:pt x="1" y="2120"/>
                  </a:cubicBezTo>
                  <a:cubicBezTo>
                    <a:pt x="1" y="3299"/>
                    <a:pt x="953" y="4251"/>
                    <a:pt x="2132" y="4251"/>
                  </a:cubicBezTo>
                  <a:cubicBezTo>
                    <a:pt x="2346" y="4251"/>
                    <a:pt x="2549" y="4204"/>
                    <a:pt x="2751" y="4144"/>
                  </a:cubicBezTo>
                  <a:cubicBezTo>
                    <a:pt x="3430" y="3942"/>
                    <a:pt x="3954" y="3418"/>
                    <a:pt x="4156" y="2739"/>
                  </a:cubicBezTo>
                  <a:cubicBezTo>
                    <a:pt x="4216" y="2537"/>
                    <a:pt x="4263" y="2334"/>
                    <a:pt x="4263" y="2120"/>
                  </a:cubicBezTo>
                  <a:cubicBezTo>
                    <a:pt x="4263" y="953"/>
                    <a:pt x="3311" y="1"/>
                    <a:pt x="21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6"/>
            <p:cNvSpPr/>
            <p:nvPr/>
          </p:nvSpPr>
          <p:spPr>
            <a:xfrm>
              <a:off x="3804025" y="1847975"/>
              <a:ext cx="87850" cy="87825"/>
            </a:xfrm>
            <a:custGeom>
              <a:rect b="b" l="l" r="r" t="t"/>
              <a:pathLst>
                <a:path extrusionOk="0" h="3513" w="3514">
                  <a:moveTo>
                    <a:pt x="1763" y="1"/>
                  </a:moveTo>
                  <a:cubicBezTo>
                    <a:pt x="787" y="1"/>
                    <a:pt x="1" y="786"/>
                    <a:pt x="1" y="1751"/>
                  </a:cubicBezTo>
                  <a:cubicBezTo>
                    <a:pt x="1" y="2727"/>
                    <a:pt x="787" y="3513"/>
                    <a:pt x="1763" y="3513"/>
                  </a:cubicBezTo>
                  <a:cubicBezTo>
                    <a:pt x="2727" y="3513"/>
                    <a:pt x="3513" y="2727"/>
                    <a:pt x="3513" y="1751"/>
                  </a:cubicBezTo>
                  <a:cubicBezTo>
                    <a:pt x="3513" y="786"/>
                    <a:pt x="2727" y="1"/>
                    <a:pt x="17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6"/>
            <p:cNvSpPr/>
            <p:nvPr/>
          </p:nvSpPr>
          <p:spPr>
            <a:xfrm>
              <a:off x="3999000" y="4384600"/>
              <a:ext cx="122075" cy="78000"/>
            </a:xfrm>
            <a:custGeom>
              <a:rect b="b" l="l" r="r" t="t"/>
              <a:pathLst>
                <a:path extrusionOk="0" h="3120" w="4883">
                  <a:moveTo>
                    <a:pt x="0" y="0"/>
                  </a:moveTo>
                  <a:lnTo>
                    <a:pt x="0" y="0"/>
                  </a:lnTo>
                  <a:cubicBezTo>
                    <a:pt x="1632" y="1048"/>
                    <a:pt x="3299" y="2108"/>
                    <a:pt x="4882" y="3120"/>
                  </a:cubicBezTo>
                  <a:cubicBezTo>
                    <a:pt x="3715" y="2334"/>
                    <a:pt x="2548" y="1560"/>
                    <a:pt x="1346" y="834"/>
                  </a:cubicBezTo>
                  <a:cubicBezTo>
                    <a:pt x="893" y="560"/>
                    <a:pt x="453" y="286"/>
                    <a:pt x="0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6"/>
            <p:cNvSpPr/>
            <p:nvPr/>
          </p:nvSpPr>
          <p:spPr>
            <a:xfrm>
              <a:off x="3575125" y="3609800"/>
              <a:ext cx="937950" cy="948050"/>
            </a:xfrm>
            <a:custGeom>
              <a:rect b="b" l="l" r="r" t="t"/>
              <a:pathLst>
                <a:path extrusionOk="0" h="37922" w="37518">
                  <a:moveTo>
                    <a:pt x="30588" y="0"/>
                  </a:moveTo>
                  <a:cubicBezTo>
                    <a:pt x="28302" y="108"/>
                    <a:pt x="26659" y="1358"/>
                    <a:pt x="24706" y="2537"/>
                  </a:cubicBezTo>
                  <a:cubicBezTo>
                    <a:pt x="24897" y="2167"/>
                    <a:pt x="25004" y="1941"/>
                    <a:pt x="25099" y="1751"/>
                  </a:cubicBezTo>
                  <a:lnTo>
                    <a:pt x="25099" y="1751"/>
                  </a:lnTo>
                  <a:cubicBezTo>
                    <a:pt x="21837" y="3810"/>
                    <a:pt x="18241" y="6085"/>
                    <a:pt x="14479" y="8454"/>
                  </a:cubicBezTo>
                  <a:cubicBezTo>
                    <a:pt x="14479" y="8454"/>
                    <a:pt x="15205" y="7871"/>
                    <a:pt x="16503" y="6870"/>
                  </a:cubicBezTo>
                  <a:cubicBezTo>
                    <a:pt x="17539" y="6073"/>
                    <a:pt x="18956" y="5013"/>
                    <a:pt x="20670" y="3787"/>
                  </a:cubicBezTo>
                  <a:lnTo>
                    <a:pt x="20670" y="3787"/>
                  </a:lnTo>
                  <a:cubicBezTo>
                    <a:pt x="20265" y="4013"/>
                    <a:pt x="19873" y="4227"/>
                    <a:pt x="19468" y="4442"/>
                  </a:cubicBezTo>
                  <a:cubicBezTo>
                    <a:pt x="19432" y="4382"/>
                    <a:pt x="19384" y="4322"/>
                    <a:pt x="19349" y="4263"/>
                  </a:cubicBezTo>
                  <a:cubicBezTo>
                    <a:pt x="20242" y="3560"/>
                    <a:pt x="21123" y="2858"/>
                    <a:pt x="22004" y="2167"/>
                  </a:cubicBezTo>
                  <a:cubicBezTo>
                    <a:pt x="21956" y="2084"/>
                    <a:pt x="21908" y="1989"/>
                    <a:pt x="21861" y="1905"/>
                  </a:cubicBezTo>
                  <a:cubicBezTo>
                    <a:pt x="17503" y="3477"/>
                    <a:pt x="13610" y="5954"/>
                    <a:pt x="9407" y="8418"/>
                  </a:cubicBezTo>
                  <a:cubicBezTo>
                    <a:pt x="11705" y="13824"/>
                    <a:pt x="13943" y="19134"/>
                    <a:pt x="16193" y="24456"/>
                  </a:cubicBezTo>
                  <a:cubicBezTo>
                    <a:pt x="13134" y="19586"/>
                    <a:pt x="11098" y="14240"/>
                    <a:pt x="8871" y="8704"/>
                  </a:cubicBezTo>
                  <a:cubicBezTo>
                    <a:pt x="5871" y="10466"/>
                    <a:pt x="3013" y="12133"/>
                    <a:pt x="1" y="13895"/>
                  </a:cubicBezTo>
                  <a:cubicBezTo>
                    <a:pt x="1501" y="15538"/>
                    <a:pt x="2882" y="17110"/>
                    <a:pt x="4323" y="18610"/>
                  </a:cubicBezTo>
                  <a:cubicBezTo>
                    <a:pt x="10014" y="24551"/>
                    <a:pt x="16408" y="29635"/>
                    <a:pt x="23218" y="34231"/>
                  </a:cubicBezTo>
                  <a:cubicBezTo>
                    <a:pt x="24992" y="35433"/>
                    <a:pt x="26754" y="36672"/>
                    <a:pt x="28505" y="37922"/>
                  </a:cubicBezTo>
                  <a:lnTo>
                    <a:pt x="37518" y="37922"/>
                  </a:lnTo>
                  <a:lnTo>
                    <a:pt x="37518" y="33028"/>
                  </a:lnTo>
                  <a:cubicBezTo>
                    <a:pt x="36529" y="32147"/>
                    <a:pt x="35660" y="31159"/>
                    <a:pt x="35077" y="29980"/>
                  </a:cubicBezTo>
                  <a:cubicBezTo>
                    <a:pt x="34136" y="28075"/>
                    <a:pt x="34065" y="25873"/>
                    <a:pt x="34041" y="23753"/>
                  </a:cubicBezTo>
                  <a:cubicBezTo>
                    <a:pt x="33934" y="16550"/>
                    <a:pt x="34100" y="9347"/>
                    <a:pt x="34553" y="2156"/>
                  </a:cubicBezTo>
                  <a:lnTo>
                    <a:pt x="34553" y="2156"/>
                  </a:lnTo>
                  <a:cubicBezTo>
                    <a:pt x="32184" y="3620"/>
                    <a:pt x="29124" y="5465"/>
                    <a:pt x="25730" y="7335"/>
                  </a:cubicBezTo>
                  <a:cubicBezTo>
                    <a:pt x="25730" y="7335"/>
                    <a:pt x="26076" y="7013"/>
                    <a:pt x="26731" y="6477"/>
                  </a:cubicBezTo>
                  <a:cubicBezTo>
                    <a:pt x="27385" y="5930"/>
                    <a:pt x="28350" y="5180"/>
                    <a:pt x="29552" y="4322"/>
                  </a:cubicBezTo>
                  <a:cubicBezTo>
                    <a:pt x="30576" y="3608"/>
                    <a:pt x="31791" y="2822"/>
                    <a:pt x="33136" y="2036"/>
                  </a:cubicBezTo>
                  <a:lnTo>
                    <a:pt x="33136" y="2036"/>
                  </a:lnTo>
                  <a:cubicBezTo>
                    <a:pt x="30874" y="3001"/>
                    <a:pt x="28624" y="3953"/>
                    <a:pt x="26361" y="4918"/>
                  </a:cubicBezTo>
                  <a:cubicBezTo>
                    <a:pt x="24933" y="5704"/>
                    <a:pt x="23456" y="6501"/>
                    <a:pt x="21932" y="7311"/>
                  </a:cubicBezTo>
                  <a:cubicBezTo>
                    <a:pt x="21932" y="7311"/>
                    <a:pt x="22563" y="6835"/>
                    <a:pt x="23683" y="6049"/>
                  </a:cubicBezTo>
                  <a:lnTo>
                    <a:pt x="23683" y="6049"/>
                  </a:lnTo>
                  <a:cubicBezTo>
                    <a:pt x="23290" y="6227"/>
                    <a:pt x="22885" y="6394"/>
                    <a:pt x="22492" y="6561"/>
                  </a:cubicBezTo>
                  <a:cubicBezTo>
                    <a:pt x="23837" y="5573"/>
                    <a:pt x="25183" y="4572"/>
                    <a:pt x="26528" y="3572"/>
                  </a:cubicBezTo>
                  <a:lnTo>
                    <a:pt x="26528" y="3572"/>
                  </a:lnTo>
                  <a:cubicBezTo>
                    <a:pt x="23611" y="5394"/>
                    <a:pt x="20444" y="7335"/>
                    <a:pt x="17098" y="9311"/>
                  </a:cubicBezTo>
                  <a:cubicBezTo>
                    <a:pt x="17098" y="9311"/>
                    <a:pt x="19968" y="7073"/>
                    <a:pt x="24635" y="3906"/>
                  </a:cubicBezTo>
                  <a:cubicBezTo>
                    <a:pt x="26385" y="2715"/>
                    <a:pt x="28385" y="1382"/>
                    <a:pt x="30588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6"/>
            <p:cNvSpPr/>
            <p:nvPr/>
          </p:nvSpPr>
          <p:spPr>
            <a:xfrm>
              <a:off x="3985300" y="4375675"/>
              <a:ext cx="10150" cy="6575"/>
            </a:xfrm>
            <a:custGeom>
              <a:rect b="b" l="l" r="r" t="t"/>
              <a:pathLst>
                <a:path extrusionOk="0" h="263" w="406">
                  <a:moveTo>
                    <a:pt x="1" y="0"/>
                  </a:moveTo>
                  <a:cubicBezTo>
                    <a:pt x="24" y="16"/>
                    <a:pt x="47" y="31"/>
                    <a:pt x="74" y="47"/>
                  </a:cubicBezTo>
                  <a:lnTo>
                    <a:pt x="74" y="47"/>
                  </a:lnTo>
                  <a:cubicBezTo>
                    <a:pt x="49" y="31"/>
                    <a:pt x="25" y="16"/>
                    <a:pt x="1" y="0"/>
                  </a:cubicBezTo>
                  <a:close/>
                  <a:moveTo>
                    <a:pt x="74" y="47"/>
                  </a:moveTo>
                  <a:lnTo>
                    <a:pt x="74" y="47"/>
                  </a:lnTo>
                  <a:cubicBezTo>
                    <a:pt x="181" y="115"/>
                    <a:pt x="289" y="185"/>
                    <a:pt x="406" y="262"/>
                  </a:cubicBezTo>
                  <a:cubicBezTo>
                    <a:pt x="310" y="191"/>
                    <a:pt x="215" y="131"/>
                    <a:pt x="120" y="72"/>
                  </a:cubicBezTo>
                  <a:cubicBezTo>
                    <a:pt x="103" y="63"/>
                    <a:pt x="88" y="55"/>
                    <a:pt x="74" y="47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6"/>
            <p:cNvSpPr/>
            <p:nvPr/>
          </p:nvSpPr>
          <p:spPr>
            <a:xfrm>
              <a:off x="3526025" y="3935725"/>
              <a:ext cx="18175" cy="21750"/>
            </a:xfrm>
            <a:custGeom>
              <a:rect b="b" l="l" r="r" t="t"/>
              <a:pathLst>
                <a:path extrusionOk="0" h="870" w="727">
                  <a:moveTo>
                    <a:pt x="0" y="1"/>
                  </a:moveTo>
                  <a:lnTo>
                    <a:pt x="0" y="1"/>
                  </a:lnTo>
                  <a:cubicBezTo>
                    <a:pt x="143" y="179"/>
                    <a:pt x="393" y="489"/>
                    <a:pt x="727" y="870"/>
                  </a:cubicBezTo>
                  <a:cubicBezTo>
                    <a:pt x="501" y="560"/>
                    <a:pt x="274" y="263"/>
                    <a:pt x="0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6"/>
            <p:cNvSpPr/>
            <p:nvPr/>
          </p:nvSpPr>
          <p:spPr>
            <a:xfrm>
              <a:off x="4234150" y="3569025"/>
              <a:ext cx="278625" cy="163725"/>
            </a:xfrm>
            <a:custGeom>
              <a:rect b="b" l="l" r="r" t="t"/>
              <a:pathLst>
                <a:path extrusionOk="0" h="6549" w="11145">
                  <a:moveTo>
                    <a:pt x="11145" y="0"/>
                  </a:moveTo>
                  <a:cubicBezTo>
                    <a:pt x="10907" y="143"/>
                    <a:pt x="10657" y="298"/>
                    <a:pt x="10406" y="453"/>
                  </a:cubicBezTo>
                  <a:cubicBezTo>
                    <a:pt x="7632" y="2167"/>
                    <a:pt x="4049" y="4310"/>
                    <a:pt x="0" y="6549"/>
                  </a:cubicBezTo>
                  <a:cubicBezTo>
                    <a:pt x="2263" y="5584"/>
                    <a:pt x="4513" y="4632"/>
                    <a:pt x="6775" y="3667"/>
                  </a:cubicBezTo>
                  <a:cubicBezTo>
                    <a:pt x="8109" y="2905"/>
                    <a:pt x="9573" y="2143"/>
                    <a:pt x="11145" y="1465"/>
                  </a:cubicBezTo>
                  <a:lnTo>
                    <a:pt x="1114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6"/>
            <p:cNvSpPr/>
            <p:nvPr/>
          </p:nvSpPr>
          <p:spPr>
            <a:xfrm>
              <a:off x="4137100" y="3522575"/>
              <a:ext cx="375675" cy="251250"/>
            </a:xfrm>
            <a:custGeom>
              <a:rect b="b" l="l" r="r" t="t"/>
              <a:pathLst>
                <a:path extrusionOk="0" h="10050" w="15027">
                  <a:moveTo>
                    <a:pt x="15027" y="1"/>
                  </a:moveTo>
                  <a:cubicBezTo>
                    <a:pt x="14360" y="453"/>
                    <a:pt x="13634" y="930"/>
                    <a:pt x="12860" y="1430"/>
                  </a:cubicBezTo>
                  <a:cubicBezTo>
                    <a:pt x="10383" y="3061"/>
                    <a:pt x="7383" y="4978"/>
                    <a:pt x="4049" y="7061"/>
                  </a:cubicBezTo>
                  <a:cubicBezTo>
                    <a:pt x="2704" y="8073"/>
                    <a:pt x="1358" y="9062"/>
                    <a:pt x="1" y="10050"/>
                  </a:cubicBezTo>
                  <a:cubicBezTo>
                    <a:pt x="406" y="9883"/>
                    <a:pt x="799" y="9716"/>
                    <a:pt x="1204" y="9538"/>
                  </a:cubicBezTo>
                  <a:cubicBezTo>
                    <a:pt x="2251" y="8812"/>
                    <a:pt x="3728" y="7811"/>
                    <a:pt x="5549" y="6645"/>
                  </a:cubicBezTo>
                  <a:cubicBezTo>
                    <a:pt x="7276" y="5537"/>
                    <a:pt x="9300" y="4287"/>
                    <a:pt x="11550" y="3001"/>
                  </a:cubicBezTo>
                  <a:cubicBezTo>
                    <a:pt x="12669" y="2156"/>
                    <a:pt x="13836" y="1370"/>
                    <a:pt x="15027" y="608"/>
                  </a:cubicBezTo>
                  <a:lnTo>
                    <a:pt x="15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6"/>
            <p:cNvSpPr/>
            <p:nvPr/>
          </p:nvSpPr>
          <p:spPr>
            <a:xfrm>
              <a:off x="4423450" y="3617250"/>
              <a:ext cx="89325" cy="818575"/>
            </a:xfrm>
            <a:custGeom>
              <a:rect b="b" l="l" r="r" t="t"/>
              <a:pathLst>
                <a:path extrusionOk="0" h="32743" w="3573">
                  <a:moveTo>
                    <a:pt x="3573" y="0"/>
                  </a:moveTo>
                  <a:cubicBezTo>
                    <a:pt x="2989" y="381"/>
                    <a:pt x="2287" y="822"/>
                    <a:pt x="1477" y="1322"/>
                  </a:cubicBezTo>
                  <a:cubicBezTo>
                    <a:pt x="1203" y="1500"/>
                    <a:pt x="918" y="1679"/>
                    <a:pt x="620" y="1858"/>
                  </a:cubicBezTo>
                  <a:cubicBezTo>
                    <a:pt x="167" y="9049"/>
                    <a:pt x="1" y="16252"/>
                    <a:pt x="108" y="23455"/>
                  </a:cubicBezTo>
                  <a:cubicBezTo>
                    <a:pt x="132" y="25575"/>
                    <a:pt x="203" y="27777"/>
                    <a:pt x="1144" y="29682"/>
                  </a:cubicBezTo>
                  <a:cubicBezTo>
                    <a:pt x="1727" y="30861"/>
                    <a:pt x="2596" y="31849"/>
                    <a:pt x="3573" y="32742"/>
                  </a:cubicBezTo>
                  <a:lnTo>
                    <a:pt x="357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6"/>
            <p:cNvSpPr/>
            <p:nvPr/>
          </p:nvSpPr>
          <p:spPr>
            <a:xfrm>
              <a:off x="3566500" y="4285825"/>
              <a:ext cx="691175" cy="272025"/>
            </a:xfrm>
            <a:custGeom>
              <a:rect b="b" l="l" r="r" t="t"/>
              <a:pathLst>
                <a:path extrusionOk="0" h="10881" w="27647">
                  <a:moveTo>
                    <a:pt x="11304" y="0"/>
                  </a:moveTo>
                  <a:cubicBezTo>
                    <a:pt x="8841" y="0"/>
                    <a:pt x="6285" y="1129"/>
                    <a:pt x="4489" y="2880"/>
                  </a:cubicBezTo>
                  <a:cubicBezTo>
                    <a:pt x="2275" y="5047"/>
                    <a:pt x="965" y="7916"/>
                    <a:pt x="1" y="10881"/>
                  </a:cubicBezTo>
                  <a:lnTo>
                    <a:pt x="27647" y="10881"/>
                  </a:lnTo>
                  <a:cubicBezTo>
                    <a:pt x="25837" y="9595"/>
                    <a:pt x="24028" y="8309"/>
                    <a:pt x="22182" y="7071"/>
                  </a:cubicBezTo>
                  <a:cubicBezTo>
                    <a:pt x="20599" y="6059"/>
                    <a:pt x="18932" y="4999"/>
                    <a:pt x="17300" y="3951"/>
                  </a:cubicBezTo>
                  <a:cubicBezTo>
                    <a:pt x="17253" y="3916"/>
                    <a:pt x="17205" y="3880"/>
                    <a:pt x="17146" y="3856"/>
                  </a:cubicBezTo>
                  <a:cubicBezTo>
                    <a:pt x="17050" y="3785"/>
                    <a:pt x="16955" y="3725"/>
                    <a:pt x="16860" y="3666"/>
                  </a:cubicBezTo>
                  <a:cubicBezTo>
                    <a:pt x="16824" y="3642"/>
                    <a:pt x="16789" y="3618"/>
                    <a:pt x="16753" y="3594"/>
                  </a:cubicBezTo>
                  <a:cubicBezTo>
                    <a:pt x="15014" y="2463"/>
                    <a:pt x="13324" y="1272"/>
                    <a:pt x="11705" y="10"/>
                  </a:cubicBezTo>
                  <a:cubicBezTo>
                    <a:pt x="11571" y="4"/>
                    <a:pt x="11438" y="0"/>
                    <a:pt x="1130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6"/>
            <p:cNvSpPr/>
            <p:nvPr/>
          </p:nvSpPr>
          <p:spPr>
            <a:xfrm>
              <a:off x="2680975" y="4226550"/>
              <a:ext cx="543550" cy="331300"/>
            </a:xfrm>
            <a:custGeom>
              <a:rect b="b" l="l" r="r" t="t"/>
              <a:pathLst>
                <a:path extrusionOk="0" h="13252" w="21742">
                  <a:moveTo>
                    <a:pt x="17491" y="0"/>
                  </a:moveTo>
                  <a:cubicBezTo>
                    <a:pt x="16896" y="357"/>
                    <a:pt x="16312" y="679"/>
                    <a:pt x="15764" y="1048"/>
                  </a:cubicBezTo>
                  <a:cubicBezTo>
                    <a:pt x="10157" y="4667"/>
                    <a:pt x="5085" y="8966"/>
                    <a:pt x="1" y="13252"/>
                  </a:cubicBezTo>
                  <a:lnTo>
                    <a:pt x="3275" y="13252"/>
                  </a:lnTo>
                  <a:cubicBezTo>
                    <a:pt x="6716" y="10394"/>
                    <a:pt x="10335" y="7751"/>
                    <a:pt x="13955" y="5120"/>
                  </a:cubicBezTo>
                  <a:cubicBezTo>
                    <a:pt x="14014" y="5191"/>
                    <a:pt x="14074" y="5263"/>
                    <a:pt x="14133" y="5334"/>
                  </a:cubicBezTo>
                  <a:cubicBezTo>
                    <a:pt x="10835" y="7977"/>
                    <a:pt x="7525" y="10621"/>
                    <a:pt x="4227" y="13252"/>
                  </a:cubicBezTo>
                  <a:lnTo>
                    <a:pt x="21741" y="13252"/>
                  </a:lnTo>
                  <a:cubicBezTo>
                    <a:pt x="20134" y="9442"/>
                    <a:pt x="18884" y="5560"/>
                    <a:pt x="19717" y="1274"/>
                  </a:cubicBezTo>
                  <a:cubicBezTo>
                    <a:pt x="18955" y="834"/>
                    <a:pt x="18265" y="441"/>
                    <a:pt x="1749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6"/>
            <p:cNvSpPr/>
            <p:nvPr/>
          </p:nvSpPr>
          <p:spPr>
            <a:xfrm>
              <a:off x="3185800" y="3662775"/>
              <a:ext cx="673325" cy="895075"/>
            </a:xfrm>
            <a:custGeom>
              <a:rect b="b" l="l" r="r" t="t"/>
              <a:pathLst>
                <a:path extrusionOk="0" h="35803" w="26933">
                  <a:moveTo>
                    <a:pt x="6085" y="9180"/>
                  </a:moveTo>
                  <a:cubicBezTo>
                    <a:pt x="4620" y="14562"/>
                    <a:pt x="3156" y="19944"/>
                    <a:pt x="1679" y="25325"/>
                  </a:cubicBezTo>
                  <a:cubicBezTo>
                    <a:pt x="2513" y="19741"/>
                    <a:pt x="3811" y="14276"/>
                    <a:pt x="6085" y="9180"/>
                  </a:cubicBezTo>
                  <a:close/>
                  <a:moveTo>
                    <a:pt x="9811" y="1"/>
                  </a:moveTo>
                  <a:cubicBezTo>
                    <a:pt x="9323" y="346"/>
                    <a:pt x="8930" y="489"/>
                    <a:pt x="8776" y="763"/>
                  </a:cubicBezTo>
                  <a:cubicBezTo>
                    <a:pt x="7633" y="2799"/>
                    <a:pt x="6251" y="4763"/>
                    <a:pt x="5477" y="6930"/>
                  </a:cubicBezTo>
                  <a:cubicBezTo>
                    <a:pt x="3525" y="12431"/>
                    <a:pt x="1560" y="17932"/>
                    <a:pt x="477" y="23694"/>
                  </a:cubicBezTo>
                  <a:cubicBezTo>
                    <a:pt x="1" y="26183"/>
                    <a:pt x="48" y="28623"/>
                    <a:pt x="751" y="31076"/>
                  </a:cubicBezTo>
                  <a:cubicBezTo>
                    <a:pt x="1227" y="32707"/>
                    <a:pt x="1810" y="34279"/>
                    <a:pt x="2489" y="35803"/>
                  </a:cubicBezTo>
                  <a:lnTo>
                    <a:pt x="15229" y="35803"/>
                  </a:lnTo>
                  <a:cubicBezTo>
                    <a:pt x="16193" y="32838"/>
                    <a:pt x="17503" y="29969"/>
                    <a:pt x="19705" y="27802"/>
                  </a:cubicBezTo>
                  <a:cubicBezTo>
                    <a:pt x="21512" y="26051"/>
                    <a:pt x="24069" y="24922"/>
                    <a:pt x="26532" y="24922"/>
                  </a:cubicBezTo>
                  <a:cubicBezTo>
                    <a:pt x="26666" y="24922"/>
                    <a:pt x="26799" y="24926"/>
                    <a:pt x="26933" y="24932"/>
                  </a:cubicBezTo>
                  <a:cubicBezTo>
                    <a:pt x="22396" y="21408"/>
                    <a:pt x="18360" y="17348"/>
                    <a:pt x="14919" y="12609"/>
                  </a:cubicBezTo>
                  <a:cubicBezTo>
                    <a:pt x="14729" y="12348"/>
                    <a:pt x="14538" y="12062"/>
                    <a:pt x="14336" y="11788"/>
                  </a:cubicBezTo>
                  <a:cubicBezTo>
                    <a:pt x="14002" y="11407"/>
                    <a:pt x="13740" y="11097"/>
                    <a:pt x="13609" y="10919"/>
                  </a:cubicBezTo>
                  <a:cubicBezTo>
                    <a:pt x="10990" y="8383"/>
                    <a:pt x="10907" y="4942"/>
                    <a:pt x="10216" y="1715"/>
                  </a:cubicBezTo>
                  <a:cubicBezTo>
                    <a:pt x="10109" y="1227"/>
                    <a:pt x="9990" y="739"/>
                    <a:pt x="9811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6"/>
            <p:cNvSpPr/>
            <p:nvPr/>
          </p:nvSpPr>
          <p:spPr>
            <a:xfrm>
              <a:off x="2676525" y="2141175"/>
              <a:ext cx="1836250" cy="2416675"/>
            </a:xfrm>
            <a:custGeom>
              <a:rect b="b" l="l" r="r" t="t"/>
              <a:pathLst>
                <a:path extrusionOk="0" h="96667" w="73450">
                  <a:moveTo>
                    <a:pt x="1786" y="0"/>
                  </a:moveTo>
                  <a:cubicBezTo>
                    <a:pt x="2369" y="3286"/>
                    <a:pt x="3024" y="6525"/>
                    <a:pt x="5084" y="9287"/>
                  </a:cubicBezTo>
                  <a:cubicBezTo>
                    <a:pt x="5679" y="10097"/>
                    <a:pt x="6084" y="11037"/>
                    <a:pt x="6584" y="11918"/>
                  </a:cubicBezTo>
                  <a:cubicBezTo>
                    <a:pt x="6465" y="11978"/>
                    <a:pt x="6346" y="12037"/>
                    <a:pt x="6227" y="12109"/>
                  </a:cubicBezTo>
                  <a:cubicBezTo>
                    <a:pt x="6191" y="12121"/>
                    <a:pt x="6156" y="12145"/>
                    <a:pt x="6120" y="12156"/>
                  </a:cubicBezTo>
                  <a:cubicBezTo>
                    <a:pt x="3548" y="10656"/>
                    <a:pt x="1536" y="8858"/>
                    <a:pt x="0" y="6787"/>
                  </a:cubicBezTo>
                  <a:lnTo>
                    <a:pt x="0" y="13669"/>
                  </a:lnTo>
                  <a:cubicBezTo>
                    <a:pt x="1607" y="15824"/>
                    <a:pt x="3548" y="17657"/>
                    <a:pt x="5953" y="19074"/>
                  </a:cubicBezTo>
                  <a:cubicBezTo>
                    <a:pt x="7430" y="19943"/>
                    <a:pt x="8846" y="20943"/>
                    <a:pt x="10263" y="21920"/>
                  </a:cubicBezTo>
                  <a:cubicBezTo>
                    <a:pt x="11847" y="23015"/>
                    <a:pt x="13299" y="24253"/>
                    <a:pt x="13859" y="26230"/>
                  </a:cubicBezTo>
                  <a:cubicBezTo>
                    <a:pt x="13871" y="26253"/>
                    <a:pt x="14002" y="26253"/>
                    <a:pt x="14395" y="26313"/>
                  </a:cubicBezTo>
                  <a:cubicBezTo>
                    <a:pt x="14049" y="24372"/>
                    <a:pt x="13728" y="22527"/>
                    <a:pt x="13383" y="20538"/>
                  </a:cubicBezTo>
                  <a:lnTo>
                    <a:pt x="13383" y="20538"/>
                  </a:lnTo>
                  <a:cubicBezTo>
                    <a:pt x="16014" y="22515"/>
                    <a:pt x="18383" y="24825"/>
                    <a:pt x="22050" y="25063"/>
                  </a:cubicBezTo>
                  <a:cubicBezTo>
                    <a:pt x="20717" y="23277"/>
                    <a:pt x="19538" y="21693"/>
                    <a:pt x="18217" y="19919"/>
                  </a:cubicBezTo>
                  <a:lnTo>
                    <a:pt x="18217" y="19919"/>
                  </a:lnTo>
                  <a:cubicBezTo>
                    <a:pt x="18645" y="19979"/>
                    <a:pt x="18800" y="19955"/>
                    <a:pt x="18895" y="20026"/>
                  </a:cubicBezTo>
                  <a:cubicBezTo>
                    <a:pt x="21324" y="21693"/>
                    <a:pt x="24003" y="23086"/>
                    <a:pt x="25503" y="25825"/>
                  </a:cubicBezTo>
                  <a:cubicBezTo>
                    <a:pt x="25658" y="26111"/>
                    <a:pt x="25872" y="26396"/>
                    <a:pt x="26110" y="26622"/>
                  </a:cubicBezTo>
                  <a:cubicBezTo>
                    <a:pt x="27718" y="28194"/>
                    <a:pt x="28134" y="30194"/>
                    <a:pt x="28277" y="32349"/>
                  </a:cubicBezTo>
                  <a:cubicBezTo>
                    <a:pt x="28825" y="40612"/>
                    <a:pt x="29420" y="48863"/>
                    <a:pt x="30004" y="57114"/>
                  </a:cubicBezTo>
                  <a:cubicBezTo>
                    <a:pt x="30087" y="58150"/>
                    <a:pt x="30182" y="59186"/>
                    <a:pt x="30278" y="60174"/>
                  </a:cubicBezTo>
                  <a:cubicBezTo>
                    <a:pt x="28539" y="60817"/>
                    <a:pt x="28325" y="60996"/>
                    <a:pt x="27468" y="62603"/>
                  </a:cubicBezTo>
                  <a:cubicBezTo>
                    <a:pt x="27242" y="63020"/>
                    <a:pt x="27027" y="63448"/>
                    <a:pt x="26837" y="63889"/>
                  </a:cubicBezTo>
                  <a:cubicBezTo>
                    <a:pt x="24265" y="69771"/>
                    <a:pt x="21967" y="75748"/>
                    <a:pt x="20467" y="82010"/>
                  </a:cubicBezTo>
                  <a:cubicBezTo>
                    <a:pt x="20360" y="82451"/>
                    <a:pt x="20205" y="82879"/>
                    <a:pt x="20062" y="83368"/>
                  </a:cubicBezTo>
                  <a:cubicBezTo>
                    <a:pt x="19824" y="83260"/>
                    <a:pt x="19669" y="83225"/>
                    <a:pt x="19574" y="83153"/>
                  </a:cubicBezTo>
                  <a:cubicBezTo>
                    <a:pt x="18701" y="82460"/>
                    <a:pt x="18176" y="82117"/>
                    <a:pt x="17635" y="82117"/>
                  </a:cubicBezTo>
                  <a:cubicBezTo>
                    <a:pt x="17136" y="82117"/>
                    <a:pt x="16623" y="82409"/>
                    <a:pt x="15812" y="82987"/>
                  </a:cubicBezTo>
                  <a:cubicBezTo>
                    <a:pt x="14085" y="84201"/>
                    <a:pt x="12359" y="85404"/>
                    <a:pt x="10704" y="86701"/>
                  </a:cubicBezTo>
                  <a:cubicBezTo>
                    <a:pt x="7096" y="89523"/>
                    <a:pt x="3524" y="92381"/>
                    <a:pt x="12" y="95298"/>
                  </a:cubicBezTo>
                  <a:lnTo>
                    <a:pt x="12" y="96667"/>
                  </a:lnTo>
                  <a:lnTo>
                    <a:pt x="179" y="96667"/>
                  </a:lnTo>
                  <a:cubicBezTo>
                    <a:pt x="5263" y="92381"/>
                    <a:pt x="10335" y="88082"/>
                    <a:pt x="15942" y="84451"/>
                  </a:cubicBezTo>
                  <a:cubicBezTo>
                    <a:pt x="16490" y="84094"/>
                    <a:pt x="17074" y="83772"/>
                    <a:pt x="17669" y="83415"/>
                  </a:cubicBezTo>
                  <a:cubicBezTo>
                    <a:pt x="18443" y="83856"/>
                    <a:pt x="19133" y="84249"/>
                    <a:pt x="19895" y="84677"/>
                  </a:cubicBezTo>
                  <a:cubicBezTo>
                    <a:pt x="19062" y="88975"/>
                    <a:pt x="20312" y="92857"/>
                    <a:pt x="21919" y="96667"/>
                  </a:cubicBezTo>
                  <a:lnTo>
                    <a:pt x="22860" y="96667"/>
                  </a:lnTo>
                  <a:cubicBezTo>
                    <a:pt x="22181" y="95131"/>
                    <a:pt x="21598" y="93571"/>
                    <a:pt x="21134" y="91940"/>
                  </a:cubicBezTo>
                  <a:cubicBezTo>
                    <a:pt x="20431" y="89487"/>
                    <a:pt x="20372" y="87047"/>
                    <a:pt x="20848" y="84558"/>
                  </a:cubicBezTo>
                  <a:cubicBezTo>
                    <a:pt x="21931" y="78796"/>
                    <a:pt x="23896" y="73295"/>
                    <a:pt x="25848" y="67794"/>
                  </a:cubicBezTo>
                  <a:cubicBezTo>
                    <a:pt x="26622" y="65627"/>
                    <a:pt x="28004" y="63663"/>
                    <a:pt x="29147" y="61615"/>
                  </a:cubicBezTo>
                  <a:cubicBezTo>
                    <a:pt x="29301" y="61353"/>
                    <a:pt x="29694" y="61210"/>
                    <a:pt x="30182" y="60865"/>
                  </a:cubicBezTo>
                  <a:cubicBezTo>
                    <a:pt x="30361" y="61603"/>
                    <a:pt x="30480" y="62091"/>
                    <a:pt x="30587" y="62579"/>
                  </a:cubicBezTo>
                  <a:cubicBezTo>
                    <a:pt x="31290" y="65806"/>
                    <a:pt x="31361" y="69247"/>
                    <a:pt x="33980" y="71783"/>
                  </a:cubicBezTo>
                  <a:cubicBezTo>
                    <a:pt x="34254" y="72045"/>
                    <a:pt x="34481" y="72342"/>
                    <a:pt x="34707" y="72652"/>
                  </a:cubicBezTo>
                  <a:cubicBezTo>
                    <a:pt x="34909" y="72926"/>
                    <a:pt x="35100" y="73212"/>
                    <a:pt x="35290" y="73473"/>
                  </a:cubicBezTo>
                  <a:cubicBezTo>
                    <a:pt x="38731" y="78212"/>
                    <a:pt x="42779" y="82260"/>
                    <a:pt x="47304" y="85785"/>
                  </a:cubicBezTo>
                  <a:cubicBezTo>
                    <a:pt x="48923" y="87047"/>
                    <a:pt x="50613" y="88249"/>
                    <a:pt x="52352" y="89380"/>
                  </a:cubicBezTo>
                  <a:cubicBezTo>
                    <a:pt x="52483" y="89464"/>
                    <a:pt x="52614" y="89547"/>
                    <a:pt x="52757" y="89630"/>
                  </a:cubicBezTo>
                  <a:cubicBezTo>
                    <a:pt x="52804" y="89666"/>
                    <a:pt x="52852" y="89702"/>
                    <a:pt x="52911" y="89737"/>
                  </a:cubicBezTo>
                  <a:cubicBezTo>
                    <a:pt x="53352" y="90011"/>
                    <a:pt x="53792" y="90297"/>
                    <a:pt x="54245" y="90571"/>
                  </a:cubicBezTo>
                  <a:cubicBezTo>
                    <a:pt x="55447" y="91297"/>
                    <a:pt x="56614" y="92059"/>
                    <a:pt x="57781" y="92845"/>
                  </a:cubicBezTo>
                  <a:cubicBezTo>
                    <a:pt x="59627" y="94095"/>
                    <a:pt x="61436" y="95381"/>
                    <a:pt x="63246" y="96667"/>
                  </a:cubicBezTo>
                  <a:lnTo>
                    <a:pt x="64449" y="96667"/>
                  </a:lnTo>
                  <a:cubicBezTo>
                    <a:pt x="62698" y="95417"/>
                    <a:pt x="60936" y="94178"/>
                    <a:pt x="59150" y="92976"/>
                  </a:cubicBezTo>
                  <a:cubicBezTo>
                    <a:pt x="52352" y="88380"/>
                    <a:pt x="45958" y="83296"/>
                    <a:pt x="40267" y="77355"/>
                  </a:cubicBezTo>
                  <a:cubicBezTo>
                    <a:pt x="38814" y="75855"/>
                    <a:pt x="37445" y="74283"/>
                    <a:pt x="35945" y="72640"/>
                  </a:cubicBezTo>
                  <a:cubicBezTo>
                    <a:pt x="38957" y="70878"/>
                    <a:pt x="41815" y="69211"/>
                    <a:pt x="44815" y="67449"/>
                  </a:cubicBezTo>
                  <a:cubicBezTo>
                    <a:pt x="47042" y="72985"/>
                    <a:pt x="49078" y="78331"/>
                    <a:pt x="52137" y="83201"/>
                  </a:cubicBezTo>
                  <a:cubicBezTo>
                    <a:pt x="49887" y="77891"/>
                    <a:pt x="47637" y="72569"/>
                    <a:pt x="45351" y="67163"/>
                  </a:cubicBezTo>
                  <a:cubicBezTo>
                    <a:pt x="49542" y="64699"/>
                    <a:pt x="53435" y="62222"/>
                    <a:pt x="57805" y="60650"/>
                  </a:cubicBezTo>
                  <a:cubicBezTo>
                    <a:pt x="57852" y="60734"/>
                    <a:pt x="57900" y="60829"/>
                    <a:pt x="57948" y="60912"/>
                  </a:cubicBezTo>
                  <a:cubicBezTo>
                    <a:pt x="57055" y="61615"/>
                    <a:pt x="56174" y="62305"/>
                    <a:pt x="55293" y="63008"/>
                  </a:cubicBezTo>
                  <a:cubicBezTo>
                    <a:pt x="55328" y="63067"/>
                    <a:pt x="55364" y="63127"/>
                    <a:pt x="55400" y="63187"/>
                  </a:cubicBezTo>
                  <a:cubicBezTo>
                    <a:pt x="55805" y="62972"/>
                    <a:pt x="56209" y="62758"/>
                    <a:pt x="56614" y="62532"/>
                  </a:cubicBezTo>
                  <a:lnTo>
                    <a:pt x="56614" y="62532"/>
                  </a:lnTo>
                  <a:cubicBezTo>
                    <a:pt x="54888" y="63758"/>
                    <a:pt x="53483" y="64818"/>
                    <a:pt x="52447" y="65615"/>
                  </a:cubicBezTo>
                  <a:cubicBezTo>
                    <a:pt x="51137" y="66616"/>
                    <a:pt x="50423" y="67199"/>
                    <a:pt x="50423" y="67199"/>
                  </a:cubicBezTo>
                  <a:cubicBezTo>
                    <a:pt x="54185" y="64830"/>
                    <a:pt x="57781" y="62555"/>
                    <a:pt x="61043" y="60496"/>
                  </a:cubicBezTo>
                  <a:lnTo>
                    <a:pt x="61043" y="60496"/>
                  </a:lnTo>
                  <a:cubicBezTo>
                    <a:pt x="60948" y="60686"/>
                    <a:pt x="60829" y="60912"/>
                    <a:pt x="60639" y="61282"/>
                  </a:cubicBezTo>
                  <a:cubicBezTo>
                    <a:pt x="62591" y="60103"/>
                    <a:pt x="64246" y="58853"/>
                    <a:pt x="66532" y="58745"/>
                  </a:cubicBezTo>
                  <a:lnTo>
                    <a:pt x="66532" y="58745"/>
                  </a:lnTo>
                  <a:cubicBezTo>
                    <a:pt x="64329" y="60127"/>
                    <a:pt x="62317" y="61460"/>
                    <a:pt x="60567" y="62651"/>
                  </a:cubicBezTo>
                  <a:cubicBezTo>
                    <a:pt x="55912" y="65818"/>
                    <a:pt x="53042" y="68056"/>
                    <a:pt x="53042" y="68056"/>
                  </a:cubicBezTo>
                  <a:cubicBezTo>
                    <a:pt x="56376" y="66080"/>
                    <a:pt x="59555" y="64139"/>
                    <a:pt x="62472" y="62317"/>
                  </a:cubicBezTo>
                  <a:cubicBezTo>
                    <a:pt x="65806" y="60234"/>
                    <a:pt x="68794" y="58305"/>
                    <a:pt x="71283" y="56686"/>
                  </a:cubicBezTo>
                  <a:cubicBezTo>
                    <a:pt x="72057" y="56186"/>
                    <a:pt x="72771" y="55709"/>
                    <a:pt x="73450" y="55257"/>
                  </a:cubicBezTo>
                  <a:lnTo>
                    <a:pt x="73450" y="49744"/>
                  </a:lnTo>
                  <a:cubicBezTo>
                    <a:pt x="72807" y="50233"/>
                    <a:pt x="72164" y="50709"/>
                    <a:pt x="71533" y="51197"/>
                  </a:cubicBezTo>
                  <a:cubicBezTo>
                    <a:pt x="69985" y="52376"/>
                    <a:pt x="68294" y="52709"/>
                    <a:pt x="66532" y="53042"/>
                  </a:cubicBezTo>
                  <a:cubicBezTo>
                    <a:pt x="66448" y="53057"/>
                    <a:pt x="66362" y="53064"/>
                    <a:pt x="66274" y="53064"/>
                  </a:cubicBezTo>
                  <a:cubicBezTo>
                    <a:pt x="65861" y="53064"/>
                    <a:pt x="65410" y="52920"/>
                    <a:pt x="65008" y="52792"/>
                  </a:cubicBezTo>
                  <a:cubicBezTo>
                    <a:pt x="58603" y="50733"/>
                    <a:pt x="52661" y="47649"/>
                    <a:pt x="46732" y="44518"/>
                  </a:cubicBezTo>
                  <a:cubicBezTo>
                    <a:pt x="41481" y="41743"/>
                    <a:pt x="37100" y="37945"/>
                    <a:pt x="33373" y="33385"/>
                  </a:cubicBezTo>
                  <a:cubicBezTo>
                    <a:pt x="30778" y="30206"/>
                    <a:pt x="28396" y="26849"/>
                    <a:pt x="25932" y="23551"/>
                  </a:cubicBezTo>
                  <a:cubicBezTo>
                    <a:pt x="25813" y="23408"/>
                    <a:pt x="25789" y="23182"/>
                    <a:pt x="25610" y="22705"/>
                  </a:cubicBezTo>
                  <a:lnTo>
                    <a:pt x="25610" y="22705"/>
                  </a:lnTo>
                  <a:cubicBezTo>
                    <a:pt x="27551" y="23801"/>
                    <a:pt x="29206" y="24741"/>
                    <a:pt x="30861" y="25682"/>
                  </a:cubicBezTo>
                  <a:cubicBezTo>
                    <a:pt x="30921" y="25587"/>
                    <a:pt x="30968" y="25491"/>
                    <a:pt x="31028" y="25396"/>
                  </a:cubicBezTo>
                  <a:cubicBezTo>
                    <a:pt x="28396" y="23610"/>
                    <a:pt x="25753" y="21824"/>
                    <a:pt x="23110" y="20038"/>
                  </a:cubicBezTo>
                  <a:cubicBezTo>
                    <a:pt x="23170" y="19931"/>
                    <a:pt x="23241" y="19824"/>
                    <a:pt x="23301" y="19717"/>
                  </a:cubicBezTo>
                  <a:cubicBezTo>
                    <a:pt x="25134" y="20407"/>
                    <a:pt x="26968" y="21098"/>
                    <a:pt x="28801" y="21789"/>
                  </a:cubicBezTo>
                  <a:cubicBezTo>
                    <a:pt x="28825" y="21729"/>
                    <a:pt x="28849" y="21658"/>
                    <a:pt x="28873" y="21586"/>
                  </a:cubicBezTo>
                  <a:cubicBezTo>
                    <a:pt x="28408" y="21300"/>
                    <a:pt x="27944" y="21015"/>
                    <a:pt x="27349" y="20646"/>
                  </a:cubicBezTo>
                  <a:cubicBezTo>
                    <a:pt x="28230" y="20229"/>
                    <a:pt x="28956" y="19895"/>
                    <a:pt x="29885" y="19467"/>
                  </a:cubicBezTo>
                  <a:cubicBezTo>
                    <a:pt x="28242" y="19241"/>
                    <a:pt x="26837" y="19062"/>
                    <a:pt x="25444" y="18872"/>
                  </a:cubicBezTo>
                  <a:cubicBezTo>
                    <a:pt x="25444" y="18788"/>
                    <a:pt x="25456" y="18693"/>
                    <a:pt x="25456" y="18610"/>
                  </a:cubicBezTo>
                  <a:cubicBezTo>
                    <a:pt x="26360" y="18562"/>
                    <a:pt x="27265" y="18514"/>
                    <a:pt x="28170" y="18467"/>
                  </a:cubicBezTo>
                  <a:cubicBezTo>
                    <a:pt x="28170" y="18348"/>
                    <a:pt x="28182" y="18241"/>
                    <a:pt x="28182" y="18121"/>
                  </a:cubicBezTo>
                  <a:cubicBezTo>
                    <a:pt x="26539" y="17967"/>
                    <a:pt x="24896" y="17824"/>
                    <a:pt x="23265" y="17669"/>
                  </a:cubicBezTo>
                  <a:cubicBezTo>
                    <a:pt x="23265" y="17586"/>
                    <a:pt x="23277" y="17490"/>
                    <a:pt x="23277" y="17407"/>
                  </a:cubicBezTo>
                  <a:cubicBezTo>
                    <a:pt x="24265" y="17074"/>
                    <a:pt x="25253" y="16752"/>
                    <a:pt x="26241" y="16419"/>
                  </a:cubicBezTo>
                  <a:cubicBezTo>
                    <a:pt x="26218" y="16276"/>
                    <a:pt x="26194" y="16133"/>
                    <a:pt x="26170" y="15990"/>
                  </a:cubicBezTo>
                  <a:lnTo>
                    <a:pt x="22824" y="15990"/>
                  </a:lnTo>
                  <a:cubicBezTo>
                    <a:pt x="22824" y="15919"/>
                    <a:pt x="22836" y="15847"/>
                    <a:pt x="22836" y="15776"/>
                  </a:cubicBezTo>
                  <a:cubicBezTo>
                    <a:pt x="24753" y="15109"/>
                    <a:pt x="26682" y="14442"/>
                    <a:pt x="28599" y="13776"/>
                  </a:cubicBezTo>
                  <a:cubicBezTo>
                    <a:pt x="28349" y="13684"/>
                    <a:pt x="28099" y="13655"/>
                    <a:pt x="27850" y="13655"/>
                  </a:cubicBezTo>
                  <a:cubicBezTo>
                    <a:pt x="27417" y="13655"/>
                    <a:pt x="26988" y="13743"/>
                    <a:pt x="26575" y="13743"/>
                  </a:cubicBezTo>
                  <a:cubicBezTo>
                    <a:pt x="26113" y="13743"/>
                    <a:pt x="25670" y="13633"/>
                    <a:pt x="25265" y="13168"/>
                  </a:cubicBezTo>
                  <a:cubicBezTo>
                    <a:pt x="22410" y="13807"/>
                    <a:pt x="20046" y="14086"/>
                    <a:pt x="18110" y="14086"/>
                  </a:cubicBezTo>
                  <a:cubicBezTo>
                    <a:pt x="15097" y="14086"/>
                    <a:pt x="13119" y="13410"/>
                    <a:pt x="11930" y="12359"/>
                  </a:cubicBezTo>
                  <a:cubicBezTo>
                    <a:pt x="12144" y="12299"/>
                    <a:pt x="12347" y="12252"/>
                    <a:pt x="12573" y="12180"/>
                  </a:cubicBezTo>
                  <a:cubicBezTo>
                    <a:pt x="12275" y="11930"/>
                    <a:pt x="11990" y="11680"/>
                    <a:pt x="11716" y="11442"/>
                  </a:cubicBezTo>
                  <a:cubicBezTo>
                    <a:pt x="11490" y="11252"/>
                    <a:pt x="11263" y="11061"/>
                    <a:pt x="11073" y="10894"/>
                  </a:cubicBezTo>
                  <a:lnTo>
                    <a:pt x="11073" y="10894"/>
                  </a:lnTo>
                  <a:cubicBezTo>
                    <a:pt x="11906" y="11073"/>
                    <a:pt x="12728" y="11299"/>
                    <a:pt x="13561" y="11502"/>
                  </a:cubicBezTo>
                  <a:cubicBezTo>
                    <a:pt x="15145" y="11906"/>
                    <a:pt x="16740" y="12299"/>
                    <a:pt x="18359" y="12502"/>
                  </a:cubicBezTo>
                  <a:cubicBezTo>
                    <a:pt x="18821" y="12555"/>
                    <a:pt x="19287" y="12580"/>
                    <a:pt x="19748" y="12580"/>
                  </a:cubicBezTo>
                  <a:cubicBezTo>
                    <a:pt x="22260" y="12580"/>
                    <a:pt x="24648" y="11841"/>
                    <a:pt x="25634" y="10966"/>
                  </a:cubicBezTo>
                  <a:lnTo>
                    <a:pt x="25634" y="10966"/>
                  </a:lnTo>
                  <a:cubicBezTo>
                    <a:pt x="25301" y="11025"/>
                    <a:pt x="24967" y="11085"/>
                    <a:pt x="24646" y="11144"/>
                  </a:cubicBezTo>
                  <a:cubicBezTo>
                    <a:pt x="24360" y="11192"/>
                    <a:pt x="24063" y="11240"/>
                    <a:pt x="23777" y="11299"/>
                  </a:cubicBezTo>
                  <a:cubicBezTo>
                    <a:pt x="22405" y="11534"/>
                    <a:pt x="21045" y="11661"/>
                    <a:pt x="19703" y="11661"/>
                  </a:cubicBezTo>
                  <a:cubicBezTo>
                    <a:pt x="16629" y="11661"/>
                    <a:pt x="13645" y="10999"/>
                    <a:pt x="10811" y="9466"/>
                  </a:cubicBezTo>
                  <a:cubicBezTo>
                    <a:pt x="8084" y="7977"/>
                    <a:pt x="5453" y="6287"/>
                    <a:pt x="4310" y="3429"/>
                  </a:cubicBezTo>
                  <a:cubicBezTo>
                    <a:pt x="3929" y="3108"/>
                    <a:pt x="3643" y="2953"/>
                    <a:pt x="3489" y="2715"/>
                  </a:cubicBezTo>
                  <a:cubicBezTo>
                    <a:pt x="2905" y="1822"/>
                    <a:pt x="2357" y="905"/>
                    <a:pt x="178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6"/>
            <p:cNvSpPr/>
            <p:nvPr/>
          </p:nvSpPr>
          <p:spPr>
            <a:xfrm>
              <a:off x="2720275" y="2138500"/>
              <a:ext cx="900" cy="2700"/>
            </a:xfrm>
            <a:custGeom>
              <a:rect b="b" l="l" r="r" t="t"/>
              <a:pathLst>
                <a:path extrusionOk="0" h="108" w="36">
                  <a:moveTo>
                    <a:pt x="12" y="0"/>
                  </a:moveTo>
                  <a:cubicBezTo>
                    <a:pt x="12" y="12"/>
                    <a:pt x="12" y="36"/>
                    <a:pt x="0" y="48"/>
                  </a:cubicBezTo>
                  <a:lnTo>
                    <a:pt x="36" y="107"/>
                  </a:lnTo>
                  <a:cubicBezTo>
                    <a:pt x="36" y="83"/>
                    <a:pt x="36" y="60"/>
                    <a:pt x="24" y="24"/>
                  </a:cubicBezTo>
                  <a:cubicBezTo>
                    <a:pt x="24" y="24"/>
                    <a:pt x="24" y="12"/>
                    <a:pt x="12" y="0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6"/>
            <p:cNvSpPr/>
            <p:nvPr/>
          </p:nvSpPr>
          <p:spPr>
            <a:xfrm>
              <a:off x="3365000" y="1531575"/>
              <a:ext cx="67575" cy="103600"/>
            </a:xfrm>
            <a:custGeom>
              <a:rect b="b" l="l" r="r" t="t"/>
              <a:pathLst>
                <a:path extrusionOk="0" h="4144" w="2703">
                  <a:moveTo>
                    <a:pt x="2703" y="0"/>
                  </a:moveTo>
                  <a:lnTo>
                    <a:pt x="2703" y="0"/>
                  </a:lnTo>
                  <a:cubicBezTo>
                    <a:pt x="1798" y="1381"/>
                    <a:pt x="893" y="2751"/>
                    <a:pt x="0" y="4144"/>
                  </a:cubicBezTo>
                  <a:cubicBezTo>
                    <a:pt x="274" y="4025"/>
                    <a:pt x="536" y="3917"/>
                    <a:pt x="810" y="3786"/>
                  </a:cubicBezTo>
                  <a:cubicBezTo>
                    <a:pt x="1000" y="3453"/>
                    <a:pt x="1179" y="3120"/>
                    <a:pt x="1357" y="2774"/>
                  </a:cubicBezTo>
                  <a:cubicBezTo>
                    <a:pt x="1810" y="1846"/>
                    <a:pt x="2262" y="917"/>
                    <a:pt x="27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6"/>
            <p:cNvSpPr/>
            <p:nvPr/>
          </p:nvSpPr>
          <p:spPr>
            <a:xfrm>
              <a:off x="2676800" y="1150875"/>
              <a:ext cx="1439500" cy="1267825"/>
            </a:xfrm>
            <a:custGeom>
              <a:rect b="b" l="l" r="r" t="t"/>
              <a:pathLst>
                <a:path extrusionOk="0" h="50713" w="57580">
                  <a:moveTo>
                    <a:pt x="50293" y="5739"/>
                  </a:moveTo>
                  <a:cubicBezTo>
                    <a:pt x="49281" y="6811"/>
                    <a:pt x="48376" y="7775"/>
                    <a:pt x="47554" y="8656"/>
                  </a:cubicBezTo>
                  <a:cubicBezTo>
                    <a:pt x="47435" y="8775"/>
                    <a:pt x="47316" y="8906"/>
                    <a:pt x="47209" y="9025"/>
                  </a:cubicBezTo>
                  <a:lnTo>
                    <a:pt x="39137" y="9025"/>
                  </a:lnTo>
                  <a:cubicBezTo>
                    <a:pt x="39220" y="8918"/>
                    <a:pt x="39303" y="8823"/>
                    <a:pt x="39387" y="8727"/>
                  </a:cubicBezTo>
                  <a:cubicBezTo>
                    <a:pt x="40232" y="7763"/>
                    <a:pt x="41030" y="6846"/>
                    <a:pt x="42006" y="5739"/>
                  </a:cubicBezTo>
                  <a:close/>
                  <a:moveTo>
                    <a:pt x="40327" y="15073"/>
                  </a:moveTo>
                  <a:cubicBezTo>
                    <a:pt x="40375" y="15145"/>
                    <a:pt x="40423" y="15228"/>
                    <a:pt x="40458" y="15300"/>
                  </a:cubicBezTo>
                  <a:cubicBezTo>
                    <a:pt x="40494" y="15347"/>
                    <a:pt x="40518" y="15395"/>
                    <a:pt x="40554" y="15454"/>
                  </a:cubicBezTo>
                  <a:cubicBezTo>
                    <a:pt x="39172" y="16276"/>
                    <a:pt x="37791" y="17098"/>
                    <a:pt x="36398" y="17919"/>
                  </a:cubicBezTo>
                  <a:cubicBezTo>
                    <a:pt x="36303" y="17776"/>
                    <a:pt x="36208" y="17633"/>
                    <a:pt x="36113" y="17479"/>
                  </a:cubicBezTo>
                  <a:cubicBezTo>
                    <a:pt x="36470" y="17038"/>
                    <a:pt x="36886" y="16681"/>
                    <a:pt x="37327" y="16371"/>
                  </a:cubicBezTo>
                  <a:cubicBezTo>
                    <a:pt x="38208" y="15740"/>
                    <a:pt x="39232" y="15335"/>
                    <a:pt x="40327" y="15073"/>
                  </a:cubicBezTo>
                  <a:close/>
                  <a:moveTo>
                    <a:pt x="10562" y="0"/>
                  </a:moveTo>
                  <a:cubicBezTo>
                    <a:pt x="8573" y="11549"/>
                    <a:pt x="8776" y="23527"/>
                    <a:pt x="11217" y="35112"/>
                  </a:cubicBezTo>
                  <a:cubicBezTo>
                    <a:pt x="9204" y="30349"/>
                    <a:pt x="6549" y="20765"/>
                    <a:pt x="5359" y="13823"/>
                  </a:cubicBezTo>
                  <a:cubicBezTo>
                    <a:pt x="5299" y="14228"/>
                    <a:pt x="5228" y="14633"/>
                    <a:pt x="5168" y="15038"/>
                  </a:cubicBezTo>
                  <a:cubicBezTo>
                    <a:pt x="4835" y="13407"/>
                    <a:pt x="4668" y="11787"/>
                    <a:pt x="4632" y="10168"/>
                  </a:cubicBezTo>
                  <a:cubicBezTo>
                    <a:pt x="4549" y="6763"/>
                    <a:pt x="4763" y="3382"/>
                    <a:pt x="5121" y="12"/>
                  </a:cubicBezTo>
                  <a:lnTo>
                    <a:pt x="4752" y="12"/>
                  </a:lnTo>
                  <a:cubicBezTo>
                    <a:pt x="4537" y="1727"/>
                    <a:pt x="4347" y="3453"/>
                    <a:pt x="4228" y="5179"/>
                  </a:cubicBezTo>
                  <a:cubicBezTo>
                    <a:pt x="3954" y="3465"/>
                    <a:pt x="3775" y="1762"/>
                    <a:pt x="3680" y="107"/>
                  </a:cubicBezTo>
                  <a:cubicBezTo>
                    <a:pt x="3680" y="72"/>
                    <a:pt x="3680" y="36"/>
                    <a:pt x="3680" y="12"/>
                  </a:cubicBezTo>
                  <a:lnTo>
                    <a:pt x="3120" y="12"/>
                  </a:lnTo>
                  <a:cubicBezTo>
                    <a:pt x="3287" y="1715"/>
                    <a:pt x="3549" y="3167"/>
                    <a:pt x="3823" y="4286"/>
                  </a:cubicBezTo>
                  <a:cubicBezTo>
                    <a:pt x="3870" y="4525"/>
                    <a:pt x="3918" y="4739"/>
                    <a:pt x="3954" y="4941"/>
                  </a:cubicBezTo>
                  <a:cubicBezTo>
                    <a:pt x="4013" y="5156"/>
                    <a:pt x="4061" y="5346"/>
                    <a:pt x="4109" y="5513"/>
                  </a:cubicBezTo>
                  <a:cubicBezTo>
                    <a:pt x="4144" y="5608"/>
                    <a:pt x="4156" y="5691"/>
                    <a:pt x="4180" y="5775"/>
                  </a:cubicBezTo>
                  <a:cubicBezTo>
                    <a:pt x="4013" y="8346"/>
                    <a:pt x="3978" y="10942"/>
                    <a:pt x="4180" y="13549"/>
                  </a:cubicBezTo>
                  <a:cubicBezTo>
                    <a:pt x="4216" y="14109"/>
                    <a:pt x="4180" y="14669"/>
                    <a:pt x="4180" y="15204"/>
                  </a:cubicBezTo>
                  <a:cubicBezTo>
                    <a:pt x="2204" y="15645"/>
                    <a:pt x="787" y="16633"/>
                    <a:pt x="1" y="18026"/>
                  </a:cubicBezTo>
                  <a:lnTo>
                    <a:pt x="1" y="20491"/>
                  </a:lnTo>
                  <a:cubicBezTo>
                    <a:pt x="168" y="19705"/>
                    <a:pt x="358" y="18931"/>
                    <a:pt x="727" y="18252"/>
                  </a:cubicBezTo>
                  <a:cubicBezTo>
                    <a:pt x="1310" y="17168"/>
                    <a:pt x="2290" y="16623"/>
                    <a:pt x="3308" y="16623"/>
                  </a:cubicBezTo>
                  <a:cubicBezTo>
                    <a:pt x="3643" y="16623"/>
                    <a:pt x="3981" y="16682"/>
                    <a:pt x="4311" y="16800"/>
                  </a:cubicBezTo>
                  <a:cubicBezTo>
                    <a:pt x="4882" y="19645"/>
                    <a:pt x="5454" y="22479"/>
                    <a:pt x="6025" y="25313"/>
                  </a:cubicBezTo>
                  <a:cubicBezTo>
                    <a:pt x="3478" y="26670"/>
                    <a:pt x="2680" y="28980"/>
                    <a:pt x="4001" y="31087"/>
                  </a:cubicBezTo>
                  <a:cubicBezTo>
                    <a:pt x="4073" y="27765"/>
                    <a:pt x="4668" y="26361"/>
                    <a:pt x="6252" y="25884"/>
                  </a:cubicBezTo>
                  <a:cubicBezTo>
                    <a:pt x="7919" y="31123"/>
                    <a:pt x="9454" y="36421"/>
                    <a:pt x="12229" y="41636"/>
                  </a:cubicBezTo>
                  <a:cubicBezTo>
                    <a:pt x="11074" y="41553"/>
                    <a:pt x="10264" y="41589"/>
                    <a:pt x="9502" y="41422"/>
                  </a:cubicBezTo>
                  <a:cubicBezTo>
                    <a:pt x="5240" y="40446"/>
                    <a:pt x="2085" y="38148"/>
                    <a:pt x="1" y="34385"/>
                  </a:cubicBezTo>
                  <a:lnTo>
                    <a:pt x="1" y="36016"/>
                  </a:lnTo>
                  <a:cubicBezTo>
                    <a:pt x="144" y="36255"/>
                    <a:pt x="299" y="36493"/>
                    <a:pt x="453" y="36731"/>
                  </a:cubicBezTo>
                  <a:cubicBezTo>
                    <a:pt x="1013" y="37564"/>
                    <a:pt x="1323" y="38564"/>
                    <a:pt x="1751" y="39505"/>
                  </a:cubicBezTo>
                  <a:lnTo>
                    <a:pt x="1882" y="38553"/>
                  </a:lnTo>
                  <a:cubicBezTo>
                    <a:pt x="2751" y="39481"/>
                    <a:pt x="3442" y="40338"/>
                    <a:pt x="4251" y="41065"/>
                  </a:cubicBezTo>
                  <a:cubicBezTo>
                    <a:pt x="6657" y="43220"/>
                    <a:pt x="9466" y="44351"/>
                    <a:pt x="12741" y="44351"/>
                  </a:cubicBezTo>
                  <a:cubicBezTo>
                    <a:pt x="13610" y="44351"/>
                    <a:pt x="14562" y="44541"/>
                    <a:pt x="15312" y="44946"/>
                  </a:cubicBezTo>
                  <a:cubicBezTo>
                    <a:pt x="16586" y="45661"/>
                    <a:pt x="17706" y="46661"/>
                    <a:pt x="18956" y="47435"/>
                  </a:cubicBezTo>
                  <a:cubicBezTo>
                    <a:pt x="20551" y="48423"/>
                    <a:pt x="22301" y="49042"/>
                    <a:pt x="24159" y="49292"/>
                  </a:cubicBezTo>
                  <a:cubicBezTo>
                    <a:pt x="24421" y="49328"/>
                    <a:pt x="24683" y="49351"/>
                    <a:pt x="24956" y="49375"/>
                  </a:cubicBezTo>
                  <a:cubicBezTo>
                    <a:pt x="24861" y="49399"/>
                    <a:pt x="24778" y="49411"/>
                    <a:pt x="24694" y="49423"/>
                  </a:cubicBezTo>
                  <a:cubicBezTo>
                    <a:pt x="23582" y="49642"/>
                    <a:pt x="22488" y="49752"/>
                    <a:pt x="21411" y="49752"/>
                  </a:cubicBezTo>
                  <a:cubicBezTo>
                    <a:pt x="18744" y="49752"/>
                    <a:pt x="16185" y="49078"/>
                    <a:pt x="13717" y="47720"/>
                  </a:cubicBezTo>
                  <a:lnTo>
                    <a:pt x="13717" y="47720"/>
                  </a:lnTo>
                  <a:cubicBezTo>
                    <a:pt x="15837" y="49707"/>
                    <a:pt x="18714" y="50712"/>
                    <a:pt x="21588" y="50712"/>
                  </a:cubicBezTo>
                  <a:cubicBezTo>
                    <a:pt x="23055" y="50712"/>
                    <a:pt x="24521" y="50450"/>
                    <a:pt x="25885" y="49923"/>
                  </a:cubicBezTo>
                  <a:cubicBezTo>
                    <a:pt x="26564" y="49661"/>
                    <a:pt x="27231" y="49340"/>
                    <a:pt x="27850" y="48935"/>
                  </a:cubicBezTo>
                  <a:cubicBezTo>
                    <a:pt x="25635" y="48304"/>
                    <a:pt x="23325" y="47756"/>
                    <a:pt x="21099" y="46982"/>
                  </a:cubicBezTo>
                  <a:cubicBezTo>
                    <a:pt x="18360" y="46053"/>
                    <a:pt x="16396" y="44137"/>
                    <a:pt x="14955" y="41636"/>
                  </a:cubicBezTo>
                  <a:cubicBezTo>
                    <a:pt x="14562" y="40946"/>
                    <a:pt x="14503" y="40315"/>
                    <a:pt x="14812" y="39612"/>
                  </a:cubicBezTo>
                  <a:lnTo>
                    <a:pt x="14812" y="39612"/>
                  </a:lnTo>
                  <a:lnTo>
                    <a:pt x="15146" y="39660"/>
                  </a:lnTo>
                  <a:cubicBezTo>
                    <a:pt x="15181" y="39326"/>
                    <a:pt x="15229" y="38981"/>
                    <a:pt x="15277" y="38648"/>
                  </a:cubicBezTo>
                  <a:cubicBezTo>
                    <a:pt x="16134" y="36909"/>
                    <a:pt x="16920" y="35124"/>
                    <a:pt x="17884" y="33445"/>
                  </a:cubicBezTo>
                  <a:cubicBezTo>
                    <a:pt x="19313" y="30944"/>
                    <a:pt x="20777" y="28468"/>
                    <a:pt x="22254" y="25991"/>
                  </a:cubicBezTo>
                  <a:cubicBezTo>
                    <a:pt x="22504" y="25551"/>
                    <a:pt x="22766" y="25122"/>
                    <a:pt x="23028" y="24682"/>
                  </a:cubicBezTo>
                  <a:lnTo>
                    <a:pt x="23028" y="24682"/>
                  </a:lnTo>
                  <a:cubicBezTo>
                    <a:pt x="22444" y="24801"/>
                    <a:pt x="21849" y="24884"/>
                    <a:pt x="21254" y="24932"/>
                  </a:cubicBezTo>
                  <a:cubicBezTo>
                    <a:pt x="20646" y="25956"/>
                    <a:pt x="20027" y="26980"/>
                    <a:pt x="19420" y="28004"/>
                  </a:cubicBezTo>
                  <a:cubicBezTo>
                    <a:pt x="18360" y="29790"/>
                    <a:pt x="17229" y="31552"/>
                    <a:pt x="16229" y="33373"/>
                  </a:cubicBezTo>
                  <a:cubicBezTo>
                    <a:pt x="16634" y="31599"/>
                    <a:pt x="17110" y="29837"/>
                    <a:pt x="17646" y="28087"/>
                  </a:cubicBezTo>
                  <a:cubicBezTo>
                    <a:pt x="18825" y="24289"/>
                    <a:pt x="20253" y="20550"/>
                    <a:pt x="21789" y="16859"/>
                  </a:cubicBezTo>
                  <a:cubicBezTo>
                    <a:pt x="22551" y="15014"/>
                    <a:pt x="23349" y="13168"/>
                    <a:pt x="24135" y="11335"/>
                  </a:cubicBezTo>
                  <a:cubicBezTo>
                    <a:pt x="24587" y="10704"/>
                    <a:pt x="25135" y="10251"/>
                    <a:pt x="25909" y="9989"/>
                  </a:cubicBezTo>
                  <a:cubicBezTo>
                    <a:pt x="28993" y="8977"/>
                    <a:pt x="32076" y="7930"/>
                    <a:pt x="35172" y="6965"/>
                  </a:cubicBezTo>
                  <a:cubicBezTo>
                    <a:pt x="36196" y="6644"/>
                    <a:pt x="37279" y="6513"/>
                    <a:pt x="38339" y="6287"/>
                  </a:cubicBezTo>
                  <a:cubicBezTo>
                    <a:pt x="38422" y="6394"/>
                    <a:pt x="38494" y="6501"/>
                    <a:pt x="38565" y="6608"/>
                  </a:cubicBezTo>
                  <a:cubicBezTo>
                    <a:pt x="37768" y="7751"/>
                    <a:pt x="37196" y="9263"/>
                    <a:pt x="36101" y="9978"/>
                  </a:cubicBezTo>
                  <a:cubicBezTo>
                    <a:pt x="34136" y="11275"/>
                    <a:pt x="31850" y="12085"/>
                    <a:pt x="29243" y="13311"/>
                  </a:cubicBezTo>
                  <a:cubicBezTo>
                    <a:pt x="27338" y="14990"/>
                    <a:pt x="25016" y="17014"/>
                    <a:pt x="22694" y="19050"/>
                  </a:cubicBezTo>
                  <a:cubicBezTo>
                    <a:pt x="22766" y="19122"/>
                    <a:pt x="22825" y="19193"/>
                    <a:pt x="22885" y="19264"/>
                  </a:cubicBezTo>
                  <a:cubicBezTo>
                    <a:pt x="23563" y="18812"/>
                    <a:pt x="24230" y="18348"/>
                    <a:pt x="24909" y="17895"/>
                  </a:cubicBezTo>
                  <a:cubicBezTo>
                    <a:pt x="24980" y="17967"/>
                    <a:pt x="25064" y="18050"/>
                    <a:pt x="25147" y="18133"/>
                  </a:cubicBezTo>
                  <a:cubicBezTo>
                    <a:pt x="24933" y="18586"/>
                    <a:pt x="24754" y="19062"/>
                    <a:pt x="24492" y="19503"/>
                  </a:cubicBezTo>
                  <a:cubicBezTo>
                    <a:pt x="24302" y="19824"/>
                    <a:pt x="24099" y="20157"/>
                    <a:pt x="23909" y="20479"/>
                  </a:cubicBezTo>
                  <a:cubicBezTo>
                    <a:pt x="24552" y="20336"/>
                    <a:pt x="25195" y="20169"/>
                    <a:pt x="25837" y="19967"/>
                  </a:cubicBezTo>
                  <a:cubicBezTo>
                    <a:pt x="26623" y="18645"/>
                    <a:pt x="27385" y="17324"/>
                    <a:pt x="28243" y="16050"/>
                  </a:cubicBezTo>
                  <a:cubicBezTo>
                    <a:pt x="28671" y="15412"/>
                    <a:pt x="29142" y="14715"/>
                    <a:pt x="29975" y="14715"/>
                  </a:cubicBezTo>
                  <a:cubicBezTo>
                    <a:pt x="30137" y="14715"/>
                    <a:pt x="30313" y="14742"/>
                    <a:pt x="30505" y="14800"/>
                  </a:cubicBezTo>
                  <a:cubicBezTo>
                    <a:pt x="31314" y="13430"/>
                    <a:pt x="32838" y="13299"/>
                    <a:pt x="34100" y="12680"/>
                  </a:cubicBezTo>
                  <a:lnTo>
                    <a:pt x="34100" y="12680"/>
                  </a:lnTo>
                  <a:cubicBezTo>
                    <a:pt x="33112" y="15347"/>
                    <a:pt x="31017" y="17002"/>
                    <a:pt x="28981" y="18717"/>
                  </a:cubicBezTo>
                  <a:cubicBezTo>
                    <a:pt x="31898" y="17300"/>
                    <a:pt x="34517" y="15264"/>
                    <a:pt x="36589" y="12776"/>
                  </a:cubicBezTo>
                  <a:cubicBezTo>
                    <a:pt x="36565" y="12740"/>
                    <a:pt x="36553" y="12716"/>
                    <a:pt x="36529" y="12692"/>
                  </a:cubicBezTo>
                  <a:cubicBezTo>
                    <a:pt x="36422" y="12668"/>
                    <a:pt x="36315" y="12633"/>
                    <a:pt x="36220" y="12597"/>
                  </a:cubicBezTo>
                  <a:lnTo>
                    <a:pt x="36446" y="12573"/>
                  </a:lnTo>
                  <a:cubicBezTo>
                    <a:pt x="36946" y="12061"/>
                    <a:pt x="37351" y="11383"/>
                    <a:pt x="37946" y="11073"/>
                  </a:cubicBezTo>
                  <a:cubicBezTo>
                    <a:pt x="38018" y="11037"/>
                    <a:pt x="38089" y="11013"/>
                    <a:pt x="38160" y="10978"/>
                  </a:cubicBezTo>
                  <a:cubicBezTo>
                    <a:pt x="39426" y="10415"/>
                    <a:pt x="41657" y="10097"/>
                    <a:pt x="43525" y="10097"/>
                  </a:cubicBezTo>
                  <a:cubicBezTo>
                    <a:pt x="44030" y="10097"/>
                    <a:pt x="44509" y="10120"/>
                    <a:pt x="44935" y="10168"/>
                  </a:cubicBezTo>
                  <a:cubicBezTo>
                    <a:pt x="45138" y="10192"/>
                    <a:pt x="45328" y="10216"/>
                    <a:pt x="45495" y="10251"/>
                  </a:cubicBezTo>
                  <a:cubicBezTo>
                    <a:pt x="45530" y="10287"/>
                    <a:pt x="45566" y="10335"/>
                    <a:pt x="45602" y="10382"/>
                  </a:cubicBezTo>
                  <a:cubicBezTo>
                    <a:pt x="45661" y="10466"/>
                    <a:pt x="45721" y="10537"/>
                    <a:pt x="45780" y="10609"/>
                  </a:cubicBezTo>
                  <a:cubicBezTo>
                    <a:pt x="45328" y="10930"/>
                    <a:pt x="44876" y="11252"/>
                    <a:pt x="44221" y="11704"/>
                  </a:cubicBezTo>
                  <a:cubicBezTo>
                    <a:pt x="44173" y="11704"/>
                    <a:pt x="44125" y="11692"/>
                    <a:pt x="44066" y="11692"/>
                  </a:cubicBezTo>
                  <a:cubicBezTo>
                    <a:pt x="43983" y="11680"/>
                    <a:pt x="43899" y="11668"/>
                    <a:pt x="43804" y="11656"/>
                  </a:cubicBezTo>
                  <a:cubicBezTo>
                    <a:pt x="43509" y="11629"/>
                    <a:pt x="43212" y="11616"/>
                    <a:pt x="42915" y="11616"/>
                  </a:cubicBezTo>
                  <a:cubicBezTo>
                    <a:pt x="41028" y="11616"/>
                    <a:pt x="39097" y="12138"/>
                    <a:pt x="37184" y="12776"/>
                  </a:cubicBezTo>
                  <a:cubicBezTo>
                    <a:pt x="37148" y="12787"/>
                    <a:pt x="37101" y="12799"/>
                    <a:pt x="37065" y="12811"/>
                  </a:cubicBezTo>
                  <a:cubicBezTo>
                    <a:pt x="37312" y="12851"/>
                    <a:pt x="37558" y="12874"/>
                    <a:pt x="37805" y="12874"/>
                  </a:cubicBezTo>
                  <a:cubicBezTo>
                    <a:pt x="37856" y="12874"/>
                    <a:pt x="37907" y="12873"/>
                    <a:pt x="37958" y="12871"/>
                  </a:cubicBezTo>
                  <a:lnTo>
                    <a:pt x="37958" y="12871"/>
                  </a:lnTo>
                  <a:cubicBezTo>
                    <a:pt x="34410" y="16907"/>
                    <a:pt x="30862" y="20931"/>
                    <a:pt x="27302" y="24968"/>
                  </a:cubicBezTo>
                  <a:cubicBezTo>
                    <a:pt x="27052" y="25265"/>
                    <a:pt x="26790" y="25551"/>
                    <a:pt x="26528" y="25849"/>
                  </a:cubicBezTo>
                  <a:cubicBezTo>
                    <a:pt x="26385" y="26027"/>
                    <a:pt x="26207" y="26230"/>
                    <a:pt x="25992" y="26444"/>
                  </a:cubicBezTo>
                  <a:cubicBezTo>
                    <a:pt x="25528" y="26944"/>
                    <a:pt x="25064" y="27420"/>
                    <a:pt x="24575" y="27896"/>
                  </a:cubicBezTo>
                  <a:cubicBezTo>
                    <a:pt x="24528" y="28349"/>
                    <a:pt x="24480" y="28801"/>
                    <a:pt x="24409" y="29278"/>
                  </a:cubicBezTo>
                  <a:cubicBezTo>
                    <a:pt x="24980" y="28611"/>
                    <a:pt x="25349" y="28170"/>
                    <a:pt x="25718" y="27742"/>
                  </a:cubicBezTo>
                  <a:cubicBezTo>
                    <a:pt x="26088" y="27313"/>
                    <a:pt x="26480" y="26884"/>
                    <a:pt x="26861" y="26456"/>
                  </a:cubicBezTo>
                  <a:cubicBezTo>
                    <a:pt x="26933" y="26515"/>
                    <a:pt x="27004" y="26563"/>
                    <a:pt x="27088" y="26622"/>
                  </a:cubicBezTo>
                  <a:lnTo>
                    <a:pt x="27088" y="29801"/>
                  </a:lnTo>
                  <a:cubicBezTo>
                    <a:pt x="27671" y="31266"/>
                    <a:pt x="28064" y="32254"/>
                    <a:pt x="28457" y="33242"/>
                  </a:cubicBezTo>
                  <a:lnTo>
                    <a:pt x="28612" y="33219"/>
                  </a:lnTo>
                  <a:cubicBezTo>
                    <a:pt x="28576" y="32790"/>
                    <a:pt x="28552" y="32349"/>
                    <a:pt x="28504" y="31587"/>
                  </a:cubicBezTo>
                  <a:lnTo>
                    <a:pt x="28504" y="31587"/>
                  </a:lnTo>
                  <a:cubicBezTo>
                    <a:pt x="28635" y="31814"/>
                    <a:pt x="28766" y="32040"/>
                    <a:pt x="28897" y="32242"/>
                  </a:cubicBezTo>
                  <a:cubicBezTo>
                    <a:pt x="29350" y="32980"/>
                    <a:pt x="29731" y="33600"/>
                    <a:pt x="30159" y="34314"/>
                  </a:cubicBezTo>
                  <a:cubicBezTo>
                    <a:pt x="29886" y="33088"/>
                    <a:pt x="29528" y="32087"/>
                    <a:pt x="29445" y="31064"/>
                  </a:cubicBezTo>
                  <a:cubicBezTo>
                    <a:pt x="29171" y="27742"/>
                    <a:pt x="29302" y="24444"/>
                    <a:pt x="31183" y="21503"/>
                  </a:cubicBezTo>
                  <a:cubicBezTo>
                    <a:pt x="31564" y="20907"/>
                    <a:pt x="32148" y="20443"/>
                    <a:pt x="32636" y="19919"/>
                  </a:cubicBezTo>
                  <a:cubicBezTo>
                    <a:pt x="32755" y="19991"/>
                    <a:pt x="32874" y="20074"/>
                    <a:pt x="32993" y="20145"/>
                  </a:cubicBezTo>
                  <a:cubicBezTo>
                    <a:pt x="32862" y="20634"/>
                    <a:pt x="32743" y="21122"/>
                    <a:pt x="32600" y="21598"/>
                  </a:cubicBezTo>
                  <a:cubicBezTo>
                    <a:pt x="32588" y="21622"/>
                    <a:pt x="32588" y="21634"/>
                    <a:pt x="32576" y="21658"/>
                  </a:cubicBezTo>
                  <a:cubicBezTo>
                    <a:pt x="32243" y="22729"/>
                    <a:pt x="31993" y="23801"/>
                    <a:pt x="31850" y="24884"/>
                  </a:cubicBezTo>
                  <a:cubicBezTo>
                    <a:pt x="31529" y="27111"/>
                    <a:pt x="31672" y="29349"/>
                    <a:pt x="32505" y="31599"/>
                  </a:cubicBezTo>
                  <a:cubicBezTo>
                    <a:pt x="33434" y="34100"/>
                    <a:pt x="34898" y="35945"/>
                    <a:pt x="37684" y="36659"/>
                  </a:cubicBezTo>
                  <a:cubicBezTo>
                    <a:pt x="38165" y="36785"/>
                    <a:pt x="38625" y="36838"/>
                    <a:pt x="39068" y="36838"/>
                  </a:cubicBezTo>
                  <a:cubicBezTo>
                    <a:pt x="39885" y="36838"/>
                    <a:pt x="40646" y="36656"/>
                    <a:pt x="41387" y="36409"/>
                  </a:cubicBezTo>
                  <a:cubicBezTo>
                    <a:pt x="41589" y="36350"/>
                    <a:pt x="41792" y="36278"/>
                    <a:pt x="41994" y="36195"/>
                  </a:cubicBezTo>
                  <a:lnTo>
                    <a:pt x="41792" y="36195"/>
                  </a:lnTo>
                  <a:lnTo>
                    <a:pt x="41792" y="35921"/>
                  </a:lnTo>
                  <a:cubicBezTo>
                    <a:pt x="41345" y="36014"/>
                    <a:pt x="40893" y="36059"/>
                    <a:pt x="40441" y="36059"/>
                  </a:cubicBezTo>
                  <a:cubicBezTo>
                    <a:pt x="37421" y="36059"/>
                    <a:pt x="34431" y="34061"/>
                    <a:pt x="33541" y="31099"/>
                  </a:cubicBezTo>
                  <a:cubicBezTo>
                    <a:pt x="32362" y="27206"/>
                    <a:pt x="33076" y="23527"/>
                    <a:pt x="34720" y="19955"/>
                  </a:cubicBezTo>
                  <a:cubicBezTo>
                    <a:pt x="34934" y="19479"/>
                    <a:pt x="35434" y="19062"/>
                    <a:pt x="35910" y="18788"/>
                  </a:cubicBezTo>
                  <a:cubicBezTo>
                    <a:pt x="37708" y="17717"/>
                    <a:pt x="39577" y="16740"/>
                    <a:pt x="41375" y="15657"/>
                  </a:cubicBezTo>
                  <a:cubicBezTo>
                    <a:pt x="41805" y="15405"/>
                    <a:pt x="42203" y="15277"/>
                    <a:pt x="42619" y="15277"/>
                  </a:cubicBezTo>
                  <a:cubicBezTo>
                    <a:pt x="42872" y="15277"/>
                    <a:pt x="43132" y="15324"/>
                    <a:pt x="43411" y="15419"/>
                  </a:cubicBezTo>
                  <a:cubicBezTo>
                    <a:pt x="44899" y="15931"/>
                    <a:pt x="46078" y="16752"/>
                    <a:pt x="46947" y="17883"/>
                  </a:cubicBezTo>
                  <a:lnTo>
                    <a:pt x="48257" y="17883"/>
                  </a:lnTo>
                  <a:cubicBezTo>
                    <a:pt x="47293" y="16312"/>
                    <a:pt x="45888" y="15133"/>
                    <a:pt x="43959" y="14371"/>
                  </a:cubicBezTo>
                  <a:cubicBezTo>
                    <a:pt x="44309" y="14315"/>
                    <a:pt x="44647" y="14288"/>
                    <a:pt x="44974" y="14288"/>
                  </a:cubicBezTo>
                  <a:cubicBezTo>
                    <a:pt x="46602" y="14288"/>
                    <a:pt x="47952" y="14953"/>
                    <a:pt x="49162" y="16014"/>
                  </a:cubicBezTo>
                  <a:cubicBezTo>
                    <a:pt x="50114" y="16847"/>
                    <a:pt x="51043" y="17693"/>
                    <a:pt x="51984" y="18538"/>
                  </a:cubicBezTo>
                  <a:cubicBezTo>
                    <a:pt x="52055" y="18455"/>
                    <a:pt x="52138" y="18383"/>
                    <a:pt x="52222" y="18300"/>
                  </a:cubicBezTo>
                  <a:cubicBezTo>
                    <a:pt x="52222" y="18288"/>
                    <a:pt x="52234" y="18276"/>
                    <a:pt x="52246" y="18276"/>
                  </a:cubicBezTo>
                  <a:cubicBezTo>
                    <a:pt x="51484" y="15109"/>
                    <a:pt x="48924" y="13573"/>
                    <a:pt x="46078" y="12109"/>
                  </a:cubicBezTo>
                  <a:cubicBezTo>
                    <a:pt x="46804" y="11502"/>
                    <a:pt x="47376" y="11025"/>
                    <a:pt x="48007" y="10490"/>
                  </a:cubicBezTo>
                  <a:cubicBezTo>
                    <a:pt x="48876" y="10930"/>
                    <a:pt x="49650" y="11323"/>
                    <a:pt x="50424" y="11728"/>
                  </a:cubicBezTo>
                  <a:cubicBezTo>
                    <a:pt x="50507" y="11633"/>
                    <a:pt x="50579" y="11537"/>
                    <a:pt x="50662" y="11454"/>
                  </a:cubicBezTo>
                  <a:cubicBezTo>
                    <a:pt x="50007" y="10930"/>
                    <a:pt x="49352" y="10406"/>
                    <a:pt x="48567" y="9787"/>
                  </a:cubicBezTo>
                  <a:cubicBezTo>
                    <a:pt x="50186" y="8358"/>
                    <a:pt x="51650" y="7061"/>
                    <a:pt x="53115" y="5775"/>
                  </a:cubicBezTo>
                  <a:cubicBezTo>
                    <a:pt x="53079" y="5751"/>
                    <a:pt x="53043" y="5727"/>
                    <a:pt x="52996" y="5703"/>
                  </a:cubicBezTo>
                  <a:cubicBezTo>
                    <a:pt x="52984" y="5691"/>
                    <a:pt x="52960" y="5679"/>
                    <a:pt x="52948" y="5679"/>
                  </a:cubicBezTo>
                  <a:cubicBezTo>
                    <a:pt x="52984" y="5668"/>
                    <a:pt x="53031" y="5656"/>
                    <a:pt x="53067" y="5644"/>
                  </a:cubicBezTo>
                  <a:cubicBezTo>
                    <a:pt x="53865" y="5417"/>
                    <a:pt x="54651" y="5191"/>
                    <a:pt x="55282" y="5001"/>
                  </a:cubicBezTo>
                  <a:cubicBezTo>
                    <a:pt x="55508" y="4298"/>
                    <a:pt x="55532" y="3632"/>
                    <a:pt x="55651" y="2989"/>
                  </a:cubicBezTo>
                  <a:cubicBezTo>
                    <a:pt x="55746" y="2453"/>
                    <a:pt x="55913" y="1953"/>
                    <a:pt x="56341" y="1488"/>
                  </a:cubicBezTo>
                  <a:cubicBezTo>
                    <a:pt x="56401" y="1703"/>
                    <a:pt x="56425" y="1917"/>
                    <a:pt x="56437" y="2131"/>
                  </a:cubicBezTo>
                  <a:cubicBezTo>
                    <a:pt x="56472" y="3120"/>
                    <a:pt x="56067" y="4036"/>
                    <a:pt x="56758" y="4929"/>
                  </a:cubicBezTo>
                  <a:cubicBezTo>
                    <a:pt x="57508" y="3893"/>
                    <a:pt x="57580" y="2870"/>
                    <a:pt x="57270" y="1846"/>
                  </a:cubicBezTo>
                  <a:cubicBezTo>
                    <a:pt x="57210" y="1655"/>
                    <a:pt x="57187" y="1477"/>
                    <a:pt x="57163" y="1298"/>
                  </a:cubicBezTo>
                  <a:cubicBezTo>
                    <a:pt x="57127" y="834"/>
                    <a:pt x="57258" y="417"/>
                    <a:pt x="57496" y="12"/>
                  </a:cubicBezTo>
                  <a:lnTo>
                    <a:pt x="55889" y="12"/>
                  </a:lnTo>
                  <a:cubicBezTo>
                    <a:pt x="55425" y="512"/>
                    <a:pt x="54984" y="905"/>
                    <a:pt x="54567" y="1060"/>
                  </a:cubicBezTo>
                  <a:lnTo>
                    <a:pt x="45816" y="1060"/>
                  </a:lnTo>
                  <a:cubicBezTo>
                    <a:pt x="45995" y="703"/>
                    <a:pt x="46173" y="357"/>
                    <a:pt x="46352" y="12"/>
                  </a:cubicBezTo>
                  <a:lnTo>
                    <a:pt x="43113" y="12"/>
                  </a:lnTo>
                  <a:cubicBezTo>
                    <a:pt x="43078" y="60"/>
                    <a:pt x="43042" y="119"/>
                    <a:pt x="43006" y="167"/>
                  </a:cubicBezTo>
                  <a:cubicBezTo>
                    <a:pt x="42578" y="857"/>
                    <a:pt x="42066" y="1346"/>
                    <a:pt x="41435" y="1691"/>
                  </a:cubicBezTo>
                  <a:cubicBezTo>
                    <a:pt x="40994" y="1941"/>
                    <a:pt x="40494" y="2108"/>
                    <a:pt x="39923" y="2227"/>
                  </a:cubicBezTo>
                  <a:cubicBezTo>
                    <a:pt x="36720" y="2834"/>
                    <a:pt x="33636" y="3822"/>
                    <a:pt x="30743" y="5394"/>
                  </a:cubicBezTo>
                  <a:cubicBezTo>
                    <a:pt x="29386" y="6132"/>
                    <a:pt x="27945" y="6739"/>
                    <a:pt x="26540" y="7406"/>
                  </a:cubicBezTo>
                  <a:cubicBezTo>
                    <a:pt x="26480" y="7334"/>
                    <a:pt x="26409" y="7275"/>
                    <a:pt x="26349" y="7203"/>
                  </a:cubicBezTo>
                  <a:lnTo>
                    <a:pt x="29886" y="203"/>
                  </a:lnTo>
                  <a:lnTo>
                    <a:pt x="29612" y="72"/>
                  </a:lnTo>
                  <a:cubicBezTo>
                    <a:pt x="29052" y="1119"/>
                    <a:pt x="28409" y="2131"/>
                    <a:pt x="27957" y="3215"/>
                  </a:cubicBezTo>
                  <a:cubicBezTo>
                    <a:pt x="27492" y="4322"/>
                    <a:pt x="26933" y="5358"/>
                    <a:pt x="26290" y="6310"/>
                  </a:cubicBezTo>
                  <a:cubicBezTo>
                    <a:pt x="27183" y="4215"/>
                    <a:pt x="28040" y="2119"/>
                    <a:pt x="28862" y="12"/>
                  </a:cubicBezTo>
                  <a:lnTo>
                    <a:pt x="28564" y="12"/>
                  </a:lnTo>
                  <a:cubicBezTo>
                    <a:pt x="27326" y="2810"/>
                    <a:pt x="25992" y="5572"/>
                    <a:pt x="24659" y="8323"/>
                  </a:cubicBezTo>
                  <a:cubicBezTo>
                    <a:pt x="23575" y="9430"/>
                    <a:pt x="22313" y="10382"/>
                    <a:pt x="20849" y="11144"/>
                  </a:cubicBezTo>
                  <a:cubicBezTo>
                    <a:pt x="20468" y="11335"/>
                    <a:pt x="20134" y="11621"/>
                    <a:pt x="19801" y="11894"/>
                  </a:cubicBezTo>
                  <a:cubicBezTo>
                    <a:pt x="19646" y="12025"/>
                    <a:pt x="19539" y="12228"/>
                    <a:pt x="19408" y="12406"/>
                  </a:cubicBezTo>
                  <a:cubicBezTo>
                    <a:pt x="19456" y="12478"/>
                    <a:pt x="19503" y="12561"/>
                    <a:pt x="19551" y="12645"/>
                  </a:cubicBezTo>
                  <a:lnTo>
                    <a:pt x="23147" y="11359"/>
                  </a:lnTo>
                  <a:lnTo>
                    <a:pt x="23147" y="11359"/>
                  </a:lnTo>
                  <a:cubicBezTo>
                    <a:pt x="23028" y="11621"/>
                    <a:pt x="22909" y="11871"/>
                    <a:pt x="22789" y="12133"/>
                  </a:cubicBezTo>
                  <a:cubicBezTo>
                    <a:pt x="22099" y="13549"/>
                    <a:pt x="21420" y="14966"/>
                    <a:pt x="20742" y="16395"/>
                  </a:cubicBezTo>
                  <a:cubicBezTo>
                    <a:pt x="19027" y="20038"/>
                    <a:pt x="17396" y="23729"/>
                    <a:pt x="16027" y="27551"/>
                  </a:cubicBezTo>
                  <a:cubicBezTo>
                    <a:pt x="15050" y="30254"/>
                    <a:pt x="14217" y="33028"/>
                    <a:pt x="13574" y="35850"/>
                  </a:cubicBezTo>
                  <a:cubicBezTo>
                    <a:pt x="13479" y="35493"/>
                    <a:pt x="13384" y="35135"/>
                    <a:pt x="13288" y="34790"/>
                  </a:cubicBezTo>
                  <a:cubicBezTo>
                    <a:pt x="13122" y="33576"/>
                    <a:pt x="12931" y="32349"/>
                    <a:pt x="12919" y="31135"/>
                  </a:cubicBezTo>
                  <a:cubicBezTo>
                    <a:pt x="12764" y="22908"/>
                    <a:pt x="13931" y="14812"/>
                    <a:pt x="15372" y="6751"/>
                  </a:cubicBezTo>
                  <a:cubicBezTo>
                    <a:pt x="15777" y="4501"/>
                    <a:pt x="16265" y="2250"/>
                    <a:pt x="16741" y="12"/>
                  </a:cubicBezTo>
                  <a:lnTo>
                    <a:pt x="16420" y="12"/>
                  </a:lnTo>
                  <a:cubicBezTo>
                    <a:pt x="15812" y="2655"/>
                    <a:pt x="15181" y="5298"/>
                    <a:pt x="14693" y="7954"/>
                  </a:cubicBezTo>
                  <a:cubicBezTo>
                    <a:pt x="14134" y="11013"/>
                    <a:pt x="13693" y="14097"/>
                    <a:pt x="13324" y="17181"/>
                  </a:cubicBezTo>
                  <a:cubicBezTo>
                    <a:pt x="12955" y="20193"/>
                    <a:pt x="12741" y="23229"/>
                    <a:pt x="12467" y="26253"/>
                  </a:cubicBezTo>
                  <a:lnTo>
                    <a:pt x="12169" y="26218"/>
                  </a:lnTo>
                  <a:cubicBezTo>
                    <a:pt x="11729" y="21253"/>
                    <a:pt x="11717" y="16300"/>
                    <a:pt x="12479" y="11359"/>
                  </a:cubicBezTo>
                  <a:cubicBezTo>
                    <a:pt x="12598" y="10561"/>
                    <a:pt x="12491" y="9728"/>
                    <a:pt x="12491" y="8906"/>
                  </a:cubicBezTo>
                  <a:lnTo>
                    <a:pt x="12491" y="8906"/>
                  </a:lnTo>
                  <a:cubicBezTo>
                    <a:pt x="11479" y="12704"/>
                    <a:pt x="10859" y="16502"/>
                    <a:pt x="10621" y="20312"/>
                  </a:cubicBezTo>
                  <a:cubicBezTo>
                    <a:pt x="9931" y="13585"/>
                    <a:pt x="9978" y="6763"/>
                    <a:pt x="1077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6"/>
            <p:cNvSpPr/>
            <p:nvPr/>
          </p:nvSpPr>
          <p:spPr>
            <a:xfrm>
              <a:off x="2676800" y="1318600"/>
              <a:ext cx="80100" cy="39150"/>
            </a:xfrm>
            <a:custGeom>
              <a:rect b="b" l="l" r="r" t="t"/>
              <a:pathLst>
                <a:path extrusionOk="0" h="1566" w="3204">
                  <a:moveTo>
                    <a:pt x="2324" y="0"/>
                  </a:moveTo>
                  <a:cubicBezTo>
                    <a:pt x="1450" y="0"/>
                    <a:pt x="695" y="276"/>
                    <a:pt x="1" y="709"/>
                  </a:cubicBezTo>
                  <a:lnTo>
                    <a:pt x="1" y="1566"/>
                  </a:lnTo>
                  <a:cubicBezTo>
                    <a:pt x="787" y="971"/>
                    <a:pt x="1751" y="578"/>
                    <a:pt x="2930" y="447"/>
                  </a:cubicBezTo>
                  <a:cubicBezTo>
                    <a:pt x="2989" y="435"/>
                    <a:pt x="3037" y="316"/>
                    <a:pt x="3204" y="90"/>
                  </a:cubicBezTo>
                  <a:cubicBezTo>
                    <a:pt x="2897" y="29"/>
                    <a:pt x="2604" y="0"/>
                    <a:pt x="23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6"/>
            <p:cNvSpPr/>
            <p:nvPr/>
          </p:nvSpPr>
          <p:spPr>
            <a:xfrm>
              <a:off x="3215275" y="1666400"/>
              <a:ext cx="97650" cy="96175"/>
            </a:xfrm>
            <a:custGeom>
              <a:rect b="b" l="l" r="r" t="t"/>
              <a:pathLst>
                <a:path extrusionOk="0" h="3847" w="3906">
                  <a:moveTo>
                    <a:pt x="3906" y="1"/>
                  </a:moveTo>
                  <a:cubicBezTo>
                    <a:pt x="3346" y="72"/>
                    <a:pt x="2786" y="108"/>
                    <a:pt x="2215" y="120"/>
                  </a:cubicBezTo>
                  <a:cubicBezTo>
                    <a:pt x="1477" y="1358"/>
                    <a:pt x="739" y="2608"/>
                    <a:pt x="0" y="3846"/>
                  </a:cubicBezTo>
                  <a:cubicBezTo>
                    <a:pt x="750" y="3549"/>
                    <a:pt x="1489" y="3215"/>
                    <a:pt x="2215" y="2858"/>
                  </a:cubicBezTo>
                  <a:cubicBezTo>
                    <a:pt x="2774" y="1906"/>
                    <a:pt x="3346" y="953"/>
                    <a:pt x="3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6"/>
            <p:cNvSpPr/>
            <p:nvPr/>
          </p:nvSpPr>
          <p:spPr>
            <a:xfrm>
              <a:off x="3335225" y="1642600"/>
              <a:ext cx="80100" cy="58650"/>
            </a:xfrm>
            <a:custGeom>
              <a:rect b="b" l="l" r="r" t="t"/>
              <a:pathLst>
                <a:path extrusionOk="0" h="2346" w="3204">
                  <a:moveTo>
                    <a:pt x="3203" y="0"/>
                  </a:moveTo>
                  <a:cubicBezTo>
                    <a:pt x="2322" y="322"/>
                    <a:pt x="1429" y="560"/>
                    <a:pt x="513" y="738"/>
                  </a:cubicBezTo>
                  <a:cubicBezTo>
                    <a:pt x="501" y="762"/>
                    <a:pt x="489" y="774"/>
                    <a:pt x="477" y="798"/>
                  </a:cubicBezTo>
                  <a:cubicBezTo>
                    <a:pt x="322" y="1048"/>
                    <a:pt x="322" y="1405"/>
                    <a:pt x="251" y="1703"/>
                  </a:cubicBezTo>
                  <a:cubicBezTo>
                    <a:pt x="155" y="1917"/>
                    <a:pt x="84" y="2131"/>
                    <a:pt x="1" y="2346"/>
                  </a:cubicBezTo>
                  <a:cubicBezTo>
                    <a:pt x="1120" y="1643"/>
                    <a:pt x="2191" y="857"/>
                    <a:pt x="3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6"/>
            <p:cNvSpPr/>
            <p:nvPr/>
          </p:nvSpPr>
          <p:spPr>
            <a:xfrm>
              <a:off x="3291475" y="1708675"/>
              <a:ext cx="111350" cy="138725"/>
            </a:xfrm>
            <a:custGeom>
              <a:rect b="b" l="l" r="r" t="t"/>
              <a:pathLst>
                <a:path extrusionOk="0" h="5549" w="4454">
                  <a:moveTo>
                    <a:pt x="4453" y="0"/>
                  </a:moveTo>
                  <a:lnTo>
                    <a:pt x="4453" y="0"/>
                  </a:lnTo>
                  <a:cubicBezTo>
                    <a:pt x="3322" y="727"/>
                    <a:pt x="2096" y="1310"/>
                    <a:pt x="834" y="1739"/>
                  </a:cubicBezTo>
                  <a:cubicBezTo>
                    <a:pt x="322" y="2929"/>
                    <a:pt x="155" y="4191"/>
                    <a:pt x="0" y="5549"/>
                  </a:cubicBezTo>
                  <a:cubicBezTo>
                    <a:pt x="250" y="5239"/>
                    <a:pt x="500" y="4930"/>
                    <a:pt x="750" y="4620"/>
                  </a:cubicBezTo>
                  <a:cubicBezTo>
                    <a:pt x="1274" y="3644"/>
                    <a:pt x="1798" y="2656"/>
                    <a:pt x="2417" y="1513"/>
                  </a:cubicBezTo>
                  <a:cubicBezTo>
                    <a:pt x="2465" y="1894"/>
                    <a:pt x="2477" y="2215"/>
                    <a:pt x="2429" y="2525"/>
                  </a:cubicBezTo>
                  <a:cubicBezTo>
                    <a:pt x="3108" y="1679"/>
                    <a:pt x="3775" y="834"/>
                    <a:pt x="4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6"/>
            <p:cNvSpPr/>
            <p:nvPr/>
          </p:nvSpPr>
          <p:spPr>
            <a:xfrm>
              <a:off x="3179850" y="1469050"/>
              <a:ext cx="445925" cy="381625"/>
            </a:xfrm>
            <a:custGeom>
              <a:rect b="b" l="l" r="r" t="t"/>
              <a:pathLst>
                <a:path extrusionOk="0" h="15265" w="17837">
                  <a:moveTo>
                    <a:pt x="16503" y="1"/>
                  </a:moveTo>
                  <a:cubicBezTo>
                    <a:pt x="16491" y="13"/>
                    <a:pt x="16479" y="25"/>
                    <a:pt x="16467" y="49"/>
                  </a:cubicBezTo>
                  <a:cubicBezTo>
                    <a:pt x="14395" y="2537"/>
                    <a:pt x="11776" y="4573"/>
                    <a:pt x="8859" y="5990"/>
                  </a:cubicBezTo>
                  <a:cubicBezTo>
                    <a:pt x="8644" y="6097"/>
                    <a:pt x="8430" y="6192"/>
                    <a:pt x="8216" y="6287"/>
                  </a:cubicBezTo>
                  <a:cubicBezTo>
                    <a:pt x="7954" y="6418"/>
                    <a:pt x="7680" y="6526"/>
                    <a:pt x="7406" y="6645"/>
                  </a:cubicBezTo>
                  <a:cubicBezTo>
                    <a:pt x="6847" y="6859"/>
                    <a:pt x="6287" y="7073"/>
                    <a:pt x="5715" y="7240"/>
                  </a:cubicBezTo>
                  <a:cubicBezTo>
                    <a:pt x="5084" y="7442"/>
                    <a:pt x="4442" y="7621"/>
                    <a:pt x="3787" y="7752"/>
                  </a:cubicBezTo>
                  <a:cubicBezTo>
                    <a:pt x="3358" y="7847"/>
                    <a:pt x="2941" y="7930"/>
                    <a:pt x="2513" y="8002"/>
                  </a:cubicBezTo>
                  <a:cubicBezTo>
                    <a:pt x="2882" y="8014"/>
                    <a:pt x="3263" y="8014"/>
                    <a:pt x="3632" y="8014"/>
                  </a:cubicBezTo>
                  <a:cubicBezTo>
                    <a:pt x="4203" y="8002"/>
                    <a:pt x="4763" y="7966"/>
                    <a:pt x="5323" y="7895"/>
                  </a:cubicBezTo>
                  <a:cubicBezTo>
                    <a:pt x="5799" y="7847"/>
                    <a:pt x="6263" y="7776"/>
                    <a:pt x="6728" y="7680"/>
                  </a:cubicBezTo>
                  <a:cubicBezTo>
                    <a:pt x="7644" y="7502"/>
                    <a:pt x="8549" y="7264"/>
                    <a:pt x="9418" y="6942"/>
                  </a:cubicBezTo>
                  <a:lnTo>
                    <a:pt x="9418" y="6942"/>
                  </a:lnTo>
                  <a:cubicBezTo>
                    <a:pt x="8406" y="7799"/>
                    <a:pt x="7335" y="8573"/>
                    <a:pt x="6216" y="9288"/>
                  </a:cubicBezTo>
                  <a:cubicBezTo>
                    <a:pt x="5382" y="9812"/>
                    <a:pt x="4513" y="10300"/>
                    <a:pt x="3632" y="10740"/>
                  </a:cubicBezTo>
                  <a:cubicBezTo>
                    <a:pt x="2906" y="11109"/>
                    <a:pt x="2167" y="11431"/>
                    <a:pt x="1417" y="11740"/>
                  </a:cubicBezTo>
                  <a:cubicBezTo>
                    <a:pt x="941" y="11919"/>
                    <a:pt x="477" y="12098"/>
                    <a:pt x="0" y="12264"/>
                  </a:cubicBezTo>
                  <a:cubicBezTo>
                    <a:pt x="370" y="12252"/>
                    <a:pt x="751" y="12241"/>
                    <a:pt x="1132" y="12205"/>
                  </a:cubicBezTo>
                  <a:cubicBezTo>
                    <a:pt x="1727" y="12157"/>
                    <a:pt x="2322" y="12074"/>
                    <a:pt x="2906" y="11967"/>
                  </a:cubicBezTo>
                  <a:cubicBezTo>
                    <a:pt x="3191" y="11907"/>
                    <a:pt x="3489" y="11848"/>
                    <a:pt x="3775" y="11776"/>
                  </a:cubicBezTo>
                  <a:cubicBezTo>
                    <a:pt x="4287" y="11657"/>
                    <a:pt x="4799" y="11502"/>
                    <a:pt x="5299" y="11324"/>
                  </a:cubicBezTo>
                  <a:cubicBezTo>
                    <a:pt x="6561" y="10883"/>
                    <a:pt x="7787" y="10312"/>
                    <a:pt x="8918" y="9585"/>
                  </a:cubicBezTo>
                  <a:lnTo>
                    <a:pt x="8918" y="9585"/>
                  </a:lnTo>
                  <a:cubicBezTo>
                    <a:pt x="8240" y="10419"/>
                    <a:pt x="7573" y="11264"/>
                    <a:pt x="6894" y="12110"/>
                  </a:cubicBezTo>
                  <a:cubicBezTo>
                    <a:pt x="6335" y="12800"/>
                    <a:pt x="5775" y="13503"/>
                    <a:pt x="5215" y="14205"/>
                  </a:cubicBezTo>
                  <a:cubicBezTo>
                    <a:pt x="4965" y="14515"/>
                    <a:pt x="4715" y="14824"/>
                    <a:pt x="4465" y="15134"/>
                  </a:cubicBezTo>
                  <a:lnTo>
                    <a:pt x="4358" y="15265"/>
                  </a:lnTo>
                  <a:cubicBezTo>
                    <a:pt x="4394" y="15229"/>
                    <a:pt x="4418" y="15193"/>
                    <a:pt x="4453" y="15169"/>
                  </a:cubicBezTo>
                  <a:cubicBezTo>
                    <a:pt x="4942" y="14693"/>
                    <a:pt x="5406" y="14217"/>
                    <a:pt x="5870" y="13717"/>
                  </a:cubicBezTo>
                  <a:cubicBezTo>
                    <a:pt x="6049" y="13514"/>
                    <a:pt x="6227" y="13324"/>
                    <a:pt x="6406" y="13122"/>
                  </a:cubicBezTo>
                  <a:cubicBezTo>
                    <a:pt x="6668" y="12824"/>
                    <a:pt x="6930" y="12526"/>
                    <a:pt x="7180" y="12241"/>
                  </a:cubicBezTo>
                  <a:cubicBezTo>
                    <a:pt x="10728" y="8204"/>
                    <a:pt x="14276" y="4168"/>
                    <a:pt x="17836" y="144"/>
                  </a:cubicBezTo>
                  <a:lnTo>
                    <a:pt x="17836" y="144"/>
                  </a:lnTo>
                  <a:cubicBezTo>
                    <a:pt x="17785" y="146"/>
                    <a:pt x="17734" y="147"/>
                    <a:pt x="17683" y="147"/>
                  </a:cubicBezTo>
                  <a:cubicBezTo>
                    <a:pt x="17436" y="147"/>
                    <a:pt x="17190" y="124"/>
                    <a:pt x="16943" y="84"/>
                  </a:cubicBezTo>
                  <a:cubicBezTo>
                    <a:pt x="16800" y="60"/>
                    <a:pt x="16645" y="37"/>
                    <a:pt x="1650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6"/>
            <p:cNvSpPr/>
            <p:nvPr/>
          </p:nvSpPr>
          <p:spPr>
            <a:xfrm>
              <a:off x="3582275" y="1464000"/>
              <a:ext cx="14325" cy="5075"/>
            </a:xfrm>
            <a:custGeom>
              <a:rect b="b" l="l" r="r" t="t"/>
              <a:pathLst>
                <a:path extrusionOk="0" h="203" w="573">
                  <a:moveTo>
                    <a:pt x="572" y="1"/>
                  </a:moveTo>
                  <a:lnTo>
                    <a:pt x="227" y="48"/>
                  </a:lnTo>
                  <a:lnTo>
                    <a:pt x="1" y="72"/>
                  </a:lnTo>
                  <a:cubicBezTo>
                    <a:pt x="96" y="108"/>
                    <a:pt x="203" y="143"/>
                    <a:pt x="310" y="179"/>
                  </a:cubicBezTo>
                  <a:cubicBezTo>
                    <a:pt x="346" y="179"/>
                    <a:pt x="370" y="191"/>
                    <a:pt x="406" y="203"/>
                  </a:cubicBezTo>
                  <a:cubicBezTo>
                    <a:pt x="453" y="131"/>
                    <a:pt x="513" y="72"/>
                    <a:pt x="572" y="1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6"/>
            <p:cNvSpPr/>
            <p:nvPr/>
          </p:nvSpPr>
          <p:spPr>
            <a:xfrm>
              <a:off x="4023700" y="1151175"/>
              <a:ext cx="402175" cy="586100"/>
            </a:xfrm>
            <a:custGeom>
              <a:rect b="b" l="l" r="r" t="t"/>
              <a:pathLst>
                <a:path extrusionOk="0" h="23444" w="16087">
                  <a:moveTo>
                    <a:pt x="15896" y="0"/>
                  </a:moveTo>
                  <a:cubicBezTo>
                    <a:pt x="12347" y="6084"/>
                    <a:pt x="8966" y="11513"/>
                    <a:pt x="6347" y="15526"/>
                  </a:cubicBezTo>
                  <a:cubicBezTo>
                    <a:pt x="4906" y="17728"/>
                    <a:pt x="3787" y="19538"/>
                    <a:pt x="2751" y="20586"/>
                  </a:cubicBezTo>
                  <a:cubicBezTo>
                    <a:pt x="2239" y="21110"/>
                    <a:pt x="1787" y="21455"/>
                    <a:pt x="1465" y="21681"/>
                  </a:cubicBezTo>
                  <a:cubicBezTo>
                    <a:pt x="1382" y="21729"/>
                    <a:pt x="1298" y="21777"/>
                    <a:pt x="1239" y="21824"/>
                  </a:cubicBezTo>
                  <a:cubicBezTo>
                    <a:pt x="1179" y="21860"/>
                    <a:pt x="1132" y="21884"/>
                    <a:pt x="1084" y="21908"/>
                  </a:cubicBezTo>
                  <a:cubicBezTo>
                    <a:pt x="1025" y="21955"/>
                    <a:pt x="989" y="21967"/>
                    <a:pt x="977" y="21979"/>
                  </a:cubicBezTo>
                  <a:cubicBezTo>
                    <a:pt x="1060" y="21943"/>
                    <a:pt x="1144" y="21896"/>
                    <a:pt x="1227" y="21848"/>
                  </a:cubicBezTo>
                  <a:cubicBezTo>
                    <a:pt x="1989" y="21479"/>
                    <a:pt x="2668" y="20955"/>
                    <a:pt x="3263" y="20360"/>
                  </a:cubicBezTo>
                  <a:cubicBezTo>
                    <a:pt x="3930" y="19693"/>
                    <a:pt x="4513" y="18967"/>
                    <a:pt x="5061" y="18228"/>
                  </a:cubicBezTo>
                  <a:cubicBezTo>
                    <a:pt x="6144" y="16752"/>
                    <a:pt x="7168" y="15288"/>
                    <a:pt x="8121" y="13871"/>
                  </a:cubicBezTo>
                  <a:cubicBezTo>
                    <a:pt x="10026" y="11025"/>
                    <a:pt x="11633" y="8323"/>
                    <a:pt x="12943" y="5989"/>
                  </a:cubicBezTo>
                  <a:cubicBezTo>
                    <a:pt x="14252" y="3667"/>
                    <a:pt x="15241" y="1703"/>
                    <a:pt x="15919" y="333"/>
                  </a:cubicBezTo>
                  <a:cubicBezTo>
                    <a:pt x="15979" y="214"/>
                    <a:pt x="16027" y="107"/>
                    <a:pt x="16086" y="0"/>
                  </a:cubicBezTo>
                  <a:close/>
                  <a:moveTo>
                    <a:pt x="7787" y="0"/>
                  </a:moveTo>
                  <a:cubicBezTo>
                    <a:pt x="6001" y="4965"/>
                    <a:pt x="4120" y="9906"/>
                    <a:pt x="2430" y="14907"/>
                  </a:cubicBezTo>
                  <a:cubicBezTo>
                    <a:pt x="1644" y="17228"/>
                    <a:pt x="1513" y="19764"/>
                    <a:pt x="477" y="22038"/>
                  </a:cubicBezTo>
                  <a:cubicBezTo>
                    <a:pt x="275" y="22491"/>
                    <a:pt x="155" y="22979"/>
                    <a:pt x="1" y="23443"/>
                  </a:cubicBezTo>
                  <a:cubicBezTo>
                    <a:pt x="465" y="23015"/>
                    <a:pt x="751" y="22527"/>
                    <a:pt x="965" y="22003"/>
                  </a:cubicBezTo>
                  <a:cubicBezTo>
                    <a:pt x="965" y="21991"/>
                    <a:pt x="965" y="21991"/>
                    <a:pt x="977" y="21979"/>
                  </a:cubicBezTo>
                  <a:cubicBezTo>
                    <a:pt x="1572" y="20526"/>
                    <a:pt x="2156" y="19074"/>
                    <a:pt x="2727" y="17609"/>
                  </a:cubicBezTo>
                  <a:cubicBezTo>
                    <a:pt x="4989" y="11799"/>
                    <a:pt x="7037" y="5917"/>
                    <a:pt x="900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6"/>
            <p:cNvSpPr/>
            <p:nvPr/>
          </p:nvSpPr>
          <p:spPr>
            <a:xfrm>
              <a:off x="2762825" y="4354525"/>
              <a:ext cx="271500" cy="203325"/>
            </a:xfrm>
            <a:custGeom>
              <a:rect b="b" l="l" r="r" t="t"/>
              <a:pathLst>
                <a:path extrusionOk="0" h="8133" w="10860">
                  <a:moveTo>
                    <a:pt x="10681" y="1"/>
                  </a:moveTo>
                  <a:cubicBezTo>
                    <a:pt x="7061" y="2632"/>
                    <a:pt x="3442" y="5275"/>
                    <a:pt x="1" y="8133"/>
                  </a:cubicBezTo>
                  <a:lnTo>
                    <a:pt x="953" y="8133"/>
                  </a:lnTo>
                  <a:cubicBezTo>
                    <a:pt x="4263" y="5490"/>
                    <a:pt x="7561" y="2858"/>
                    <a:pt x="10859" y="215"/>
                  </a:cubicBezTo>
                  <a:cubicBezTo>
                    <a:pt x="10800" y="144"/>
                    <a:pt x="10740" y="72"/>
                    <a:pt x="1068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6"/>
            <p:cNvSpPr/>
            <p:nvPr/>
          </p:nvSpPr>
          <p:spPr>
            <a:xfrm>
              <a:off x="4123425" y="3537775"/>
              <a:ext cx="389350" cy="254800"/>
            </a:xfrm>
            <a:custGeom>
              <a:rect b="b" l="l" r="r" t="t"/>
              <a:pathLst>
                <a:path extrusionOk="0" h="10192" w="15574">
                  <a:moveTo>
                    <a:pt x="15574" y="0"/>
                  </a:moveTo>
                  <a:cubicBezTo>
                    <a:pt x="14395" y="762"/>
                    <a:pt x="13228" y="1548"/>
                    <a:pt x="12097" y="2393"/>
                  </a:cubicBezTo>
                  <a:cubicBezTo>
                    <a:pt x="9847" y="3679"/>
                    <a:pt x="7823" y="4929"/>
                    <a:pt x="6096" y="6037"/>
                  </a:cubicBezTo>
                  <a:cubicBezTo>
                    <a:pt x="4275" y="7203"/>
                    <a:pt x="2798" y="8204"/>
                    <a:pt x="1751" y="8930"/>
                  </a:cubicBezTo>
                  <a:cubicBezTo>
                    <a:pt x="631" y="9716"/>
                    <a:pt x="0" y="10192"/>
                    <a:pt x="0" y="10192"/>
                  </a:cubicBezTo>
                  <a:cubicBezTo>
                    <a:pt x="1524" y="9382"/>
                    <a:pt x="3013" y="8585"/>
                    <a:pt x="4429" y="7799"/>
                  </a:cubicBezTo>
                  <a:cubicBezTo>
                    <a:pt x="8478" y="5548"/>
                    <a:pt x="12061" y="3417"/>
                    <a:pt x="14847" y="1703"/>
                  </a:cubicBezTo>
                  <a:cubicBezTo>
                    <a:pt x="15097" y="1548"/>
                    <a:pt x="15336" y="1393"/>
                    <a:pt x="15574" y="1250"/>
                  </a:cubicBezTo>
                  <a:lnTo>
                    <a:pt x="15574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6"/>
            <p:cNvSpPr/>
            <p:nvPr/>
          </p:nvSpPr>
          <p:spPr>
            <a:xfrm>
              <a:off x="3227775" y="3892275"/>
              <a:ext cx="110150" cy="403650"/>
            </a:xfrm>
            <a:custGeom>
              <a:rect b="b" l="l" r="r" t="t"/>
              <a:pathLst>
                <a:path extrusionOk="0" h="16146" w="4406">
                  <a:moveTo>
                    <a:pt x="4406" y="0"/>
                  </a:moveTo>
                  <a:lnTo>
                    <a:pt x="4406" y="0"/>
                  </a:lnTo>
                  <a:cubicBezTo>
                    <a:pt x="2132" y="5096"/>
                    <a:pt x="834" y="10561"/>
                    <a:pt x="0" y="16145"/>
                  </a:cubicBezTo>
                  <a:cubicBezTo>
                    <a:pt x="1477" y="10764"/>
                    <a:pt x="2941" y="5382"/>
                    <a:pt x="44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6"/>
            <p:cNvSpPr/>
            <p:nvPr/>
          </p:nvSpPr>
          <p:spPr>
            <a:xfrm>
              <a:off x="4198725" y="2822500"/>
              <a:ext cx="147075" cy="40575"/>
            </a:xfrm>
            <a:custGeom>
              <a:rect b="b" l="l" r="r" t="t"/>
              <a:pathLst>
                <a:path extrusionOk="0" h="1623" w="5883">
                  <a:moveTo>
                    <a:pt x="72" y="1"/>
                  </a:moveTo>
                  <a:cubicBezTo>
                    <a:pt x="48" y="84"/>
                    <a:pt x="24" y="167"/>
                    <a:pt x="1" y="262"/>
                  </a:cubicBezTo>
                  <a:cubicBezTo>
                    <a:pt x="1453" y="691"/>
                    <a:pt x="2894" y="1155"/>
                    <a:pt x="4346" y="1548"/>
                  </a:cubicBezTo>
                  <a:cubicBezTo>
                    <a:pt x="4513" y="1593"/>
                    <a:pt x="4679" y="1622"/>
                    <a:pt x="4839" y="1622"/>
                  </a:cubicBezTo>
                  <a:cubicBezTo>
                    <a:pt x="5275" y="1622"/>
                    <a:pt x="5665" y="1405"/>
                    <a:pt x="5882" y="691"/>
                  </a:cubicBezTo>
                  <a:cubicBezTo>
                    <a:pt x="3906" y="453"/>
                    <a:pt x="1989" y="227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6"/>
            <p:cNvSpPr/>
            <p:nvPr/>
          </p:nvSpPr>
          <p:spPr>
            <a:xfrm>
              <a:off x="4462750" y="2847200"/>
              <a:ext cx="50025" cy="25825"/>
            </a:xfrm>
            <a:custGeom>
              <a:rect b="b" l="l" r="r" t="t"/>
              <a:pathLst>
                <a:path extrusionOk="0" h="1033" w="2001">
                  <a:moveTo>
                    <a:pt x="2001" y="1"/>
                  </a:moveTo>
                  <a:cubicBezTo>
                    <a:pt x="310" y="96"/>
                    <a:pt x="227" y="286"/>
                    <a:pt x="0" y="941"/>
                  </a:cubicBezTo>
                  <a:cubicBezTo>
                    <a:pt x="294" y="1002"/>
                    <a:pt x="621" y="1032"/>
                    <a:pt x="969" y="1032"/>
                  </a:cubicBezTo>
                  <a:cubicBezTo>
                    <a:pt x="1299" y="1032"/>
                    <a:pt x="1647" y="1005"/>
                    <a:pt x="2001" y="953"/>
                  </a:cubicBezTo>
                  <a:lnTo>
                    <a:pt x="2001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6"/>
            <p:cNvSpPr/>
            <p:nvPr/>
          </p:nvSpPr>
          <p:spPr>
            <a:xfrm>
              <a:off x="4480000" y="1151175"/>
              <a:ext cx="31875" cy="37225"/>
            </a:xfrm>
            <a:custGeom>
              <a:rect b="b" l="l" r="r" t="t"/>
              <a:pathLst>
                <a:path extrusionOk="0" h="1489" w="1275">
                  <a:moveTo>
                    <a:pt x="965" y="0"/>
                  </a:moveTo>
                  <a:cubicBezTo>
                    <a:pt x="727" y="369"/>
                    <a:pt x="489" y="738"/>
                    <a:pt x="251" y="1107"/>
                  </a:cubicBezTo>
                  <a:cubicBezTo>
                    <a:pt x="168" y="1238"/>
                    <a:pt x="84" y="1357"/>
                    <a:pt x="1" y="1488"/>
                  </a:cubicBezTo>
                  <a:cubicBezTo>
                    <a:pt x="84" y="1393"/>
                    <a:pt x="168" y="1298"/>
                    <a:pt x="251" y="1203"/>
                  </a:cubicBezTo>
                  <a:cubicBezTo>
                    <a:pt x="608" y="810"/>
                    <a:pt x="942" y="405"/>
                    <a:pt x="127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6"/>
            <p:cNvSpPr/>
            <p:nvPr/>
          </p:nvSpPr>
          <p:spPr>
            <a:xfrm>
              <a:off x="4508875" y="1393150"/>
              <a:ext cx="3900" cy="7475"/>
            </a:xfrm>
            <a:custGeom>
              <a:rect b="b" l="l" r="r" t="t"/>
              <a:pathLst>
                <a:path extrusionOk="0" h="299" w="156">
                  <a:moveTo>
                    <a:pt x="156" y="1"/>
                  </a:moveTo>
                  <a:cubicBezTo>
                    <a:pt x="108" y="96"/>
                    <a:pt x="49" y="191"/>
                    <a:pt x="1" y="298"/>
                  </a:cubicBezTo>
                  <a:cubicBezTo>
                    <a:pt x="60" y="239"/>
                    <a:pt x="108" y="168"/>
                    <a:pt x="156" y="108"/>
                  </a:cubicBezTo>
                  <a:lnTo>
                    <a:pt x="156" y="1"/>
                  </a:ln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6"/>
            <p:cNvSpPr/>
            <p:nvPr/>
          </p:nvSpPr>
          <p:spPr>
            <a:xfrm>
              <a:off x="4218375" y="3605625"/>
              <a:ext cx="294400" cy="187550"/>
            </a:xfrm>
            <a:custGeom>
              <a:rect b="b" l="l" r="r" t="t"/>
              <a:pathLst>
                <a:path extrusionOk="0" h="7502" w="11776">
                  <a:moveTo>
                    <a:pt x="11776" y="1"/>
                  </a:moveTo>
                  <a:cubicBezTo>
                    <a:pt x="10204" y="679"/>
                    <a:pt x="8740" y="1441"/>
                    <a:pt x="7406" y="2203"/>
                  </a:cubicBezTo>
                  <a:cubicBezTo>
                    <a:pt x="6061" y="2989"/>
                    <a:pt x="4846" y="3775"/>
                    <a:pt x="3822" y="4489"/>
                  </a:cubicBezTo>
                  <a:cubicBezTo>
                    <a:pt x="2620" y="5347"/>
                    <a:pt x="1655" y="6097"/>
                    <a:pt x="1001" y="6644"/>
                  </a:cubicBezTo>
                  <a:cubicBezTo>
                    <a:pt x="346" y="7180"/>
                    <a:pt x="0" y="7502"/>
                    <a:pt x="0" y="7502"/>
                  </a:cubicBezTo>
                  <a:cubicBezTo>
                    <a:pt x="3394" y="5632"/>
                    <a:pt x="6454" y="3787"/>
                    <a:pt x="8823" y="2323"/>
                  </a:cubicBezTo>
                  <a:cubicBezTo>
                    <a:pt x="9121" y="2144"/>
                    <a:pt x="9406" y="1965"/>
                    <a:pt x="9680" y="1787"/>
                  </a:cubicBezTo>
                  <a:cubicBezTo>
                    <a:pt x="10490" y="1287"/>
                    <a:pt x="11192" y="846"/>
                    <a:pt x="11776" y="465"/>
                  </a:cubicBezTo>
                  <a:lnTo>
                    <a:pt x="11776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6"/>
            <p:cNvSpPr/>
            <p:nvPr/>
          </p:nvSpPr>
          <p:spPr>
            <a:xfrm>
              <a:off x="3437025" y="2111400"/>
              <a:ext cx="188450" cy="111650"/>
            </a:xfrm>
            <a:custGeom>
              <a:rect b="b" l="l" r="r" t="t"/>
              <a:pathLst>
                <a:path extrusionOk="0" h="4466" w="7538">
                  <a:moveTo>
                    <a:pt x="7537" y="1"/>
                  </a:moveTo>
                  <a:cubicBezTo>
                    <a:pt x="2977" y="1644"/>
                    <a:pt x="0" y="4465"/>
                    <a:pt x="0" y="4465"/>
                  </a:cubicBezTo>
                  <a:cubicBezTo>
                    <a:pt x="4477" y="3001"/>
                    <a:pt x="7537" y="1"/>
                    <a:pt x="75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6"/>
            <p:cNvSpPr/>
            <p:nvPr/>
          </p:nvSpPr>
          <p:spPr>
            <a:xfrm>
              <a:off x="3612050" y="2214025"/>
              <a:ext cx="1200" cy="1575"/>
            </a:xfrm>
            <a:custGeom>
              <a:rect b="b" l="l" r="r" t="t"/>
              <a:pathLst>
                <a:path extrusionOk="0" h="63" w="48">
                  <a:moveTo>
                    <a:pt x="35" y="1"/>
                  </a:moveTo>
                  <a:cubicBezTo>
                    <a:pt x="33" y="1"/>
                    <a:pt x="21" y="32"/>
                    <a:pt x="0" y="63"/>
                  </a:cubicBezTo>
                  <a:cubicBezTo>
                    <a:pt x="36" y="63"/>
                    <a:pt x="48" y="39"/>
                    <a:pt x="36" y="3"/>
                  </a:cubicBezTo>
                  <a:cubicBezTo>
                    <a:pt x="36" y="2"/>
                    <a:pt x="36" y="1"/>
                    <a:pt x="35" y="1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6"/>
            <p:cNvSpPr/>
            <p:nvPr/>
          </p:nvSpPr>
          <p:spPr>
            <a:xfrm>
              <a:off x="3602525" y="2127775"/>
              <a:ext cx="176825" cy="88800"/>
            </a:xfrm>
            <a:custGeom>
              <a:rect b="b" l="l" r="r" t="t"/>
              <a:pathLst>
                <a:path extrusionOk="0" h="3552" w="7073">
                  <a:moveTo>
                    <a:pt x="7073" y="0"/>
                  </a:moveTo>
                  <a:cubicBezTo>
                    <a:pt x="4846" y="489"/>
                    <a:pt x="2977" y="1334"/>
                    <a:pt x="1655" y="2036"/>
                  </a:cubicBezTo>
                  <a:cubicBezTo>
                    <a:pt x="1322" y="2215"/>
                    <a:pt x="1024" y="2394"/>
                    <a:pt x="762" y="2548"/>
                  </a:cubicBezTo>
                  <a:cubicBezTo>
                    <a:pt x="643" y="2620"/>
                    <a:pt x="524" y="2703"/>
                    <a:pt x="405" y="2763"/>
                  </a:cubicBezTo>
                  <a:cubicBezTo>
                    <a:pt x="286" y="2846"/>
                    <a:pt x="167" y="2929"/>
                    <a:pt x="84" y="3048"/>
                  </a:cubicBezTo>
                  <a:cubicBezTo>
                    <a:pt x="12" y="3167"/>
                    <a:pt x="0" y="3310"/>
                    <a:pt x="48" y="3406"/>
                  </a:cubicBezTo>
                  <a:cubicBezTo>
                    <a:pt x="108" y="3489"/>
                    <a:pt x="191" y="3537"/>
                    <a:pt x="262" y="3548"/>
                  </a:cubicBezTo>
                  <a:cubicBezTo>
                    <a:pt x="273" y="3551"/>
                    <a:pt x="283" y="3552"/>
                    <a:pt x="293" y="3552"/>
                  </a:cubicBezTo>
                  <a:cubicBezTo>
                    <a:pt x="335" y="3552"/>
                    <a:pt x="362" y="3532"/>
                    <a:pt x="381" y="3513"/>
                  </a:cubicBezTo>
                  <a:cubicBezTo>
                    <a:pt x="358" y="3513"/>
                    <a:pt x="334" y="3513"/>
                    <a:pt x="310" y="3501"/>
                  </a:cubicBezTo>
                  <a:cubicBezTo>
                    <a:pt x="250" y="3477"/>
                    <a:pt x="215" y="3441"/>
                    <a:pt x="203" y="3382"/>
                  </a:cubicBezTo>
                  <a:cubicBezTo>
                    <a:pt x="191" y="3275"/>
                    <a:pt x="298" y="3203"/>
                    <a:pt x="393" y="3167"/>
                  </a:cubicBezTo>
                  <a:cubicBezTo>
                    <a:pt x="608" y="3108"/>
                    <a:pt x="893" y="3036"/>
                    <a:pt x="1143" y="2965"/>
                  </a:cubicBezTo>
                  <a:cubicBezTo>
                    <a:pt x="1643" y="2810"/>
                    <a:pt x="2120" y="2644"/>
                    <a:pt x="2572" y="2477"/>
                  </a:cubicBezTo>
                  <a:cubicBezTo>
                    <a:pt x="3489" y="2120"/>
                    <a:pt x="4287" y="1727"/>
                    <a:pt x="4953" y="1358"/>
                  </a:cubicBezTo>
                  <a:cubicBezTo>
                    <a:pt x="6287" y="631"/>
                    <a:pt x="7073" y="0"/>
                    <a:pt x="70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6"/>
            <p:cNvSpPr/>
            <p:nvPr/>
          </p:nvSpPr>
          <p:spPr>
            <a:xfrm>
              <a:off x="3729625" y="2136400"/>
              <a:ext cx="169975" cy="80400"/>
            </a:xfrm>
            <a:custGeom>
              <a:rect b="b" l="l" r="r" t="t"/>
              <a:pathLst>
                <a:path extrusionOk="0" h="3216" w="6799">
                  <a:moveTo>
                    <a:pt x="6799" y="1"/>
                  </a:moveTo>
                  <a:cubicBezTo>
                    <a:pt x="2715" y="929"/>
                    <a:pt x="0" y="3215"/>
                    <a:pt x="0" y="3215"/>
                  </a:cubicBezTo>
                  <a:cubicBezTo>
                    <a:pt x="4001" y="2453"/>
                    <a:pt x="6799" y="1"/>
                    <a:pt x="6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6" name="Google Shape;816;p36"/>
          <p:cNvSpPr/>
          <p:nvPr/>
        </p:nvSpPr>
        <p:spPr>
          <a:xfrm>
            <a:off x="2200650" y="-368625"/>
            <a:ext cx="2347200" cy="1812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37"/>
          <p:cNvSpPr txBox="1"/>
          <p:nvPr>
            <p:ph idx="6" type="title"/>
          </p:nvPr>
        </p:nvSpPr>
        <p:spPr>
          <a:xfrm>
            <a:off x="1440000" y="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Temporal</a:t>
            </a:r>
            <a:endParaRPr/>
          </a:p>
        </p:txBody>
      </p:sp>
      <p:grpSp>
        <p:nvGrpSpPr>
          <p:cNvPr id="822" name="Google Shape;822;p37"/>
          <p:cNvGrpSpPr/>
          <p:nvPr/>
        </p:nvGrpSpPr>
        <p:grpSpPr>
          <a:xfrm flipH="1">
            <a:off x="8093262" y="185617"/>
            <a:ext cx="841704" cy="1673672"/>
            <a:chOff x="796200" y="1088350"/>
            <a:chExt cx="1841400" cy="3661500"/>
          </a:xfrm>
        </p:grpSpPr>
        <p:sp>
          <p:nvSpPr>
            <p:cNvPr id="823" name="Google Shape;823;p37"/>
            <p:cNvSpPr/>
            <p:nvPr/>
          </p:nvSpPr>
          <p:spPr>
            <a:xfrm>
              <a:off x="796200" y="1088350"/>
              <a:ext cx="1841400" cy="366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3025" lIns="43025" spcFirstLastPara="1" rIns="43025" wrap="square" tIns="4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4" name="Google Shape;824;p37"/>
            <p:cNvGrpSpPr/>
            <p:nvPr/>
          </p:nvGrpSpPr>
          <p:grpSpPr>
            <a:xfrm>
              <a:off x="796200" y="1088350"/>
              <a:ext cx="1841325" cy="3661500"/>
              <a:chOff x="2921175" y="1088350"/>
              <a:chExt cx="1841325" cy="3661500"/>
            </a:xfrm>
          </p:grpSpPr>
          <p:sp>
            <p:nvSpPr>
              <p:cNvPr id="825" name="Google Shape;825;p37"/>
              <p:cNvSpPr/>
              <p:nvPr/>
            </p:nvSpPr>
            <p:spPr>
              <a:xfrm>
                <a:off x="4546675" y="1088650"/>
                <a:ext cx="215825" cy="441400"/>
              </a:xfrm>
              <a:custGeom>
                <a:rect b="b" l="l" r="r" t="t"/>
                <a:pathLst>
                  <a:path extrusionOk="0" h="17656" w="8633">
                    <a:moveTo>
                      <a:pt x="4013" y="1"/>
                    </a:moveTo>
                    <a:cubicBezTo>
                      <a:pt x="4359" y="2049"/>
                      <a:pt x="4752" y="4085"/>
                      <a:pt x="5264" y="6085"/>
                    </a:cubicBezTo>
                    <a:cubicBezTo>
                      <a:pt x="5930" y="8692"/>
                      <a:pt x="5514" y="10883"/>
                      <a:pt x="4204" y="13157"/>
                    </a:cubicBezTo>
                    <a:cubicBezTo>
                      <a:pt x="3120" y="15026"/>
                      <a:pt x="1811" y="16539"/>
                      <a:pt x="1" y="17586"/>
                    </a:cubicBezTo>
                    <a:lnTo>
                      <a:pt x="1" y="17598"/>
                    </a:lnTo>
                    <a:cubicBezTo>
                      <a:pt x="1" y="17598"/>
                      <a:pt x="424" y="17655"/>
                      <a:pt x="1102" y="17655"/>
                    </a:cubicBezTo>
                    <a:cubicBezTo>
                      <a:pt x="1699" y="17655"/>
                      <a:pt x="2494" y="17611"/>
                      <a:pt x="3370" y="17443"/>
                    </a:cubicBezTo>
                    <a:cubicBezTo>
                      <a:pt x="3644" y="17301"/>
                      <a:pt x="3906" y="17146"/>
                      <a:pt x="4180" y="17003"/>
                    </a:cubicBezTo>
                    <a:cubicBezTo>
                      <a:pt x="6061" y="15979"/>
                      <a:pt x="7573" y="14550"/>
                      <a:pt x="8633" y="12883"/>
                    </a:cubicBezTo>
                    <a:lnTo>
                      <a:pt x="8633" y="1287"/>
                    </a:lnTo>
                    <a:cubicBezTo>
                      <a:pt x="8323" y="870"/>
                      <a:pt x="8038" y="429"/>
                      <a:pt x="77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37"/>
              <p:cNvSpPr/>
              <p:nvPr/>
            </p:nvSpPr>
            <p:spPr>
              <a:xfrm>
                <a:off x="4162125" y="1088350"/>
                <a:ext cx="353625" cy="251250"/>
              </a:xfrm>
              <a:custGeom>
                <a:rect b="b" l="l" r="r" t="t"/>
                <a:pathLst>
                  <a:path extrusionOk="0" h="10050" w="14145">
                    <a:moveTo>
                      <a:pt x="8489" y="1"/>
                    </a:moveTo>
                    <a:cubicBezTo>
                      <a:pt x="8430" y="84"/>
                      <a:pt x="8370" y="168"/>
                      <a:pt x="8311" y="239"/>
                    </a:cubicBezTo>
                    <a:cubicBezTo>
                      <a:pt x="8001" y="727"/>
                      <a:pt x="7692" y="1191"/>
                      <a:pt x="7370" y="1644"/>
                    </a:cubicBezTo>
                    <a:cubicBezTo>
                      <a:pt x="6906" y="2323"/>
                      <a:pt x="6441" y="2954"/>
                      <a:pt x="5977" y="3561"/>
                    </a:cubicBezTo>
                    <a:cubicBezTo>
                      <a:pt x="5906" y="3656"/>
                      <a:pt x="5822" y="3751"/>
                      <a:pt x="5751" y="3847"/>
                    </a:cubicBezTo>
                    <a:cubicBezTo>
                      <a:pt x="5537" y="4120"/>
                      <a:pt x="5334" y="4382"/>
                      <a:pt x="5132" y="4632"/>
                    </a:cubicBezTo>
                    <a:cubicBezTo>
                      <a:pt x="4846" y="4978"/>
                      <a:pt x="4572" y="5311"/>
                      <a:pt x="4298" y="5633"/>
                    </a:cubicBezTo>
                    <a:cubicBezTo>
                      <a:pt x="4013" y="5966"/>
                      <a:pt x="3727" y="6287"/>
                      <a:pt x="3453" y="6585"/>
                    </a:cubicBezTo>
                    <a:cubicBezTo>
                      <a:pt x="3262" y="6787"/>
                      <a:pt x="3084" y="6990"/>
                      <a:pt x="2905" y="7180"/>
                    </a:cubicBezTo>
                    <a:cubicBezTo>
                      <a:pt x="2619" y="7490"/>
                      <a:pt x="2334" y="7788"/>
                      <a:pt x="2060" y="8061"/>
                    </a:cubicBezTo>
                    <a:cubicBezTo>
                      <a:pt x="1917" y="8216"/>
                      <a:pt x="1774" y="8359"/>
                      <a:pt x="1631" y="8502"/>
                    </a:cubicBezTo>
                    <a:cubicBezTo>
                      <a:pt x="1429" y="8704"/>
                      <a:pt x="1226" y="8895"/>
                      <a:pt x="1036" y="9085"/>
                    </a:cubicBezTo>
                    <a:cubicBezTo>
                      <a:pt x="917" y="9192"/>
                      <a:pt x="810" y="9300"/>
                      <a:pt x="703" y="9407"/>
                    </a:cubicBezTo>
                    <a:cubicBezTo>
                      <a:pt x="441" y="9645"/>
                      <a:pt x="214" y="9859"/>
                      <a:pt x="0" y="10050"/>
                    </a:cubicBezTo>
                    <a:cubicBezTo>
                      <a:pt x="6191" y="8121"/>
                      <a:pt x="10906" y="4775"/>
                      <a:pt x="14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37"/>
              <p:cNvSpPr/>
              <p:nvPr/>
            </p:nvSpPr>
            <p:spPr>
              <a:xfrm>
                <a:off x="4128175" y="1353575"/>
                <a:ext cx="82775" cy="15200"/>
              </a:xfrm>
              <a:custGeom>
                <a:rect b="b" l="l" r="r" t="t"/>
                <a:pathLst>
                  <a:path extrusionOk="0" h="608" w="3311">
                    <a:moveTo>
                      <a:pt x="727" y="0"/>
                    </a:moveTo>
                    <a:cubicBezTo>
                      <a:pt x="477" y="215"/>
                      <a:pt x="287" y="369"/>
                      <a:pt x="167" y="477"/>
                    </a:cubicBezTo>
                    <a:cubicBezTo>
                      <a:pt x="60" y="560"/>
                      <a:pt x="1" y="608"/>
                      <a:pt x="1" y="608"/>
                    </a:cubicBezTo>
                    <a:cubicBezTo>
                      <a:pt x="239" y="596"/>
                      <a:pt x="477" y="572"/>
                      <a:pt x="715" y="548"/>
                    </a:cubicBezTo>
                    <a:cubicBezTo>
                      <a:pt x="763" y="536"/>
                      <a:pt x="822" y="536"/>
                      <a:pt x="870" y="524"/>
                    </a:cubicBezTo>
                    <a:cubicBezTo>
                      <a:pt x="1108" y="500"/>
                      <a:pt x="1358" y="465"/>
                      <a:pt x="1596" y="417"/>
                    </a:cubicBezTo>
                    <a:cubicBezTo>
                      <a:pt x="1644" y="405"/>
                      <a:pt x="1680" y="405"/>
                      <a:pt x="1727" y="393"/>
                    </a:cubicBezTo>
                    <a:cubicBezTo>
                      <a:pt x="1953" y="346"/>
                      <a:pt x="2180" y="298"/>
                      <a:pt x="2406" y="250"/>
                    </a:cubicBezTo>
                    <a:cubicBezTo>
                      <a:pt x="2453" y="238"/>
                      <a:pt x="2501" y="227"/>
                      <a:pt x="2549" y="215"/>
                    </a:cubicBezTo>
                    <a:cubicBezTo>
                      <a:pt x="2799" y="155"/>
                      <a:pt x="3061" y="84"/>
                      <a:pt x="3311" y="12"/>
                    </a:cubicBezTo>
                    <a:lnTo>
                      <a:pt x="32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37"/>
              <p:cNvSpPr/>
              <p:nvPr/>
            </p:nvSpPr>
            <p:spPr>
              <a:xfrm>
                <a:off x="3853750" y="2124500"/>
                <a:ext cx="15200" cy="11925"/>
              </a:xfrm>
              <a:custGeom>
                <a:rect b="b" l="l" r="r" t="t"/>
                <a:pathLst>
                  <a:path extrusionOk="0" h="477" w="608">
                    <a:moveTo>
                      <a:pt x="0" y="477"/>
                    </a:moveTo>
                    <a:cubicBezTo>
                      <a:pt x="203" y="322"/>
                      <a:pt x="405" y="167"/>
                      <a:pt x="607" y="0"/>
                    </a:cubicBezTo>
                    <a:lnTo>
                      <a:pt x="607" y="0"/>
                    </a:lnTo>
                    <a:cubicBezTo>
                      <a:pt x="405" y="167"/>
                      <a:pt x="203" y="322"/>
                      <a:pt x="0" y="477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37"/>
              <p:cNvSpPr/>
              <p:nvPr/>
            </p:nvSpPr>
            <p:spPr>
              <a:xfrm>
                <a:off x="3637050" y="2164200"/>
                <a:ext cx="181450" cy="133550"/>
              </a:xfrm>
              <a:custGeom>
                <a:rect b="b" l="l" r="r" t="t"/>
                <a:pathLst>
                  <a:path extrusionOk="0" h="5342" w="7258">
                    <a:moveTo>
                      <a:pt x="7258" y="0"/>
                    </a:moveTo>
                    <a:cubicBezTo>
                      <a:pt x="4390" y="2213"/>
                      <a:pt x="1738" y="4116"/>
                      <a:pt x="0" y="5342"/>
                    </a:cubicBezTo>
                    <a:cubicBezTo>
                      <a:pt x="1750" y="4116"/>
                      <a:pt x="4390" y="2213"/>
                      <a:pt x="7258" y="0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37"/>
              <p:cNvSpPr/>
              <p:nvPr/>
            </p:nvSpPr>
            <p:spPr>
              <a:xfrm>
                <a:off x="3818625" y="2138775"/>
                <a:ext cx="32475" cy="25325"/>
              </a:xfrm>
              <a:custGeom>
                <a:rect b="b" l="l" r="r" t="t"/>
                <a:pathLst>
                  <a:path extrusionOk="0" h="1013" w="1299">
                    <a:moveTo>
                      <a:pt x="1298" y="1"/>
                    </a:moveTo>
                    <a:cubicBezTo>
                      <a:pt x="858" y="346"/>
                      <a:pt x="429" y="680"/>
                      <a:pt x="0" y="1013"/>
                    </a:cubicBezTo>
                    <a:cubicBezTo>
                      <a:pt x="429" y="680"/>
                      <a:pt x="858" y="346"/>
                      <a:pt x="1298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37"/>
              <p:cNvSpPr/>
              <p:nvPr/>
            </p:nvSpPr>
            <p:spPr>
              <a:xfrm>
                <a:off x="4346375" y="1094300"/>
                <a:ext cx="23525" cy="35150"/>
              </a:xfrm>
              <a:custGeom>
                <a:rect b="b" l="l" r="r" t="t"/>
                <a:pathLst>
                  <a:path extrusionOk="0" h="1406" w="941">
                    <a:moveTo>
                      <a:pt x="941" y="1"/>
                    </a:moveTo>
                    <a:cubicBezTo>
                      <a:pt x="631" y="489"/>
                      <a:pt x="322" y="953"/>
                      <a:pt x="0" y="1406"/>
                    </a:cubicBezTo>
                    <a:cubicBezTo>
                      <a:pt x="322" y="953"/>
                      <a:pt x="631" y="489"/>
                      <a:pt x="941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37"/>
              <p:cNvSpPr/>
              <p:nvPr/>
            </p:nvSpPr>
            <p:spPr>
              <a:xfrm>
                <a:off x="4128175" y="1365475"/>
                <a:ext cx="4200" cy="3300"/>
              </a:xfrm>
              <a:custGeom>
                <a:rect b="b" l="l" r="r" t="t"/>
                <a:pathLst>
                  <a:path extrusionOk="0" h="132" w="168">
                    <a:moveTo>
                      <a:pt x="1" y="132"/>
                    </a:moveTo>
                    <a:lnTo>
                      <a:pt x="1" y="132"/>
                    </a:lnTo>
                    <a:cubicBezTo>
                      <a:pt x="1" y="132"/>
                      <a:pt x="60" y="84"/>
                      <a:pt x="167" y="1"/>
                    </a:cubicBezTo>
                    <a:cubicBezTo>
                      <a:pt x="60" y="84"/>
                      <a:pt x="1" y="132"/>
                      <a:pt x="1" y="132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37"/>
              <p:cNvSpPr/>
              <p:nvPr/>
            </p:nvSpPr>
            <p:spPr>
              <a:xfrm>
                <a:off x="2921175" y="1088350"/>
                <a:ext cx="1115050" cy="1507400"/>
              </a:xfrm>
              <a:custGeom>
                <a:rect b="b" l="l" r="r" t="t"/>
                <a:pathLst>
                  <a:path extrusionOk="0" h="60296" w="44602">
                    <a:moveTo>
                      <a:pt x="17837" y="9288"/>
                    </a:moveTo>
                    <a:lnTo>
                      <a:pt x="17896" y="10455"/>
                    </a:lnTo>
                    <a:cubicBezTo>
                      <a:pt x="18075" y="11419"/>
                      <a:pt x="18253" y="12383"/>
                      <a:pt x="18432" y="13360"/>
                    </a:cubicBezTo>
                    <a:cubicBezTo>
                      <a:pt x="17682" y="13919"/>
                      <a:pt x="16920" y="14491"/>
                      <a:pt x="16170" y="15050"/>
                    </a:cubicBezTo>
                    <a:cubicBezTo>
                      <a:pt x="15925" y="15234"/>
                      <a:pt x="15598" y="15402"/>
                      <a:pt x="15322" y="15402"/>
                    </a:cubicBezTo>
                    <a:cubicBezTo>
                      <a:pt x="15168" y="15402"/>
                      <a:pt x="15030" y="15349"/>
                      <a:pt x="14931" y="15217"/>
                    </a:cubicBezTo>
                    <a:cubicBezTo>
                      <a:pt x="14753" y="14991"/>
                      <a:pt x="14836" y="14669"/>
                      <a:pt x="14931" y="14407"/>
                    </a:cubicBezTo>
                    <a:cubicBezTo>
                      <a:pt x="15598" y="12550"/>
                      <a:pt x="16574" y="10812"/>
                      <a:pt x="17837" y="9288"/>
                    </a:cubicBezTo>
                    <a:close/>
                    <a:moveTo>
                      <a:pt x="19658" y="9657"/>
                    </a:moveTo>
                    <a:cubicBezTo>
                      <a:pt x="20289" y="10705"/>
                      <a:pt x="20968" y="11717"/>
                      <a:pt x="21504" y="12800"/>
                    </a:cubicBezTo>
                    <a:cubicBezTo>
                      <a:pt x="21920" y="13633"/>
                      <a:pt x="21539" y="14395"/>
                      <a:pt x="20873" y="14931"/>
                    </a:cubicBezTo>
                    <a:cubicBezTo>
                      <a:pt x="20170" y="15503"/>
                      <a:pt x="19396" y="15979"/>
                      <a:pt x="18658" y="16491"/>
                    </a:cubicBezTo>
                    <a:lnTo>
                      <a:pt x="18432" y="16289"/>
                    </a:lnTo>
                    <a:cubicBezTo>
                      <a:pt x="19134" y="15372"/>
                      <a:pt x="19825" y="14455"/>
                      <a:pt x="20551" y="13503"/>
                    </a:cubicBezTo>
                    <a:cubicBezTo>
                      <a:pt x="20146" y="12217"/>
                      <a:pt x="19765" y="11014"/>
                      <a:pt x="19384" y="9812"/>
                    </a:cubicBezTo>
                    <a:cubicBezTo>
                      <a:pt x="19480" y="9752"/>
                      <a:pt x="19575" y="9704"/>
                      <a:pt x="19658" y="9657"/>
                    </a:cubicBezTo>
                    <a:close/>
                    <a:moveTo>
                      <a:pt x="1084" y="31267"/>
                    </a:moveTo>
                    <a:cubicBezTo>
                      <a:pt x="3239" y="31517"/>
                      <a:pt x="5394" y="31779"/>
                      <a:pt x="7621" y="32041"/>
                    </a:cubicBezTo>
                    <a:cubicBezTo>
                      <a:pt x="7377" y="32842"/>
                      <a:pt x="6935" y="33089"/>
                      <a:pt x="6445" y="33089"/>
                    </a:cubicBezTo>
                    <a:cubicBezTo>
                      <a:pt x="6266" y="33089"/>
                      <a:pt x="6080" y="33056"/>
                      <a:pt x="5895" y="33005"/>
                    </a:cubicBezTo>
                    <a:cubicBezTo>
                      <a:pt x="4251" y="32564"/>
                      <a:pt x="2632" y="32041"/>
                      <a:pt x="1013" y="31552"/>
                    </a:cubicBezTo>
                    <a:cubicBezTo>
                      <a:pt x="1037" y="31457"/>
                      <a:pt x="1061" y="31362"/>
                      <a:pt x="1084" y="31267"/>
                    </a:cubicBezTo>
                    <a:close/>
                    <a:moveTo>
                      <a:pt x="18479" y="32255"/>
                    </a:moveTo>
                    <a:lnTo>
                      <a:pt x="18479" y="32255"/>
                    </a:lnTo>
                    <a:cubicBezTo>
                      <a:pt x="17227" y="33077"/>
                      <a:pt x="15462" y="33540"/>
                      <a:pt x="14000" y="33540"/>
                    </a:cubicBezTo>
                    <a:cubicBezTo>
                      <a:pt x="13600" y="33540"/>
                      <a:pt x="13222" y="33505"/>
                      <a:pt x="12884" y="33434"/>
                    </a:cubicBezTo>
                    <a:cubicBezTo>
                      <a:pt x="13241" y="32398"/>
                      <a:pt x="13276" y="32386"/>
                      <a:pt x="18479" y="32255"/>
                    </a:cubicBezTo>
                    <a:close/>
                    <a:moveTo>
                      <a:pt x="13979" y="37148"/>
                    </a:moveTo>
                    <a:cubicBezTo>
                      <a:pt x="14022" y="39385"/>
                      <a:pt x="11916" y="41385"/>
                      <a:pt x="9712" y="41385"/>
                    </a:cubicBezTo>
                    <a:cubicBezTo>
                      <a:pt x="9499" y="41385"/>
                      <a:pt x="9286" y="41366"/>
                      <a:pt x="9074" y="41327"/>
                    </a:cubicBezTo>
                    <a:cubicBezTo>
                      <a:pt x="9052" y="39377"/>
                      <a:pt x="10917" y="37679"/>
                      <a:pt x="12824" y="37679"/>
                    </a:cubicBezTo>
                    <a:cubicBezTo>
                      <a:pt x="13070" y="37679"/>
                      <a:pt x="13318" y="37707"/>
                      <a:pt x="13562" y="37767"/>
                    </a:cubicBezTo>
                    <a:lnTo>
                      <a:pt x="13979" y="37148"/>
                    </a:lnTo>
                    <a:close/>
                    <a:moveTo>
                      <a:pt x="1" y="1"/>
                    </a:moveTo>
                    <a:lnTo>
                      <a:pt x="1" y="57925"/>
                    </a:lnTo>
                    <a:cubicBezTo>
                      <a:pt x="1846" y="58675"/>
                      <a:pt x="3728" y="59377"/>
                      <a:pt x="5645" y="59996"/>
                    </a:cubicBezTo>
                    <a:cubicBezTo>
                      <a:pt x="6091" y="60142"/>
                      <a:pt x="6593" y="60296"/>
                      <a:pt x="7054" y="60296"/>
                    </a:cubicBezTo>
                    <a:cubicBezTo>
                      <a:pt x="7158" y="60296"/>
                      <a:pt x="7260" y="60288"/>
                      <a:pt x="7359" y="60270"/>
                    </a:cubicBezTo>
                    <a:cubicBezTo>
                      <a:pt x="9335" y="59901"/>
                      <a:pt x="11240" y="59520"/>
                      <a:pt x="12979" y="58198"/>
                    </a:cubicBezTo>
                    <a:cubicBezTo>
                      <a:pt x="19372" y="53317"/>
                      <a:pt x="25814" y="48495"/>
                      <a:pt x="32267" y="43685"/>
                    </a:cubicBezTo>
                    <a:cubicBezTo>
                      <a:pt x="35089" y="40422"/>
                      <a:pt x="37613" y="36934"/>
                      <a:pt x="39518" y="33064"/>
                    </a:cubicBezTo>
                    <a:cubicBezTo>
                      <a:pt x="44221" y="23516"/>
                      <a:pt x="44602" y="11955"/>
                      <a:pt x="40625" y="2084"/>
                    </a:cubicBezTo>
                    <a:lnTo>
                      <a:pt x="40625" y="2084"/>
                    </a:lnTo>
                    <a:cubicBezTo>
                      <a:pt x="39280" y="2763"/>
                      <a:pt x="37601" y="3347"/>
                      <a:pt x="35755" y="3489"/>
                    </a:cubicBezTo>
                    <a:cubicBezTo>
                      <a:pt x="35755" y="3489"/>
                      <a:pt x="35994" y="3347"/>
                      <a:pt x="36434" y="3120"/>
                    </a:cubicBezTo>
                    <a:cubicBezTo>
                      <a:pt x="36863" y="2882"/>
                      <a:pt x="37494" y="2561"/>
                      <a:pt x="38256" y="2168"/>
                    </a:cubicBezTo>
                    <a:cubicBezTo>
                      <a:pt x="38851" y="1882"/>
                      <a:pt x="39518" y="1549"/>
                      <a:pt x="40256" y="1203"/>
                    </a:cubicBezTo>
                    <a:cubicBezTo>
                      <a:pt x="40077" y="799"/>
                      <a:pt x="39899" y="406"/>
                      <a:pt x="397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37"/>
              <p:cNvSpPr/>
              <p:nvPr/>
            </p:nvSpPr>
            <p:spPr>
              <a:xfrm>
                <a:off x="3147475" y="2017050"/>
                <a:ext cx="124275" cy="105925"/>
              </a:xfrm>
              <a:custGeom>
                <a:rect b="b" l="l" r="r" t="t"/>
                <a:pathLst>
                  <a:path extrusionOk="0" h="4237" w="4971">
                    <a:moveTo>
                      <a:pt x="4927" y="0"/>
                    </a:moveTo>
                    <a:lnTo>
                      <a:pt x="4510" y="619"/>
                    </a:lnTo>
                    <a:cubicBezTo>
                      <a:pt x="4265" y="559"/>
                      <a:pt x="4016" y="531"/>
                      <a:pt x="3768" y="531"/>
                    </a:cubicBezTo>
                    <a:cubicBezTo>
                      <a:pt x="1855" y="531"/>
                      <a:pt x="0" y="2229"/>
                      <a:pt x="22" y="4179"/>
                    </a:cubicBezTo>
                    <a:cubicBezTo>
                      <a:pt x="234" y="4218"/>
                      <a:pt x="447" y="4237"/>
                      <a:pt x="660" y="4237"/>
                    </a:cubicBezTo>
                    <a:cubicBezTo>
                      <a:pt x="2864" y="4237"/>
                      <a:pt x="4970" y="2237"/>
                      <a:pt x="49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37"/>
              <p:cNvSpPr/>
              <p:nvPr/>
            </p:nvSpPr>
            <p:spPr>
              <a:xfrm>
                <a:off x="3289975" y="1320525"/>
                <a:ext cx="92000" cy="152900"/>
              </a:xfrm>
              <a:custGeom>
                <a:rect b="b" l="l" r="r" t="t"/>
                <a:pathLst>
                  <a:path extrusionOk="0" h="6116" w="3680">
                    <a:moveTo>
                      <a:pt x="3085" y="1"/>
                    </a:moveTo>
                    <a:cubicBezTo>
                      <a:pt x="1822" y="1513"/>
                      <a:pt x="834" y="3263"/>
                      <a:pt x="179" y="5120"/>
                    </a:cubicBezTo>
                    <a:cubicBezTo>
                      <a:pt x="84" y="5382"/>
                      <a:pt x="1" y="5704"/>
                      <a:pt x="179" y="5930"/>
                    </a:cubicBezTo>
                    <a:cubicBezTo>
                      <a:pt x="278" y="6062"/>
                      <a:pt x="416" y="6115"/>
                      <a:pt x="570" y="6115"/>
                    </a:cubicBezTo>
                    <a:cubicBezTo>
                      <a:pt x="846" y="6115"/>
                      <a:pt x="1173" y="5947"/>
                      <a:pt x="1418" y="5763"/>
                    </a:cubicBezTo>
                    <a:cubicBezTo>
                      <a:pt x="2168" y="5204"/>
                      <a:pt x="2930" y="4632"/>
                      <a:pt x="3680" y="4073"/>
                    </a:cubicBezTo>
                    <a:cubicBezTo>
                      <a:pt x="3501" y="3096"/>
                      <a:pt x="3323" y="2132"/>
                      <a:pt x="3144" y="1168"/>
                    </a:cubicBezTo>
                    <a:lnTo>
                      <a:pt x="30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37"/>
              <p:cNvSpPr/>
              <p:nvPr/>
            </p:nvSpPr>
            <p:spPr>
              <a:xfrm>
                <a:off x="3637350" y="2124500"/>
                <a:ext cx="231600" cy="173250"/>
              </a:xfrm>
              <a:custGeom>
                <a:rect b="b" l="l" r="r" t="t"/>
                <a:pathLst>
                  <a:path extrusionOk="0" h="6930" w="9264">
                    <a:moveTo>
                      <a:pt x="9263" y="0"/>
                    </a:moveTo>
                    <a:lnTo>
                      <a:pt x="9263" y="0"/>
                    </a:lnTo>
                    <a:cubicBezTo>
                      <a:pt x="6168" y="2310"/>
                      <a:pt x="3072" y="4608"/>
                      <a:pt x="0" y="6930"/>
                    </a:cubicBezTo>
                    <a:cubicBezTo>
                      <a:pt x="1727" y="5704"/>
                      <a:pt x="4382" y="3799"/>
                      <a:pt x="7251" y="1584"/>
                    </a:cubicBezTo>
                    <a:cubicBezTo>
                      <a:pt x="7680" y="1251"/>
                      <a:pt x="8109" y="917"/>
                      <a:pt x="8549" y="572"/>
                    </a:cubicBezTo>
                    <a:cubicBezTo>
                      <a:pt x="8585" y="536"/>
                      <a:pt x="8621" y="512"/>
                      <a:pt x="8656" y="477"/>
                    </a:cubicBezTo>
                    <a:cubicBezTo>
                      <a:pt x="8859" y="322"/>
                      <a:pt x="9061" y="167"/>
                      <a:pt x="92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37"/>
              <p:cNvSpPr/>
              <p:nvPr/>
            </p:nvSpPr>
            <p:spPr>
              <a:xfrm>
                <a:off x="3914175" y="1088650"/>
                <a:ext cx="78900" cy="29800"/>
              </a:xfrm>
              <a:custGeom>
                <a:rect b="b" l="l" r="r" t="t"/>
                <a:pathLst>
                  <a:path extrusionOk="0" h="1192" w="3156">
                    <a:moveTo>
                      <a:pt x="0" y="1"/>
                    </a:moveTo>
                    <a:cubicBezTo>
                      <a:pt x="179" y="394"/>
                      <a:pt x="357" y="787"/>
                      <a:pt x="536" y="1191"/>
                    </a:cubicBezTo>
                    <a:cubicBezTo>
                      <a:pt x="1334" y="810"/>
                      <a:pt x="2215" y="406"/>
                      <a:pt x="31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37"/>
              <p:cNvSpPr/>
              <p:nvPr/>
            </p:nvSpPr>
            <p:spPr>
              <a:xfrm>
                <a:off x="3727825" y="1088650"/>
                <a:ext cx="642075" cy="1091825"/>
              </a:xfrm>
              <a:custGeom>
                <a:rect b="b" l="l" r="r" t="t"/>
                <a:pathLst>
                  <a:path extrusionOk="0" h="43673" w="25683">
                    <a:moveTo>
                      <a:pt x="11431" y="1"/>
                    </a:moveTo>
                    <a:cubicBezTo>
                      <a:pt x="11050" y="334"/>
                      <a:pt x="10502" y="787"/>
                      <a:pt x="9788" y="1251"/>
                    </a:cubicBezTo>
                    <a:cubicBezTo>
                      <a:pt x="9371" y="1525"/>
                      <a:pt x="8895" y="1811"/>
                      <a:pt x="8359" y="2072"/>
                    </a:cubicBezTo>
                    <a:cubicBezTo>
                      <a:pt x="12336" y="11943"/>
                      <a:pt x="11955" y="23504"/>
                      <a:pt x="7252" y="33052"/>
                    </a:cubicBezTo>
                    <a:cubicBezTo>
                      <a:pt x="5347" y="36922"/>
                      <a:pt x="2823" y="40410"/>
                      <a:pt x="1" y="43673"/>
                    </a:cubicBezTo>
                    <a:cubicBezTo>
                      <a:pt x="2561" y="41756"/>
                      <a:pt x="5121" y="39851"/>
                      <a:pt x="7680" y="37934"/>
                    </a:cubicBezTo>
                    <a:cubicBezTo>
                      <a:pt x="9871" y="36303"/>
                      <a:pt x="12252" y="34946"/>
                      <a:pt x="14050" y="32779"/>
                    </a:cubicBezTo>
                    <a:cubicBezTo>
                      <a:pt x="16420" y="29945"/>
                      <a:pt x="17884" y="26706"/>
                      <a:pt x="18920" y="23218"/>
                    </a:cubicBezTo>
                    <a:cubicBezTo>
                      <a:pt x="19622" y="20849"/>
                      <a:pt x="20337" y="18479"/>
                      <a:pt x="21027" y="16110"/>
                    </a:cubicBezTo>
                    <a:cubicBezTo>
                      <a:pt x="21146" y="15717"/>
                      <a:pt x="21206" y="15300"/>
                      <a:pt x="21337" y="14681"/>
                    </a:cubicBezTo>
                    <a:lnTo>
                      <a:pt x="21337" y="14681"/>
                    </a:lnTo>
                    <a:cubicBezTo>
                      <a:pt x="20170" y="15122"/>
                      <a:pt x="19194" y="15479"/>
                      <a:pt x="18217" y="15848"/>
                    </a:cubicBezTo>
                    <a:cubicBezTo>
                      <a:pt x="18158" y="15753"/>
                      <a:pt x="18086" y="15669"/>
                      <a:pt x="18027" y="15586"/>
                    </a:cubicBezTo>
                    <a:cubicBezTo>
                      <a:pt x="19146" y="14776"/>
                      <a:pt x="20265" y="13979"/>
                      <a:pt x="21396" y="13181"/>
                    </a:cubicBezTo>
                    <a:cubicBezTo>
                      <a:pt x="21373" y="13121"/>
                      <a:pt x="21361" y="13062"/>
                      <a:pt x="21337" y="13002"/>
                    </a:cubicBezTo>
                    <a:cubicBezTo>
                      <a:pt x="19563" y="13336"/>
                      <a:pt x="17789" y="13669"/>
                      <a:pt x="16110" y="13991"/>
                    </a:cubicBezTo>
                    <a:cubicBezTo>
                      <a:pt x="16146" y="13955"/>
                      <a:pt x="16301" y="13764"/>
                      <a:pt x="16562" y="13467"/>
                    </a:cubicBezTo>
                    <a:cubicBezTo>
                      <a:pt x="16217" y="13360"/>
                      <a:pt x="15943" y="13276"/>
                      <a:pt x="15562" y="13169"/>
                    </a:cubicBezTo>
                    <a:cubicBezTo>
                      <a:pt x="16443" y="12788"/>
                      <a:pt x="17265" y="12443"/>
                      <a:pt x="18075" y="12109"/>
                    </a:cubicBezTo>
                    <a:cubicBezTo>
                      <a:pt x="18063" y="12014"/>
                      <a:pt x="18051" y="11931"/>
                      <a:pt x="18039" y="11836"/>
                    </a:cubicBezTo>
                    <a:cubicBezTo>
                      <a:pt x="17575" y="11883"/>
                      <a:pt x="17098" y="11931"/>
                      <a:pt x="16634" y="11978"/>
                    </a:cubicBezTo>
                    <a:cubicBezTo>
                      <a:pt x="16610" y="11943"/>
                      <a:pt x="16598" y="11895"/>
                      <a:pt x="16574" y="11847"/>
                    </a:cubicBezTo>
                    <a:cubicBezTo>
                      <a:pt x="17503" y="11490"/>
                      <a:pt x="18432" y="11133"/>
                      <a:pt x="19372" y="10788"/>
                    </a:cubicBezTo>
                    <a:cubicBezTo>
                      <a:pt x="19349" y="10728"/>
                      <a:pt x="19337" y="10669"/>
                      <a:pt x="19325" y="10621"/>
                    </a:cubicBezTo>
                    <a:cubicBezTo>
                      <a:pt x="19063" y="10693"/>
                      <a:pt x="18813" y="10752"/>
                      <a:pt x="18563" y="10812"/>
                    </a:cubicBezTo>
                    <a:cubicBezTo>
                      <a:pt x="18515" y="10824"/>
                      <a:pt x="18467" y="10835"/>
                      <a:pt x="18420" y="10847"/>
                    </a:cubicBezTo>
                    <a:cubicBezTo>
                      <a:pt x="18194" y="10907"/>
                      <a:pt x="17967" y="10954"/>
                      <a:pt x="17741" y="10990"/>
                    </a:cubicBezTo>
                    <a:cubicBezTo>
                      <a:pt x="17694" y="11002"/>
                      <a:pt x="17658" y="11014"/>
                      <a:pt x="17610" y="11014"/>
                    </a:cubicBezTo>
                    <a:cubicBezTo>
                      <a:pt x="17360" y="11062"/>
                      <a:pt x="17122" y="11097"/>
                      <a:pt x="16884" y="11133"/>
                    </a:cubicBezTo>
                    <a:lnTo>
                      <a:pt x="16729" y="11145"/>
                    </a:lnTo>
                    <a:cubicBezTo>
                      <a:pt x="16479" y="11169"/>
                      <a:pt x="16241" y="11193"/>
                      <a:pt x="16015" y="11205"/>
                    </a:cubicBezTo>
                    <a:cubicBezTo>
                      <a:pt x="16015" y="11205"/>
                      <a:pt x="16074" y="11157"/>
                      <a:pt x="16181" y="11074"/>
                    </a:cubicBezTo>
                    <a:cubicBezTo>
                      <a:pt x="16301" y="10966"/>
                      <a:pt x="16479" y="10824"/>
                      <a:pt x="16729" y="10597"/>
                    </a:cubicBezTo>
                    <a:lnTo>
                      <a:pt x="15396" y="10597"/>
                    </a:lnTo>
                    <a:cubicBezTo>
                      <a:pt x="16074" y="10431"/>
                      <a:pt x="16729" y="10240"/>
                      <a:pt x="17360" y="10050"/>
                    </a:cubicBezTo>
                    <a:cubicBezTo>
                      <a:pt x="17575" y="9847"/>
                      <a:pt x="17813" y="9633"/>
                      <a:pt x="18063" y="9395"/>
                    </a:cubicBezTo>
                    <a:cubicBezTo>
                      <a:pt x="18182" y="9288"/>
                      <a:pt x="18289" y="9180"/>
                      <a:pt x="18408" y="9073"/>
                    </a:cubicBezTo>
                    <a:cubicBezTo>
                      <a:pt x="18598" y="8883"/>
                      <a:pt x="18801" y="8692"/>
                      <a:pt x="19003" y="8490"/>
                    </a:cubicBezTo>
                    <a:cubicBezTo>
                      <a:pt x="19146" y="8347"/>
                      <a:pt x="19289" y="8204"/>
                      <a:pt x="19432" y="8049"/>
                    </a:cubicBezTo>
                    <a:cubicBezTo>
                      <a:pt x="19706" y="7776"/>
                      <a:pt x="19991" y="7478"/>
                      <a:pt x="20277" y="7168"/>
                    </a:cubicBezTo>
                    <a:cubicBezTo>
                      <a:pt x="20456" y="6978"/>
                      <a:pt x="20634" y="6787"/>
                      <a:pt x="20825" y="6573"/>
                    </a:cubicBezTo>
                    <a:cubicBezTo>
                      <a:pt x="21099" y="6275"/>
                      <a:pt x="21373" y="5954"/>
                      <a:pt x="21658" y="5621"/>
                    </a:cubicBezTo>
                    <a:cubicBezTo>
                      <a:pt x="21932" y="5299"/>
                      <a:pt x="22218" y="4966"/>
                      <a:pt x="22492" y="4620"/>
                    </a:cubicBezTo>
                    <a:cubicBezTo>
                      <a:pt x="22706" y="4370"/>
                      <a:pt x="22909" y="4108"/>
                      <a:pt x="23123" y="3846"/>
                    </a:cubicBezTo>
                    <a:cubicBezTo>
                      <a:pt x="23194" y="3739"/>
                      <a:pt x="23266" y="3644"/>
                      <a:pt x="23349" y="3549"/>
                    </a:cubicBezTo>
                    <a:cubicBezTo>
                      <a:pt x="23813" y="2942"/>
                      <a:pt x="24278" y="2311"/>
                      <a:pt x="24742" y="1644"/>
                    </a:cubicBezTo>
                    <a:cubicBezTo>
                      <a:pt x="25052" y="1179"/>
                      <a:pt x="25373" y="715"/>
                      <a:pt x="25683" y="227"/>
                    </a:cubicBezTo>
                    <a:lnTo>
                      <a:pt x="25683" y="227"/>
                    </a:lnTo>
                    <a:cubicBezTo>
                      <a:pt x="23230" y="3168"/>
                      <a:pt x="20301" y="5644"/>
                      <a:pt x="16884" y="7704"/>
                    </a:cubicBezTo>
                    <a:cubicBezTo>
                      <a:pt x="19301" y="5097"/>
                      <a:pt x="21694" y="2573"/>
                      <a:pt x="24028" y="1"/>
                    </a:cubicBezTo>
                    <a:lnTo>
                      <a:pt x="22885" y="1"/>
                    </a:lnTo>
                    <a:cubicBezTo>
                      <a:pt x="22408" y="656"/>
                      <a:pt x="21254" y="1953"/>
                      <a:pt x="19277" y="2299"/>
                    </a:cubicBezTo>
                    <a:cubicBezTo>
                      <a:pt x="19277" y="2299"/>
                      <a:pt x="20111" y="834"/>
                      <a:pt x="21980" y="1"/>
                    </a:cubicBezTo>
                    <a:lnTo>
                      <a:pt x="18206" y="1"/>
                    </a:lnTo>
                    <a:cubicBezTo>
                      <a:pt x="16682" y="1084"/>
                      <a:pt x="14074" y="2692"/>
                      <a:pt x="10883" y="3620"/>
                    </a:cubicBezTo>
                    <a:cubicBezTo>
                      <a:pt x="10883" y="3620"/>
                      <a:pt x="13145" y="1656"/>
                      <a:pt x="167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37"/>
              <p:cNvSpPr/>
              <p:nvPr/>
            </p:nvSpPr>
            <p:spPr>
              <a:xfrm>
                <a:off x="2952150" y="4463475"/>
                <a:ext cx="17275" cy="32475"/>
              </a:xfrm>
              <a:custGeom>
                <a:rect b="b" l="l" r="r" t="t"/>
                <a:pathLst>
                  <a:path extrusionOk="0" h="1299" w="691">
                    <a:moveTo>
                      <a:pt x="393" y="1"/>
                    </a:moveTo>
                    <a:cubicBezTo>
                      <a:pt x="262" y="465"/>
                      <a:pt x="119" y="894"/>
                      <a:pt x="0" y="1298"/>
                    </a:cubicBezTo>
                    <a:cubicBezTo>
                      <a:pt x="24" y="1286"/>
                      <a:pt x="60" y="1275"/>
                      <a:pt x="95" y="1263"/>
                    </a:cubicBezTo>
                    <a:cubicBezTo>
                      <a:pt x="286" y="1191"/>
                      <a:pt x="488" y="1108"/>
                      <a:pt x="691" y="1036"/>
                    </a:cubicBezTo>
                    <a:cubicBezTo>
                      <a:pt x="584" y="632"/>
                      <a:pt x="488" y="310"/>
                      <a:pt x="3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37"/>
              <p:cNvSpPr/>
              <p:nvPr/>
            </p:nvSpPr>
            <p:spPr>
              <a:xfrm>
                <a:off x="2921175" y="2755525"/>
                <a:ext cx="183700" cy="120875"/>
              </a:xfrm>
              <a:custGeom>
                <a:rect b="b" l="l" r="r" t="t"/>
                <a:pathLst>
                  <a:path extrusionOk="0" h="4835" w="7348">
                    <a:moveTo>
                      <a:pt x="7347" y="1"/>
                    </a:moveTo>
                    <a:lnTo>
                      <a:pt x="7347" y="1"/>
                    </a:lnTo>
                    <a:cubicBezTo>
                      <a:pt x="4775" y="120"/>
                      <a:pt x="2930" y="1525"/>
                      <a:pt x="727" y="2846"/>
                    </a:cubicBezTo>
                    <a:cubicBezTo>
                      <a:pt x="942" y="2441"/>
                      <a:pt x="1073" y="2191"/>
                      <a:pt x="1180" y="1965"/>
                    </a:cubicBezTo>
                    <a:lnTo>
                      <a:pt x="1180" y="1965"/>
                    </a:lnTo>
                    <a:cubicBezTo>
                      <a:pt x="787" y="2215"/>
                      <a:pt x="394" y="2465"/>
                      <a:pt x="1" y="2715"/>
                    </a:cubicBezTo>
                    <a:lnTo>
                      <a:pt x="1" y="4835"/>
                    </a:lnTo>
                    <a:cubicBezTo>
                      <a:pt x="215" y="4680"/>
                      <a:pt x="430" y="4537"/>
                      <a:pt x="656" y="4394"/>
                    </a:cubicBezTo>
                    <a:cubicBezTo>
                      <a:pt x="2620" y="3049"/>
                      <a:pt x="4883" y="1560"/>
                      <a:pt x="73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37"/>
              <p:cNvSpPr/>
              <p:nvPr/>
            </p:nvSpPr>
            <p:spPr>
              <a:xfrm>
                <a:off x="2921175" y="2812675"/>
                <a:ext cx="978125" cy="1711550"/>
              </a:xfrm>
              <a:custGeom>
                <a:rect b="b" l="l" r="r" t="t"/>
                <a:pathLst>
                  <a:path extrusionOk="0" h="68462" w="39125">
                    <a:moveTo>
                      <a:pt x="10228" y="1"/>
                    </a:moveTo>
                    <a:lnTo>
                      <a:pt x="10228" y="1"/>
                    </a:lnTo>
                    <a:cubicBezTo>
                      <a:pt x="7680" y="1084"/>
                      <a:pt x="5144" y="2156"/>
                      <a:pt x="2597" y="3239"/>
                    </a:cubicBezTo>
                    <a:cubicBezTo>
                      <a:pt x="1751" y="3703"/>
                      <a:pt x="882" y="4180"/>
                      <a:pt x="1" y="4656"/>
                    </a:cubicBezTo>
                    <a:lnTo>
                      <a:pt x="1" y="36862"/>
                    </a:lnTo>
                    <a:cubicBezTo>
                      <a:pt x="1954" y="38196"/>
                      <a:pt x="3882" y="39553"/>
                      <a:pt x="5799" y="40922"/>
                    </a:cubicBezTo>
                    <a:cubicBezTo>
                      <a:pt x="7442" y="42101"/>
                      <a:pt x="7585" y="43030"/>
                      <a:pt x="7311" y="44959"/>
                    </a:cubicBezTo>
                    <a:cubicBezTo>
                      <a:pt x="6252" y="52448"/>
                      <a:pt x="3192" y="59436"/>
                      <a:pt x="1989" y="67045"/>
                    </a:cubicBezTo>
                    <a:cubicBezTo>
                      <a:pt x="3751" y="66366"/>
                      <a:pt x="5966" y="65604"/>
                      <a:pt x="8442" y="65009"/>
                    </a:cubicBezTo>
                    <a:lnTo>
                      <a:pt x="8442" y="65009"/>
                    </a:lnTo>
                    <a:cubicBezTo>
                      <a:pt x="8442" y="65009"/>
                      <a:pt x="8192" y="65199"/>
                      <a:pt x="7716" y="65497"/>
                    </a:cubicBezTo>
                    <a:cubicBezTo>
                      <a:pt x="7252" y="65794"/>
                      <a:pt x="6549" y="66199"/>
                      <a:pt x="5656" y="66628"/>
                    </a:cubicBezTo>
                    <a:cubicBezTo>
                      <a:pt x="4692" y="67092"/>
                      <a:pt x="3478" y="67557"/>
                      <a:pt x="2108" y="67926"/>
                    </a:cubicBezTo>
                    <a:cubicBezTo>
                      <a:pt x="2978" y="68104"/>
                      <a:pt x="3882" y="68283"/>
                      <a:pt x="4787" y="68461"/>
                    </a:cubicBezTo>
                    <a:cubicBezTo>
                      <a:pt x="14384" y="64473"/>
                      <a:pt x="34577" y="56305"/>
                      <a:pt x="34577" y="56305"/>
                    </a:cubicBezTo>
                    <a:lnTo>
                      <a:pt x="39125" y="52388"/>
                    </a:lnTo>
                    <a:cubicBezTo>
                      <a:pt x="38780" y="52186"/>
                      <a:pt x="38434" y="51959"/>
                      <a:pt x="38113" y="51745"/>
                    </a:cubicBezTo>
                    <a:cubicBezTo>
                      <a:pt x="31088" y="46971"/>
                      <a:pt x="24206" y="41982"/>
                      <a:pt x="17491" y="36791"/>
                    </a:cubicBezTo>
                    <a:cubicBezTo>
                      <a:pt x="15515" y="35279"/>
                      <a:pt x="13503" y="33660"/>
                      <a:pt x="12407" y="31433"/>
                    </a:cubicBezTo>
                    <a:cubicBezTo>
                      <a:pt x="11348" y="29290"/>
                      <a:pt x="11264" y="26813"/>
                      <a:pt x="11229" y="24420"/>
                    </a:cubicBezTo>
                    <a:cubicBezTo>
                      <a:pt x="11121" y="16324"/>
                      <a:pt x="11312" y="8216"/>
                      <a:pt x="11812" y="132"/>
                    </a:cubicBezTo>
                    <a:lnTo>
                      <a:pt x="11812" y="132"/>
                    </a:lnTo>
                    <a:cubicBezTo>
                      <a:pt x="9145" y="1787"/>
                      <a:pt x="5716" y="3846"/>
                      <a:pt x="1882" y="5966"/>
                    </a:cubicBezTo>
                    <a:cubicBezTo>
                      <a:pt x="1882" y="5966"/>
                      <a:pt x="2287" y="5597"/>
                      <a:pt x="3025" y="4989"/>
                    </a:cubicBezTo>
                    <a:cubicBezTo>
                      <a:pt x="3751" y="4382"/>
                      <a:pt x="4835" y="3525"/>
                      <a:pt x="6192" y="2572"/>
                    </a:cubicBezTo>
                    <a:cubicBezTo>
                      <a:pt x="7347" y="1763"/>
                      <a:pt x="8704" y="882"/>
                      <a:pt x="10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37"/>
              <p:cNvSpPr/>
              <p:nvPr/>
            </p:nvSpPr>
            <p:spPr>
              <a:xfrm>
                <a:off x="2921175" y="2856125"/>
                <a:ext cx="69675" cy="51225"/>
              </a:xfrm>
              <a:custGeom>
                <a:rect b="b" l="l" r="r" t="t"/>
                <a:pathLst>
                  <a:path extrusionOk="0" h="2049" w="2787">
                    <a:moveTo>
                      <a:pt x="2787" y="1"/>
                    </a:moveTo>
                    <a:cubicBezTo>
                      <a:pt x="1882" y="561"/>
                      <a:pt x="953" y="1144"/>
                      <a:pt x="1" y="1727"/>
                    </a:cubicBezTo>
                    <a:lnTo>
                      <a:pt x="1" y="2049"/>
                    </a:lnTo>
                    <a:cubicBezTo>
                      <a:pt x="930" y="1370"/>
                      <a:pt x="1858" y="680"/>
                      <a:pt x="2787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37"/>
              <p:cNvSpPr/>
              <p:nvPr/>
            </p:nvSpPr>
            <p:spPr>
              <a:xfrm>
                <a:off x="2921175" y="2445975"/>
                <a:ext cx="1112075" cy="1676400"/>
              </a:xfrm>
              <a:custGeom>
                <a:rect b="b" l="l" r="r" t="t"/>
                <a:pathLst>
                  <a:path extrusionOk="0" h="67056" w="44483">
                    <a:moveTo>
                      <a:pt x="18789" y="23574"/>
                    </a:moveTo>
                    <a:lnTo>
                      <a:pt x="18789" y="23574"/>
                    </a:lnTo>
                    <a:cubicBezTo>
                      <a:pt x="18325" y="31706"/>
                      <a:pt x="17860" y="39838"/>
                      <a:pt x="17384" y="48161"/>
                    </a:cubicBezTo>
                    <a:cubicBezTo>
                      <a:pt x="16824" y="39803"/>
                      <a:pt x="17729" y="31683"/>
                      <a:pt x="18789" y="23574"/>
                    </a:cubicBezTo>
                    <a:close/>
                    <a:moveTo>
                      <a:pt x="26064" y="0"/>
                    </a:moveTo>
                    <a:cubicBezTo>
                      <a:pt x="24016" y="1286"/>
                      <a:pt x="22289" y="2381"/>
                      <a:pt x="20551" y="3477"/>
                    </a:cubicBezTo>
                    <a:cubicBezTo>
                      <a:pt x="20611" y="3596"/>
                      <a:pt x="20658" y="3715"/>
                      <a:pt x="20718" y="3822"/>
                    </a:cubicBezTo>
                    <a:cubicBezTo>
                      <a:pt x="21849" y="3286"/>
                      <a:pt x="22980" y="2739"/>
                      <a:pt x="24111" y="2191"/>
                    </a:cubicBezTo>
                    <a:cubicBezTo>
                      <a:pt x="24147" y="2250"/>
                      <a:pt x="24183" y="2322"/>
                      <a:pt x="24206" y="2381"/>
                    </a:cubicBezTo>
                    <a:lnTo>
                      <a:pt x="20789" y="4584"/>
                    </a:lnTo>
                    <a:cubicBezTo>
                      <a:pt x="20908" y="4525"/>
                      <a:pt x="21027" y="4465"/>
                      <a:pt x="21135" y="4405"/>
                    </a:cubicBezTo>
                    <a:lnTo>
                      <a:pt x="21135" y="4405"/>
                    </a:lnTo>
                    <a:cubicBezTo>
                      <a:pt x="21134" y="4406"/>
                      <a:pt x="17919" y="6644"/>
                      <a:pt x="12693" y="10061"/>
                    </a:cubicBezTo>
                    <a:cubicBezTo>
                      <a:pt x="9907" y="11894"/>
                      <a:pt x="6537" y="14061"/>
                      <a:pt x="2787" y="16395"/>
                    </a:cubicBezTo>
                    <a:cubicBezTo>
                      <a:pt x="1858" y="17086"/>
                      <a:pt x="930" y="17776"/>
                      <a:pt x="1" y="18455"/>
                    </a:cubicBezTo>
                    <a:lnTo>
                      <a:pt x="1" y="18895"/>
                    </a:lnTo>
                    <a:cubicBezTo>
                      <a:pt x="1144" y="18110"/>
                      <a:pt x="2656" y="17086"/>
                      <a:pt x="4478" y="15919"/>
                    </a:cubicBezTo>
                    <a:cubicBezTo>
                      <a:pt x="6407" y="14681"/>
                      <a:pt x="8693" y="13276"/>
                      <a:pt x="11229" y="11835"/>
                    </a:cubicBezTo>
                    <a:cubicBezTo>
                      <a:pt x="14384" y="9430"/>
                      <a:pt x="17848" y="7489"/>
                      <a:pt x="21218" y="5406"/>
                    </a:cubicBezTo>
                    <a:cubicBezTo>
                      <a:pt x="21301" y="5525"/>
                      <a:pt x="21385" y="5644"/>
                      <a:pt x="21468" y="5775"/>
                    </a:cubicBezTo>
                    <a:cubicBezTo>
                      <a:pt x="20063" y="6703"/>
                      <a:pt x="18658" y="7644"/>
                      <a:pt x="17253" y="8585"/>
                    </a:cubicBezTo>
                    <a:cubicBezTo>
                      <a:pt x="18515" y="7942"/>
                      <a:pt x="19801" y="7311"/>
                      <a:pt x="21123" y="6691"/>
                    </a:cubicBezTo>
                    <a:lnTo>
                      <a:pt x="21123" y="6691"/>
                    </a:lnTo>
                    <a:cubicBezTo>
                      <a:pt x="21122" y="6692"/>
                      <a:pt x="18539" y="8442"/>
                      <a:pt x="14312" y="11049"/>
                    </a:cubicBezTo>
                    <a:cubicBezTo>
                      <a:pt x="11181" y="12978"/>
                      <a:pt x="7145" y="15383"/>
                      <a:pt x="2597" y="17907"/>
                    </a:cubicBezTo>
                    <a:cubicBezTo>
                      <a:pt x="5144" y="16824"/>
                      <a:pt x="7680" y="15752"/>
                      <a:pt x="10217" y="14669"/>
                    </a:cubicBezTo>
                    <a:cubicBezTo>
                      <a:pt x="12300" y="13466"/>
                      <a:pt x="14693" y="12287"/>
                      <a:pt x="17265" y="11311"/>
                    </a:cubicBezTo>
                    <a:lnTo>
                      <a:pt x="17265" y="11311"/>
                    </a:lnTo>
                    <a:cubicBezTo>
                      <a:pt x="17265" y="11311"/>
                      <a:pt x="16836" y="11609"/>
                      <a:pt x="16062" y="12109"/>
                    </a:cubicBezTo>
                    <a:cubicBezTo>
                      <a:pt x="15289" y="12621"/>
                      <a:pt x="14169" y="13335"/>
                      <a:pt x="12788" y="14204"/>
                    </a:cubicBezTo>
                    <a:cubicBezTo>
                      <a:pt x="12467" y="14395"/>
                      <a:pt x="12145" y="14597"/>
                      <a:pt x="11812" y="14800"/>
                    </a:cubicBezTo>
                    <a:cubicBezTo>
                      <a:pt x="11312" y="22884"/>
                      <a:pt x="11109" y="30992"/>
                      <a:pt x="11229" y="39088"/>
                    </a:cubicBezTo>
                    <a:cubicBezTo>
                      <a:pt x="11264" y="41481"/>
                      <a:pt x="11348" y="43958"/>
                      <a:pt x="12407" y="46101"/>
                    </a:cubicBezTo>
                    <a:cubicBezTo>
                      <a:pt x="13503" y="48328"/>
                      <a:pt x="15515" y="49947"/>
                      <a:pt x="17479" y="51459"/>
                    </a:cubicBezTo>
                    <a:cubicBezTo>
                      <a:pt x="24206" y="56650"/>
                      <a:pt x="31088" y="61627"/>
                      <a:pt x="38113" y="66413"/>
                    </a:cubicBezTo>
                    <a:cubicBezTo>
                      <a:pt x="38434" y="66627"/>
                      <a:pt x="38780" y="66854"/>
                      <a:pt x="39125" y="67056"/>
                    </a:cubicBezTo>
                    <a:lnTo>
                      <a:pt x="44483" y="62424"/>
                    </a:lnTo>
                    <a:cubicBezTo>
                      <a:pt x="44316" y="62032"/>
                      <a:pt x="44137" y="61651"/>
                      <a:pt x="43935" y="61270"/>
                    </a:cubicBezTo>
                    <a:cubicBezTo>
                      <a:pt x="41851" y="57412"/>
                      <a:pt x="39411" y="53781"/>
                      <a:pt x="36005" y="50971"/>
                    </a:cubicBezTo>
                    <a:cubicBezTo>
                      <a:pt x="32315" y="47923"/>
                      <a:pt x="29957" y="44220"/>
                      <a:pt x="28719" y="39517"/>
                    </a:cubicBezTo>
                    <a:cubicBezTo>
                      <a:pt x="27445" y="34695"/>
                      <a:pt x="26742" y="29837"/>
                      <a:pt x="26052" y="24932"/>
                    </a:cubicBezTo>
                    <a:cubicBezTo>
                      <a:pt x="25064" y="17800"/>
                      <a:pt x="25397" y="10644"/>
                      <a:pt x="25861" y="3501"/>
                    </a:cubicBezTo>
                    <a:cubicBezTo>
                      <a:pt x="25933" y="2489"/>
                      <a:pt x="25980" y="1477"/>
                      <a:pt x="260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37"/>
              <p:cNvSpPr/>
              <p:nvPr/>
            </p:nvSpPr>
            <p:spPr>
              <a:xfrm>
                <a:off x="3990075" y="3406500"/>
                <a:ext cx="664975" cy="1265050"/>
              </a:xfrm>
              <a:custGeom>
                <a:rect b="b" l="l" r="r" t="t"/>
                <a:pathLst>
                  <a:path extrusionOk="0" h="50602" w="26599">
                    <a:moveTo>
                      <a:pt x="26599" y="1"/>
                    </a:moveTo>
                    <a:lnTo>
                      <a:pt x="26599" y="1"/>
                    </a:lnTo>
                    <a:cubicBezTo>
                      <a:pt x="24730" y="72"/>
                      <a:pt x="23289" y="489"/>
                      <a:pt x="22170" y="1846"/>
                    </a:cubicBezTo>
                    <a:cubicBezTo>
                      <a:pt x="20979" y="3287"/>
                      <a:pt x="20217" y="4894"/>
                      <a:pt x="19658" y="6668"/>
                    </a:cubicBezTo>
                    <a:cubicBezTo>
                      <a:pt x="18372" y="10823"/>
                      <a:pt x="16967" y="14931"/>
                      <a:pt x="15538" y="19277"/>
                    </a:cubicBezTo>
                    <a:cubicBezTo>
                      <a:pt x="11930" y="16848"/>
                      <a:pt x="8418" y="14467"/>
                      <a:pt x="4894" y="12097"/>
                    </a:cubicBezTo>
                    <a:cubicBezTo>
                      <a:pt x="4846" y="12157"/>
                      <a:pt x="4787" y="12216"/>
                      <a:pt x="4739" y="12288"/>
                    </a:cubicBezTo>
                    <a:cubicBezTo>
                      <a:pt x="4894" y="12574"/>
                      <a:pt x="5049" y="12859"/>
                      <a:pt x="5203" y="13145"/>
                    </a:cubicBezTo>
                    <a:lnTo>
                      <a:pt x="5013" y="13312"/>
                    </a:lnTo>
                    <a:cubicBezTo>
                      <a:pt x="3394" y="12014"/>
                      <a:pt x="1774" y="10728"/>
                      <a:pt x="167" y="9430"/>
                    </a:cubicBezTo>
                    <a:cubicBezTo>
                      <a:pt x="107" y="9454"/>
                      <a:pt x="48" y="9478"/>
                      <a:pt x="0" y="9502"/>
                    </a:cubicBezTo>
                    <a:cubicBezTo>
                      <a:pt x="191" y="9823"/>
                      <a:pt x="334" y="10180"/>
                      <a:pt x="560" y="10466"/>
                    </a:cubicBezTo>
                    <a:cubicBezTo>
                      <a:pt x="3263" y="13788"/>
                      <a:pt x="6418" y="16610"/>
                      <a:pt x="10025" y="18931"/>
                    </a:cubicBezTo>
                    <a:cubicBezTo>
                      <a:pt x="11014" y="19562"/>
                      <a:pt x="11966" y="20289"/>
                      <a:pt x="12871" y="21039"/>
                    </a:cubicBezTo>
                    <a:cubicBezTo>
                      <a:pt x="13157" y="21289"/>
                      <a:pt x="13276" y="21753"/>
                      <a:pt x="13466" y="22122"/>
                    </a:cubicBezTo>
                    <a:lnTo>
                      <a:pt x="13121" y="22432"/>
                    </a:lnTo>
                    <a:cubicBezTo>
                      <a:pt x="9597" y="20348"/>
                      <a:pt x="6072" y="18277"/>
                      <a:pt x="2227" y="16014"/>
                    </a:cubicBezTo>
                    <a:lnTo>
                      <a:pt x="2227" y="16014"/>
                    </a:lnTo>
                    <a:cubicBezTo>
                      <a:pt x="5144" y="19515"/>
                      <a:pt x="8823" y="21503"/>
                      <a:pt x="12383" y="23884"/>
                    </a:cubicBezTo>
                    <a:cubicBezTo>
                      <a:pt x="11787" y="24825"/>
                      <a:pt x="11216" y="25706"/>
                      <a:pt x="10656" y="26611"/>
                    </a:cubicBezTo>
                    <a:cubicBezTo>
                      <a:pt x="7096" y="32338"/>
                      <a:pt x="4513" y="38446"/>
                      <a:pt x="3786" y="45197"/>
                    </a:cubicBezTo>
                    <a:cubicBezTo>
                      <a:pt x="3608" y="46780"/>
                      <a:pt x="2798" y="48006"/>
                      <a:pt x="2120" y="49316"/>
                    </a:cubicBezTo>
                    <a:cubicBezTo>
                      <a:pt x="1917" y="49733"/>
                      <a:pt x="1655" y="50126"/>
                      <a:pt x="1334" y="50602"/>
                    </a:cubicBezTo>
                    <a:cubicBezTo>
                      <a:pt x="6751" y="49971"/>
                      <a:pt x="10573" y="49376"/>
                      <a:pt x="11311" y="48899"/>
                    </a:cubicBezTo>
                    <a:cubicBezTo>
                      <a:pt x="14466" y="46852"/>
                      <a:pt x="17443" y="34791"/>
                      <a:pt x="17443" y="34791"/>
                    </a:cubicBezTo>
                    <a:lnTo>
                      <a:pt x="23872" y="16741"/>
                    </a:lnTo>
                    <a:lnTo>
                      <a:pt x="23872" y="16741"/>
                    </a:lnTo>
                    <a:cubicBezTo>
                      <a:pt x="23729" y="16967"/>
                      <a:pt x="23563" y="17169"/>
                      <a:pt x="23277" y="17562"/>
                    </a:cubicBezTo>
                    <a:cubicBezTo>
                      <a:pt x="25027" y="11716"/>
                      <a:pt x="26539" y="6061"/>
                      <a:pt x="265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37"/>
              <p:cNvSpPr/>
              <p:nvPr/>
            </p:nvSpPr>
            <p:spPr>
              <a:xfrm>
                <a:off x="2921175" y="4006275"/>
                <a:ext cx="1139750" cy="743575"/>
              </a:xfrm>
              <a:custGeom>
                <a:rect b="b" l="l" r="r" t="t"/>
                <a:pathLst>
                  <a:path extrusionOk="0" h="29743" w="45590">
                    <a:moveTo>
                      <a:pt x="41137" y="12300"/>
                    </a:moveTo>
                    <a:lnTo>
                      <a:pt x="41137" y="12300"/>
                    </a:lnTo>
                    <a:cubicBezTo>
                      <a:pt x="38457" y="14276"/>
                      <a:pt x="35719" y="15163"/>
                      <a:pt x="32793" y="15163"/>
                    </a:cubicBezTo>
                    <a:cubicBezTo>
                      <a:pt x="31559" y="15163"/>
                      <a:pt x="30291" y="15005"/>
                      <a:pt x="28981" y="14705"/>
                    </a:cubicBezTo>
                    <a:cubicBezTo>
                      <a:pt x="33065" y="13895"/>
                      <a:pt x="36958" y="13133"/>
                      <a:pt x="41137" y="12300"/>
                    </a:cubicBezTo>
                    <a:close/>
                    <a:moveTo>
                      <a:pt x="44483" y="1"/>
                    </a:moveTo>
                    <a:lnTo>
                      <a:pt x="39125" y="4644"/>
                    </a:lnTo>
                    <a:lnTo>
                      <a:pt x="34577" y="8561"/>
                    </a:lnTo>
                    <a:cubicBezTo>
                      <a:pt x="34577" y="8561"/>
                      <a:pt x="14384" y="16729"/>
                      <a:pt x="4787" y="20717"/>
                    </a:cubicBezTo>
                    <a:cubicBezTo>
                      <a:pt x="2299" y="21753"/>
                      <a:pt x="525" y="22503"/>
                      <a:pt x="1" y="22765"/>
                    </a:cubicBezTo>
                    <a:lnTo>
                      <a:pt x="1" y="29742"/>
                    </a:lnTo>
                    <a:lnTo>
                      <a:pt x="10347" y="29742"/>
                    </a:lnTo>
                    <a:cubicBezTo>
                      <a:pt x="21254" y="28861"/>
                      <a:pt x="34458" y="27718"/>
                      <a:pt x="43506" y="26682"/>
                    </a:cubicBezTo>
                    <a:cubicBezTo>
                      <a:pt x="43637" y="24063"/>
                      <a:pt x="43721" y="21694"/>
                      <a:pt x="43935" y="19348"/>
                    </a:cubicBezTo>
                    <a:cubicBezTo>
                      <a:pt x="44376" y="14740"/>
                      <a:pt x="44947" y="10145"/>
                      <a:pt x="45399" y="5549"/>
                    </a:cubicBezTo>
                    <a:cubicBezTo>
                      <a:pt x="45590" y="3608"/>
                      <a:pt x="45245" y="1763"/>
                      <a:pt x="444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37"/>
              <p:cNvSpPr/>
              <p:nvPr/>
            </p:nvSpPr>
            <p:spPr>
              <a:xfrm>
                <a:off x="2921175" y="4517950"/>
                <a:ext cx="23550" cy="56875"/>
              </a:xfrm>
              <a:custGeom>
                <a:rect b="b" l="l" r="r" t="t"/>
                <a:pathLst>
                  <a:path extrusionOk="0" h="2275" w="942">
                    <a:moveTo>
                      <a:pt x="942" y="0"/>
                    </a:moveTo>
                    <a:lnTo>
                      <a:pt x="942" y="0"/>
                    </a:lnTo>
                    <a:cubicBezTo>
                      <a:pt x="703" y="48"/>
                      <a:pt x="453" y="96"/>
                      <a:pt x="203" y="143"/>
                    </a:cubicBezTo>
                    <a:cubicBezTo>
                      <a:pt x="132" y="310"/>
                      <a:pt x="72" y="489"/>
                      <a:pt x="1" y="679"/>
                    </a:cubicBezTo>
                    <a:lnTo>
                      <a:pt x="1" y="2274"/>
                    </a:lnTo>
                    <a:cubicBezTo>
                      <a:pt x="227" y="1989"/>
                      <a:pt x="549" y="1179"/>
                      <a:pt x="9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37"/>
              <p:cNvSpPr/>
              <p:nvPr/>
            </p:nvSpPr>
            <p:spPr>
              <a:xfrm>
                <a:off x="2921175" y="3757425"/>
                <a:ext cx="178325" cy="541175"/>
              </a:xfrm>
              <a:custGeom>
                <a:rect b="b" l="l" r="r" t="t"/>
                <a:pathLst>
                  <a:path extrusionOk="0" h="21647" w="7133">
                    <a:moveTo>
                      <a:pt x="1" y="1"/>
                    </a:moveTo>
                    <a:lnTo>
                      <a:pt x="1" y="6859"/>
                    </a:lnTo>
                    <a:cubicBezTo>
                      <a:pt x="430" y="7466"/>
                      <a:pt x="739" y="8109"/>
                      <a:pt x="1001" y="8776"/>
                    </a:cubicBezTo>
                    <a:cubicBezTo>
                      <a:pt x="2168" y="11681"/>
                      <a:pt x="2501" y="14705"/>
                      <a:pt x="2180" y="17813"/>
                    </a:cubicBezTo>
                    <a:cubicBezTo>
                      <a:pt x="2037" y="19075"/>
                      <a:pt x="2037" y="20361"/>
                      <a:pt x="2204" y="21646"/>
                    </a:cubicBezTo>
                    <a:cubicBezTo>
                      <a:pt x="3704" y="16324"/>
                      <a:pt x="5204" y="11002"/>
                      <a:pt x="6704" y="5680"/>
                    </a:cubicBezTo>
                    <a:cubicBezTo>
                      <a:pt x="6847" y="5656"/>
                      <a:pt x="6990" y="5621"/>
                      <a:pt x="7133" y="5597"/>
                    </a:cubicBezTo>
                    <a:cubicBezTo>
                      <a:pt x="6561" y="4990"/>
                      <a:pt x="6073" y="4263"/>
                      <a:pt x="5406" y="3799"/>
                    </a:cubicBezTo>
                    <a:cubicBezTo>
                      <a:pt x="3597" y="2537"/>
                      <a:pt x="1811" y="1251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37"/>
              <p:cNvSpPr/>
              <p:nvPr/>
            </p:nvSpPr>
            <p:spPr>
              <a:xfrm>
                <a:off x="2932800" y="4454850"/>
                <a:ext cx="29200" cy="48825"/>
              </a:xfrm>
              <a:custGeom>
                <a:rect b="b" l="l" r="r" t="t"/>
                <a:pathLst>
                  <a:path extrusionOk="0" h="1953" w="1168">
                    <a:moveTo>
                      <a:pt x="727" y="0"/>
                    </a:moveTo>
                    <a:cubicBezTo>
                      <a:pt x="500" y="619"/>
                      <a:pt x="262" y="1239"/>
                      <a:pt x="0" y="1953"/>
                    </a:cubicBezTo>
                    <a:cubicBezTo>
                      <a:pt x="238" y="1858"/>
                      <a:pt x="500" y="1750"/>
                      <a:pt x="774" y="1643"/>
                    </a:cubicBezTo>
                    <a:cubicBezTo>
                      <a:pt x="893" y="1239"/>
                      <a:pt x="1036" y="810"/>
                      <a:pt x="1167" y="346"/>
                    </a:cubicBezTo>
                    <a:cubicBezTo>
                      <a:pt x="1143" y="250"/>
                      <a:pt x="1119" y="155"/>
                      <a:pt x="1084" y="60"/>
                    </a:cubicBezTo>
                    <a:cubicBezTo>
                      <a:pt x="965" y="36"/>
                      <a:pt x="846" y="12"/>
                      <a:pt x="7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37"/>
              <p:cNvSpPr/>
              <p:nvPr/>
            </p:nvSpPr>
            <p:spPr>
              <a:xfrm>
                <a:off x="2921175" y="1088650"/>
                <a:ext cx="1779425" cy="3607025"/>
              </a:xfrm>
              <a:custGeom>
                <a:rect b="b" l="l" r="r" t="t"/>
                <a:pathLst>
                  <a:path extrusionOk="0" h="144281" w="71177">
                    <a:moveTo>
                      <a:pt x="63783" y="1"/>
                    </a:moveTo>
                    <a:cubicBezTo>
                      <a:pt x="60544" y="4763"/>
                      <a:pt x="55829" y="8109"/>
                      <a:pt x="49638" y="10050"/>
                    </a:cubicBezTo>
                    <a:cubicBezTo>
                      <a:pt x="48995" y="10240"/>
                      <a:pt x="48340" y="10431"/>
                      <a:pt x="47674" y="10597"/>
                    </a:cubicBezTo>
                    <a:lnTo>
                      <a:pt x="51579" y="10597"/>
                    </a:lnTo>
                    <a:lnTo>
                      <a:pt x="51591" y="10621"/>
                    </a:lnTo>
                    <a:cubicBezTo>
                      <a:pt x="51603" y="10669"/>
                      <a:pt x="51615" y="10728"/>
                      <a:pt x="51638" y="10788"/>
                    </a:cubicBezTo>
                    <a:cubicBezTo>
                      <a:pt x="50710" y="11145"/>
                      <a:pt x="49769" y="11490"/>
                      <a:pt x="48840" y="11847"/>
                    </a:cubicBezTo>
                    <a:cubicBezTo>
                      <a:pt x="48864" y="11895"/>
                      <a:pt x="48876" y="11943"/>
                      <a:pt x="48900" y="11978"/>
                    </a:cubicBezTo>
                    <a:cubicBezTo>
                      <a:pt x="49376" y="11931"/>
                      <a:pt x="49841" y="11883"/>
                      <a:pt x="50305" y="11836"/>
                    </a:cubicBezTo>
                    <a:cubicBezTo>
                      <a:pt x="50317" y="11931"/>
                      <a:pt x="50329" y="12014"/>
                      <a:pt x="50341" y="12109"/>
                    </a:cubicBezTo>
                    <a:cubicBezTo>
                      <a:pt x="49531" y="12455"/>
                      <a:pt x="48721" y="12788"/>
                      <a:pt x="47828" y="13169"/>
                    </a:cubicBezTo>
                    <a:cubicBezTo>
                      <a:pt x="48221" y="13276"/>
                      <a:pt x="48495" y="13360"/>
                      <a:pt x="48828" y="13467"/>
                    </a:cubicBezTo>
                    <a:cubicBezTo>
                      <a:pt x="48578" y="13764"/>
                      <a:pt x="48412" y="13955"/>
                      <a:pt x="48376" y="13991"/>
                    </a:cubicBezTo>
                    <a:cubicBezTo>
                      <a:pt x="50055" y="13669"/>
                      <a:pt x="51829" y="13336"/>
                      <a:pt x="53603" y="13002"/>
                    </a:cubicBezTo>
                    <a:cubicBezTo>
                      <a:pt x="53627" y="13062"/>
                      <a:pt x="53639" y="13121"/>
                      <a:pt x="53662" y="13181"/>
                    </a:cubicBezTo>
                    <a:cubicBezTo>
                      <a:pt x="52543" y="13979"/>
                      <a:pt x="51412" y="14776"/>
                      <a:pt x="50293" y="15586"/>
                    </a:cubicBezTo>
                    <a:cubicBezTo>
                      <a:pt x="50364" y="15669"/>
                      <a:pt x="50424" y="15753"/>
                      <a:pt x="50483" y="15848"/>
                    </a:cubicBezTo>
                    <a:cubicBezTo>
                      <a:pt x="51460" y="15479"/>
                      <a:pt x="52436" y="15122"/>
                      <a:pt x="53603" y="14681"/>
                    </a:cubicBezTo>
                    <a:lnTo>
                      <a:pt x="53603" y="14681"/>
                    </a:lnTo>
                    <a:cubicBezTo>
                      <a:pt x="53472" y="15300"/>
                      <a:pt x="53412" y="15717"/>
                      <a:pt x="53293" y="16110"/>
                    </a:cubicBezTo>
                    <a:cubicBezTo>
                      <a:pt x="52603" y="18479"/>
                      <a:pt x="51888" y="20849"/>
                      <a:pt x="51186" y="23218"/>
                    </a:cubicBezTo>
                    <a:cubicBezTo>
                      <a:pt x="50150" y="26706"/>
                      <a:pt x="48686" y="29933"/>
                      <a:pt x="46316" y="32779"/>
                    </a:cubicBezTo>
                    <a:cubicBezTo>
                      <a:pt x="44518" y="34946"/>
                      <a:pt x="42137" y="36303"/>
                      <a:pt x="39946" y="37934"/>
                    </a:cubicBezTo>
                    <a:cubicBezTo>
                      <a:pt x="37387" y="39851"/>
                      <a:pt x="34827" y="41756"/>
                      <a:pt x="32267" y="43673"/>
                    </a:cubicBezTo>
                    <a:cubicBezTo>
                      <a:pt x="25814" y="48483"/>
                      <a:pt x="19372" y="53305"/>
                      <a:pt x="12979" y="58186"/>
                    </a:cubicBezTo>
                    <a:cubicBezTo>
                      <a:pt x="11252" y="59508"/>
                      <a:pt x="9335" y="59889"/>
                      <a:pt x="7359" y="60258"/>
                    </a:cubicBezTo>
                    <a:cubicBezTo>
                      <a:pt x="7264" y="60275"/>
                      <a:pt x="7166" y="60283"/>
                      <a:pt x="7065" y="60283"/>
                    </a:cubicBezTo>
                    <a:cubicBezTo>
                      <a:pt x="6602" y="60283"/>
                      <a:pt x="6095" y="60121"/>
                      <a:pt x="5645" y="59984"/>
                    </a:cubicBezTo>
                    <a:cubicBezTo>
                      <a:pt x="3728" y="59365"/>
                      <a:pt x="1858" y="58663"/>
                      <a:pt x="1" y="57913"/>
                    </a:cubicBezTo>
                    <a:lnTo>
                      <a:pt x="1" y="69390"/>
                    </a:lnTo>
                    <a:cubicBezTo>
                      <a:pt x="406" y="69140"/>
                      <a:pt x="799" y="68890"/>
                      <a:pt x="1180" y="68640"/>
                    </a:cubicBezTo>
                    <a:lnTo>
                      <a:pt x="1180" y="68640"/>
                    </a:lnTo>
                    <a:cubicBezTo>
                      <a:pt x="1073" y="68866"/>
                      <a:pt x="942" y="69116"/>
                      <a:pt x="739" y="69521"/>
                    </a:cubicBezTo>
                    <a:cubicBezTo>
                      <a:pt x="2930" y="68200"/>
                      <a:pt x="4787" y="66795"/>
                      <a:pt x="7359" y="66676"/>
                    </a:cubicBezTo>
                    <a:lnTo>
                      <a:pt x="7359" y="66676"/>
                    </a:lnTo>
                    <a:cubicBezTo>
                      <a:pt x="4883" y="68235"/>
                      <a:pt x="2620" y="69724"/>
                      <a:pt x="656" y="71057"/>
                    </a:cubicBezTo>
                    <a:cubicBezTo>
                      <a:pt x="430" y="71212"/>
                      <a:pt x="215" y="71355"/>
                      <a:pt x="1" y="71510"/>
                    </a:cubicBezTo>
                    <a:lnTo>
                      <a:pt x="1" y="72426"/>
                    </a:lnTo>
                    <a:cubicBezTo>
                      <a:pt x="953" y="71843"/>
                      <a:pt x="1882" y="71260"/>
                      <a:pt x="2787" y="70700"/>
                    </a:cubicBezTo>
                    <a:cubicBezTo>
                      <a:pt x="6537" y="68354"/>
                      <a:pt x="9907" y="66187"/>
                      <a:pt x="12693" y="64354"/>
                    </a:cubicBezTo>
                    <a:cubicBezTo>
                      <a:pt x="17919" y="60937"/>
                      <a:pt x="21134" y="58699"/>
                      <a:pt x="21135" y="58698"/>
                    </a:cubicBezTo>
                    <a:lnTo>
                      <a:pt x="21135" y="58698"/>
                    </a:lnTo>
                    <a:cubicBezTo>
                      <a:pt x="21027" y="58758"/>
                      <a:pt x="20908" y="58818"/>
                      <a:pt x="20789" y="58877"/>
                    </a:cubicBezTo>
                    <a:lnTo>
                      <a:pt x="24206" y="56674"/>
                    </a:lnTo>
                    <a:cubicBezTo>
                      <a:pt x="24171" y="56615"/>
                      <a:pt x="24147" y="56543"/>
                      <a:pt x="24111" y="56484"/>
                    </a:cubicBezTo>
                    <a:cubicBezTo>
                      <a:pt x="22980" y="57032"/>
                      <a:pt x="21849" y="57579"/>
                      <a:pt x="20718" y="58127"/>
                    </a:cubicBezTo>
                    <a:cubicBezTo>
                      <a:pt x="20658" y="58008"/>
                      <a:pt x="20611" y="57889"/>
                      <a:pt x="20551" y="57770"/>
                    </a:cubicBezTo>
                    <a:cubicBezTo>
                      <a:pt x="22289" y="56674"/>
                      <a:pt x="24016" y="55591"/>
                      <a:pt x="26064" y="54293"/>
                    </a:cubicBezTo>
                    <a:lnTo>
                      <a:pt x="26064" y="54293"/>
                    </a:lnTo>
                    <a:cubicBezTo>
                      <a:pt x="25980" y="55770"/>
                      <a:pt x="25933" y="56782"/>
                      <a:pt x="25861" y="57794"/>
                    </a:cubicBezTo>
                    <a:cubicBezTo>
                      <a:pt x="25397" y="64949"/>
                      <a:pt x="25064" y="72093"/>
                      <a:pt x="26052" y="79237"/>
                    </a:cubicBezTo>
                    <a:cubicBezTo>
                      <a:pt x="26742" y="84130"/>
                      <a:pt x="27445" y="89000"/>
                      <a:pt x="28719" y="93810"/>
                    </a:cubicBezTo>
                    <a:cubicBezTo>
                      <a:pt x="29957" y="98513"/>
                      <a:pt x="32315" y="102216"/>
                      <a:pt x="36005" y="105264"/>
                    </a:cubicBezTo>
                    <a:cubicBezTo>
                      <a:pt x="39411" y="108085"/>
                      <a:pt x="41840" y="111705"/>
                      <a:pt x="43935" y="115563"/>
                    </a:cubicBezTo>
                    <a:cubicBezTo>
                      <a:pt x="44137" y="115944"/>
                      <a:pt x="44316" y="116325"/>
                      <a:pt x="44483" y="116717"/>
                    </a:cubicBezTo>
                    <a:cubicBezTo>
                      <a:pt x="45233" y="118468"/>
                      <a:pt x="45590" y="120313"/>
                      <a:pt x="45399" y="122254"/>
                    </a:cubicBezTo>
                    <a:cubicBezTo>
                      <a:pt x="44947" y="126850"/>
                      <a:pt x="44376" y="131445"/>
                      <a:pt x="43935" y="136053"/>
                    </a:cubicBezTo>
                    <a:cubicBezTo>
                      <a:pt x="43709" y="138399"/>
                      <a:pt x="43637" y="140768"/>
                      <a:pt x="43494" y="143387"/>
                    </a:cubicBezTo>
                    <a:cubicBezTo>
                      <a:pt x="43483" y="143685"/>
                      <a:pt x="43471" y="143971"/>
                      <a:pt x="43447" y="144280"/>
                    </a:cubicBezTo>
                    <a:cubicBezTo>
                      <a:pt x="43685" y="143911"/>
                      <a:pt x="43899" y="143602"/>
                      <a:pt x="44090" y="143316"/>
                    </a:cubicBezTo>
                    <a:cubicBezTo>
                      <a:pt x="44411" y="142840"/>
                      <a:pt x="44661" y="142447"/>
                      <a:pt x="44876" y="142030"/>
                    </a:cubicBezTo>
                    <a:cubicBezTo>
                      <a:pt x="45554" y="140720"/>
                      <a:pt x="46364" y="139494"/>
                      <a:pt x="46542" y="137911"/>
                    </a:cubicBezTo>
                    <a:cubicBezTo>
                      <a:pt x="47269" y="131160"/>
                      <a:pt x="49852" y="125052"/>
                      <a:pt x="53412" y="119325"/>
                    </a:cubicBezTo>
                    <a:cubicBezTo>
                      <a:pt x="53972" y="118420"/>
                      <a:pt x="54543" y="117539"/>
                      <a:pt x="55139" y="116598"/>
                    </a:cubicBezTo>
                    <a:cubicBezTo>
                      <a:pt x="51579" y="114217"/>
                      <a:pt x="47900" y="112229"/>
                      <a:pt x="44983" y="108728"/>
                    </a:cubicBezTo>
                    <a:lnTo>
                      <a:pt x="44983" y="108728"/>
                    </a:lnTo>
                    <a:cubicBezTo>
                      <a:pt x="48828" y="110991"/>
                      <a:pt x="52353" y="113062"/>
                      <a:pt x="55877" y="115146"/>
                    </a:cubicBezTo>
                    <a:lnTo>
                      <a:pt x="56222" y="114836"/>
                    </a:lnTo>
                    <a:cubicBezTo>
                      <a:pt x="56032" y="114467"/>
                      <a:pt x="55913" y="114003"/>
                      <a:pt x="55627" y="113753"/>
                    </a:cubicBezTo>
                    <a:cubicBezTo>
                      <a:pt x="54722" y="113003"/>
                      <a:pt x="53770" y="112276"/>
                      <a:pt x="52781" y="111645"/>
                    </a:cubicBezTo>
                    <a:cubicBezTo>
                      <a:pt x="49174" y="109324"/>
                      <a:pt x="46019" y="106502"/>
                      <a:pt x="43316" y="103180"/>
                    </a:cubicBezTo>
                    <a:cubicBezTo>
                      <a:pt x="43090" y="102894"/>
                      <a:pt x="42947" y="102537"/>
                      <a:pt x="42756" y="102216"/>
                    </a:cubicBezTo>
                    <a:cubicBezTo>
                      <a:pt x="42804" y="102192"/>
                      <a:pt x="42863" y="102168"/>
                      <a:pt x="42923" y="102144"/>
                    </a:cubicBezTo>
                    <a:cubicBezTo>
                      <a:pt x="44530" y="103442"/>
                      <a:pt x="46150" y="104728"/>
                      <a:pt x="47769" y="106026"/>
                    </a:cubicBezTo>
                    <a:lnTo>
                      <a:pt x="47959" y="105859"/>
                    </a:lnTo>
                    <a:cubicBezTo>
                      <a:pt x="47805" y="105573"/>
                      <a:pt x="47650" y="105288"/>
                      <a:pt x="47483" y="105002"/>
                    </a:cubicBezTo>
                    <a:cubicBezTo>
                      <a:pt x="47543" y="104930"/>
                      <a:pt x="47590" y="104871"/>
                      <a:pt x="47650" y="104811"/>
                    </a:cubicBezTo>
                    <a:cubicBezTo>
                      <a:pt x="51174" y="107181"/>
                      <a:pt x="54686" y="109562"/>
                      <a:pt x="58294" y="111991"/>
                    </a:cubicBezTo>
                    <a:cubicBezTo>
                      <a:pt x="59723" y="107657"/>
                      <a:pt x="61116" y="103537"/>
                      <a:pt x="62414" y="99382"/>
                    </a:cubicBezTo>
                    <a:cubicBezTo>
                      <a:pt x="62973" y="97608"/>
                      <a:pt x="63735" y="96001"/>
                      <a:pt x="64926" y="94560"/>
                    </a:cubicBezTo>
                    <a:cubicBezTo>
                      <a:pt x="66045" y="93203"/>
                      <a:pt x="67486" y="92786"/>
                      <a:pt x="69343" y="92715"/>
                    </a:cubicBezTo>
                    <a:lnTo>
                      <a:pt x="69343" y="92715"/>
                    </a:lnTo>
                    <a:cubicBezTo>
                      <a:pt x="69295" y="98775"/>
                      <a:pt x="67783" y="104430"/>
                      <a:pt x="66033" y="110276"/>
                    </a:cubicBezTo>
                    <a:cubicBezTo>
                      <a:pt x="66319" y="109883"/>
                      <a:pt x="66485" y="109681"/>
                      <a:pt x="66628" y="109455"/>
                    </a:cubicBezTo>
                    <a:cubicBezTo>
                      <a:pt x="69938" y="103859"/>
                      <a:pt x="71177" y="97787"/>
                      <a:pt x="70772" y="91345"/>
                    </a:cubicBezTo>
                    <a:cubicBezTo>
                      <a:pt x="70688" y="90012"/>
                      <a:pt x="69914" y="89024"/>
                      <a:pt x="68819" y="88333"/>
                    </a:cubicBezTo>
                    <a:cubicBezTo>
                      <a:pt x="61592" y="83761"/>
                      <a:pt x="54532" y="78927"/>
                      <a:pt x="46840" y="75093"/>
                    </a:cubicBezTo>
                    <a:cubicBezTo>
                      <a:pt x="40982" y="72164"/>
                      <a:pt x="35267" y="68914"/>
                      <a:pt x="29505" y="65759"/>
                    </a:cubicBezTo>
                    <a:cubicBezTo>
                      <a:pt x="28195" y="65044"/>
                      <a:pt x="27171" y="63961"/>
                      <a:pt x="27159" y="62330"/>
                    </a:cubicBezTo>
                    <a:cubicBezTo>
                      <a:pt x="27135" y="58246"/>
                      <a:pt x="27147" y="54162"/>
                      <a:pt x="27147" y="49745"/>
                    </a:cubicBezTo>
                    <a:cubicBezTo>
                      <a:pt x="27457" y="49447"/>
                      <a:pt x="28004" y="48852"/>
                      <a:pt x="28635" y="48364"/>
                    </a:cubicBezTo>
                    <a:cubicBezTo>
                      <a:pt x="31719" y="46042"/>
                      <a:pt x="34803" y="43744"/>
                      <a:pt x="37899" y="41434"/>
                    </a:cubicBezTo>
                    <a:cubicBezTo>
                      <a:pt x="38470" y="41018"/>
                      <a:pt x="39053" y="40589"/>
                      <a:pt x="39625" y="40160"/>
                    </a:cubicBezTo>
                    <a:cubicBezTo>
                      <a:pt x="43209" y="37493"/>
                      <a:pt x="46602" y="34648"/>
                      <a:pt x="49209" y="30981"/>
                    </a:cubicBezTo>
                    <a:cubicBezTo>
                      <a:pt x="49224" y="30962"/>
                      <a:pt x="49255" y="30956"/>
                      <a:pt x="49296" y="30956"/>
                    </a:cubicBezTo>
                    <a:cubicBezTo>
                      <a:pt x="49358" y="30956"/>
                      <a:pt x="49440" y="30969"/>
                      <a:pt x="49519" y="30969"/>
                    </a:cubicBezTo>
                    <a:cubicBezTo>
                      <a:pt x="49841" y="32314"/>
                      <a:pt x="49710" y="33898"/>
                      <a:pt x="51424" y="34957"/>
                    </a:cubicBezTo>
                    <a:cubicBezTo>
                      <a:pt x="51424" y="33791"/>
                      <a:pt x="51484" y="32921"/>
                      <a:pt x="51412" y="32076"/>
                    </a:cubicBezTo>
                    <a:cubicBezTo>
                      <a:pt x="51305" y="30993"/>
                      <a:pt x="52162" y="30528"/>
                      <a:pt x="52674" y="29838"/>
                    </a:cubicBezTo>
                    <a:cubicBezTo>
                      <a:pt x="52734" y="29754"/>
                      <a:pt x="52722" y="29623"/>
                      <a:pt x="52746" y="29528"/>
                    </a:cubicBezTo>
                    <a:cubicBezTo>
                      <a:pt x="53674" y="26599"/>
                      <a:pt x="56294" y="25051"/>
                      <a:pt x="57996" y="22754"/>
                    </a:cubicBezTo>
                    <a:cubicBezTo>
                      <a:pt x="58092" y="22801"/>
                      <a:pt x="58199" y="22861"/>
                      <a:pt x="58294" y="22908"/>
                    </a:cubicBezTo>
                    <a:cubicBezTo>
                      <a:pt x="57782" y="24647"/>
                      <a:pt x="57270" y="26385"/>
                      <a:pt x="56770" y="28111"/>
                    </a:cubicBezTo>
                    <a:cubicBezTo>
                      <a:pt x="56889" y="28159"/>
                      <a:pt x="57008" y="28195"/>
                      <a:pt x="57127" y="28242"/>
                    </a:cubicBezTo>
                    <a:cubicBezTo>
                      <a:pt x="57365" y="27778"/>
                      <a:pt x="57580" y="27314"/>
                      <a:pt x="57853" y="26873"/>
                    </a:cubicBezTo>
                    <a:cubicBezTo>
                      <a:pt x="59306" y="24420"/>
                      <a:pt x="60735" y="21956"/>
                      <a:pt x="62259" y="19551"/>
                    </a:cubicBezTo>
                    <a:cubicBezTo>
                      <a:pt x="62640" y="18955"/>
                      <a:pt x="63283" y="18420"/>
                      <a:pt x="63938" y="18146"/>
                    </a:cubicBezTo>
                    <a:cubicBezTo>
                      <a:pt x="64319" y="17979"/>
                      <a:pt x="64676" y="17789"/>
                      <a:pt x="65021" y="17586"/>
                    </a:cubicBezTo>
                    <a:cubicBezTo>
                      <a:pt x="66831" y="16539"/>
                      <a:pt x="68140" y="15026"/>
                      <a:pt x="69212" y="13157"/>
                    </a:cubicBezTo>
                    <a:cubicBezTo>
                      <a:pt x="70534" y="10895"/>
                      <a:pt x="70950" y="8692"/>
                      <a:pt x="70284" y="6085"/>
                    </a:cubicBezTo>
                    <a:cubicBezTo>
                      <a:pt x="69772" y="4085"/>
                      <a:pt x="69379" y="2049"/>
                      <a:pt x="690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37"/>
              <p:cNvSpPr/>
              <p:nvPr/>
            </p:nvSpPr>
            <p:spPr>
              <a:xfrm>
                <a:off x="2921175" y="3734225"/>
                <a:ext cx="211075" cy="800725"/>
              </a:xfrm>
              <a:custGeom>
                <a:rect b="b" l="l" r="r" t="t"/>
                <a:pathLst>
                  <a:path extrusionOk="0" h="32029" w="8443">
                    <a:moveTo>
                      <a:pt x="1192" y="28825"/>
                    </a:moveTo>
                    <a:cubicBezTo>
                      <a:pt x="1311" y="28837"/>
                      <a:pt x="1430" y="28861"/>
                      <a:pt x="1549" y="28885"/>
                    </a:cubicBezTo>
                    <a:cubicBezTo>
                      <a:pt x="1584" y="28980"/>
                      <a:pt x="1608" y="29075"/>
                      <a:pt x="1632" y="29171"/>
                    </a:cubicBezTo>
                    <a:cubicBezTo>
                      <a:pt x="1727" y="29468"/>
                      <a:pt x="1823" y="29802"/>
                      <a:pt x="1930" y="30194"/>
                    </a:cubicBezTo>
                    <a:cubicBezTo>
                      <a:pt x="1727" y="30278"/>
                      <a:pt x="1525" y="30361"/>
                      <a:pt x="1334" y="30433"/>
                    </a:cubicBezTo>
                    <a:cubicBezTo>
                      <a:pt x="1299" y="30445"/>
                      <a:pt x="1263" y="30456"/>
                      <a:pt x="1239" y="30468"/>
                    </a:cubicBezTo>
                    <a:cubicBezTo>
                      <a:pt x="965" y="30575"/>
                      <a:pt x="703" y="30683"/>
                      <a:pt x="465" y="30778"/>
                    </a:cubicBezTo>
                    <a:cubicBezTo>
                      <a:pt x="727" y="30064"/>
                      <a:pt x="965" y="29444"/>
                      <a:pt x="1192" y="28825"/>
                    </a:cubicBezTo>
                    <a:close/>
                    <a:moveTo>
                      <a:pt x="1" y="0"/>
                    </a:moveTo>
                    <a:lnTo>
                      <a:pt x="1" y="929"/>
                    </a:lnTo>
                    <a:cubicBezTo>
                      <a:pt x="1811" y="2191"/>
                      <a:pt x="3597" y="3465"/>
                      <a:pt x="5406" y="4727"/>
                    </a:cubicBezTo>
                    <a:cubicBezTo>
                      <a:pt x="6073" y="5191"/>
                      <a:pt x="6561" y="5918"/>
                      <a:pt x="7121" y="6525"/>
                    </a:cubicBezTo>
                    <a:cubicBezTo>
                      <a:pt x="6990" y="6549"/>
                      <a:pt x="6847" y="6584"/>
                      <a:pt x="6704" y="6608"/>
                    </a:cubicBezTo>
                    <a:cubicBezTo>
                      <a:pt x="5204" y="11930"/>
                      <a:pt x="3704" y="17252"/>
                      <a:pt x="2204" y="22586"/>
                    </a:cubicBezTo>
                    <a:cubicBezTo>
                      <a:pt x="2025" y="21289"/>
                      <a:pt x="2037" y="20003"/>
                      <a:pt x="2168" y="18741"/>
                    </a:cubicBezTo>
                    <a:cubicBezTo>
                      <a:pt x="2501" y="15633"/>
                      <a:pt x="2168" y="12609"/>
                      <a:pt x="1001" y="9716"/>
                    </a:cubicBezTo>
                    <a:cubicBezTo>
                      <a:pt x="739" y="9049"/>
                      <a:pt x="418" y="8394"/>
                      <a:pt x="1" y="7787"/>
                    </a:cubicBezTo>
                    <a:lnTo>
                      <a:pt x="1" y="32028"/>
                    </a:lnTo>
                    <a:cubicBezTo>
                      <a:pt x="72" y="31838"/>
                      <a:pt x="132" y="31659"/>
                      <a:pt x="203" y="31492"/>
                    </a:cubicBezTo>
                    <a:cubicBezTo>
                      <a:pt x="453" y="31445"/>
                      <a:pt x="703" y="31397"/>
                      <a:pt x="942" y="31349"/>
                    </a:cubicBezTo>
                    <a:cubicBezTo>
                      <a:pt x="1346" y="31266"/>
                      <a:pt x="1727" y="31171"/>
                      <a:pt x="2096" y="31076"/>
                    </a:cubicBezTo>
                    <a:cubicBezTo>
                      <a:pt x="3478" y="30695"/>
                      <a:pt x="4692" y="30230"/>
                      <a:pt x="5656" y="29766"/>
                    </a:cubicBezTo>
                    <a:cubicBezTo>
                      <a:pt x="6549" y="29337"/>
                      <a:pt x="7252" y="28932"/>
                      <a:pt x="7716" y="28635"/>
                    </a:cubicBezTo>
                    <a:cubicBezTo>
                      <a:pt x="8192" y="28337"/>
                      <a:pt x="8442" y="28147"/>
                      <a:pt x="8442" y="28147"/>
                    </a:cubicBezTo>
                    <a:lnTo>
                      <a:pt x="8442" y="28147"/>
                    </a:lnTo>
                    <a:cubicBezTo>
                      <a:pt x="5966" y="28742"/>
                      <a:pt x="3751" y="29516"/>
                      <a:pt x="1989" y="30183"/>
                    </a:cubicBezTo>
                    <a:cubicBezTo>
                      <a:pt x="3180" y="22574"/>
                      <a:pt x="6252" y="15586"/>
                      <a:pt x="7311" y="8097"/>
                    </a:cubicBezTo>
                    <a:cubicBezTo>
                      <a:pt x="7585" y="6168"/>
                      <a:pt x="7442" y="5239"/>
                      <a:pt x="5799" y="4060"/>
                    </a:cubicBezTo>
                    <a:cubicBezTo>
                      <a:pt x="3882" y="2691"/>
                      <a:pt x="1954" y="1334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37"/>
              <p:cNvSpPr/>
              <p:nvPr/>
            </p:nvSpPr>
            <p:spPr>
              <a:xfrm>
                <a:off x="4149900" y="1088650"/>
                <a:ext cx="224775" cy="192625"/>
              </a:xfrm>
              <a:custGeom>
                <a:rect b="b" l="l" r="r" t="t"/>
                <a:pathLst>
                  <a:path extrusionOk="0" h="7705" w="8991">
                    <a:moveTo>
                      <a:pt x="7145" y="1"/>
                    </a:moveTo>
                    <a:cubicBezTo>
                      <a:pt x="4811" y="2561"/>
                      <a:pt x="2418" y="5097"/>
                      <a:pt x="1" y="7704"/>
                    </a:cubicBezTo>
                    <a:cubicBezTo>
                      <a:pt x="3418" y="5644"/>
                      <a:pt x="6347" y="3156"/>
                      <a:pt x="8800" y="227"/>
                    </a:cubicBezTo>
                    <a:cubicBezTo>
                      <a:pt x="8859" y="156"/>
                      <a:pt x="8919" y="72"/>
                      <a:pt x="89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37"/>
              <p:cNvSpPr/>
              <p:nvPr/>
            </p:nvSpPr>
            <p:spPr>
              <a:xfrm>
                <a:off x="4741350" y="1088650"/>
                <a:ext cx="21150" cy="32175"/>
              </a:xfrm>
              <a:custGeom>
                <a:rect b="b" l="l" r="r" t="t"/>
                <a:pathLst>
                  <a:path extrusionOk="0" h="1287" w="846">
                    <a:moveTo>
                      <a:pt x="1" y="1"/>
                    </a:moveTo>
                    <a:cubicBezTo>
                      <a:pt x="251" y="429"/>
                      <a:pt x="536" y="870"/>
                      <a:pt x="846" y="1287"/>
                    </a:cubicBezTo>
                    <a:lnTo>
                      <a:pt x="8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37"/>
              <p:cNvSpPr/>
              <p:nvPr/>
            </p:nvSpPr>
            <p:spPr>
              <a:xfrm>
                <a:off x="4619025" y="1410725"/>
                <a:ext cx="143475" cy="120575"/>
              </a:xfrm>
              <a:custGeom>
                <a:rect b="b" l="l" r="r" t="t"/>
                <a:pathLst>
                  <a:path extrusionOk="0" h="4823" w="5739">
                    <a:moveTo>
                      <a:pt x="5739" y="0"/>
                    </a:moveTo>
                    <a:cubicBezTo>
                      <a:pt x="4679" y="1667"/>
                      <a:pt x="3167" y="3096"/>
                      <a:pt x="1286" y="4120"/>
                    </a:cubicBezTo>
                    <a:cubicBezTo>
                      <a:pt x="1012" y="4263"/>
                      <a:pt x="750" y="4418"/>
                      <a:pt x="476" y="4560"/>
                    </a:cubicBezTo>
                    <a:cubicBezTo>
                      <a:pt x="322" y="4656"/>
                      <a:pt x="167" y="4739"/>
                      <a:pt x="0" y="4822"/>
                    </a:cubicBezTo>
                    <a:cubicBezTo>
                      <a:pt x="2286" y="4810"/>
                      <a:pt x="4251" y="4048"/>
                      <a:pt x="5739" y="2548"/>
                    </a:cubicBezTo>
                    <a:lnTo>
                      <a:pt x="57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37"/>
              <p:cNvSpPr/>
              <p:nvPr/>
            </p:nvSpPr>
            <p:spPr>
              <a:xfrm>
                <a:off x="3341775" y="3035325"/>
                <a:ext cx="49125" cy="614675"/>
              </a:xfrm>
              <a:custGeom>
                <a:rect b="b" l="l" r="r" t="t"/>
                <a:pathLst>
                  <a:path extrusionOk="0" h="24587" w="1965">
                    <a:moveTo>
                      <a:pt x="1965" y="0"/>
                    </a:moveTo>
                    <a:lnTo>
                      <a:pt x="1965" y="0"/>
                    </a:lnTo>
                    <a:cubicBezTo>
                      <a:pt x="905" y="8109"/>
                      <a:pt x="0" y="16229"/>
                      <a:pt x="560" y="24587"/>
                    </a:cubicBezTo>
                    <a:cubicBezTo>
                      <a:pt x="1036" y="16264"/>
                      <a:pt x="1501" y="8132"/>
                      <a:pt x="19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37"/>
              <p:cNvSpPr/>
              <p:nvPr/>
            </p:nvSpPr>
            <p:spPr>
              <a:xfrm>
                <a:off x="3645675" y="4313750"/>
                <a:ext cx="303950" cy="71600"/>
              </a:xfrm>
              <a:custGeom>
                <a:rect b="b" l="l" r="r" t="t"/>
                <a:pathLst>
                  <a:path extrusionOk="0" h="2864" w="12158">
                    <a:moveTo>
                      <a:pt x="12157" y="1"/>
                    </a:moveTo>
                    <a:cubicBezTo>
                      <a:pt x="7978" y="834"/>
                      <a:pt x="4085" y="1596"/>
                      <a:pt x="1" y="2406"/>
                    </a:cubicBezTo>
                    <a:cubicBezTo>
                      <a:pt x="1311" y="2706"/>
                      <a:pt x="2579" y="2864"/>
                      <a:pt x="3813" y="2864"/>
                    </a:cubicBezTo>
                    <a:cubicBezTo>
                      <a:pt x="6739" y="2864"/>
                      <a:pt x="9477" y="1977"/>
                      <a:pt x="121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37"/>
              <p:cNvSpPr/>
              <p:nvPr/>
            </p:nvSpPr>
            <p:spPr>
              <a:xfrm>
                <a:off x="2921175" y="2581100"/>
                <a:ext cx="536700" cy="347975"/>
              </a:xfrm>
              <a:custGeom>
                <a:rect b="b" l="l" r="r" t="t"/>
                <a:pathLst>
                  <a:path extrusionOk="0" h="13919" w="21468">
                    <a:moveTo>
                      <a:pt x="21218" y="1"/>
                    </a:moveTo>
                    <a:cubicBezTo>
                      <a:pt x="17848" y="2084"/>
                      <a:pt x="14384" y="4025"/>
                      <a:pt x="11229" y="6430"/>
                    </a:cubicBezTo>
                    <a:cubicBezTo>
                      <a:pt x="8693" y="7871"/>
                      <a:pt x="6407" y="9276"/>
                      <a:pt x="4478" y="10514"/>
                    </a:cubicBezTo>
                    <a:cubicBezTo>
                      <a:pt x="2656" y="11681"/>
                      <a:pt x="1144" y="12705"/>
                      <a:pt x="1" y="13490"/>
                    </a:cubicBezTo>
                    <a:lnTo>
                      <a:pt x="1" y="13919"/>
                    </a:lnTo>
                    <a:cubicBezTo>
                      <a:pt x="882" y="13443"/>
                      <a:pt x="1751" y="12966"/>
                      <a:pt x="2597" y="12502"/>
                    </a:cubicBezTo>
                    <a:cubicBezTo>
                      <a:pt x="7145" y="9978"/>
                      <a:pt x="11181" y="7573"/>
                      <a:pt x="14312" y="5644"/>
                    </a:cubicBezTo>
                    <a:cubicBezTo>
                      <a:pt x="18539" y="3037"/>
                      <a:pt x="21122" y="1287"/>
                      <a:pt x="21123" y="1286"/>
                    </a:cubicBezTo>
                    <a:lnTo>
                      <a:pt x="21123" y="1286"/>
                    </a:lnTo>
                    <a:cubicBezTo>
                      <a:pt x="19801" y="1906"/>
                      <a:pt x="18515" y="2537"/>
                      <a:pt x="17253" y="3180"/>
                    </a:cubicBezTo>
                    <a:cubicBezTo>
                      <a:pt x="18658" y="2239"/>
                      <a:pt x="20063" y="1298"/>
                      <a:pt x="21468" y="370"/>
                    </a:cubicBezTo>
                    <a:cubicBezTo>
                      <a:pt x="21385" y="239"/>
                      <a:pt x="21301" y="120"/>
                      <a:pt x="212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37"/>
              <p:cNvSpPr/>
              <p:nvPr/>
            </p:nvSpPr>
            <p:spPr>
              <a:xfrm>
                <a:off x="3381950" y="1329450"/>
                <a:ext cx="87250" cy="171175"/>
              </a:xfrm>
              <a:custGeom>
                <a:rect b="b" l="l" r="r" t="t"/>
                <a:pathLst>
                  <a:path extrusionOk="0" h="6847" w="3490">
                    <a:moveTo>
                      <a:pt x="1227" y="1"/>
                    </a:moveTo>
                    <a:cubicBezTo>
                      <a:pt x="1144" y="60"/>
                      <a:pt x="1049" y="108"/>
                      <a:pt x="953" y="168"/>
                    </a:cubicBezTo>
                    <a:cubicBezTo>
                      <a:pt x="1334" y="1370"/>
                      <a:pt x="1715" y="2573"/>
                      <a:pt x="2120" y="3859"/>
                    </a:cubicBezTo>
                    <a:cubicBezTo>
                      <a:pt x="1394" y="4811"/>
                      <a:pt x="703" y="5728"/>
                      <a:pt x="1" y="6645"/>
                    </a:cubicBezTo>
                    <a:lnTo>
                      <a:pt x="227" y="6847"/>
                    </a:lnTo>
                    <a:cubicBezTo>
                      <a:pt x="965" y="6335"/>
                      <a:pt x="1739" y="5859"/>
                      <a:pt x="2442" y="5287"/>
                    </a:cubicBezTo>
                    <a:cubicBezTo>
                      <a:pt x="3108" y="4751"/>
                      <a:pt x="3489" y="3989"/>
                      <a:pt x="3073" y="3156"/>
                    </a:cubicBezTo>
                    <a:cubicBezTo>
                      <a:pt x="2537" y="2073"/>
                      <a:pt x="1858" y="1049"/>
                      <a:pt x="1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37"/>
              <p:cNvSpPr/>
              <p:nvPr/>
            </p:nvSpPr>
            <p:spPr>
              <a:xfrm>
                <a:off x="2946475" y="1870000"/>
                <a:ext cx="165225" cy="45600"/>
              </a:xfrm>
              <a:custGeom>
                <a:rect b="b" l="l" r="r" t="t"/>
                <a:pathLst>
                  <a:path extrusionOk="0" h="1824" w="6609">
                    <a:moveTo>
                      <a:pt x="72" y="1"/>
                    </a:moveTo>
                    <a:cubicBezTo>
                      <a:pt x="49" y="96"/>
                      <a:pt x="25" y="191"/>
                      <a:pt x="1" y="286"/>
                    </a:cubicBezTo>
                    <a:cubicBezTo>
                      <a:pt x="1620" y="775"/>
                      <a:pt x="3239" y="1298"/>
                      <a:pt x="4883" y="1739"/>
                    </a:cubicBezTo>
                    <a:cubicBezTo>
                      <a:pt x="5068" y="1790"/>
                      <a:pt x="5254" y="1823"/>
                      <a:pt x="5433" y="1823"/>
                    </a:cubicBezTo>
                    <a:cubicBezTo>
                      <a:pt x="5923" y="1823"/>
                      <a:pt x="6365" y="1576"/>
                      <a:pt x="6609" y="775"/>
                    </a:cubicBezTo>
                    <a:cubicBezTo>
                      <a:pt x="4382" y="513"/>
                      <a:pt x="2227" y="251"/>
                      <a:pt x="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37"/>
              <p:cNvSpPr/>
              <p:nvPr/>
            </p:nvSpPr>
            <p:spPr>
              <a:xfrm>
                <a:off x="3243250" y="1894700"/>
                <a:ext cx="139925" cy="32125"/>
              </a:xfrm>
              <a:custGeom>
                <a:rect b="b" l="l" r="r" t="t"/>
                <a:pathLst>
                  <a:path extrusionOk="0" h="1285" w="5597">
                    <a:moveTo>
                      <a:pt x="5596" y="1"/>
                    </a:moveTo>
                    <a:cubicBezTo>
                      <a:pt x="393" y="132"/>
                      <a:pt x="358" y="144"/>
                      <a:pt x="1" y="1180"/>
                    </a:cubicBezTo>
                    <a:cubicBezTo>
                      <a:pt x="335" y="1251"/>
                      <a:pt x="708" y="1285"/>
                      <a:pt x="1104" y="1285"/>
                    </a:cubicBezTo>
                    <a:cubicBezTo>
                      <a:pt x="2568" y="1285"/>
                      <a:pt x="4341" y="816"/>
                      <a:pt x="55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37"/>
              <p:cNvSpPr/>
              <p:nvPr/>
            </p:nvSpPr>
            <p:spPr>
              <a:xfrm>
                <a:off x="2968225" y="2729025"/>
                <a:ext cx="384575" cy="232800"/>
              </a:xfrm>
              <a:custGeom>
                <a:rect b="b" l="l" r="r" t="t"/>
                <a:pathLst>
                  <a:path extrusionOk="0" h="9312" w="15383">
                    <a:moveTo>
                      <a:pt x="15383" y="1"/>
                    </a:moveTo>
                    <a:cubicBezTo>
                      <a:pt x="12811" y="965"/>
                      <a:pt x="10418" y="2144"/>
                      <a:pt x="8335" y="3347"/>
                    </a:cubicBezTo>
                    <a:cubicBezTo>
                      <a:pt x="6822" y="4228"/>
                      <a:pt x="5453" y="5109"/>
                      <a:pt x="4310" y="5918"/>
                    </a:cubicBezTo>
                    <a:cubicBezTo>
                      <a:pt x="2953" y="6871"/>
                      <a:pt x="1869" y="7728"/>
                      <a:pt x="1131" y="8335"/>
                    </a:cubicBezTo>
                    <a:cubicBezTo>
                      <a:pt x="405" y="8943"/>
                      <a:pt x="0" y="9312"/>
                      <a:pt x="0" y="9312"/>
                    </a:cubicBezTo>
                    <a:cubicBezTo>
                      <a:pt x="3822" y="7192"/>
                      <a:pt x="7263" y="5133"/>
                      <a:pt x="9930" y="3478"/>
                    </a:cubicBezTo>
                    <a:cubicBezTo>
                      <a:pt x="10263" y="3275"/>
                      <a:pt x="10585" y="3073"/>
                      <a:pt x="10894" y="2882"/>
                    </a:cubicBezTo>
                    <a:cubicBezTo>
                      <a:pt x="12287" y="2013"/>
                      <a:pt x="13407" y="1299"/>
                      <a:pt x="14180" y="799"/>
                    </a:cubicBezTo>
                    <a:cubicBezTo>
                      <a:pt x="14954" y="287"/>
                      <a:pt x="15383" y="1"/>
                      <a:pt x="15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37"/>
              <p:cNvSpPr/>
              <p:nvPr/>
            </p:nvSpPr>
            <p:spPr>
              <a:xfrm>
                <a:off x="3815050" y="1088650"/>
                <a:ext cx="198550" cy="87250"/>
              </a:xfrm>
              <a:custGeom>
                <a:rect b="b" l="l" r="r" t="t"/>
                <a:pathLst>
                  <a:path extrusionOk="0" h="3490" w="7942">
                    <a:moveTo>
                      <a:pt x="7132" y="1"/>
                    </a:moveTo>
                    <a:cubicBezTo>
                      <a:pt x="6180" y="406"/>
                      <a:pt x="5299" y="810"/>
                      <a:pt x="4501" y="1191"/>
                    </a:cubicBezTo>
                    <a:cubicBezTo>
                      <a:pt x="3763" y="1537"/>
                      <a:pt x="3096" y="1870"/>
                      <a:pt x="2501" y="2156"/>
                    </a:cubicBezTo>
                    <a:cubicBezTo>
                      <a:pt x="1739" y="2549"/>
                      <a:pt x="1108" y="2870"/>
                      <a:pt x="679" y="3108"/>
                    </a:cubicBezTo>
                    <a:cubicBezTo>
                      <a:pt x="239" y="3335"/>
                      <a:pt x="0" y="3489"/>
                      <a:pt x="0" y="3489"/>
                    </a:cubicBezTo>
                    <a:cubicBezTo>
                      <a:pt x="1846" y="3335"/>
                      <a:pt x="3525" y="2751"/>
                      <a:pt x="4870" y="2072"/>
                    </a:cubicBezTo>
                    <a:cubicBezTo>
                      <a:pt x="5406" y="1811"/>
                      <a:pt x="5882" y="1525"/>
                      <a:pt x="6299" y="1251"/>
                    </a:cubicBezTo>
                    <a:cubicBezTo>
                      <a:pt x="7013" y="787"/>
                      <a:pt x="7561" y="334"/>
                      <a:pt x="79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37"/>
              <p:cNvSpPr/>
              <p:nvPr/>
            </p:nvSpPr>
            <p:spPr>
              <a:xfrm>
                <a:off x="3999900" y="1088650"/>
                <a:ext cx="183075" cy="90525"/>
              </a:xfrm>
              <a:custGeom>
                <a:rect b="b" l="l" r="r" t="t"/>
                <a:pathLst>
                  <a:path extrusionOk="0" h="3621" w="7323">
                    <a:moveTo>
                      <a:pt x="5858" y="1"/>
                    </a:moveTo>
                    <a:cubicBezTo>
                      <a:pt x="2262" y="1656"/>
                      <a:pt x="0" y="3620"/>
                      <a:pt x="0" y="3620"/>
                    </a:cubicBezTo>
                    <a:cubicBezTo>
                      <a:pt x="3191" y="2692"/>
                      <a:pt x="5799" y="1084"/>
                      <a:pt x="73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37"/>
              <p:cNvSpPr/>
              <p:nvPr/>
            </p:nvSpPr>
            <p:spPr>
              <a:xfrm>
                <a:off x="4209750" y="1088650"/>
                <a:ext cx="90200" cy="57475"/>
              </a:xfrm>
              <a:custGeom>
                <a:rect b="b" l="l" r="r" t="t"/>
                <a:pathLst>
                  <a:path extrusionOk="0" h="2299" w="3608">
                    <a:moveTo>
                      <a:pt x="2703" y="1"/>
                    </a:moveTo>
                    <a:cubicBezTo>
                      <a:pt x="834" y="834"/>
                      <a:pt x="0" y="2299"/>
                      <a:pt x="0" y="2299"/>
                    </a:cubicBezTo>
                    <a:cubicBezTo>
                      <a:pt x="1977" y="1953"/>
                      <a:pt x="3131" y="656"/>
                      <a:pt x="36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64" name="Google Shape;864;p37"/>
          <p:cNvSpPr/>
          <p:nvPr/>
        </p:nvSpPr>
        <p:spPr>
          <a:xfrm flipH="1">
            <a:off x="8210585" y="4290625"/>
            <a:ext cx="1308300" cy="1812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5" name="Google Shape;865;p37" title="Captura de pantalla 2025-10-23 1623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675" y="838449"/>
            <a:ext cx="5777699" cy="3195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37"/>
          <p:cNvSpPr txBox="1"/>
          <p:nvPr/>
        </p:nvSpPr>
        <p:spPr>
          <a:xfrm>
            <a:off x="2402663" y="4138300"/>
            <a:ext cx="49908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Crecimiento continuado, se dispara desde los 2000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Las crisis mundiales le afectan de manera positiva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Crisis locales (Terremoto 2011) de manera negativa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8"/>
          <p:cNvSpPr/>
          <p:nvPr/>
        </p:nvSpPr>
        <p:spPr>
          <a:xfrm>
            <a:off x="1830125" y="4573900"/>
            <a:ext cx="4224000" cy="881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8"/>
          <p:cNvSpPr txBox="1"/>
          <p:nvPr>
            <p:ph idx="1" type="subTitle"/>
          </p:nvPr>
        </p:nvSpPr>
        <p:spPr>
          <a:xfrm flipH="1">
            <a:off x="5117525" y="1722925"/>
            <a:ext cx="3586500" cy="10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¿Se ve afectada la calidad de los animes por la cantidad que salen al año?</a:t>
            </a:r>
            <a:endParaRPr b="1" sz="2100"/>
          </a:p>
        </p:txBody>
      </p:sp>
      <p:sp>
        <p:nvSpPr>
          <p:cNvPr id="873" name="Google Shape;873;p38"/>
          <p:cNvSpPr txBox="1"/>
          <p:nvPr>
            <p:ph idx="2" type="title"/>
          </p:nvPr>
        </p:nvSpPr>
        <p:spPr>
          <a:xfrm flipH="1">
            <a:off x="4629125" y="135900"/>
            <a:ext cx="4303500" cy="1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/>
              <a:t>Análisis:</a:t>
            </a:r>
            <a:endParaRPr sz="6600"/>
          </a:p>
        </p:txBody>
      </p:sp>
      <p:grpSp>
        <p:nvGrpSpPr>
          <p:cNvPr id="874" name="Google Shape;874;p38"/>
          <p:cNvGrpSpPr/>
          <p:nvPr/>
        </p:nvGrpSpPr>
        <p:grpSpPr>
          <a:xfrm>
            <a:off x="458996" y="929692"/>
            <a:ext cx="3461397" cy="1183360"/>
            <a:chOff x="2840225" y="2669500"/>
            <a:chExt cx="1515100" cy="517950"/>
          </a:xfrm>
        </p:grpSpPr>
        <p:sp>
          <p:nvSpPr>
            <p:cNvPr id="875" name="Google Shape;875;p38"/>
            <p:cNvSpPr/>
            <p:nvPr/>
          </p:nvSpPr>
          <p:spPr>
            <a:xfrm>
              <a:off x="3958525" y="2987700"/>
              <a:ext cx="117600" cy="127425"/>
            </a:xfrm>
            <a:custGeom>
              <a:rect b="b" l="l" r="r" t="t"/>
              <a:pathLst>
                <a:path extrusionOk="0" h="5097" w="4704">
                  <a:moveTo>
                    <a:pt x="4703" y="0"/>
                  </a:moveTo>
                  <a:cubicBezTo>
                    <a:pt x="1358" y="4001"/>
                    <a:pt x="524" y="4513"/>
                    <a:pt x="0" y="5096"/>
                  </a:cubicBezTo>
                  <a:cubicBezTo>
                    <a:pt x="167" y="5013"/>
                    <a:pt x="322" y="4918"/>
                    <a:pt x="453" y="4787"/>
                  </a:cubicBezTo>
                  <a:cubicBezTo>
                    <a:pt x="1393" y="3810"/>
                    <a:pt x="2310" y="2810"/>
                    <a:pt x="3239" y="1810"/>
                  </a:cubicBezTo>
                  <a:cubicBezTo>
                    <a:pt x="3775" y="1239"/>
                    <a:pt x="4263" y="632"/>
                    <a:pt x="47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8"/>
            <p:cNvSpPr/>
            <p:nvPr/>
          </p:nvSpPr>
          <p:spPr>
            <a:xfrm>
              <a:off x="3919225" y="3157950"/>
              <a:ext cx="14600" cy="29500"/>
            </a:xfrm>
            <a:custGeom>
              <a:rect b="b" l="l" r="r" t="t"/>
              <a:pathLst>
                <a:path extrusionOk="0" h="1180" w="584">
                  <a:moveTo>
                    <a:pt x="584" y="1"/>
                  </a:moveTo>
                  <a:cubicBezTo>
                    <a:pt x="417" y="322"/>
                    <a:pt x="239" y="703"/>
                    <a:pt x="1" y="1180"/>
                  </a:cubicBezTo>
                  <a:lnTo>
                    <a:pt x="155" y="1180"/>
                  </a:lnTo>
                  <a:cubicBezTo>
                    <a:pt x="322" y="799"/>
                    <a:pt x="465" y="406"/>
                    <a:pt x="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8"/>
            <p:cNvSpPr/>
            <p:nvPr/>
          </p:nvSpPr>
          <p:spPr>
            <a:xfrm>
              <a:off x="3387025" y="2699875"/>
              <a:ext cx="77700" cy="41100"/>
            </a:xfrm>
            <a:custGeom>
              <a:rect b="b" l="l" r="r" t="t"/>
              <a:pathLst>
                <a:path extrusionOk="0" h="1644" w="3108">
                  <a:moveTo>
                    <a:pt x="405" y="0"/>
                  </a:moveTo>
                  <a:lnTo>
                    <a:pt x="405" y="0"/>
                  </a:lnTo>
                  <a:cubicBezTo>
                    <a:pt x="250" y="119"/>
                    <a:pt x="131" y="214"/>
                    <a:pt x="0" y="310"/>
                  </a:cubicBezTo>
                  <a:cubicBezTo>
                    <a:pt x="905" y="762"/>
                    <a:pt x="1774" y="1191"/>
                    <a:pt x="2667" y="1643"/>
                  </a:cubicBezTo>
                  <a:cubicBezTo>
                    <a:pt x="2822" y="1262"/>
                    <a:pt x="2953" y="941"/>
                    <a:pt x="3108" y="560"/>
                  </a:cubicBezTo>
                  <a:cubicBezTo>
                    <a:pt x="2322" y="369"/>
                    <a:pt x="1584" y="203"/>
                    <a:pt x="834" y="24"/>
                  </a:cubicBezTo>
                  <a:cubicBezTo>
                    <a:pt x="785" y="11"/>
                    <a:pt x="739" y="4"/>
                    <a:pt x="697" y="4"/>
                  </a:cubicBezTo>
                  <a:cubicBezTo>
                    <a:pt x="585" y="4"/>
                    <a:pt x="495" y="51"/>
                    <a:pt x="417" y="155"/>
                  </a:cubicBezTo>
                  <a:cubicBezTo>
                    <a:pt x="417" y="167"/>
                    <a:pt x="393" y="167"/>
                    <a:pt x="369" y="167"/>
                  </a:cubicBezTo>
                  <a:cubicBezTo>
                    <a:pt x="381" y="131"/>
                    <a:pt x="393" y="84"/>
                    <a:pt x="4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8"/>
            <p:cNvSpPr/>
            <p:nvPr/>
          </p:nvSpPr>
          <p:spPr>
            <a:xfrm>
              <a:off x="3356650" y="2725275"/>
              <a:ext cx="94975" cy="27900"/>
            </a:xfrm>
            <a:custGeom>
              <a:rect b="b" l="l" r="r" t="t"/>
              <a:pathLst>
                <a:path extrusionOk="0" h="1116" w="3799">
                  <a:moveTo>
                    <a:pt x="494" y="0"/>
                  </a:moveTo>
                  <a:cubicBezTo>
                    <a:pt x="310" y="0"/>
                    <a:pt x="122" y="91"/>
                    <a:pt x="1" y="306"/>
                  </a:cubicBezTo>
                  <a:cubicBezTo>
                    <a:pt x="1263" y="425"/>
                    <a:pt x="2501" y="508"/>
                    <a:pt x="3644" y="1115"/>
                  </a:cubicBezTo>
                  <a:cubicBezTo>
                    <a:pt x="3799" y="961"/>
                    <a:pt x="3775" y="865"/>
                    <a:pt x="3596" y="818"/>
                  </a:cubicBezTo>
                  <a:cubicBezTo>
                    <a:pt x="2608" y="544"/>
                    <a:pt x="1632" y="258"/>
                    <a:pt x="644" y="20"/>
                  </a:cubicBezTo>
                  <a:cubicBezTo>
                    <a:pt x="595" y="7"/>
                    <a:pt x="545" y="0"/>
                    <a:pt x="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8"/>
            <p:cNvSpPr/>
            <p:nvPr/>
          </p:nvSpPr>
          <p:spPr>
            <a:xfrm>
              <a:off x="3205150" y="2670850"/>
              <a:ext cx="575100" cy="516600"/>
            </a:xfrm>
            <a:custGeom>
              <a:rect b="b" l="l" r="r" t="t"/>
              <a:pathLst>
                <a:path extrusionOk="0" h="20664" w="23004">
                  <a:moveTo>
                    <a:pt x="5180" y="8198"/>
                  </a:moveTo>
                  <a:cubicBezTo>
                    <a:pt x="6287" y="8388"/>
                    <a:pt x="7406" y="8579"/>
                    <a:pt x="8513" y="8769"/>
                  </a:cubicBezTo>
                  <a:cubicBezTo>
                    <a:pt x="8513" y="8805"/>
                    <a:pt x="8513" y="8829"/>
                    <a:pt x="8513" y="8853"/>
                  </a:cubicBezTo>
                  <a:cubicBezTo>
                    <a:pt x="7740" y="8745"/>
                    <a:pt x="6966" y="8638"/>
                    <a:pt x="6192" y="8531"/>
                  </a:cubicBezTo>
                  <a:cubicBezTo>
                    <a:pt x="6180" y="8531"/>
                    <a:pt x="6180" y="8543"/>
                    <a:pt x="6180" y="8555"/>
                  </a:cubicBezTo>
                  <a:cubicBezTo>
                    <a:pt x="6513" y="8638"/>
                    <a:pt x="6847" y="8734"/>
                    <a:pt x="7180" y="8817"/>
                  </a:cubicBezTo>
                  <a:cubicBezTo>
                    <a:pt x="7078" y="8821"/>
                    <a:pt x="6976" y="8823"/>
                    <a:pt x="6875" y="8823"/>
                  </a:cubicBezTo>
                  <a:cubicBezTo>
                    <a:pt x="6125" y="8823"/>
                    <a:pt x="5394" y="8701"/>
                    <a:pt x="4692" y="8376"/>
                  </a:cubicBezTo>
                  <a:lnTo>
                    <a:pt x="4692" y="8376"/>
                  </a:lnTo>
                  <a:cubicBezTo>
                    <a:pt x="5025" y="8400"/>
                    <a:pt x="5346" y="8424"/>
                    <a:pt x="5668" y="8448"/>
                  </a:cubicBezTo>
                  <a:cubicBezTo>
                    <a:pt x="5680" y="8436"/>
                    <a:pt x="5680" y="8424"/>
                    <a:pt x="5680" y="8412"/>
                  </a:cubicBezTo>
                  <a:cubicBezTo>
                    <a:pt x="5513" y="8364"/>
                    <a:pt x="5335" y="8305"/>
                    <a:pt x="5168" y="8245"/>
                  </a:cubicBezTo>
                  <a:cubicBezTo>
                    <a:pt x="5168" y="8233"/>
                    <a:pt x="5180" y="8222"/>
                    <a:pt x="5180" y="8198"/>
                  </a:cubicBezTo>
                  <a:close/>
                  <a:moveTo>
                    <a:pt x="3453" y="9567"/>
                  </a:moveTo>
                  <a:lnTo>
                    <a:pt x="4334" y="9805"/>
                  </a:lnTo>
                  <a:cubicBezTo>
                    <a:pt x="4037" y="9734"/>
                    <a:pt x="3739" y="9662"/>
                    <a:pt x="3453" y="9567"/>
                  </a:cubicBezTo>
                  <a:close/>
                  <a:moveTo>
                    <a:pt x="3263" y="9555"/>
                  </a:moveTo>
                  <a:cubicBezTo>
                    <a:pt x="3403" y="9595"/>
                    <a:pt x="4029" y="9862"/>
                    <a:pt x="4290" y="9862"/>
                  </a:cubicBezTo>
                  <a:cubicBezTo>
                    <a:pt x="4340" y="9862"/>
                    <a:pt x="4377" y="9852"/>
                    <a:pt x="4394" y="9829"/>
                  </a:cubicBezTo>
                  <a:lnTo>
                    <a:pt x="4334" y="9805"/>
                  </a:lnTo>
                  <a:lnTo>
                    <a:pt x="4334" y="9805"/>
                  </a:lnTo>
                  <a:cubicBezTo>
                    <a:pt x="5345" y="10050"/>
                    <a:pt x="6373" y="10172"/>
                    <a:pt x="7410" y="10172"/>
                  </a:cubicBezTo>
                  <a:cubicBezTo>
                    <a:pt x="7583" y="10172"/>
                    <a:pt x="7757" y="10169"/>
                    <a:pt x="7930" y="10162"/>
                  </a:cubicBezTo>
                  <a:cubicBezTo>
                    <a:pt x="7972" y="10159"/>
                    <a:pt x="8016" y="10157"/>
                    <a:pt x="8060" y="10157"/>
                  </a:cubicBezTo>
                  <a:cubicBezTo>
                    <a:pt x="8193" y="10157"/>
                    <a:pt x="8332" y="10177"/>
                    <a:pt x="8430" y="10258"/>
                  </a:cubicBezTo>
                  <a:cubicBezTo>
                    <a:pt x="8644" y="10424"/>
                    <a:pt x="8597" y="10758"/>
                    <a:pt x="8525" y="11008"/>
                  </a:cubicBezTo>
                  <a:cubicBezTo>
                    <a:pt x="8192" y="12127"/>
                    <a:pt x="7716" y="13210"/>
                    <a:pt x="7097" y="14210"/>
                  </a:cubicBezTo>
                  <a:cubicBezTo>
                    <a:pt x="6906" y="14508"/>
                    <a:pt x="6680" y="14830"/>
                    <a:pt x="6335" y="14949"/>
                  </a:cubicBezTo>
                  <a:cubicBezTo>
                    <a:pt x="6229" y="14988"/>
                    <a:pt x="6124" y="15006"/>
                    <a:pt x="6022" y="15006"/>
                  </a:cubicBezTo>
                  <a:cubicBezTo>
                    <a:pt x="5408" y="15006"/>
                    <a:pt x="4861" y="14363"/>
                    <a:pt x="4525" y="13782"/>
                  </a:cubicBezTo>
                  <a:cubicBezTo>
                    <a:pt x="4096" y="13020"/>
                    <a:pt x="3727" y="12234"/>
                    <a:pt x="3406" y="11436"/>
                  </a:cubicBezTo>
                  <a:cubicBezTo>
                    <a:pt x="3156" y="10829"/>
                    <a:pt x="2953" y="10127"/>
                    <a:pt x="3263" y="9555"/>
                  </a:cubicBezTo>
                  <a:close/>
                  <a:moveTo>
                    <a:pt x="15907" y="13282"/>
                  </a:moveTo>
                  <a:cubicBezTo>
                    <a:pt x="16491" y="13984"/>
                    <a:pt x="17003" y="14746"/>
                    <a:pt x="17443" y="15544"/>
                  </a:cubicBezTo>
                  <a:cubicBezTo>
                    <a:pt x="17503" y="15663"/>
                    <a:pt x="17574" y="15794"/>
                    <a:pt x="17538" y="15925"/>
                  </a:cubicBezTo>
                  <a:cubicBezTo>
                    <a:pt x="17515" y="16020"/>
                    <a:pt x="17443" y="16092"/>
                    <a:pt x="17372" y="16163"/>
                  </a:cubicBezTo>
                  <a:cubicBezTo>
                    <a:pt x="16800" y="16723"/>
                    <a:pt x="16086" y="17139"/>
                    <a:pt x="15324" y="17389"/>
                  </a:cubicBezTo>
                  <a:lnTo>
                    <a:pt x="15598" y="17246"/>
                  </a:lnTo>
                  <a:cubicBezTo>
                    <a:pt x="15693" y="15925"/>
                    <a:pt x="15800" y="14603"/>
                    <a:pt x="15907" y="13282"/>
                  </a:cubicBezTo>
                  <a:close/>
                  <a:moveTo>
                    <a:pt x="14657" y="10448"/>
                  </a:moveTo>
                  <a:cubicBezTo>
                    <a:pt x="14657" y="12901"/>
                    <a:pt x="14657" y="15353"/>
                    <a:pt x="14657" y="17830"/>
                  </a:cubicBezTo>
                  <a:cubicBezTo>
                    <a:pt x="14550" y="17639"/>
                    <a:pt x="14455" y="17461"/>
                    <a:pt x="14359" y="17282"/>
                  </a:cubicBezTo>
                  <a:cubicBezTo>
                    <a:pt x="14169" y="16961"/>
                    <a:pt x="14002" y="16615"/>
                    <a:pt x="13800" y="16294"/>
                  </a:cubicBezTo>
                  <a:cubicBezTo>
                    <a:pt x="13466" y="15758"/>
                    <a:pt x="13419" y="15187"/>
                    <a:pt x="13574" y="14591"/>
                  </a:cubicBezTo>
                  <a:cubicBezTo>
                    <a:pt x="13705" y="14127"/>
                    <a:pt x="13824" y="13651"/>
                    <a:pt x="13919" y="13186"/>
                  </a:cubicBezTo>
                  <a:cubicBezTo>
                    <a:pt x="14086" y="12448"/>
                    <a:pt x="14228" y="11698"/>
                    <a:pt x="14395" y="10972"/>
                  </a:cubicBezTo>
                  <a:cubicBezTo>
                    <a:pt x="14443" y="10781"/>
                    <a:pt x="14538" y="10615"/>
                    <a:pt x="14609" y="10448"/>
                  </a:cubicBezTo>
                  <a:close/>
                  <a:moveTo>
                    <a:pt x="17416" y="1"/>
                  </a:moveTo>
                  <a:cubicBezTo>
                    <a:pt x="17314" y="1"/>
                    <a:pt x="17234" y="10"/>
                    <a:pt x="17181" y="30"/>
                  </a:cubicBezTo>
                  <a:cubicBezTo>
                    <a:pt x="16479" y="1459"/>
                    <a:pt x="15741" y="2876"/>
                    <a:pt x="14990" y="4281"/>
                  </a:cubicBezTo>
                  <a:cubicBezTo>
                    <a:pt x="14693" y="4816"/>
                    <a:pt x="14276" y="5269"/>
                    <a:pt x="13955" y="5805"/>
                  </a:cubicBezTo>
                  <a:cubicBezTo>
                    <a:pt x="13312" y="6888"/>
                    <a:pt x="12585" y="7900"/>
                    <a:pt x="11776" y="8876"/>
                  </a:cubicBezTo>
                  <a:cubicBezTo>
                    <a:pt x="11502" y="9210"/>
                    <a:pt x="11192" y="9519"/>
                    <a:pt x="10895" y="9841"/>
                  </a:cubicBezTo>
                  <a:cubicBezTo>
                    <a:pt x="10859" y="9829"/>
                    <a:pt x="10823" y="9817"/>
                    <a:pt x="10799" y="9805"/>
                  </a:cubicBezTo>
                  <a:cubicBezTo>
                    <a:pt x="10990" y="9341"/>
                    <a:pt x="11192" y="8888"/>
                    <a:pt x="11383" y="8436"/>
                  </a:cubicBezTo>
                  <a:cubicBezTo>
                    <a:pt x="11383" y="8436"/>
                    <a:pt x="11383" y="8436"/>
                    <a:pt x="11383" y="8424"/>
                  </a:cubicBezTo>
                  <a:cubicBezTo>
                    <a:pt x="11371" y="8424"/>
                    <a:pt x="11359" y="8412"/>
                    <a:pt x="11335" y="8400"/>
                  </a:cubicBezTo>
                  <a:lnTo>
                    <a:pt x="10954" y="9043"/>
                  </a:lnTo>
                  <a:cubicBezTo>
                    <a:pt x="11085" y="8698"/>
                    <a:pt x="11228" y="8353"/>
                    <a:pt x="11371" y="8007"/>
                  </a:cubicBezTo>
                  <a:lnTo>
                    <a:pt x="11371" y="8007"/>
                  </a:lnTo>
                  <a:cubicBezTo>
                    <a:pt x="11264" y="8114"/>
                    <a:pt x="11157" y="8198"/>
                    <a:pt x="11026" y="8269"/>
                  </a:cubicBezTo>
                  <a:cubicBezTo>
                    <a:pt x="10740" y="8436"/>
                    <a:pt x="10395" y="8472"/>
                    <a:pt x="10073" y="8483"/>
                  </a:cubicBezTo>
                  <a:cubicBezTo>
                    <a:pt x="9905" y="8490"/>
                    <a:pt x="9738" y="8494"/>
                    <a:pt x="9570" y="8494"/>
                  </a:cubicBezTo>
                  <a:cubicBezTo>
                    <a:pt x="8274" y="8494"/>
                    <a:pt x="6983" y="8292"/>
                    <a:pt x="5739" y="7912"/>
                  </a:cubicBezTo>
                  <a:lnTo>
                    <a:pt x="5739" y="7912"/>
                  </a:lnTo>
                  <a:cubicBezTo>
                    <a:pt x="5918" y="7972"/>
                    <a:pt x="6085" y="8031"/>
                    <a:pt x="6263" y="8079"/>
                  </a:cubicBezTo>
                  <a:cubicBezTo>
                    <a:pt x="6656" y="8198"/>
                    <a:pt x="7061" y="8305"/>
                    <a:pt x="7442" y="8412"/>
                  </a:cubicBezTo>
                  <a:cubicBezTo>
                    <a:pt x="5513" y="8305"/>
                    <a:pt x="3811" y="7626"/>
                    <a:pt x="2382" y="6317"/>
                  </a:cubicBezTo>
                  <a:cubicBezTo>
                    <a:pt x="2275" y="6257"/>
                    <a:pt x="2179" y="6186"/>
                    <a:pt x="2084" y="6114"/>
                  </a:cubicBezTo>
                  <a:cubicBezTo>
                    <a:pt x="2072" y="6138"/>
                    <a:pt x="2060" y="6162"/>
                    <a:pt x="2048" y="6186"/>
                  </a:cubicBezTo>
                  <a:cubicBezTo>
                    <a:pt x="2227" y="6340"/>
                    <a:pt x="2394" y="6507"/>
                    <a:pt x="2560" y="6674"/>
                  </a:cubicBezTo>
                  <a:cubicBezTo>
                    <a:pt x="2548" y="6698"/>
                    <a:pt x="2525" y="6709"/>
                    <a:pt x="2513" y="6733"/>
                  </a:cubicBezTo>
                  <a:cubicBezTo>
                    <a:pt x="1679" y="6031"/>
                    <a:pt x="858" y="5328"/>
                    <a:pt x="1" y="4602"/>
                  </a:cubicBezTo>
                  <a:lnTo>
                    <a:pt x="1" y="4602"/>
                  </a:lnTo>
                  <a:cubicBezTo>
                    <a:pt x="536" y="8769"/>
                    <a:pt x="1191" y="12913"/>
                    <a:pt x="1989" y="17032"/>
                  </a:cubicBezTo>
                  <a:cubicBezTo>
                    <a:pt x="2203" y="18092"/>
                    <a:pt x="2417" y="19151"/>
                    <a:pt x="2739" y="20175"/>
                  </a:cubicBezTo>
                  <a:cubicBezTo>
                    <a:pt x="2787" y="20342"/>
                    <a:pt x="2846" y="20497"/>
                    <a:pt x="2906" y="20664"/>
                  </a:cubicBezTo>
                  <a:lnTo>
                    <a:pt x="22980" y="20664"/>
                  </a:lnTo>
                  <a:cubicBezTo>
                    <a:pt x="22980" y="20616"/>
                    <a:pt x="22991" y="20568"/>
                    <a:pt x="22991" y="20533"/>
                  </a:cubicBezTo>
                  <a:cubicBezTo>
                    <a:pt x="23003" y="20211"/>
                    <a:pt x="22432" y="9031"/>
                    <a:pt x="22111" y="9031"/>
                  </a:cubicBezTo>
                  <a:cubicBezTo>
                    <a:pt x="22111" y="9031"/>
                    <a:pt x="22111" y="9031"/>
                    <a:pt x="22110" y="9031"/>
                  </a:cubicBezTo>
                  <a:cubicBezTo>
                    <a:pt x="21988" y="9037"/>
                    <a:pt x="21869" y="9039"/>
                    <a:pt x="21755" y="9039"/>
                  </a:cubicBezTo>
                  <a:cubicBezTo>
                    <a:pt x="18816" y="9039"/>
                    <a:pt x="18428" y="7302"/>
                    <a:pt x="19253" y="5102"/>
                  </a:cubicBezTo>
                  <a:lnTo>
                    <a:pt x="19253" y="5102"/>
                  </a:lnTo>
                  <a:cubicBezTo>
                    <a:pt x="18979" y="5281"/>
                    <a:pt x="18705" y="5471"/>
                    <a:pt x="18431" y="5638"/>
                  </a:cubicBezTo>
                  <a:cubicBezTo>
                    <a:pt x="18396" y="5614"/>
                    <a:pt x="18372" y="5590"/>
                    <a:pt x="18348" y="5566"/>
                  </a:cubicBezTo>
                  <a:cubicBezTo>
                    <a:pt x="18455" y="5412"/>
                    <a:pt x="18550" y="5221"/>
                    <a:pt x="18693" y="5114"/>
                  </a:cubicBezTo>
                  <a:cubicBezTo>
                    <a:pt x="18979" y="4876"/>
                    <a:pt x="19253" y="4650"/>
                    <a:pt x="19539" y="4423"/>
                  </a:cubicBezTo>
                  <a:cubicBezTo>
                    <a:pt x="19622" y="4257"/>
                    <a:pt x="19705" y="4090"/>
                    <a:pt x="19789" y="3911"/>
                  </a:cubicBezTo>
                  <a:lnTo>
                    <a:pt x="19789" y="3911"/>
                  </a:lnTo>
                  <a:cubicBezTo>
                    <a:pt x="19682" y="3959"/>
                    <a:pt x="19574" y="4007"/>
                    <a:pt x="19467" y="4054"/>
                  </a:cubicBezTo>
                  <a:cubicBezTo>
                    <a:pt x="19610" y="3935"/>
                    <a:pt x="19753" y="3816"/>
                    <a:pt x="19908" y="3709"/>
                  </a:cubicBezTo>
                  <a:cubicBezTo>
                    <a:pt x="20217" y="3126"/>
                    <a:pt x="20598" y="2542"/>
                    <a:pt x="21003" y="1959"/>
                  </a:cubicBezTo>
                  <a:lnTo>
                    <a:pt x="21003" y="1959"/>
                  </a:lnTo>
                  <a:cubicBezTo>
                    <a:pt x="20265" y="2304"/>
                    <a:pt x="19527" y="2685"/>
                    <a:pt x="18800" y="3114"/>
                  </a:cubicBezTo>
                  <a:cubicBezTo>
                    <a:pt x="19170" y="2614"/>
                    <a:pt x="19562" y="2173"/>
                    <a:pt x="20074" y="1876"/>
                  </a:cubicBezTo>
                  <a:cubicBezTo>
                    <a:pt x="20634" y="1566"/>
                    <a:pt x="21194" y="1268"/>
                    <a:pt x="21753" y="959"/>
                  </a:cubicBezTo>
                  <a:cubicBezTo>
                    <a:pt x="21753" y="959"/>
                    <a:pt x="18454" y="1"/>
                    <a:pt x="1741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8"/>
            <p:cNvSpPr/>
            <p:nvPr/>
          </p:nvSpPr>
          <p:spPr>
            <a:xfrm>
              <a:off x="3464700" y="2669800"/>
              <a:ext cx="91400" cy="133075"/>
            </a:xfrm>
            <a:custGeom>
              <a:rect b="b" l="l" r="r" t="t"/>
              <a:pathLst>
                <a:path extrusionOk="0" h="5323" w="3656">
                  <a:moveTo>
                    <a:pt x="2608" y="1"/>
                  </a:moveTo>
                  <a:cubicBezTo>
                    <a:pt x="2013" y="1132"/>
                    <a:pt x="1322" y="2227"/>
                    <a:pt x="537" y="3263"/>
                  </a:cubicBezTo>
                  <a:cubicBezTo>
                    <a:pt x="679" y="3370"/>
                    <a:pt x="822" y="3465"/>
                    <a:pt x="965" y="3572"/>
                  </a:cubicBezTo>
                  <a:cubicBezTo>
                    <a:pt x="953" y="3596"/>
                    <a:pt x="941" y="3620"/>
                    <a:pt x="918" y="3644"/>
                  </a:cubicBezTo>
                  <a:cubicBezTo>
                    <a:pt x="763" y="3584"/>
                    <a:pt x="596" y="3477"/>
                    <a:pt x="441" y="3477"/>
                  </a:cubicBezTo>
                  <a:cubicBezTo>
                    <a:pt x="298" y="3489"/>
                    <a:pt x="167" y="3608"/>
                    <a:pt x="1" y="3692"/>
                  </a:cubicBezTo>
                  <a:cubicBezTo>
                    <a:pt x="584" y="4215"/>
                    <a:pt x="1132" y="4692"/>
                    <a:pt x="1680" y="5180"/>
                  </a:cubicBezTo>
                  <a:cubicBezTo>
                    <a:pt x="1739" y="5227"/>
                    <a:pt x="1799" y="5275"/>
                    <a:pt x="1858" y="5323"/>
                  </a:cubicBezTo>
                  <a:cubicBezTo>
                    <a:pt x="1894" y="5251"/>
                    <a:pt x="1930" y="5180"/>
                    <a:pt x="1953" y="5108"/>
                  </a:cubicBezTo>
                  <a:cubicBezTo>
                    <a:pt x="2584" y="3430"/>
                    <a:pt x="3180" y="1727"/>
                    <a:pt x="365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8"/>
            <p:cNvSpPr/>
            <p:nvPr/>
          </p:nvSpPr>
          <p:spPr>
            <a:xfrm>
              <a:off x="3307550" y="2753150"/>
              <a:ext cx="35150" cy="4200"/>
            </a:xfrm>
            <a:custGeom>
              <a:rect b="b" l="l" r="r" t="t"/>
              <a:pathLst>
                <a:path extrusionOk="0" h="168" w="1406">
                  <a:moveTo>
                    <a:pt x="1369" y="0"/>
                  </a:moveTo>
                  <a:cubicBezTo>
                    <a:pt x="917" y="48"/>
                    <a:pt x="465" y="84"/>
                    <a:pt x="0" y="131"/>
                  </a:cubicBezTo>
                  <a:cubicBezTo>
                    <a:pt x="453" y="131"/>
                    <a:pt x="905" y="143"/>
                    <a:pt x="1358" y="167"/>
                  </a:cubicBezTo>
                  <a:cubicBezTo>
                    <a:pt x="1369" y="155"/>
                    <a:pt x="1393" y="131"/>
                    <a:pt x="1405" y="119"/>
                  </a:cubicBezTo>
                  <a:lnTo>
                    <a:pt x="13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8"/>
            <p:cNvSpPr/>
            <p:nvPr/>
          </p:nvSpPr>
          <p:spPr>
            <a:xfrm>
              <a:off x="3183725" y="2769225"/>
              <a:ext cx="325" cy="2100"/>
            </a:xfrm>
            <a:custGeom>
              <a:rect b="b" l="l" r="r" t="t"/>
              <a:pathLst>
                <a:path extrusionOk="0" h="84" w="13">
                  <a:moveTo>
                    <a:pt x="0" y="0"/>
                  </a:moveTo>
                  <a:cubicBezTo>
                    <a:pt x="0" y="24"/>
                    <a:pt x="12" y="60"/>
                    <a:pt x="12" y="84"/>
                  </a:cubicBezTo>
                  <a:lnTo>
                    <a:pt x="12" y="12"/>
                  </a:lnTo>
                  <a:cubicBezTo>
                    <a:pt x="12" y="12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C5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8"/>
            <p:cNvSpPr/>
            <p:nvPr/>
          </p:nvSpPr>
          <p:spPr>
            <a:xfrm>
              <a:off x="3181925" y="2700175"/>
              <a:ext cx="23850" cy="27400"/>
            </a:xfrm>
            <a:custGeom>
              <a:rect b="b" l="l" r="r" t="t"/>
              <a:pathLst>
                <a:path extrusionOk="0" h="1096" w="954">
                  <a:moveTo>
                    <a:pt x="882" y="0"/>
                  </a:moveTo>
                  <a:cubicBezTo>
                    <a:pt x="596" y="333"/>
                    <a:pt x="298" y="667"/>
                    <a:pt x="1" y="988"/>
                  </a:cubicBezTo>
                  <a:cubicBezTo>
                    <a:pt x="48" y="1024"/>
                    <a:pt x="84" y="1060"/>
                    <a:pt x="120" y="1095"/>
                  </a:cubicBezTo>
                  <a:cubicBezTo>
                    <a:pt x="394" y="750"/>
                    <a:pt x="679" y="405"/>
                    <a:pt x="953" y="72"/>
                  </a:cubicBezTo>
                  <a:cubicBezTo>
                    <a:pt x="930" y="48"/>
                    <a:pt x="906" y="24"/>
                    <a:pt x="8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8"/>
            <p:cNvSpPr/>
            <p:nvPr/>
          </p:nvSpPr>
          <p:spPr>
            <a:xfrm>
              <a:off x="3929650" y="2669800"/>
              <a:ext cx="425675" cy="517650"/>
            </a:xfrm>
            <a:custGeom>
              <a:rect b="b" l="l" r="r" t="t"/>
              <a:pathLst>
                <a:path extrusionOk="0" h="20706" w="17027">
                  <a:moveTo>
                    <a:pt x="6751" y="1"/>
                  </a:moveTo>
                  <a:cubicBezTo>
                    <a:pt x="6668" y="441"/>
                    <a:pt x="6513" y="882"/>
                    <a:pt x="6406" y="1322"/>
                  </a:cubicBezTo>
                  <a:cubicBezTo>
                    <a:pt x="6930" y="1501"/>
                    <a:pt x="7406" y="1810"/>
                    <a:pt x="7585" y="2346"/>
                  </a:cubicBezTo>
                  <a:cubicBezTo>
                    <a:pt x="7799" y="3001"/>
                    <a:pt x="7978" y="3680"/>
                    <a:pt x="8061" y="4370"/>
                  </a:cubicBezTo>
                  <a:cubicBezTo>
                    <a:pt x="8228" y="5728"/>
                    <a:pt x="8299" y="7097"/>
                    <a:pt x="8156" y="8478"/>
                  </a:cubicBezTo>
                  <a:cubicBezTo>
                    <a:pt x="8073" y="9299"/>
                    <a:pt x="7870" y="10085"/>
                    <a:pt x="7466" y="10811"/>
                  </a:cubicBezTo>
                  <a:cubicBezTo>
                    <a:pt x="6644" y="12264"/>
                    <a:pt x="5703" y="13621"/>
                    <a:pt x="4549" y="14824"/>
                  </a:cubicBezTo>
                  <a:cubicBezTo>
                    <a:pt x="3691" y="15729"/>
                    <a:pt x="2858" y="16634"/>
                    <a:pt x="1989" y="17527"/>
                  </a:cubicBezTo>
                  <a:cubicBezTo>
                    <a:pt x="1762" y="17753"/>
                    <a:pt x="1477" y="17931"/>
                    <a:pt x="1191" y="18098"/>
                  </a:cubicBezTo>
                  <a:cubicBezTo>
                    <a:pt x="1136" y="18125"/>
                    <a:pt x="1054" y="18173"/>
                    <a:pt x="976" y="18173"/>
                  </a:cubicBezTo>
                  <a:cubicBezTo>
                    <a:pt x="952" y="18173"/>
                    <a:pt x="928" y="18169"/>
                    <a:pt x="905" y="18158"/>
                  </a:cubicBezTo>
                  <a:cubicBezTo>
                    <a:pt x="810" y="18289"/>
                    <a:pt x="715" y="18455"/>
                    <a:pt x="596" y="18658"/>
                  </a:cubicBezTo>
                  <a:cubicBezTo>
                    <a:pt x="512" y="18932"/>
                    <a:pt x="429" y="19205"/>
                    <a:pt x="369" y="19491"/>
                  </a:cubicBezTo>
                  <a:cubicBezTo>
                    <a:pt x="274" y="19908"/>
                    <a:pt x="143" y="20313"/>
                    <a:pt x="0" y="20706"/>
                  </a:cubicBezTo>
                  <a:lnTo>
                    <a:pt x="17026" y="20706"/>
                  </a:lnTo>
                  <a:lnTo>
                    <a:pt x="17026" y="1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8"/>
            <p:cNvSpPr/>
            <p:nvPr/>
          </p:nvSpPr>
          <p:spPr>
            <a:xfrm>
              <a:off x="2840225" y="2669800"/>
              <a:ext cx="402450" cy="517650"/>
            </a:xfrm>
            <a:custGeom>
              <a:rect b="b" l="l" r="r" t="t"/>
              <a:pathLst>
                <a:path extrusionOk="0" h="20706" w="16098">
                  <a:moveTo>
                    <a:pt x="15295" y="17809"/>
                  </a:moveTo>
                  <a:lnTo>
                    <a:pt x="15295" y="17809"/>
                  </a:lnTo>
                  <a:cubicBezTo>
                    <a:pt x="15294" y="17809"/>
                    <a:pt x="15295" y="17816"/>
                    <a:pt x="15299" y="17834"/>
                  </a:cubicBezTo>
                  <a:lnTo>
                    <a:pt x="15299" y="17834"/>
                  </a:lnTo>
                  <a:cubicBezTo>
                    <a:pt x="15298" y="17819"/>
                    <a:pt x="15295" y="17809"/>
                    <a:pt x="15295" y="17809"/>
                  </a:cubicBezTo>
                  <a:close/>
                  <a:moveTo>
                    <a:pt x="0" y="1"/>
                  </a:moveTo>
                  <a:lnTo>
                    <a:pt x="0" y="20706"/>
                  </a:lnTo>
                  <a:lnTo>
                    <a:pt x="16098" y="20706"/>
                  </a:lnTo>
                  <a:cubicBezTo>
                    <a:pt x="15788" y="19955"/>
                    <a:pt x="15562" y="19158"/>
                    <a:pt x="15407" y="18324"/>
                  </a:cubicBezTo>
                  <a:cubicBezTo>
                    <a:pt x="15383" y="18170"/>
                    <a:pt x="15336" y="18003"/>
                    <a:pt x="15300" y="17848"/>
                  </a:cubicBezTo>
                  <a:cubicBezTo>
                    <a:pt x="15300" y="17844"/>
                    <a:pt x="15300" y="17840"/>
                    <a:pt x="15300" y="17836"/>
                  </a:cubicBezTo>
                  <a:lnTo>
                    <a:pt x="15300" y="17836"/>
                  </a:lnTo>
                  <a:cubicBezTo>
                    <a:pt x="15300" y="17836"/>
                    <a:pt x="15300" y="17836"/>
                    <a:pt x="15300" y="17836"/>
                  </a:cubicBezTo>
                  <a:cubicBezTo>
                    <a:pt x="15300" y="17835"/>
                    <a:pt x="15300" y="17834"/>
                    <a:pt x="15299" y="17834"/>
                  </a:cubicBezTo>
                  <a:lnTo>
                    <a:pt x="15299" y="17834"/>
                  </a:lnTo>
                  <a:cubicBezTo>
                    <a:pt x="15299" y="17834"/>
                    <a:pt x="15299" y="17835"/>
                    <a:pt x="15300" y="17836"/>
                  </a:cubicBezTo>
                  <a:lnTo>
                    <a:pt x="15300" y="17836"/>
                  </a:lnTo>
                  <a:cubicBezTo>
                    <a:pt x="15038" y="17741"/>
                    <a:pt x="14812" y="17705"/>
                    <a:pt x="14621" y="17598"/>
                  </a:cubicBezTo>
                  <a:cubicBezTo>
                    <a:pt x="14443" y="17503"/>
                    <a:pt x="14264" y="17348"/>
                    <a:pt x="14121" y="17193"/>
                  </a:cubicBezTo>
                  <a:cubicBezTo>
                    <a:pt x="12823" y="15693"/>
                    <a:pt x="11478" y="14229"/>
                    <a:pt x="10252" y="12669"/>
                  </a:cubicBezTo>
                  <a:cubicBezTo>
                    <a:pt x="9609" y="11847"/>
                    <a:pt x="9133" y="10883"/>
                    <a:pt x="8621" y="9966"/>
                  </a:cubicBezTo>
                  <a:cubicBezTo>
                    <a:pt x="8251" y="9311"/>
                    <a:pt x="8132" y="8573"/>
                    <a:pt x="8121" y="7835"/>
                  </a:cubicBezTo>
                  <a:cubicBezTo>
                    <a:pt x="8109" y="6835"/>
                    <a:pt x="8109" y="5823"/>
                    <a:pt x="8204" y="4823"/>
                  </a:cubicBezTo>
                  <a:cubicBezTo>
                    <a:pt x="8323" y="3692"/>
                    <a:pt x="8561" y="2572"/>
                    <a:pt x="8740" y="1441"/>
                  </a:cubicBezTo>
                  <a:cubicBezTo>
                    <a:pt x="8752" y="1346"/>
                    <a:pt x="8763" y="1227"/>
                    <a:pt x="8728" y="1144"/>
                  </a:cubicBezTo>
                  <a:cubicBezTo>
                    <a:pt x="8573" y="763"/>
                    <a:pt x="8418" y="382"/>
                    <a:pt x="8263" y="1"/>
                  </a:cubicBezTo>
                  <a:lnTo>
                    <a:pt x="8001" y="1"/>
                  </a:lnTo>
                  <a:cubicBezTo>
                    <a:pt x="8156" y="739"/>
                    <a:pt x="8311" y="1477"/>
                    <a:pt x="8466" y="2203"/>
                  </a:cubicBezTo>
                  <a:cubicBezTo>
                    <a:pt x="8442" y="2215"/>
                    <a:pt x="8430" y="2215"/>
                    <a:pt x="8406" y="2215"/>
                  </a:cubicBezTo>
                  <a:cubicBezTo>
                    <a:pt x="8335" y="2013"/>
                    <a:pt x="8251" y="1810"/>
                    <a:pt x="8168" y="1620"/>
                  </a:cubicBezTo>
                  <a:cubicBezTo>
                    <a:pt x="7954" y="1084"/>
                    <a:pt x="7751" y="548"/>
                    <a:pt x="7549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8"/>
            <p:cNvSpPr/>
            <p:nvPr/>
          </p:nvSpPr>
          <p:spPr>
            <a:xfrm>
              <a:off x="3279850" y="2686100"/>
              <a:ext cx="98275" cy="28975"/>
            </a:xfrm>
            <a:custGeom>
              <a:rect b="b" l="l" r="r" t="t"/>
              <a:pathLst>
                <a:path extrusionOk="0" h="1159" w="3931">
                  <a:moveTo>
                    <a:pt x="1737" y="0"/>
                  </a:moveTo>
                  <a:cubicBezTo>
                    <a:pt x="1679" y="0"/>
                    <a:pt x="1622" y="22"/>
                    <a:pt x="1573" y="51"/>
                  </a:cubicBezTo>
                  <a:cubicBezTo>
                    <a:pt x="1049" y="384"/>
                    <a:pt x="525" y="718"/>
                    <a:pt x="1" y="1063"/>
                  </a:cubicBezTo>
                  <a:cubicBezTo>
                    <a:pt x="13" y="1099"/>
                    <a:pt x="13" y="1135"/>
                    <a:pt x="25" y="1158"/>
                  </a:cubicBezTo>
                  <a:cubicBezTo>
                    <a:pt x="882" y="1063"/>
                    <a:pt x="1739" y="956"/>
                    <a:pt x="2597" y="861"/>
                  </a:cubicBezTo>
                  <a:cubicBezTo>
                    <a:pt x="2788" y="839"/>
                    <a:pt x="2979" y="799"/>
                    <a:pt x="3170" y="799"/>
                  </a:cubicBezTo>
                  <a:cubicBezTo>
                    <a:pt x="3193" y="799"/>
                    <a:pt x="3216" y="800"/>
                    <a:pt x="3239" y="801"/>
                  </a:cubicBezTo>
                  <a:cubicBezTo>
                    <a:pt x="3271" y="804"/>
                    <a:pt x="3302" y="806"/>
                    <a:pt x="3331" y="806"/>
                  </a:cubicBezTo>
                  <a:cubicBezTo>
                    <a:pt x="3630" y="806"/>
                    <a:pt x="3800" y="641"/>
                    <a:pt x="3930" y="337"/>
                  </a:cubicBezTo>
                  <a:cubicBezTo>
                    <a:pt x="3204" y="218"/>
                    <a:pt x="2489" y="111"/>
                    <a:pt x="1775" y="3"/>
                  </a:cubicBezTo>
                  <a:cubicBezTo>
                    <a:pt x="1762" y="1"/>
                    <a:pt x="1750" y="0"/>
                    <a:pt x="1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8"/>
            <p:cNvSpPr/>
            <p:nvPr/>
          </p:nvSpPr>
          <p:spPr>
            <a:xfrm>
              <a:off x="3373325" y="2669800"/>
              <a:ext cx="19375" cy="4475"/>
            </a:xfrm>
            <a:custGeom>
              <a:rect b="b" l="l" r="r" t="t"/>
              <a:pathLst>
                <a:path extrusionOk="0" h="179" w="775">
                  <a:moveTo>
                    <a:pt x="1" y="1"/>
                  </a:moveTo>
                  <a:cubicBezTo>
                    <a:pt x="155" y="48"/>
                    <a:pt x="310" y="96"/>
                    <a:pt x="465" y="155"/>
                  </a:cubicBezTo>
                  <a:cubicBezTo>
                    <a:pt x="509" y="170"/>
                    <a:pt x="546" y="178"/>
                    <a:pt x="579" y="178"/>
                  </a:cubicBezTo>
                  <a:cubicBezTo>
                    <a:pt x="652" y="178"/>
                    <a:pt x="701" y="139"/>
                    <a:pt x="751" y="48"/>
                  </a:cubicBezTo>
                  <a:cubicBezTo>
                    <a:pt x="763" y="24"/>
                    <a:pt x="774" y="13"/>
                    <a:pt x="774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8"/>
            <p:cNvSpPr/>
            <p:nvPr/>
          </p:nvSpPr>
          <p:spPr>
            <a:xfrm>
              <a:off x="3415600" y="2669800"/>
              <a:ext cx="61925" cy="30400"/>
            </a:xfrm>
            <a:custGeom>
              <a:rect b="b" l="l" r="r" t="t"/>
              <a:pathLst>
                <a:path extrusionOk="0" h="1216" w="2477">
                  <a:moveTo>
                    <a:pt x="619" y="1"/>
                  </a:moveTo>
                  <a:cubicBezTo>
                    <a:pt x="429" y="191"/>
                    <a:pt x="215" y="382"/>
                    <a:pt x="0" y="560"/>
                  </a:cubicBezTo>
                  <a:cubicBezTo>
                    <a:pt x="750" y="798"/>
                    <a:pt x="1405" y="1001"/>
                    <a:pt x="2072" y="1215"/>
                  </a:cubicBezTo>
                  <a:cubicBezTo>
                    <a:pt x="2203" y="810"/>
                    <a:pt x="2334" y="405"/>
                    <a:pt x="2477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8"/>
            <p:cNvSpPr/>
            <p:nvPr/>
          </p:nvSpPr>
          <p:spPr>
            <a:xfrm>
              <a:off x="3214375" y="2722075"/>
              <a:ext cx="29500" cy="11300"/>
            </a:xfrm>
            <a:custGeom>
              <a:rect b="b" l="l" r="r" t="t"/>
              <a:pathLst>
                <a:path extrusionOk="0" h="452" w="1180">
                  <a:moveTo>
                    <a:pt x="863" y="1"/>
                  </a:moveTo>
                  <a:cubicBezTo>
                    <a:pt x="545" y="1"/>
                    <a:pt x="233" y="41"/>
                    <a:pt x="1" y="362"/>
                  </a:cubicBezTo>
                  <a:cubicBezTo>
                    <a:pt x="239" y="389"/>
                    <a:pt x="473" y="452"/>
                    <a:pt x="691" y="452"/>
                  </a:cubicBezTo>
                  <a:cubicBezTo>
                    <a:pt x="866" y="452"/>
                    <a:pt x="1031" y="411"/>
                    <a:pt x="1179" y="279"/>
                  </a:cubicBezTo>
                  <a:lnTo>
                    <a:pt x="1179" y="5"/>
                  </a:lnTo>
                  <a:cubicBezTo>
                    <a:pt x="1075" y="5"/>
                    <a:pt x="969" y="1"/>
                    <a:pt x="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8"/>
            <p:cNvSpPr/>
            <p:nvPr/>
          </p:nvSpPr>
          <p:spPr>
            <a:xfrm>
              <a:off x="3223600" y="2677850"/>
              <a:ext cx="37525" cy="40500"/>
            </a:xfrm>
            <a:custGeom>
              <a:rect b="b" l="l" r="r" t="t"/>
              <a:pathLst>
                <a:path extrusionOk="0" h="1620" w="1501">
                  <a:moveTo>
                    <a:pt x="1501" y="0"/>
                  </a:moveTo>
                  <a:cubicBezTo>
                    <a:pt x="1001" y="536"/>
                    <a:pt x="501" y="1072"/>
                    <a:pt x="1" y="1619"/>
                  </a:cubicBezTo>
                  <a:cubicBezTo>
                    <a:pt x="644" y="1203"/>
                    <a:pt x="1168" y="691"/>
                    <a:pt x="15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8"/>
            <p:cNvSpPr/>
            <p:nvPr/>
          </p:nvSpPr>
          <p:spPr>
            <a:xfrm>
              <a:off x="3231950" y="2677850"/>
              <a:ext cx="44650" cy="41675"/>
            </a:xfrm>
            <a:custGeom>
              <a:rect b="b" l="l" r="r" t="t"/>
              <a:pathLst>
                <a:path extrusionOk="0" h="1667" w="1786">
                  <a:moveTo>
                    <a:pt x="1667" y="0"/>
                  </a:moveTo>
                  <a:cubicBezTo>
                    <a:pt x="1369" y="238"/>
                    <a:pt x="1215" y="607"/>
                    <a:pt x="929" y="857"/>
                  </a:cubicBezTo>
                  <a:cubicBezTo>
                    <a:pt x="631" y="1119"/>
                    <a:pt x="333" y="1369"/>
                    <a:pt x="0" y="1667"/>
                  </a:cubicBezTo>
                  <a:cubicBezTo>
                    <a:pt x="405" y="1643"/>
                    <a:pt x="774" y="1655"/>
                    <a:pt x="1012" y="1286"/>
                  </a:cubicBezTo>
                  <a:cubicBezTo>
                    <a:pt x="1262" y="893"/>
                    <a:pt x="1524" y="512"/>
                    <a:pt x="1786" y="119"/>
                  </a:cubicBezTo>
                  <a:cubicBezTo>
                    <a:pt x="1750" y="83"/>
                    <a:pt x="1703" y="36"/>
                    <a:pt x="16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8"/>
            <p:cNvSpPr/>
            <p:nvPr/>
          </p:nvSpPr>
          <p:spPr>
            <a:xfrm>
              <a:off x="3257825" y="2720100"/>
              <a:ext cx="97975" cy="12300"/>
            </a:xfrm>
            <a:custGeom>
              <a:rect b="b" l="l" r="r" t="t"/>
              <a:pathLst>
                <a:path extrusionOk="0" h="492" w="3919">
                  <a:moveTo>
                    <a:pt x="525" y="1"/>
                  </a:moveTo>
                  <a:cubicBezTo>
                    <a:pt x="346" y="1"/>
                    <a:pt x="180" y="108"/>
                    <a:pt x="1" y="167"/>
                  </a:cubicBezTo>
                  <a:cubicBezTo>
                    <a:pt x="1" y="215"/>
                    <a:pt x="13" y="251"/>
                    <a:pt x="13" y="287"/>
                  </a:cubicBezTo>
                  <a:cubicBezTo>
                    <a:pt x="620" y="346"/>
                    <a:pt x="1215" y="417"/>
                    <a:pt x="1811" y="453"/>
                  </a:cubicBezTo>
                  <a:cubicBezTo>
                    <a:pt x="2055" y="471"/>
                    <a:pt x="2302" y="471"/>
                    <a:pt x="2549" y="471"/>
                  </a:cubicBezTo>
                  <a:cubicBezTo>
                    <a:pt x="2796" y="471"/>
                    <a:pt x="3043" y="471"/>
                    <a:pt x="3287" y="489"/>
                  </a:cubicBezTo>
                  <a:cubicBezTo>
                    <a:pt x="3309" y="491"/>
                    <a:pt x="3330" y="492"/>
                    <a:pt x="3350" y="492"/>
                  </a:cubicBezTo>
                  <a:cubicBezTo>
                    <a:pt x="3609" y="492"/>
                    <a:pt x="3763" y="353"/>
                    <a:pt x="3918" y="132"/>
                  </a:cubicBezTo>
                  <a:cubicBezTo>
                    <a:pt x="3859" y="120"/>
                    <a:pt x="3823" y="96"/>
                    <a:pt x="3787" y="96"/>
                  </a:cubicBezTo>
                  <a:cubicBezTo>
                    <a:pt x="2704" y="60"/>
                    <a:pt x="1608" y="13"/>
                    <a:pt x="5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8"/>
            <p:cNvSpPr/>
            <p:nvPr/>
          </p:nvSpPr>
          <p:spPr>
            <a:xfrm>
              <a:off x="3665475" y="2769225"/>
              <a:ext cx="308550" cy="418225"/>
            </a:xfrm>
            <a:custGeom>
              <a:rect b="b" l="l" r="r" t="t"/>
              <a:pathLst>
                <a:path extrusionOk="0" h="16729" w="12342">
                  <a:moveTo>
                    <a:pt x="7543" y="0"/>
                  </a:moveTo>
                  <a:cubicBezTo>
                    <a:pt x="7507" y="0"/>
                    <a:pt x="7484" y="12"/>
                    <a:pt x="7472" y="24"/>
                  </a:cubicBezTo>
                  <a:cubicBezTo>
                    <a:pt x="7603" y="286"/>
                    <a:pt x="7757" y="548"/>
                    <a:pt x="7853" y="822"/>
                  </a:cubicBezTo>
                  <a:cubicBezTo>
                    <a:pt x="8317" y="2191"/>
                    <a:pt x="7638" y="3513"/>
                    <a:pt x="6293" y="4013"/>
                  </a:cubicBezTo>
                  <a:cubicBezTo>
                    <a:pt x="5980" y="4129"/>
                    <a:pt x="5639" y="4183"/>
                    <a:pt x="5295" y="4183"/>
                  </a:cubicBezTo>
                  <a:cubicBezTo>
                    <a:pt x="4261" y="4183"/>
                    <a:pt x="3203" y="3694"/>
                    <a:pt x="2828" y="2917"/>
                  </a:cubicBezTo>
                  <a:cubicBezTo>
                    <a:pt x="2507" y="2251"/>
                    <a:pt x="2400" y="1596"/>
                    <a:pt x="2662" y="905"/>
                  </a:cubicBezTo>
                  <a:cubicBezTo>
                    <a:pt x="2757" y="655"/>
                    <a:pt x="2864" y="405"/>
                    <a:pt x="2971" y="96"/>
                  </a:cubicBezTo>
                  <a:lnTo>
                    <a:pt x="2971" y="96"/>
                  </a:lnTo>
                  <a:cubicBezTo>
                    <a:pt x="2459" y="334"/>
                    <a:pt x="1935" y="548"/>
                    <a:pt x="1435" y="810"/>
                  </a:cubicBezTo>
                  <a:cubicBezTo>
                    <a:pt x="1233" y="929"/>
                    <a:pt x="1030" y="1048"/>
                    <a:pt x="840" y="1179"/>
                  </a:cubicBezTo>
                  <a:cubicBezTo>
                    <a:pt x="1" y="3374"/>
                    <a:pt x="405" y="5115"/>
                    <a:pt x="3369" y="5115"/>
                  </a:cubicBezTo>
                  <a:cubicBezTo>
                    <a:pt x="3475" y="5115"/>
                    <a:pt x="3585" y="5113"/>
                    <a:pt x="3697" y="5108"/>
                  </a:cubicBezTo>
                  <a:cubicBezTo>
                    <a:pt x="3697" y="5072"/>
                    <a:pt x="3697" y="5049"/>
                    <a:pt x="3686" y="5025"/>
                  </a:cubicBezTo>
                  <a:cubicBezTo>
                    <a:pt x="4840" y="4858"/>
                    <a:pt x="5995" y="4691"/>
                    <a:pt x="7138" y="4525"/>
                  </a:cubicBezTo>
                  <a:cubicBezTo>
                    <a:pt x="7150" y="4537"/>
                    <a:pt x="7150" y="4548"/>
                    <a:pt x="7150" y="4560"/>
                  </a:cubicBezTo>
                  <a:lnTo>
                    <a:pt x="6603" y="4727"/>
                  </a:lnTo>
                  <a:cubicBezTo>
                    <a:pt x="6603" y="4739"/>
                    <a:pt x="6603" y="4763"/>
                    <a:pt x="6603" y="4775"/>
                  </a:cubicBezTo>
                  <a:cubicBezTo>
                    <a:pt x="6936" y="4751"/>
                    <a:pt x="7269" y="4727"/>
                    <a:pt x="7615" y="4715"/>
                  </a:cubicBezTo>
                  <a:lnTo>
                    <a:pt x="7615" y="4715"/>
                  </a:lnTo>
                  <a:cubicBezTo>
                    <a:pt x="6769" y="5096"/>
                    <a:pt x="5876" y="5144"/>
                    <a:pt x="4971" y="5144"/>
                  </a:cubicBezTo>
                  <a:cubicBezTo>
                    <a:pt x="5138" y="5096"/>
                    <a:pt x="5317" y="5037"/>
                    <a:pt x="5483" y="4989"/>
                  </a:cubicBezTo>
                  <a:cubicBezTo>
                    <a:pt x="5662" y="4953"/>
                    <a:pt x="5841" y="4918"/>
                    <a:pt x="6019" y="4846"/>
                  </a:cubicBezTo>
                  <a:lnTo>
                    <a:pt x="6019" y="4846"/>
                  </a:lnTo>
                  <a:cubicBezTo>
                    <a:pt x="5245" y="4929"/>
                    <a:pt x="4471" y="5013"/>
                    <a:pt x="3697" y="5108"/>
                  </a:cubicBezTo>
                  <a:cubicBezTo>
                    <a:pt x="3698" y="5108"/>
                    <a:pt x="3698" y="5108"/>
                    <a:pt x="3698" y="5108"/>
                  </a:cubicBezTo>
                  <a:cubicBezTo>
                    <a:pt x="4019" y="5108"/>
                    <a:pt x="4590" y="16288"/>
                    <a:pt x="4578" y="16598"/>
                  </a:cubicBezTo>
                  <a:lnTo>
                    <a:pt x="4567" y="16729"/>
                  </a:lnTo>
                  <a:lnTo>
                    <a:pt x="10151" y="16729"/>
                  </a:lnTo>
                  <a:cubicBezTo>
                    <a:pt x="10377" y="16264"/>
                    <a:pt x="10567" y="15871"/>
                    <a:pt x="10722" y="15550"/>
                  </a:cubicBezTo>
                  <a:cubicBezTo>
                    <a:pt x="10889" y="14990"/>
                    <a:pt x="11008" y="14419"/>
                    <a:pt x="11091" y="13835"/>
                  </a:cubicBezTo>
                  <a:cubicBezTo>
                    <a:pt x="11234" y="12859"/>
                    <a:pt x="11317" y="11883"/>
                    <a:pt x="11401" y="10895"/>
                  </a:cubicBezTo>
                  <a:cubicBezTo>
                    <a:pt x="11425" y="10573"/>
                    <a:pt x="11317" y="10228"/>
                    <a:pt x="11365" y="9906"/>
                  </a:cubicBezTo>
                  <a:cubicBezTo>
                    <a:pt x="11496" y="9001"/>
                    <a:pt x="11675" y="8097"/>
                    <a:pt x="11853" y="7192"/>
                  </a:cubicBezTo>
                  <a:cubicBezTo>
                    <a:pt x="11913" y="6894"/>
                    <a:pt x="12020" y="6620"/>
                    <a:pt x="12103" y="6323"/>
                  </a:cubicBezTo>
                  <a:lnTo>
                    <a:pt x="12008" y="6287"/>
                  </a:lnTo>
                  <a:cubicBezTo>
                    <a:pt x="11948" y="6418"/>
                    <a:pt x="11865" y="6549"/>
                    <a:pt x="11841" y="6680"/>
                  </a:cubicBezTo>
                  <a:cubicBezTo>
                    <a:pt x="11615" y="7882"/>
                    <a:pt x="11401" y="9097"/>
                    <a:pt x="11175" y="10299"/>
                  </a:cubicBezTo>
                  <a:cubicBezTo>
                    <a:pt x="11163" y="10263"/>
                    <a:pt x="11151" y="10240"/>
                    <a:pt x="11139" y="10228"/>
                  </a:cubicBezTo>
                  <a:cubicBezTo>
                    <a:pt x="11115" y="10466"/>
                    <a:pt x="11079" y="10716"/>
                    <a:pt x="11032" y="11025"/>
                  </a:cubicBezTo>
                  <a:cubicBezTo>
                    <a:pt x="10948" y="9573"/>
                    <a:pt x="11198" y="8239"/>
                    <a:pt x="11544" y="6906"/>
                  </a:cubicBezTo>
                  <a:cubicBezTo>
                    <a:pt x="11520" y="6894"/>
                    <a:pt x="11496" y="6870"/>
                    <a:pt x="11460" y="6858"/>
                  </a:cubicBezTo>
                  <a:cubicBezTo>
                    <a:pt x="11127" y="7287"/>
                    <a:pt x="10782" y="7716"/>
                    <a:pt x="10436" y="8156"/>
                  </a:cubicBezTo>
                  <a:cubicBezTo>
                    <a:pt x="10424" y="8120"/>
                    <a:pt x="10413" y="8097"/>
                    <a:pt x="10413" y="8097"/>
                  </a:cubicBezTo>
                  <a:cubicBezTo>
                    <a:pt x="10782" y="7620"/>
                    <a:pt x="10841" y="7049"/>
                    <a:pt x="10960" y="6489"/>
                  </a:cubicBezTo>
                  <a:cubicBezTo>
                    <a:pt x="11186" y="5465"/>
                    <a:pt x="11484" y="4453"/>
                    <a:pt x="11746" y="3429"/>
                  </a:cubicBezTo>
                  <a:cubicBezTo>
                    <a:pt x="11937" y="2667"/>
                    <a:pt x="12115" y="1905"/>
                    <a:pt x="12306" y="1131"/>
                  </a:cubicBezTo>
                  <a:cubicBezTo>
                    <a:pt x="12329" y="1036"/>
                    <a:pt x="12329" y="941"/>
                    <a:pt x="12341" y="762"/>
                  </a:cubicBezTo>
                  <a:lnTo>
                    <a:pt x="12341" y="762"/>
                  </a:lnTo>
                  <a:cubicBezTo>
                    <a:pt x="12151" y="929"/>
                    <a:pt x="12008" y="1036"/>
                    <a:pt x="11865" y="1143"/>
                  </a:cubicBezTo>
                  <a:cubicBezTo>
                    <a:pt x="11091" y="1762"/>
                    <a:pt x="10329" y="2370"/>
                    <a:pt x="9567" y="2989"/>
                  </a:cubicBezTo>
                  <a:cubicBezTo>
                    <a:pt x="8377" y="3965"/>
                    <a:pt x="7007" y="4489"/>
                    <a:pt x="5495" y="4632"/>
                  </a:cubicBezTo>
                  <a:cubicBezTo>
                    <a:pt x="5329" y="4644"/>
                    <a:pt x="5174" y="4668"/>
                    <a:pt x="5007" y="4691"/>
                  </a:cubicBezTo>
                  <a:cubicBezTo>
                    <a:pt x="4983" y="4691"/>
                    <a:pt x="4948" y="4691"/>
                    <a:pt x="4852" y="4679"/>
                  </a:cubicBezTo>
                  <a:cubicBezTo>
                    <a:pt x="5221" y="4584"/>
                    <a:pt x="5543" y="4489"/>
                    <a:pt x="5852" y="4418"/>
                  </a:cubicBezTo>
                  <a:cubicBezTo>
                    <a:pt x="6591" y="4251"/>
                    <a:pt x="7245" y="3953"/>
                    <a:pt x="7853" y="3477"/>
                  </a:cubicBezTo>
                  <a:cubicBezTo>
                    <a:pt x="9174" y="2441"/>
                    <a:pt x="10532" y="1453"/>
                    <a:pt x="11877" y="453"/>
                  </a:cubicBezTo>
                  <a:cubicBezTo>
                    <a:pt x="11972" y="381"/>
                    <a:pt x="12056" y="298"/>
                    <a:pt x="12222" y="155"/>
                  </a:cubicBezTo>
                  <a:lnTo>
                    <a:pt x="10234" y="155"/>
                  </a:lnTo>
                  <a:cubicBezTo>
                    <a:pt x="10210" y="274"/>
                    <a:pt x="10174" y="429"/>
                    <a:pt x="10139" y="631"/>
                  </a:cubicBezTo>
                  <a:cubicBezTo>
                    <a:pt x="10127" y="429"/>
                    <a:pt x="10115" y="262"/>
                    <a:pt x="10103" y="107"/>
                  </a:cubicBezTo>
                  <a:cubicBezTo>
                    <a:pt x="10091" y="96"/>
                    <a:pt x="10067" y="96"/>
                    <a:pt x="10043" y="96"/>
                  </a:cubicBezTo>
                  <a:cubicBezTo>
                    <a:pt x="10008" y="143"/>
                    <a:pt x="9984" y="203"/>
                    <a:pt x="9948" y="262"/>
                  </a:cubicBezTo>
                  <a:cubicBezTo>
                    <a:pt x="9948" y="262"/>
                    <a:pt x="9936" y="262"/>
                    <a:pt x="9924" y="250"/>
                  </a:cubicBezTo>
                  <a:cubicBezTo>
                    <a:pt x="9853" y="191"/>
                    <a:pt x="9793" y="96"/>
                    <a:pt x="9722" y="84"/>
                  </a:cubicBezTo>
                  <a:cubicBezTo>
                    <a:pt x="8996" y="48"/>
                    <a:pt x="8269" y="24"/>
                    <a:pt x="754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8"/>
            <p:cNvSpPr/>
            <p:nvPr/>
          </p:nvSpPr>
          <p:spPr>
            <a:xfrm>
              <a:off x="3920125" y="2730625"/>
              <a:ext cx="39300" cy="11525"/>
            </a:xfrm>
            <a:custGeom>
              <a:rect b="b" l="l" r="r" t="t"/>
              <a:pathLst>
                <a:path extrusionOk="0" h="461" w="1572">
                  <a:moveTo>
                    <a:pt x="741" y="1"/>
                  </a:moveTo>
                  <a:cubicBezTo>
                    <a:pt x="513" y="1"/>
                    <a:pt x="284" y="8"/>
                    <a:pt x="60" y="8"/>
                  </a:cubicBezTo>
                  <a:cubicBezTo>
                    <a:pt x="36" y="44"/>
                    <a:pt x="24" y="92"/>
                    <a:pt x="0" y="127"/>
                  </a:cubicBezTo>
                  <a:cubicBezTo>
                    <a:pt x="60" y="173"/>
                    <a:pt x="125" y="189"/>
                    <a:pt x="194" y="189"/>
                  </a:cubicBezTo>
                  <a:cubicBezTo>
                    <a:pt x="346" y="189"/>
                    <a:pt x="520" y="113"/>
                    <a:pt x="709" y="113"/>
                  </a:cubicBezTo>
                  <a:cubicBezTo>
                    <a:pt x="727" y="113"/>
                    <a:pt x="744" y="114"/>
                    <a:pt x="762" y="116"/>
                  </a:cubicBezTo>
                  <a:cubicBezTo>
                    <a:pt x="500" y="235"/>
                    <a:pt x="298" y="318"/>
                    <a:pt x="96" y="401"/>
                  </a:cubicBezTo>
                  <a:cubicBezTo>
                    <a:pt x="107" y="425"/>
                    <a:pt x="107" y="437"/>
                    <a:pt x="119" y="461"/>
                  </a:cubicBezTo>
                  <a:lnTo>
                    <a:pt x="1524" y="461"/>
                  </a:lnTo>
                  <a:cubicBezTo>
                    <a:pt x="1536" y="437"/>
                    <a:pt x="1560" y="401"/>
                    <a:pt x="1572" y="366"/>
                  </a:cubicBezTo>
                  <a:cubicBezTo>
                    <a:pt x="1465" y="247"/>
                    <a:pt x="1370" y="44"/>
                    <a:pt x="1250" y="20"/>
                  </a:cubicBezTo>
                  <a:cubicBezTo>
                    <a:pt x="1082" y="5"/>
                    <a:pt x="912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8"/>
            <p:cNvSpPr/>
            <p:nvPr/>
          </p:nvSpPr>
          <p:spPr>
            <a:xfrm>
              <a:off x="3949000" y="2712550"/>
              <a:ext cx="179500" cy="407625"/>
            </a:xfrm>
            <a:custGeom>
              <a:rect b="b" l="l" r="r" t="t"/>
              <a:pathLst>
                <a:path extrusionOk="0" h="16305" w="7180">
                  <a:moveTo>
                    <a:pt x="5002" y="2204"/>
                  </a:moveTo>
                  <a:cubicBezTo>
                    <a:pt x="5155" y="2204"/>
                    <a:pt x="5292" y="2293"/>
                    <a:pt x="5370" y="2470"/>
                  </a:cubicBezTo>
                  <a:cubicBezTo>
                    <a:pt x="5549" y="2839"/>
                    <a:pt x="5715" y="3232"/>
                    <a:pt x="5751" y="3625"/>
                  </a:cubicBezTo>
                  <a:cubicBezTo>
                    <a:pt x="5834" y="4518"/>
                    <a:pt x="5858" y="5422"/>
                    <a:pt x="5882" y="6315"/>
                  </a:cubicBezTo>
                  <a:cubicBezTo>
                    <a:pt x="5894" y="6982"/>
                    <a:pt x="5632" y="7554"/>
                    <a:pt x="5322" y="8113"/>
                  </a:cubicBezTo>
                  <a:cubicBezTo>
                    <a:pt x="4417" y="9721"/>
                    <a:pt x="3358" y="11209"/>
                    <a:pt x="2239" y="12673"/>
                  </a:cubicBezTo>
                  <a:cubicBezTo>
                    <a:pt x="2131" y="12816"/>
                    <a:pt x="2024" y="12959"/>
                    <a:pt x="1858" y="13078"/>
                  </a:cubicBezTo>
                  <a:cubicBezTo>
                    <a:pt x="1905" y="12995"/>
                    <a:pt x="1953" y="12911"/>
                    <a:pt x="2000" y="12828"/>
                  </a:cubicBezTo>
                  <a:cubicBezTo>
                    <a:pt x="2715" y="11721"/>
                    <a:pt x="3453" y="10625"/>
                    <a:pt x="4144" y="9494"/>
                  </a:cubicBezTo>
                  <a:cubicBezTo>
                    <a:pt x="5739" y="6875"/>
                    <a:pt x="5608" y="7030"/>
                    <a:pt x="5453" y="3863"/>
                  </a:cubicBezTo>
                  <a:cubicBezTo>
                    <a:pt x="5429" y="3482"/>
                    <a:pt x="5322" y="3101"/>
                    <a:pt x="5203" y="2732"/>
                  </a:cubicBezTo>
                  <a:cubicBezTo>
                    <a:pt x="5145" y="2555"/>
                    <a:pt x="5079" y="2472"/>
                    <a:pt x="4990" y="2472"/>
                  </a:cubicBezTo>
                  <a:cubicBezTo>
                    <a:pt x="4917" y="2472"/>
                    <a:pt x="4828" y="2529"/>
                    <a:pt x="4715" y="2636"/>
                  </a:cubicBezTo>
                  <a:cubicBezTo>
                    <a:pt x="4298" y="3053"/>
                    <a:pt x="4167" y="3601"/>
                    <a:pt x="4025" y="4137"/>
                  </a:cubicBezTo>
                  <a:cubicBezTo>
                    <a:pt x="3917" y="4553"/>
                    <a:pt x="3751" y="4958"/>
                    <a:pt x="3596" y="5363"/>
                  </a:cubicBezTo>
                  <a:cubicBezTo>
                    <a:pt x="3524" y="5530"/>
                    <a:pt x="3501" y="5661"/>
                    <a:pt x="3584" y="5851"/>
                  </a:cubicBezTo>
                  <a:cubicBezTo>
                    <a:pt x="3917" y="6565"/>
                    <a:pt x="4001" y="7316"/>
                    <a:pt x="3763" y="8089"/>
                  </a:cubicBezTo>
                  <a:cubicBezTo>
                    <a:pt x="3727" y="8197"/>
                    <a:pt x="3667" y="8292"/>
                    <a:pt x="3632" y="8387"/>
                  </a:cubicBezTo>
                  <a:cubicBezTo>
                    <a:pt x="3715" y="7542"/>
                    <a:pt x="3608" y="6744"/>
                    <a:pt x="3417" y="5934"/>
                  </a:cubicBezTo>
                  <a:cubicBezTo>
                    <a:pt x="3370" y="5934"/>
                    <a:pt x="3334" y="5923"/>
                    <a:pt x="3286" y="5923"/>
                  </a:cubicBezTo>
                  <a:cubicBezTo>
                    <a:pt x="3167" y="6423"/>
                    <a:pt x="3024" y="6911"/>
                    <a:pt x="2929" y="7411"/>
                  </a:cubicBezTo>
                  <a:cubicBezTo>
                    <a:pt x="2905" y="7530"/>
                    <a:pt x="3024" y="7661"/>
                    <a:pt x="3060" y="7780"/>
                  </a:cubicBezTo>
                  <a:cubicBezTo>
                    <a:pt x="3203" y="8280"/>
                    <a:pt x="3179" y="8768"/>
                    <a:pt x="2941" y="9256"/>
                  </a:cubicBezTo>
                  <a:lnTo>
                    <a:pt x="2941" y="7685"/>
                  </a:lnTo>
                  <a:lnTo>
                    <a:pt x="2846" y="7673"/>
                  </a:lnTo>
                  <a:cubicBezTo>
                    <a:pt x="2655" y="8387"/>
                    <a:pt x="2393" y="9101"/>
                    <a:pt x="2632" y="9863"/>
                  </a:cubicBezTo>
                  <a:cubicBezTo>
                    <a:pt x="2929" y="10828"/>
                    <a:pt x="2572" y="11614"/>
                    <a:pt x="1953" y="12376"/>
                  </a:cubicBezTo>
                  <a:cubicBezTo>
                    <a:pt x="2084" y="11959"/>
                    <a:pt x="2239" y="11590"/>
                    <a:pt x="2310" y="11209"/>
                  </a:cubicBezTo>
                  <a:cubicBezTo>
                    <a:pt x="2370" y="10876"/>
                    <a:pt x="2405" y="10518"/>
                    <a:pt x="2322" y="10209"/>
                  </a:cubicBezTo>
                  <a:cubicBezTo>
                    <a:pt x="2143" y="9459"/>
                    <a:pt x="2203" y="8732"/>
                    <a:pt x="2417" y="8030"/>
                  </a:cubicBezTo>
                  <a:cubicBezTo>
                    <a:pt x="2858" y="6577"/>
                    <a:pt x="3334" y="5137"/>
                    <a:pt x="3810" y="3708"/>
                  </a:cubicBezTo>
                  <a:cubicBezTo>
                    <a:pt x="3905" y="3410"/>
                    <a:pt x="4048" y="3113"/>
                    <a:pt x="4203" y="2839"/>
                  </a:cubicBezTo>
                  <a:cubicBezTo>
                    <a:pt x="4322" y="2648"/>
                    <a:pt x="4501" y="2470"/>
                    <a:pt x="4679" y="2327"/>
                  </a:cubicBezTo>
                  <a:cubicBezTo>
                    <a:pt x="4785" y="2245"/>
                    <a:pt x="4897" y="2204"/>
                    <a:pt x="5002" y="2204"/>
                  </a:cubicBezTo>
                  <a:close/>
                  <a:moveTo>
                    <a:pt x="5576" y="0"/>
                  </a:moveTo>
                  <a:cubicBezTo>
                    <a:pt x="5436" y="0"/>
                    <a:pt x="5298" y="54"/>
                    <a:pt x="5168" y="172"/>
                  </a:cubicBezTo>
                  <a:cubicBezTo>
                    <a:pt x="4989" y="338"/>
                    <a:pt x="4787" y="493"/>
                    <a:pt x="4656" y="696"/>
                  </a:cubicBezTo>
                  <a:cubicBezTo>
                    <a:pt x="4013" y="1624"/>
                    <a:pt x="3394" y="2553"/>
                    <a:pt x="2774" y="3494"/>
                  </a:cubicBezTo>
                  <a:cubicBezTo>
                    <a:pt x="2691" y="3625"/>
                    <a:pt x="2679" y="3779"/>
                    <a:pt x="2643" y="3934"/>
                  </a:cubicBezTo>
                  <a:cubicBezTo>
                    <a:pt x="2096" y="6387"/>
                    <a:pt x="1536" y="8828"/>
                    <a:pt x="1000" y="11280"/>
                  </a:cubicBezTo>
                  <a:cubicBezTo>
                    <a:pt x="655" y="12888"/>
                    <a:pt x="346" y="14495"/>
                    <a:pt x="12" y="16114"/>
                  </a:cubicBezTo>
                  <a:cubicBezTo>
                    <a:pt x="0" y="16174"/>
                    <a:pt x="12" y="16245"/>
                    <a:pt x="24" y="16305"/>
                  </a:cubicBezTo>
                  <a:cubicBezTo>
                    <a:pt x="143" y="16233"/>
                    <a:pt x="262" y="16174"/>
                    <a:pt x="381" y="16102"/>
                  </a:cubicBezTo>
                  <a:cubicBezTo>
                    <a:pt x="905" y="15519"/>
                    <a:pt x="1739" y="15007"/>
                    <a:pt x="5084" y="11006"/>
                  </a:cubicBezTo>
                  <a:cubicBezTo>
                    <a:pt x="5620" y="10256"/>
                    <a:pt x="6084" y="9459"/>
                    <a:pt x="6513" y="8637"/>
                  </a:cubicBezTo>
                  <a:cubicBezTo>
                    <a:pt x="6692" y="8292"/>
                    <a:pt x="6823" y="7899"/>
                    <a:pt x="6894" y="7506"/>
                  </a:cubicBezTo>
                  <a:cubicBezTo>
                    <a:pt x="7180" y="6065"/>
                    <a:pt x="7156" y="4601"/>
                    <a:pt x="6989" y="3136"/>
                  </a:cubicBezTo>
                  <a:cubicBezTo>
                    <a:pt x="6906" y="2458"/>
                    <a:pt x="6787" y="1779"/>
                    <a:pt x="6644" y="1112"/>
                  </a:cubicBezTo>
                  <a:cubicBezTo>
                    <a:pt x="6561" y="708"/>
                    <a:pt x="6334" y="362"/>
                    <a:pt x="5965" y="124"/>
                  </a:cubicBezTo>
                  <a:cubicBezTo>
                    <a:pt x="5835" y="45"/>
                    <a:pt x="5704" y="0"/>
                    <a:pt x="55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8"/>
            <p:cNvSpPr/>
            <p:nvPr/>
          </p:nvSpPr>
          <p:spPr>
            <a:xfrm>
              <a:off x="3909400" y="2669800"/>
              <a:ext cx="45875" cy="59850"/>
            </a:xfrm>
            <a:custGeom>
              <a:rect b="b" l="l" r="r" t="t"/>
              <a:pathLst>
                <a:path extrusionOk="0" h="2394" w="1835">
                  <a:moveTo>
                    <a:pt x="1" y="1"/>
                  </a:moveTo>
                  <a:cubicBezTo>
                    <a:pt x="144" y="775"/>
                    <a:pt x="286" y="1525"/>
                    <a:pt x="441" y="2287"/>
                  </a:cubicBezTo>
                  <a:cubicBezTo>
                    <a:pt x="882" y="2322"/>
                    <a:pt x="1322" y="2358"/>
                    <a:pt x="1834" y="2394"/>
                  </a:cubicBezTo>
                  <a:cubicBezTo>
                    <a:pt x="1537" y="1572"/>
                    <a:pt x="1251" y="786"/>
                    <a:pt x="97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8"/>
            <p:cNvSpPr/>
            <p:nvPr/>
          </p:nvSpPr>
          <p:spPr>
            <a:xfrm>
              <a:off x="3805525" y="2821650"/>
              <a:ext cx="41150" cy="32875"/>
            </a:xfrm>
            <a:custGeom>
              <a:rect b="b" l="l" r="r" t="t"/>
              <a:pathLst>
                <a:path extrusionOk="0" h="1315" w="1646">
                  <a:moveTo>
                    <a:pt x="1505" y="1"/>
                  </a:moveTo>
                  <a:cubicBezTo>
                    <a:pt x="1504" y="1"/>
                    <a:pt x="1506" y="4"/>
                    <a:pt x="1513" y="11"/>
                  </a:cubicBezTo>
                  <a:cubicBezTo>
                    <a:pt x="1072" y="261"/>
                    <a:pt x="679" y="487"/>
                    <a:pt x="274" y="713"/>
                  </a:cubicBezTo>
                  <a:cubicBezTo>
                    <a:pt x="227" y="749"/>
                    <a:pt x="155" y="773"/>
                    <a:pt x="131" y="820"/>
                  </a:cubicBezTo>
                  <a:cubicBezTo>
                    <a:pt x="72" y="904"/>
                    <a:pt x="0" y="1011"/>
                    <a:pt x="24" y="1082"/>
                  </a:cubicBezTo>
                  <a:cubicBezTo>
                    <a:pt x="48" y="1178"/>
                    <a:pt x="155" y="1273"/>
                    <a:pt x="250" y="1297"/>
                  </a:cubicBezTo>
                  <a:cubicBezTo>
                    <a:pt x="293" y="1309"/>
                    <a:pt x="337" y="1315"/>
                    <a:pt x="383" y="1315"/>
                  </a:cubicBezTo>
                  <a:cubicBezTo>
                    <a:pt x="917" y="1315"/>
                    <a:pt x="1645" y="528"/>
                    <a:pt x="1524" y="35"/>
                  </a:cubicBezTo>
                  <a:cubicBezTo>
                    <a:pt x="1524" y="18"/>
                    <a:pt x="1507" y="1"/>
                    <a:pt x="15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8"/>
            <p:cNvSpPr/>
            <p:nvPr/>
          </p:nvSpPr>
          <p:spPr>
            <a:xfrm>
              <a:off x="3793325" y="2669800"/>
              <a:ext cx="1500" cy="625"/>
            </a:xfrm>
            <a:custGeom>
              <a:rect b="b" l="l" r="r" t="t"/>
              <a:pathLst>
                <a:path extrusionOk="0" h="25" w="60">
                  <a:moveTo>
                    <a:pt x="0" y="1"/>
                  </a:moveTo>
                  <a:lnTo>
                    <a:pt x="0" y="24"/>
                  </a:lnTo>
                  <a:cubicBezTo>
                    <a:pt x="12" y="13"/>
                    <a:pt x="36" y="13"/>
                    <a:pt x="60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8"/>
            <p:cNvSpPr/>
            <p:nvPr/>
          </p:nvSpPr>
          <p:spPr>
            <a:xfrm>
              <a:off x="3751050" y="2774875"/>
              <a:ext cx="29200" cy="28600"/>
            </a:xfrm>
            <a:custGeom>
              <a:rect b="b" l="l" r="r" t="t"/>
              <a:pathLst>
                <a:path extrusionOk="0" h="1144" w="1168">
                  <a:moveTo>
                    <a:pt x="584" y="1"/>
                  </a:moveTo>
                  <a:cubicBezTo>
                    <a:pt x="274" y="1"/>
                    <a:pt x="1" y="298"/>
                    <a:pt x="1" y="620"/>
                  </a:cubicBezTo>
                  <a:cubicBezTo>
                    <a:pt x="1" y="917"/>
                    <a:pt x="215" y="1144"/>
                    <a:pt x="524" y="1144"/>
                  </a:cubicBezTo>
                  <a:cubicBezTo>
                    <a:pt x="531" y="1144"/>
                    <a:pt x="537" y="1144"/>
                    <a:pt x="543" y="1144"/>
                  </a:cubicBezTo>
                  <a:cubicBezTo>
                    <a:pt x="846" y="1144"/>
                    <a:pt x="1144" y="863"/>
                    <a:pt x="1155" y="560"/>
                  </a:cubicBezTo>
                  <a:cubicBezTo>
                    <a:pt x="1167" y="251"/>
                    <a:pt x="917" y="12"/>
                    <a:pt x="5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8"/>
            <p:cNvSpPr/>
            <p:nvPr/>
          </p:nvSpPr>
          <p:spPr>
            <a:xfrm>
              <a:off x="3944525" y="3120750"/>
              <a:ext cx="7775" cy="15500"/>
            </a:xfrm>
            <a:custGeom>
              <a:rect b="b" l="l" r="r" t="t"/>
              <a:pathLst>
                <a:path extrusionOk="0" h="620" w="311">
                  <a:moveTo>
                    <a:pt x="203" y="1"/>
                  </a:moveTo>
                  <a:cubicBezTo>
                    <a:pt x="144" y="203"/>
                    <a:pt x="72" y="417"/>
                    <a:pt x="1" y="620"/>
                  </a:cubicBezTo>
                  <a:cubicBezTo>
                    <a:pt x="120" y="417"/>
                    <a:pt x="215" y="251"/>
                    <a:pt x="310" y="120"/>
                  </a:cubicBezTo>
                  <a:cubicBezTo>
                    <a:pt x="263" y="96"/>
                    <a:pt x="227" y="60"/>
                    <a:pt x="203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8"/>
            <p:cNvSpPr/>
            <p:nvPr/>
          </p:nvSpPr>
          <p:spPr>
            <a:xfrm>
              <a:off x="3693600" y="2729350"/>
              <a:ext cx="210775" cy="52100"/>
            </a:xfrm>
            <a:custGeom>
              <a:rect b="b" l="l" r="r" t="t"/>
              <a:pathLst>
                <a:path extrusionOk="0" h="2084" w="8431">
                  <a:moveTo>
                    <a:pt x="6833" y="0"/>
                  </a:moveTo>
                  <a:cubicBezTo>
                    <a:pt x="4718" y="0"/>
                    <a:pt x="2648" y="236"/>
                    <a:pt x="727" y="1345"/>
                  </a:cubicBezTo>
                  <a:cubicBezTo>
                    <a:pt x="572" y="1429"/>
                    <a:pt x="417" y="1512"/>
                    <a:pt x="251" y="1583"/>
                  </a:cubicBezTo>
                  <a:cubicBezTo>
                    <a:pt x="167" y="1750"/>
                    <a:pt x="84" y="1917"/>
                    <a:pt x="1" y="2083"/>
                  </a:cubicBezTo>
                  <a:cubicBezTo>
                    <a:pt x="227" y="1917"/>
                    <a:pt x="441" y="1750"/>
                    <a:pt x="679" y="1583"/>
                  </a:cubicBezTo>
                  <a:cubicBezTo>
                    <a:pt x="1453" y="1060"/>
                    <a:pt x="2322" y="690"/>
                    <a:pt x="3251" y="571"/>
                  </a:cubicBezTo>
                  <a:cubicBezTo>
                    <a:pt x="4192" y="464"/>
                    <a:pt x="5132" y="428"/>
                    <a:pt x="6073" y="393"/>
                  </a:cubicBezTo>
                  <a:cubicBezTo>
                    <a:pt x="6267" y="385"/>
                    <a:pt x="6462" y="382"/>
                    <a:pt x="6656" y="382"/>
                  </a:cubicBezTo>
                  <a:cubicBezTo>
                    <a:pt x="7045" y="382"/>
                    <a:pt x="7434" y="393"/>
                    <a:pt x="7823" y="393"/>
                  </a:cubicBezTo>
                  <a:cubicBezTo>
                    <a:pt x="8014" y="393"/>
                    <a:pt x="8204" y="357"/>
                    <a:pt x="8395" y="333"/>
                  </a:cubicBezTo>
                  <a:cubicBezTo>
                    <a:pt x="8430" y="83"/>
                    <a:pt x="8287" y="24"/>
                    <a:pt x="8121" y="24"/>
                  </a:cubicBezTo>
                  <a:cubicBezTo>
                    <a:pt x="7690" y="10"/>
                    <a:pt x="7261" y="0"/>
                    <a:pt x="68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8"/>
            <p:cNvSpPr/>
            <p:nvPr/>
          </p:nvSpPr>
          <p:spPr>
            <a:xfrm>
              <a:off x="3489700" y="288142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ubicBezTo>
                    <a:pt x="1" y="13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8"/>
            <p:cNvSpPr/>
            <p:nvPr/>
          </p:nvSpPr>
          <p:spPr>
            <a:xfrm>
              <a:off x="3702825" y="2669800"/>
              <a:ext cx="198875" cy="93800"/>
            </a:xfrm>
            <a:custGeom>
              <a:rect b="b" l="l" r="r" t="t"/>
              <a:pathLst>
                <a:path extrusionOk="0" h="3752" w="7955">
                  <a:moveTo>
                    <a:pt x="6168" y="1"/>
                  </a:moveTo>
                  <a:cubicBezTo>
                    <a:pt x="4466" y="632"/>
                    <a:pt x="2751" y="1239"/>
                    <a:pt x="1108" y="2001"/>
                  </a:cubicBezTo>
                  <a:cubicBezTo>
                    <a:pt x="691" y="2584"/>
                    <a:pt x="310" y="3180"/>
                    <a:pt x="1" y="3751"/>
                  </a:cubicBezTo>
                  <a:cubicBezTo>
                    <a:pt x="739" y="3203"/>
                    <a:pt x="1560" y="2787"/>
                    <a:pt x="2442" y="2560"/>
                  </a:cubicBezTo>
                  <a:cubicBezTo>
                    <a:pt x="3501" y="2299"/>
                    <a:pt x="4608" y="2179"/>
                    <a:pt x="5490" y="2025"/>
                  </a:cubicBezTo>
                  <a:cubicBezTo>
                    <a:pt x="5225" y="1982"/>
                    <a:pt x="4953" y="1961"/>
                    <a:pt x="4675" y="1961"/>
                  </a:cubicBezTo>
                  <a:cubicBezTo>
                    <a:pt x="3715" y="1961"/>
                    <a:pt x="2689" y="2207"/>
                    <a:pt x="1691" y="2632"/>
                  </a:cubicBezTo>
                  <a:cubicBezTo>
                    <a:pt x="2346" y="2227"/>
                    <a:pt x="3037" y="1965"/>
                    <a:pt x="3775" y="1858"/>
                  </a:cubicBezTo>
                  <a:cubicBezTo>
                    <a:pt x="4069" y="1818"/>
                    <a:pt x="4361" y="1800"/>
                    <a:pt x="4650" y="1800"/>
                  </a:cubicBezTo>
                  <a:cubicBezTo>
                    <a:pt x="5475" y="1800"/>
                    <a:pt x="6286" y="1944"/>
                    <a:pt x="7097" y="2120"/>
                  </a:cubicBezTo>
                  <a:cubicBezTo>
                    <a:pt x="7359" y="2179"/>
                    <a:pt x="7621" y="2203"/>
                    <a:pt x="7954" y="2263"/>
                  </a:cubicBezTo>
                  <a:cubicBezTo>
                    <a:pt x="7680" y="1477"/>
                    <a:pt x="7418" y="751"/>
                    <a:pt x="7145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8"/>
            <p:cNvSpPr/>
            <p:nvPr/>
          </p:nvSpPr>
          <p:spPr>
            <a:xfrm>
              <a:off x="3573050" y="2669800"/>
              <a:ext cx="15800" cy="35450"/>
            </a:xfrm>
            <a:custGeom>
              <a:rect b="b" l="l" r="r" t="t"/>
              <a:pathLst>
                <a:path extrusionOk="0" h="1418" w="632">
                  <a:moveTo>
                    <a:pt x="203" y="1"/>
                  </a:moveTo>
                  <a:cubicBezTo>
                    <a:pt x="155" y="203"/>
                    <a:pt x="108" y="394"/>
                    <a:pt x="60" y="584"/>
                  </a:cubicBezTo>
                  <a:cubicBezTo>
                    <a:pt x="72" y="596"/>
                    <a:pt x="84" y="596"/>
                    <a:pt x="84" y="596"/>
                  </a:cubicBezTo>
                  <a:cubicBezTo>
                    <a:pt x="144" y="489"/>
                    <a:pt x="203" y="370"/>
                    <a:pt x="263" y="251"/>
                  </a:cubicBezTo>
                  <a:cubicBezTo>
                    <a:pt x="286" y="263"/>
                    <a:pt x="310" y="263"/>
                    <a:pt x="334" y="274"/>
                  </a:cubicBezTo>
                  <a:cubicBezTo>
                    <a:pt x="227" y="644"/>
                    <a:pt x="108" y="1025"/>
                    <a:pt x="1" y="1406"/>
                  </a:cubicBezTo>
                  <a:cubicBezTo>
                    <a:pt x="13" y="1406"/>
                    <a:pt x="24" y="1406"/>
                    <a:pt x="36" y="1417"/>
                  </a:cubicBezTo>
                  <a:cubicBezTo>
                    <a:pt x="239" y="941"/>
                    <a:pt x="441" y="477"/>
                    <a:pt x="632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8"/>
            <p:cNvSpPr/>
            <p:nvPr/>
          </p:nvSpPr>
          <p:spPr>
            <a:xfrm>
              <a:off x="4041850" y="2669800"/>
              <a:ext cx="4800" cy="24725"/>
            </a:xfrm>
            <a:custGeom>
              <a:rect b="b" l="l" r="r" t="t"/>
              <a:pathLst>
                <a:path extrusionOk="0" h="989" w="192">
                  <a:moveTo>
                    <a:pt x="49" y="1"/>
                  </a:moveTo>
                  <a:cubicBezTo>
                    <a:pt x="37" y="334"/>
                    <a:pt x="13" y="655"/>
                    <a:pt x="1" y="989"/>
                  </a:cubicBezTo>
                  <a:lnTo>
                    <a:pt x="13" y="989"/>
                  </a:lnTo>
                  <a:cubicBezTo>
                    <a:pt x="72" y="655"/>
                    <a:pt x="132" y="334"/>
                    <a:pt x="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8"/>
            <p:cNvSpPr/>
            <p:nvPr/>
          </p:nvSpPr>
          <p:spPr>
            <a:xfrm>
              <a:off x="4020425" y="2669800"/>
              <a:ext cx="14025" cy="44675"/>
            </a:xfrm>
            <a:custGeom>
              <a:rect b="b" l="l" r="r" t="t"/>
              <a:pathLst>
                <a:path extrusionOk="0" h="1787" w="561">
                  <a:moveTo>
                    <a:pt x="251" y="1"/>
                  </a:moveTo>
                  <a:cubicBezTo>
                    <a:pt x="167" y="596"/>
                    <a:pt x="84" y="1191"/>
                    <a:pt x="1" y="1787"/>
                  </a:cubicBezTo>
                  <a:lnTo>
                    <a:pt x="25" y="1787"/>
                  </a:lnTo>
                  <a:cubicBezTo>
                    <a:pt x="120" y="1453"/>
                    <a:pt x="215" y="1120"/>
                    <a:pt x="322" y="751"/>
                  </a:cubicBezTo>
                  <a:cubicBezTo>
                    <a:pt x="346" y="810"/>
                    <a:pt x="358" y="834"/>
                    <a:pt x="382" y="929"/>
                  </a:cubicBezTo>
                  <a:cubicBezTo>
                    <a:pt x="441" y="608"/>
                    <a:pt x="501" y="310"/>
                    <a:pt x="560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8"/>
            <p:cNvSpPr/>
            <p:nvPr/>
          </p:nvSpPr>
          <p:spPr>
            <a:xfrm>
              <a:off x="3586150" y="2669800"/>
              <a:ext cx="17300" cy="29200"/>
            </a:xfrm>
            <a:custGeom>
              <a:rect b="b" l="l" r="r" t="t"/>
              <a:pathLst>
                <a:path extrusionOk="0" h="1168" w="692">
                  <a:moveTo>
                    <a:pt x="274" y="1"/>
                  </a:moveTo>
                  <a:cubicBezTo>
                    <a:pt x="227" y="120"/>
                    <a:pt x="179" y="239"/>
                    <a:pt x="143" y="346"/>
                  </a:cubicBezTo>
                  <a:cubicBezTo>
                    <a:pt x="155" y="358"/>
                    <a:pt x="167" y="370"/>
                    <a:pt x="179" y="382"/>
                  </a:cubicBezTo>
                  <a:cubicBezTo>
                    <a:pt x="251" y="286"/>
                    <a:pt x="334" y="191"/>
                    <a:pt x="405" y="108"/>
                  </a:cubicBezTo>
                  <a:cubicBezTo>
                    <a:pt x="417" y="108"/>
                    <a:pt x="429" y="120"/>
                    <a:pt x="441" y="120"/>
                  </a:cubicBezTo>
                  <a:cubicBezTo>
                    <a:pt x="298" y="465"/>
                    <a:pt x="155" y="810"/>
                    <a:pt x="1" y="1156"/>
                  </a:cubicBezTo>
                  <a:cubicBezTo>
                    <a:pt x="12" y="1156"/>
                    <a:pt x="24" y="1156"/>
                    <a:pt x="36" y="1167"/>
                  </a:cubicBezTo>
                  <a:cubicBezTo>
                    <a:pt x="251" y="775"/>
                    <a:pt x="465" y="394"/>
                    <a:pt x="69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8"/>
            <p:cNvSpPr/>
            <p:nvPr/>
          </p:nvSpPr>
          <p:spPr>
            <a:xfrm>
              <a:off x="3601925" y="2669800"/>
              <a:ext cx="17575" cy="24725"/>
            </a:xfrm>
            <a:custGeom>
              <a:rect b="b" l="l" r="r" t="t"/>
              <a:pathLst>
                <a:path extrusionOk="0" h="989" w="703">
                  <a:moveTo>
                    <a:pt x="346" y="1"/>
                  </a:moveTo>
                  <a:cubicBezTo>
                    <a:pt x="239" y="322"/>
                    <a:pt x="120" y="644"/>
                    <a:pt x="1" y="989"/>
                  </a:cubicBezTo>
                  <a:cubicBezTo>
                    <a:pt x="72" y="870"/>
                    <a:pt x="108" y="810"/>
                    <a:pt x="155" y="763"/>
                  </a:cubicBezTo>
                  <a:cubicBezTo>
                    <a:pt x="370" y="525"/>
                    <a:pt x="548" y="274"/>
                    <a:pt x="70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8"/>
            <p:cNvSpPr/>
            <p:nvPr/>
          </p:nvSpPr>
          <p:spPr>
            <a:xfrm>
              <a:off x="4005250" y="2669800"/>
              <a:ext cx="13125" cy="37225"/>
            </a:xfrm>
            <a:custGeom>
              <a:rect b="b" l="l" r="r" t="t"/>
              <a:pathLst>
                <a:path extrusionOk="0" h="1489" w="525">
                  <a:moveTo>
                    <a:pt x="48" y="1"/>
                  </a:moveTo>
                  <a:cubicBezTo>
                    <a:pt x="36" y="358"/>
                    <a:pt x="12" y="727"/>
                    <a:pt x="1" y="1084"/>
                  </a:cubicBezTo>
                  <a:cubicBezTo>
                    <a:pt x="48" y="894"/>
                    <a:pt x="84" y="727"/>
                    <a:pt x="120" y="560"/>
                  </a:cubicBezTo>
                  <a:lnTo>
                    <a:pt x="143" y="560"/>
                  </a:lnTo>
                  <a:lnTo>
                    <a:pt x="143" y="1477"/>
                  </a:lnTo>
                  <a:cubicBezTo>
                    <a:pt x="167" y="1477"/>
                    <a:pt x="191" y="1477"/>
                    <a:pt x="215" y="1489"/>
                  </a:cubicBezTo>
                  <a:lnTo>
                    <a:pt x="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8"/>
            <p:cNvSpPr/>
            <p:nvPr/>
          </p:nvSpPr>
          <p:spPr>
            <a:xfrm>
              <a:off x="3634675" y="2669800"/>
              <a:ext cx="152725" cy="25025"/>
            </a:xfrm>
            <a:custGeom>
              <a:rect b="b" l="l" r="r" t="t"/>
              <a:pathLst>
                <a:path extrusionOk="0" h="1001" w="6109">
                  <a:moveTo>
                    <a:pt x="36" y="1"/>
                  </a:moveTo>
                  <a:lnTo>
                    <a:pt x="0" y="72"/>
                  </a:lnTo>
                  <a:cubicBezTo>
                    <a:pt x="54" y="52"/>
                    <a:pt x="135" y="43"/>
                    <a:pt x="238" y="43"/>
                  </a:cubicBezTo>
                  <a:cubicBezTo>
                    <a:pt x="1283" y="43"/>
                    <a:pt x="4572" y="1001"/>
                    <a:pt x="4572" y="1001"/>
                  </a:cubicBezTo>
                  <a:cubicBezTo>
                    <a:pt x="5001" y="775"/>
                    <a:pt x="5429" y="536"/>
                    <a:pt x="5870" y="310"/>
                  </a:cubicBezTo>
                  <a:cubicBezTo>
                    <a:pt x="6025" y="227"/>
                    <a:pt x="6096" y="144"/>
                    <a:pt x="610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8"/>
            <p:cNvSpPr/>
            <p:nvPr/>
          </p:nvSpPr>
          <p:spPr>
            <a:xfrm>
              <a:off x="4054650" y="2669800"/>
              <a:ext cx="925" cy="3600"/>
            </a:xfrm>
            <a:custGeom>
              <a:rect b="b" l="l" r="r" t="t"/>
              <a:pathLst>
                <a:path extrusionOk="0" h="144" w="37">
                  <a:moveTo>
                    <a:pt x="13" y="1"/>
                  </a:moveTo>
                  <a:cubicBezTo>
                    <a:pt x="13" y="48"/>
                    <a:pt x="1" y="96"/>
                    <a:pt x="1" y="144"/>
                  </a:cubicBezTo>
                  <a:cubicBezTo>
                    <a:pt x="13" y="96"/>
                    <a:pt x="25" y="48"/>
                    <a:pt x="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8"/>
            <p:cNvSpPr/>
            <p:nvPr/>
          </p:nvSpPr>
          <p:spPr>
            <a:xfrm>
              <a:off x="3189975" y="2772800"/>
              <a:ext cx="87825" cy="414650"/>
            </a:xfrm>
            <a:custGeom>
              <a:rect b="b" l="l" r="r" t="t"/>
              <a:pathLst>
                <a:path extrusionOk="0" h="16586" w="3513">
                  <a:moveTo>
                    <a:pt x="0" y="0"/>
                  </a:moveTo>
                  <a:lnTo>
                    <a:pt x="0" y="0"/>
                  </a:lnTo>
                  <a:cubicBezTo>
                    <a:pt x="274" y="1738"/>
                    <a:pt x="536" y="3405"/>
                    <a:pt x="798" y="5072"/>
                  </a:cubicBezTo>
                  <a:lnTo>
                    <a:pt x="762" y="5072"/>
                  </a:lnTo>
                  <a:cubicBezTo>
                    <a:pt x="691" y="4703"/>
                    <a:pt x="608" y="4334"/>
                    <a:pt x="536" y="3953"/>
                  </a:cubicBezTo>
                  <a:lnTo>
                    <a:pt x="465" y="3965"/>
                  </a:lnTo>
                  <a:cubicBezTo>
                    <a:pt x="655" y="5132"/>
                    <a:pt x="846" y="6299"/>
                    <a:pt x="1048" y="7453"/>
                  </a:cubicBezTo>
                  <a:lnTo>
                    <a:pt x="1012" y="7465"/>
                  </a:lnTo>
                  <a:lnTo>
                    <a:pt x="643" y="6168"/>
                  </a:lnTo>
                  <a:cubicBezTo>
                    <a:pt x="619" y="6168"/>
                    <a:pt x="608" y="6168"/>
                    <a:pt x="584" y="6156"/>
                  </a:cubicBezTo>
                  <a:cubicBezTo>
                    <a:pt x="584" y="6251"/>
                    <a:pt x="572" y="6334"/>
                    <a:pt x="584" y="6418"/>
                  </a:cubicBezTo>
                  <a:cubicBezTo>
                    <a:pt x="881" y="8430"/>
                    <a:pt x="1179" y="10442"/>
                    <a:pt x="1477" y="12454"/>
                  </a:cubicBezTo>
                  <a:cubicBezTo>
                    <a:pt x="1608" y="13335"/>
                    <a:pt x="1715" y="14240"/>
                    <a:pt x="1881" y="15121"/>
                  </a:cubicBezTo>
                  <a:cubicBezTo>
                    <a:pt x="1977" y="15633"/>
                    <a:pt x="2132" y="16121"/>
                    <a:pt x="2346" y="16586"/>
                  </a:cubicBezTo>
                  <a:lnTo>
                    <a:pt x="3513" y="16586"/>
                  </a:lnTo>
                  <a:cubicBezTo>
                    <a:pt x="3453" y="16419"/>
                    <a:pt x="3394" y="16264"/>
                    <a:pt x="3346" y="16097"/>
                  </a:cubicBezTo>
                  <a:cubicBezTo>
                    <a:pt x="3024" y="15073"/>
                    <a:pt x="2810" y="14014"/>
                    <a:pt x="2596" y="12954"/>
                  </a:cubicBezTo>
                  <a:cubicBezTo>
                    <a:pt x="1798" y="8835"/>
                    <a:pt x="1143" y="4691"/>
                    <a:pt x="619" y="524"/>
                  </a:cubicBezTo>
                  <a:cubicBezTo>
                    <a:pt x="417" y="345"/>
                    <a:pt x="215" y="179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8"/>
            <p:cNvSpPr/>
            <p:nvPr/>
          </p:nvSpPr>
          <p:spPr>
            <a:xfrm>
              <a:off x="3184025" y="2769525"/>
              <a:ext cx="5675" cy="29475"/>
            </a:xfrm>
            <a:custGeom>
              <a:rect b="b" l="l" r="r" t="t"/>
              <a:pathLst>
                <a:path extrusionOk="0" h="1179" w="227">
                  <a:moveTo>
                    <a:pt x="0" y="0"/>
                  </a:moveTo>
                  <a:lnTo>
                    <a:pt x="0" y="72"/>
                  </a:lnTo>
                  <a:cubicBezTo>
                    <a:pt x="48" y="453"/>
                    <a:pt x="84" y="822"/>
                    <a:pt x="131" y="1179"/>
                  </a:cubicBezTo>
                  <a:cubicBezTo>
                    <a:pt x="226" y="548"/>
                    <a:pt x="179" y="167"/>
                    <a:pt x="0" y="0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8"/>
            <p:cNvSpPr/>
            <p:nvPr/>
          </p:nvSpPr>
          <p:spPr>
            <a:xfrm>
              <a:off x="3332850" y="2770125"/>
              <a:ext cx="29475" cy="31575"/>
            </a:xfrm>
            <a:custGeom>
              <a:rect b="b" l="l" r="r" t="t"/>
              <a:pathLst>
                <a:path extrusionOk="0" h="1263" w="1179">
                  <a:moveTo>
                    <a:pt x="619" y="0"/>
                  </a:moveTo>
                  <a:cubicBezTo>
                    <a:pt x="298" y="0"/>
                    <a:pt x="0" y="333"/>
                    <a:pt x="12" y="679"/>
                  </a:cubicBezTo>
                  <a:cubicBezTo>
                    <a:pt x="12" y="1000"/>
                    <a:pt x="274" y="1262"/>
                    <a:pt x="596" y="1262"/>
                  </a:cubicBezTo>
                  <a:cubicBezTo>
                    <a:pt x="603" y="1262"/>
                    <a:pt x="610" y="1262"/>
                    <a:pt x="617" y="1262"/>
                  </a:cubicBezTo>
                  <a:cubicBezTo>
                    <a:pt x="940" y="1262"/>
                    <a:pt x="1179" y="1004"/>
                    <a:pt x="1179" y="643"/>
                  </a:cubicBezTo>
                  <a:cubicBezTo>
                    <a:pt x="1179" y="274"/>
                    <a:pt x="941" y="0"/>
                    <a:pt x="6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8"/>
            <p:cNvSpPr/>
            <p:nvPr/>
          </p:nvSpPr>
          <p:spPr>
            <a:xfrm>
              <a:off x="3389400" y="2823575"/>
              <a:ext cx="38725" cy="27525"/>
            </a:xfrm>
            <a:custGeom>
              <a:rect b="b" l="l" r="r" t="t"/>
              <a:pathLst>
                <a:path extrusionOk="0" h="1101" w="1549">
                  <a:moveTo>
                    <a:pt x="1416" y="0"/>
                  </a:moveTo>
                  <a:cubicBezTo>
                    <a:pt x="1377" y="0"/>
                    <a:pt x="1336" y="9"/>
                    <a:pt x="1310" y="29"/>
                  </a:cubicBezTo>
                  <a:cubicBezTo>
                    <a:pt x="870" y="255"/>
                    <a:pt x="441" y="481"/>
                    <a:pt x="0" y="720"/>
                  </a:cubicBezTo>
                  <a:cubicBezTo>
                    <a:pt x="73" y="937"/>
                    <a:pt x="316" y="1100"/>
                    <a:pt x="574" y="1100"/>
                  </a:cubicBezTo>
                  <a:cubicBezTo>
                    <a:pt x="613" y="1100"/>
                    <a:pt x="652" y="1096"/>
                    <a:pt x="691" y="1089"/>
                  </a:cubicBezTo>
                  <a:cubicBezTo>
                    <a:pt x="1108" y="1005"/>
                    <a:pt x="1489" y="600"/>
                    <a:pt x="1548" y="172"/>
                  </a:cubicBezTo>
                  <a:cubicBezTo>
                    <a:pt x="1548" y="124"/>
                    <a:pt x="1536" y="29"/>
                    <a:pt x="1501" y="17"/>
                  </a:cubicBezTo>
                  <a:cubicBezTo>
                    <a:pt x="1479" y="6"/>
                    <a:pt x="1448" y="0"/>
                    <a:pt x="14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8"/>
            <p:cNvSpPr/>
            <p:nvPr/>
          </p:nvSpPr>
          <p:spPr>
            <a:xfrm>
              <a:off x="3506675" y="2799575"/>
              <a:ext cx="4500" cy="3900"/>
            </a:xfrm>
            <a:custGeom>
              <a:rect b="b" l="l" r="r" t="t"/>
              <a:pathLst>
                <a:path extrusionOk="0" h="156" w="180">
                  <a:moveTo>
                    <a:pt x="1" y="1"/>
                  </a:moveTo>
                  <a:lnTo>
                    <a:pt x="1" y="1"/>
                  </a:lnTo>
                  <a:cubicBezTo>
                    <a:pt x="48" y="48"/>
                    <a:pt x="108" y="96"/>
                    <a:pt x="167" y="156"/>
                  </a:cubicBezTo>
                  <a:cubicBezTo>
                    <a:pt x="167" y="144"/>
                    <a:pt x="179" y="144"/>
                    <a:pt x="179" y="132"/>
                  </a:cubicBezTo>
                  <a:cubicBezTo>
                    <a:pt x="120" y="84"/>
                    <a:pt x="60" y="48"/>
                    <a:pt x="1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8"/>
            <p:cNvSpPr/>
            <p:nvPr/>
          </p:nvSpPr>
          <p:spPr>
            <a:xfrm>
              <a:off x="3206050" y="2756425"/>
              <a:ext cx="303325" cy="126800"/>
            </a:xfrm>
            <a:custGeom>
              <a:rect b="b" l="l" r="r" t="t"/>
              <a:pathLst>
                <a:path extrusionOk="0" h="5072" w="12133">
                  <a:moveTo>
                    <a:pt x="4060" y="0"/>
                  </a:moveTo>
                  <a:cubicBezTo>
                    <a:pt x="2727" y="131"/>
                    <a:pt x="1381" y="250"/>
                    <a:pt x="0" y="381"/>
                  </a:cubicBezTo>
                  <a:cubicBezTo>
                    <a:pt x="119" y="512"/>
                    <a:pt x="191" y="608"/>
                    <a:pt x="286" y="679"/>
                  </a:cubicBezTo>
                  <a:cubicBezTo>
                    <a:pt x="1405" y="1584"/>
                    <a:pt x="2524" y="2501"/>
                    <a:pt x="3644" y="3417"/>
                  </a:cubicBezTo>
                  <a:cubicBezTo>
                    <a:pt x="4263" y="3917"/>
                    <a:pt x="4965" y="4239"/>
                    <a:pt x="5703" y="4489"/>
                  </a:cubicBezTo>
                  <a:cubicBezTo>
                    <a:pt x="6941" y="4877"/>
                    <a:pt x="8225" y="5071"/>
                    <a:pt x="9514" y="5071"/>
                  </a:cubicBezTo>
                  <a:cubicBezTo>
                    <a:pt x="9689" y="5071"/>
                    <a:pt x="9863" y="5068"/>
                    <a:pt x="10037" y="5060"/>
                  </a:cubicBezTo>
                  <a:cubicBezTo>
                    <a:pt x="10359" y="5049"/>
                    <a:pt x="10704" y="5013"/>
                    <a:pt x="10990" y="4858"/>
                  </a:cubicBezTo>
                  <a:cubicBezTo>
                    <a:pt x="11121" y="4787"/>
                    <a:pt x="11228" y="4691"/>
                    <a:pt x="11335" y="4584"/>
                  </a:cubicBezTo>
                  <a:cubicBezTo>
                    <a:pt x="11668" y="3763"/>
                    <a:pt x="11990" y="2941"/>
                    <a:pt x="12133" y="2048"/>
                  </a:cubicBezTo>
                  <a:cubicBezTo>
                    <a:pt x="11383" y="1631"/>
                    <a:pt x="10621" y="1203"/>
                    <a:pt x="9847" y="786"/>
                  </a:cubicBezTo>
                  <a:cubicBezTo>
                    <a:pt x="9823" y="774"/>
                    <a:pt x="9790" y="769"/>
                    <a:pt x="9754" y="769"/>
                  </a:cubicBezTo>
                  <a:cubicBezTo>
                    <a:pt x="9683" y="769"/>
                    <a:pt x="9601" y="790"/>
                    <a:pt x="9561" y="822"/>
                  </a:cubicBezTo>
                  <a:cubicBezTo>
                    <a:pt x="9501" y="881"/>
                    <a:pt x="9501" y="1024"/>
                    <a:pt x="9525" y="1120"/>
                  </a:cubicBezTo>
                  <a:cubicBezTo>
                    <a:pt x="9894" y="2310"/>
                    <a:pt x="9513" y="3406"/>
                    <a:pt x="8489" y="4108"/>
                  </a:cubicBezTo>
                  <a:cubicBezTo>
                    <a:pt x="8031" y="4428"/>
                    <a:pt x="7518" y="4585"/>
                    <a:pt x="7008" y="4585"/>
                  </a:cubicBezTo>
                  <a:cubicBezTo>
                    <a:pt x="6285" y="4585"/>
                    <a:pt x="5569" y="4270"/>
                    <a:pt x="5025" y="3656"/>
                  </a:cubicBezTo>
                  <a:cubicBezTo>
                    <a:pt x="4215" y="2751"/>
                    <a:pt x="4239" y="1310"/>
                    <a:pt x="5084" y="334"/>
                  </a:cubicBezTo>
                  <a:cubicBezTo>
                    <a:pt x="5179" y="227"/>
                    <a:pt x="5299" y="131"/>
                    <a:pt x="5418" y="36"/>
                  </a:cubicBezTo>
                  <a:cubicBezTo>
                    <a:pt x="4965" y="12"/>
                    <a:pt x="4513" y="12"/>
                    <a:pt x="40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8"/>
            <p:cNvSpPr/>
            <p:nvPr/>
          </p:nvSpPr>
          <p:spPr>
            <a:xfrm>
              <a:off x="3257250" y="2822500"/>
              <a:ext cx="7450" cy="6275"/>
            </a:xfrm>
            <a:custGeom>
              <a:rect b="b" l="l" r="r" t="t"/>
              <a:pathLst>
                <a:path extrusionOk="0" h="251" w="298">
                  <a:moveTo>
                    <a:pt x="36" y="1"/>
                  </a:moveTo>
                  <a:cubicBezTo>
                    <a:pt x="24" y="24"/>
                    <a:pt x="12" y="36"/>
                    <a:pt x="0" y="48"/>
                  </a:cubicBezTo>
                  <a:cubicBezTo>
                    <a:pt x="95" y="120"/>
                    <a:pt x="203" y="191"/>
                    <a:pt x="298" y="251"/>
                  </a:cubicBezTo>
                  <a:cubicBezTo>
                    <a:pt x="203" y="167"/>
                    <a:pt x="119" y="84"/>
                    <a:pt x="36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8"/>
            <p:cNvSpPr/>
            <p:nvPr/>
          </p:nvSpPr>
          <p:spPr>
            <a:xfrm>
              <a:off x="3944825" y="30267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8"/>
            <p:cNvSpPr/>
            <p:nvPr/>
          </p:nvSpPr>
          <p:spPr>
            <a:xfrm>
              <a:off x="3042625" y="2669800"/>
              <a:ext cx="592950" cy="517650"/>
            </a:xfrm>
            <a:custGeom>
              <a:rect b="b" l="l" r="r" t="t"/>
              <a:pathLst>
                <a:path extrusionOk="0" h="20706" w="23718">
                  <a:moveTo>
                    <a:pt x="11230" y="652"/>
                  </a:moveTo>
                  <a:cubicBezTo>
                    <a:pt x="11242" y="652"/>
                    <a:pt x="11253" y="653"/>
                    <a:pt x="11264" y="655"/>
                  </a:cubicBezTo>
                  <a:cubicBezTo>
                    <a:pt x="11978" y="763"/>
                    <a:pt x="12693" y="870"/>
                    <a:pt x="13419" y="989"/>
                  </a:cubicBezTo>
                  <a:cubicBezTo>
                    <a:pt x="13288" y="1283"/>
                    <a:pt x="13118" y="1458"/>
                    <a:pt x="12816" y="1458"/>
                  </a:cubicBezTo>
                  <a:cubicBezTo>
                    <a:pt x="12788" y="1458"/>
                    <a:pt x="12759" y="1456"/>
                    <a:pt x="12728" y="1453"/>
                  </a:cubicBezTo>
                  <a:cubicBezTo>
                    <a:pt x="12705" y="1452"/>
                    <a:pt x="12682" y="1451"/>
                    <a:pt x="12659" y="1451"/>
                  </a:cubicBezTo>
                  <a:cubicBezTo>
                    <a:pt x="12468" y="1451"/>
                    <a:pt x="12277" y="1491"/>
                    <a:pt x="12086" y="1513"/>
                  </a:cubicBezTo>
                  <a:cubicBezTo>
                    <a:pt x="11228" y="1608"/>
                    <a:pt x="10371" y="1715"/>
                    <a:pt x="9514" y="1810"/>
                  </a:cubicBezTo>
                  <a:cubicBezTo>
                    <a:pt x="9502" y="1775"/>
                    <a:pt x="9502" y="1751"/>
                    <a:pt x="9502" y="1715"/>
                  </a:cubicBezTo>
                  <a:cubicBezTo>
                    <a:pt x="10014" y="1370"/>
                    <a:pt x="10538" y="1036"/>
                    <a:pt x="11062" y="703"/>
                  </a:cubicBezTo>
                  <a:cubicBezTo>
                    <a:pt x="11111" y="674"/>
                    <a:pt x="11176" y="652"/>
                    <a:pt x="11230" y="652"/>
                  </a:cubicBezTo>
                  <a:close/>
                  <a:moveTo>
                    <a:pt x="8740" y="322"/>
                  </a:moveTo>
                  <a:lnTo>
                    <a:pt x="8740" y="322"/>
                  </a:lnTo>
                  <a:cubicBezTo>
                    <a:pt x="8407" y="1013"/>
                    <a:pt x="7883" y="1525"/>
                    <a:pt x="7240" y="1941"/>
                  </a:cubicBezTo>
                  <a:cubicBezTo>
                    <a:pt x="7740" y="1406"/>
                    <a:pt x="8240" y="858"/>
                    <a:pt x="8740" y="322"/>
                  </a:cubicBezTo>
                  <a:close/>
                  <a:moveTo>
                    <a:pt x="9240" y="322"/>
                  </a:moveTo>
                  <a:cubicBezTo>
                    <a:pt x="9276" y="358"/>
                    <a:pt x="9311" y="405"/>
                    <a:pt x="9359" y="441"/>
                  </a:cubicBezTo>
                  <a:cubicBezTo>
                    <a:pt x="9097" y="834"/>
                    <a:pt x="8835" y="1215"/>
                    <a:pt x="8585" y="1608"/>
                  </a:cubicBezTo>
                  <a:cubicBezTo>
                    <a:pt x="8347" y="1977"/>
                    <a:pt x="7978" y="1965"/>
                    <a:pt x="7573" y="1989"/>
                  </a:cubicBezTo>
                  <a:cubicBezTo>
                    <a:pt x="7906" y="1691"/>
                    <a:pt x="8204" y="1441"/>
                    <a:pt x="8502" y="1179"/>
                  </a:cubicBezTo>
                  <a:cubicBezTo>
                    <a:pt x="8788" y="929"/>
                    <a:pt x="8942" y="560"/>
                    <a:pt x="9240" y="322"/>
                  </a:cubicBezTo>
                  <a:close/>
                  <a:moveTo>
                    <a:pt x="6454" y="1215"/>
                  </a:moveTo>
                  <a:cubicBezTo>
                    <a:pt x="6478" y="1239"/>
                    <a:pt x="6502" y="1263"/>
                    <a:pt x="6537" y="1287"/>
                  </a:cubicBezTo>
                  <a:cubicBezTo>
                    <a:pt x="6251" y="1620"/>
                    <a:pt x="5978" y="1965"/>
                    <a:pt x="5692" y="2310"/>
                  </a:cubicBezTo>
                  <a:cubicBezTo>
                    <a:pt x="5656" y="2275"/>
                    <a:pt x="5620" y="2239"/>
                    <a:pt x="5585" y="2203"/>
                  </a:cubicBezTo>
                  <a:cubicBezTo>
                    <a:pt x="5870" y="1882"/>
                    <a:pt x="6168" y="1548"/>
                    <a:pt x="6454" y="1215"/>
                  </a:cubicBezTo>
                  <a:close/>
                  <a:moveTo>
                    <a:pt x="9133" y="2013"/>
                  </a:moveTo>
                  <a:cubicBezTo>
                    <a:pt x="10216" y="2025"/>
                    <a:pt x="11312" y="2072"/>
                    <a:pt x="12395" y="2096"/>
                  </a:cubicBezTo>
                  <a:cubicBezTo>
                    <a:pt x="12431" y="2108"/>
                    <a:pt x="12467" y="2120"/>
                    <a:pt x="12514" y="2144"/>
                  </a:cubicBezTo>
                  <a:cubicBezTo>
                    <a:pt x="12371" y="2365"/>
                    <a:pt x="12217" y="2504"/>
                    <a:pt x="11958" y="2504"/>
                  </a:cubicBezTo>
                  <a:cubicBezTo>
                    <a:pt x="11938" y="2504"/>
                    <a:pt x="11917" y="2503"/>
                    <a:pt x="11895" y="2501"/>
                  </a:cubicBezTo>
                  <a:cubicBezTo>
                    <a:pt x="11651" y="2483"/>
                    <a:pt x="11404" y="2483"/>
                    <a:pt x="11157" y="2483"/>
                  </a:cubicBezTo>
                  <a:cubicBezTo>
                    <a:pt x="10910" y="2483"/>
                    <a:pt x="10663" y="2483"/>
                    <a:pt x="10419" y="2465"/>
                  </a:cubicBezTo>
                  <a:cubicBezTo>
                    <a:pt x="9823" y="2429"/>
                    <a:pt x="9228" y="2358"/>
                    <a:pt x="8621" y="2299"/>
                  </a:cubicBezTo>
                  <a:cubicBezTo>
                    <a:pt x="8621" y="2263"/>
                    <a:pt x="8609" y="2215"/>
                    <a:pt x="8609" y="2179"/>
                  </a:cubicBezTo>
                  <a:cubicBezTo>
                    <a:pt x="8776" y="2120"/>
                    <a:pt x="8954" y="2013"/>
                    <a:pt x="9133" y="2013"/>
                  </a:cubicBezTo>
                  <a:close/>
                  <a:moveTo>
                    <a:pt x="7733" y="2092"/>
                  </a:moveTo>
                  <a:cubicBezTo>
                    <a:pt x="7839" y="2092"/>
                    <a:pt x="7945" y="2096"/>
                    <a:pt x="8049" y="2096"/>
                  </a:cubicBezTo>
                  <a:lnTo>
                    <a:pt x="8049" y="2370"/>
                  </a:lnTo>
                  <a:cubicBezTo>
                    <a:pt x="7901" y="2502"/>
                    <a:pt x="7736" y="2543"/>
                    <a:pt x="7561" y="2543"/>
                  </a:cubicBezTo>
                  <a:cubicBezTo>
                    <a:pt x="7343" y="2543"/>
                    <a:pt x="7109" y="2480"/>
                    <a:pt x="6871" y="2453"/>
                  </a:cubicBezTo>
                  <a:cubicBezTo>
                    <a:pt x="7103" y="2132"/>
                    <a:pt x="7415" y="2092"/>
                    <a:pt x="7733" y="2092"/>
                  </a:cubicBezTo>
                  <a:close/>
                  <a:moveTo>
                    <a:pt x="14181" y="1203"/>
                  </a:moveTo>
                  <a:cubicBezTo>
                    <a:pt x="14169" y="1287"/>
                    <a:pt x="14157" y="1334"/>
                    <a:pt x="14145" y="1370"/>
                  </a:cubicBezTo>
                  <a:cubicBezTo>
                    <a:pt x="14169" y="1370"/>
                    <a:pt x="14193" y="1370"/>
                    <a:pt x="14193" y="1358"/>
                  </a:cubicBezTo>
                  <a:cubicBezTo>
                    <a:pt x="14271" y="1254"/>
                    <a:pt x="14361" y="1207"/>
                    <a:pt x="14473" y="1207"/>
                  </a:cubicBezTo>
                  <a:cubicBezTo>
                    <a:pt x="14515" y="1207"/>
                    <a:pt x="14561" y="1214"/>
                    <a:pt x="14610" y="1227"/>
                  </a:cubicBezTo>
                  <a:cubicBezTo>
                    <a:pt x="15360" y="1406"/>
                    <a:pt x="16098" y="1572"/>
                    <a:pt x="16884" y="1763"/>
                  </a:cubicBezTo>
                  <a:cubicBezTo>
                    <a:pt x="16729" y="2132"/>
                    <a:pt x="16598" y="2465"/>
                    <a:pt x="16443" y="2846"/>
                  </a:cubicBezTo>
                  <a:cubicBezTo>
                    <a:pt x="15550" y="2394"/>
                    <a:pt x="14681" y="1965"/>
                    <a:pt x="13776" y="1513"/>
                  </a:cubicBezTo>
                  <a:cubicBezTo>
                    <a:pt x="13907" y="1417"/>
                    <a:pt x="14026" y="1322"/>
                    <a:pt x="14181" y="1203"/>
                  </a:cubicBezTo>
                  <a:close/>
                  <a:moveTo>
                    <a:pt x="13055" y="2219"/>
                  </a:moveTo>
                  <a:cubicBezTo>
                    <a:pt x="13106" y="2219"/>
                    <a:pt x="13156" y="2226"/>
                    <a:pt x="13205" y="2239"/>
                  </a:cubicBezTo>
                  <a:cubicBezTo>
                    <a:pt x="14193" y="2477"/>
                    <a:pt x="15169" y="2763"/>
                    <a:pt x="16157" y="3037"/>
                  </a:cubicBezTo>
                  <a:cubicBezTo>
                    <a:pt x="16336" y="3084"/>
                    <a:pt x="16360" y="3180"/>
                    <a:pt x="16205" y="3334"/>
                  </a:cubicBezTo>
                  <a:cubicBezTo>
                    <a:pt x="15062" y="2727"/>
                    <a:pt x="13824" y="2644"/>
                    <a:pt x="12562" y="2525"/>
                  </a:cubicBezTo>
                  <a:cubicBezTo>
                    <a:pt x="12683" y="2310"/>
                    <a:pt x="12871" y="2219"/>
                    <a:pt x="13055" y="2219"/>
                  </a:cubicBezTo>
                  <a:close/>
                  <a:moveTo>
                    <a:pt x="5644" y="3977"/>
                  </a:moveTo>
                  <a:cubicBezTo>
                    <a:pt x="5644" y="3977"/>
                    <a:pt x="5656" y="3989"/>
                    <a:pt x="5656" y="3989"/>
                  </a:cubicBezTo>
                  <a:cubicBezTo>
                    <a:pt x="5835" y="4156"/>
                    <a:pt x="5882" y="4537"/>
                    <a:pt x="5787" y="5168"/>
                  </a:cubicBezTo>
                  <a:cubicBezTo>
                    <a:pt x="5740" y="4811"/>
                    <a:pt x="5704" y="4442"/>
                    <a:pt x="5656" y="4061"/>
                  </a:cubicBezTo>
                  <a:cubicBezTo>
                    <a:pt x="5656" y="4037"/>
                    <a:pt x="5656" y="4001"/>
                    <a:pt x="5644" y="3977"/>
                  </a:cubicBezTo>
                  <a:close/>
                  <a:moveTo>
                    <a:pt x="12228" y="4013"/>
                  </a:moveTo>
                  <a:cubicBezTo>
                    <a:pt x="12550" y="4013"/>
                    <a:pt x="12788" y="4299"/>
                    <a:pt x="12788" y="4656"/>
                  </a:cubicBezTo>
                  <a:cubicBezTo>
                    <a:pt x="12788" y="5017"/>
                    <a:pt x="12549" y="5275"/>
                    <a:pt x="12226" y="5275"/>
                  </a:cubicBezTo>
                  <a:cubicBezTo>
                    <a:pt x="12219" y="5275"/>
                    <a:pt x="12212" y="5275"/>
                    <a:pt x="12205" y="5275"/>
                  </a:cubicBezTo>
                  <a:cubicBezTo>
                    <a:pt x="11883" y="5275"/>
                    <a:pt x="11621" y="5013"/>
                    <a:pt x="11621" y="4692"/>
                  </a:cubicBezTo>
                  <a:cubicBezTo>
                    <a:pt x="11609" y="4346"/>
                    <a:pt x="11907" y="4013"/>
                    <a:pt x="12228" y="4013"/>
                  </a:cubicBezTo>
                  <a:close/>
                  <a:moveTo>
                    <a:pt x="15276" y="6150"/>
                  </a:moveTo>
                  <a:cubicBezTo>
                    <a:pt x="15312" y="6150"/>
                    <a:pt x="15348" y="6156"/>
                    <a:pt x="15372" y="6168"/>
                  </a:cubicBezTo>
                  <a:cubicBezTo>
                    <a:pt x="15407" y="6180"/>
                    <a:pt x="15419" y="6275"/>
                    <a:pt x="15419" y="6323"/>
                  </a:cubicBezTo>
                  <a:cubicBezTo>
                    <a:pt x="15360" y="6751"/>
                    <a:pt x="14979" y="7144"/>
                    <a:pt x="14562" y="7240"/>
                  </a:cubicBezTo>
                  <a:cubicBezTo>
                    <a:pt x="14523" y="7247"/>
                    <a:pt x="14484" y="7251"/>
                    <a:pt x="14445" y="7251"/>
                  </a:cubicBezTo>
                  <a:cubicBezTo>
                    <a:pt x="14187" y="7251"/>
                    <a:pt x="13944" y="7088"/>
                    <a:pt x="13871" y="6871"/>
                  </a:cubicBezTo>
                  <a:cubicBezTo>
                    <a:pt x="14312" y="6632"/>
                    <a:pt x="14741" y="6394"/>
                    <a:pt x="15181" y="6168"/>
                  </a:cubicBezTo>
                  <a:cubicBezTo>
                    <a:pt x="15205" y="6156"/>
                    <a:pt x="15241" y="6150"/>
                    <a:pt x="15276" y="6150"/>
                  </a:cubicBezTo>
                  <a:close/>
                  <a:moveTo>
                    <a:pt x="155" y="1"/>
                  </a:moveTo>
                  <a:cubicBezTo>
                    <a:pt x="322" y="382"/>
                    <a:pt x="477" y="763"/>
                    <a:pt x="632" y="1144"/>
                  </a:cubicBezTo>
                  <a:cubicBezTo>
                    <a:pt x="667" y="1227"/>
                    <a:pt x="656" y="1346"/>
                    <a:pt x="644" y="1441"/>
                  </a:cubicBezTo>
                  <a:cubicBezTo>
                    <a:pt x="465" y="2572"/>
                    <a:pt x="227" y="3692"/>
                    <a:pt x="108" y="4823"/>
                  </a:cubicBezTo>
                  <a:cubicBezTo>
                    <a:pt x="13" y="5823"/>
                    <a:pt x="1" y="6835"/>
                    <a:pt x="25" y="7835"/>
                  </a:cubicBezTo>
                  <a:cubicBezTo>
                    <a:pt x="25" y="8573"/>
                    <a:pt x="144" y="9311"/>
                    <a:pt x="525" y="9966"/>
                  </a:cubicBezTo>
                  <a:cubicBezTo>
                    <a:pt x="1037" y="10883"/>
                    <a:pt x="1501" y="11847"/>
                    <a:pt x="2156" y="12669"/>
                  </a:cubicBezTo>
                  <a:cubicBezTo>
                    <a:pt x="3382" y="14229"/>
                    <a:pt x="4727" y="15693"/>
                    <a:pt x="6025" y="17193"/>
                  </a:cubicBezTo>
                  <a:cubicBezTo>
                    <a:pt x="6168" y="17348"/>
                    <a:pt x="6335" y="17491"/>
                    <a:pt x="6525" y="17598"/>
                  </a:cubicBezTo>
                  <a:cubicBezTo>
                    <a:pt x="6715" y="17705"/>
                    <a:pt x="6939" y="17740"/>
                    <a:pt x="7199" y="17834"/>
                  </a:cubicBezTo>
                  <a:lnTo>
                    <a:pt x="7199" y="17834"/>
                  </a:lnTo>
                  <a:cubicBezTo>
                    <a:pt x="7201" y="17839"/>
                    <a:pt x="7202" y="17843"/>
                    <a:pt x="7204" y="17848"/>
                  </a:cubicBezTo>
                  <a:cubicBezTo>
                    <a:pt x="7240" y="18003"/>
                    <a:pt x="7275" y="18158"/>
                    <a:pt x="7311" y="18324"/>
                  </a:cubicBezTo>
                  <a:cubicBezTo>
                    <a:pt x="7466" y="19158"/>
                    <a:pt x="7692" y="19955"/>
                    <a:pt x="7990" y="20706"/>
                  </a:cubicBezTo>
                  <a:lnTo>
                    <a:pt x="8240" y="20706"/>
                  </a:lnTo>
                  <a:cubicBezTo>
                    <a:pt x="8026" y="20241"/>
                    <a:pt x="7871" y="19753"/>
                    <a:pt x="7775" y="19241"/>
                  </a:cubicBezTo>
                  <a:cubicBezTo>
                    <a:pt x="7609" y="18360"/>
                    <a:pt x="7502" y="17455"/>
                    <a:pt x="7371" y="16574"/>
                  </a:cubicBezTo>
                  <a:cubicBezTo>
                    <a:pt x="7073" y="14562"/>
                    <a:pt x="6775" y="12550"/>
                    <a:pt x="6478" y="10538"/>
                  </a:cubicBezTo>
                  <a:cubicBezTo>
                    <a:pt x="6466" y="10454"/>
                    <a:pt x="6478" y="10371"/>
                    <a:pt x="6478" y="10276"/>
                  </a:cubicBezTo>
                  <a:cubicBezTo>
                    <a:pt x="6502" y="10288"/>
                    <a:pt x="6513" y="10288"/>
                    <a:pt x="6537" y="10288"/>
                  </a:cubicBezTo>
                  <a:lnTo>
                    <a:pt x="6906" y="11585"/>
                  </a:lnTo>
                  <a:lnTo>
                    <a:pt x="6942" y="11573"/>
                  </a:lnTo>
                  <a:cubicBezTo>
                    <a:pt x="6740" y="10419"/>
                    <a:pt x="6549" y="9252"/>
                    <a:pt x="6359" y="8085"/>
                  </a:cubicBezTo>
                  <a:lnTo>
                    <a:pt x="6430" y="8073"/>
                  </a:lnTo>
                  <a:cubicBezTo>
                    <a:pt x="6502" y="8454"/>
                    <a:pt x="6585" y="8823"/>
                    <a:pt x="6656" y="9192"/>
                  </a:cubicBezTo>
                  <a:lnTo>
                    <a:pt x="6692" y="9192"/>
                  </a:lnTo>
                  <a:cubicBezTo>
                    <a:pt x="6430" y="7525"/>
                    <a:pt x="6168" y="5858"/>
                    <a:pt x="5894" y="4120"/>
                  </a:cubicBezTo>
                  <a:lnTo>
                    <a:pt x="5894" y="4120"/>
                  </a:lnTo>
                  <a:cubicBezTo>
                    <a:pt x="6109" y="4299"/>
                    <a:pt x="6311" y="4465"/>
                    <a:pt x="6502" y="4644"/>
                  </a:cubicBezTo>
                  <a:cubicBezTo>
                    <a:pt x="7359" y="5370"/>
                    <a:pt x="8192" y="6073"/>
                    <a:pt x="9014" y="6775"/>
                  </a:cubicBezTo>
                  <a:cubicBezTo>
                    <a:pt x="9026" y="6751"/>
                    <a:pt x="9049" y="6740"/>
                    <a:pt x="9061" y="6716"/>
                  </a:cubicBezTo>
                  <a:cubicBezTo>
                    <a:pt x="8895" y="6549"/>
                    <a:pt x="8728" y="6382"/>
                    <a:pt x="8549" y="6228"/>
                  </a:cubicBezTo>
                  <a:cubicBezTo>
                    <a:pt x="8561" y="6204"/>
                    <a:pt x="8573" y="6180"/>
                    <a:pt x="8585" y="6156"/>
                  </a:cubicBezTo>
                  <a:cubicBezTo>
                    <a:pt x="8597" y="6144"/>
                    <a:pt x="8609" y="6132"/>
                    <a:pt x="8609" y="6109"/>
                  </a:cubicBezTo>
                  <a:cubicBezTo>
                    <a:pt x="8704" y="6192"/>
                    <a:pt x="8788" y="6275"/>
                    <a:pt x="8883" y="6359"/>
                  </a:cubicBezTo>
                  <a:cubicBezTo>
                    <a:pt x="10312" y="7668"/>
                    <a:pt x="12014" y="8347"/>
                    <a:pt x="13943" y="8454"/>
                  </a:cubicBezTo>
                  <a:cubicBezTo>
                    <a:pt x="13562" y="8347"/>
                    <a:pt x="13157" y="8240"/>
                    <a:pt x="12764" y="8121"/>
                  </a:cubicBezTo>
                  <a:cubicBezTo>
                    <a:pt x="12586" y="8073"/>
                    <a:pt x="12419" y="8014"/>
                    <a:pt x="12240" y="7954"/>
                  </a:cubicBezTo>
                  <a:cubicBezTo>
                    <a:pt x="11502" y="7704"/>
                    <a:pt x="10800" y="7382"/>
                    <a:pt x="10181" y="6871"/>
                  </a:cubicBezTo>
                  <a:cubicBezTo>
                    <a:pt x="9061" y="5966"/>
                    <a:pt x="7930" y="5049"/>
                    <a:pt x="6823" y="4144"/>
                  </a:cubicBezTo>
                  <a:cubicBezTo>
                    <a:pt x="6728" y="4061"/>
                    <a:pt x="6656" y="3977"/>
                    <a:pt x="6537" y="3846"/>
                  </a:cubicBezTo>
                  <a:cubicBezTo>
                    <a:pt x="7918" y="3715"/>
                    <a:pt x="9264" y="3596"/>
                    <a:pt x="10597" y="3465"/>
                  </a:cubicBezTo>
                  <a:lnTo>
                    <a:pt x="11966" y="3334"/>
                  </a:lnTo>
                  <a:lnTo>
                    <a:pt x="12002" y="3453"/>
                  </a:lnTo>
                  <a:cubicBezTo>
                    <a:pt x="11990" y="3465"/>
                    <a:pt x="11966" y="3477"/>
                    <a:pt x="11955" y="3501"/>
                  </a:cubicBezTo>
                  <a:cubicBezTo>
                    <a:pt x="11836" y="3596"/>
                    <a:pt x="11716" y="3692"/>
                    <a:pt x="11621" y="3799"/>
                  </a:cubicBezTo>
                  <a:cubicBezTo>
                    <a:pt x="10776" y="4775"/>
                    <a:pt x="10752" y="6216"/>
                    <a:pt x="11562" y="7121"/>
                  </a:cubicBezTo>
                  <a:cubicBezTo>
                    <a:pt x="12108" y="7730"/>
                    <a:pt x="12827" y="8047"/>
                    <a:pt x="13553" y="8047"/>
                  </a:cubicBezTo>
                  <a:cubicBezTo>
                    <a:pt x="14060" y="8047"/>
                    <a:pt x="14571" y="7892"/>
                    <a:pt x="15026" y="7573"/>
                  </a:cubicBezTo>
                  <a:cubicBezTo>
                    <a:pt x="16050" y="6871"/>
                    <a:pt x="16431" y="5763"/>
                    <a:pt x="16062" y="4573"/>
                  </a:cubicBezTo>
                  <a:cubicBezTo>
                    <a:pt x="16038" y="4489"/>
                    <a:pt x="16038" y="4346"/>
                    <a:pt x="16098" y="4287"/>
                  </a:cubicBezTo>
                  <a:cubicBezTo>
                    <a:pt x="16135" y="4250"/>
                    <a:pt x="16210" y="4231"/>
                    <a:pt x="16278" y="4231"/>
                  </a:cubicBezTo>
                  <a:cubicBezTo>
                    <a:pt x="16318" y="4231"/>
                    <a:pt x="16357" y="4238"/>
                    <a:pt x="16384" y="4251"/>
                  </a:cubicBezTo>
                  <a:cubicBezTo>
                    <a:pt x="17158" y="4668"/>
                    <a:pt x="17920" y="5096"/>
                    <a:pt x="18670" y="5513"/>
                  </a:cubicBezTo>
                  <a:cubicBezTo>
                    <a:pt x="18527" y="6406"/>
                    <a:pt x="18205" y="7228"/>
                    <a:pt x="17872" y="8049"/>
                  </a:cubicBezTo>
                  <a:cubicBezTo>
                    <a:pt x="17729" y="8395"/>
                    <a:pt x="17586" y="8740"/>
                    <a:pt x="17455" y="9085"/>
                  </a:cubicBezTo>
                  <a:lnTo>
                    <a:pt x="17836" y="8442"/>
                  </a:lnTo>
                  <a:cubicBezTo>
                    <a:pt x="17860" y="8454"/>
                    <a:pt x="17872" y="8454"/>
                    <a:pt x="17884" y="8466"/>
                  </a:cubicBezTo>
                  <a:cubicBezTo>
                    <a:pt x="17884" y="8466"/>
                    <a:pt x="17884" y="8478"/>
                    <a:pt x="17884" y="8478"/>
                  </a:cubicBezTo>
                  <a:cubicBezTo>
                    <a:pt x="17693" y="8930"/>
                    <a:pt x="17491" y="9383"/>
                    <a:pt x="17300" y="9835"/>
                  </a:cubicBezTo>
                  <a:cubicBezTo>
                    <a:pt x="17324" y="9859"/>
                    <a:pt x="17360" y="9871"/>
                    <a:pt x="17384" y="9883"/>
                  </a:cubicBezTo>
                  <a:cubicBezTo>
                    <a:pt x="17681" y="9561"/>
                    <a:pt x="18003" y="9252"/>
                    <a:pt x="18277" y="8918"/>
                  </a:cubicBezTo>
                  <a:cubicBezTo>
                    <a:pt x="19086" y="7942"/>
                    <a:pt x="19813" y="6930"/>
                    <a:pt x="20456" y="5847"/>
                  </a:cubicBezTo>
                  <a:cubicBezTo>
                    <a:pt x="20765" y="5311"/>
                    <a:pt x="21194" y="4858"/>
                    <a:pt x="21480" y="4311"/>
                  </a:cubicBezTo>
                  <a:cubicBezTo>
                    <a:pt x="22242" y="2918"/>
                    <a:pt x="22980" y="1501"/>
                    <a:pt x="23682" y="72"/>
                  </a:cubicBezTo>
                  <a:lnTo>
                    <a:pt x="23718" y="1"/>
                  </a:lnTo>
                  <a:lnTo>
                    <a:pt x="23075" y="1"/>
                  </a:lnTo>
                  <a:cubicBezTo>
                    <a:pt x="22920" y="274"/>
                    <a:pt x="22742" y="525"/>
                    <a:pt x="22527" y="763"/>
                  </a:cubicBezTo>
                  <a:cubicBezTo>
                    <a:pt x="22468" y="810"/>
                    <a:pt x="22444" y="870"/>
                    <a:pt x="22373" y="989"/>
                  </a:cubicBezTo>
                  <a:cubicBezTo>
                    <a:pt x="22492" y="644"/>
                    <a:pt x="22611" y="322"/>
                    <a:pt x="22718" y="1"/>
                  </a:cubicBezTo>
                  <a:lnTo>
                    <a:pt x="22432" y="1"/>
                  </a:lnTo>
                  <a:cubicBezTo>
                    <a:pt x="22206" y="382"/>
                    <a:pt x="21992" y="775"/>
                    <a:pt x="21777" y="1167"/>
                  </a:cubicBezTo>
                  <a:cubicBezTo>
                    <a:pt x="21765" y="1156"/>
                    <a:pt x="21753" y="1156"/>
                    <a:pt x="21742" y="1144"/>
                  </a:cubicBezTo>
                  <a:cubicBezTo>
                    <a:pt x="21884" y="810"/>
                    <a:pt x="22039" y="465"/>
                    <a:pt x="22182" y="120"/>
                  </a:cubicBezTo>
                  <a:cubicBezTo>
                    <a:pt x="22170" y="108"/>
                    <a:pt x="22158" y="108"/>
                    <a:pt x="22146" y="108"/>
                  </a:cubicBezTo>
                  <a:cubicBezTo>
                    <a:pt x="22075" y="191"/>
                    <a:pt x="21992" y="286"/>
                    <a:pt x="21920" y="382"/>
                  </a:cubicBezTo>
                  <a:cubicBezTo>
                    <a:pt x="21908" y="370"/>
                    <a:pt x="21896" y="358"/>
                    <a:pt x="21884" y="346"/>
                  </a:cubicBezTo>
                  <a:cubicBezTo>
                    <a:pt x="21920" y="227"/>
                    <a:pt x="21968" y="120"/>
                    <a:pt x="22015" y="1"/>
                  </a:cubicBezTo>
                  <a:lnTo>
                    <a:pt x="21849" y="1"/>
                  </a:lnTo>
                  <a:cubicBezTo>
                    <a:pt x="21646" y="465"/>
                    <a:pt x="21456" y="941"/>
                    <a:pt x="21253" y="1417"/>
                  </a:cubicBezTo>
                  <a:cubicBezTo>
                    <a:pt x="21241" y="1406"/>
                    <a:pt x="21230" y="1406"/>
                    <a:pt x="21218" y="1394"/>
                  </a:cubicBezTo>
                  <a:cubicBezTo>
                    <a:pt x="21325" y="1025"/>
                    <a:pt x="21444" y="644"/>
                    <a:pt x="21551" y="274"/>
                  </a:cubicBezTo>
                  <a:cubicBezTo>
                    <a:pt x="21527" y="263"/>
                    <a:pt x="21503" y="263"/>
                    <a:pt x="21480" y="251"/>
                  </a:cubicBezTo>
                  <a:cubicBezTo>
                    <a:pt x="21420" y="370"/>
                    <a:pt x="21361" y="477"/>
                    <a:pt x="21301" y="596"/>
                  </a:cubicBezTo>
                  <a:cubicBezTo>
                    <a:pt x="21289" y="596"/>
                    <a:pt x="21289" y="584"/>
                    <a:pt x="21277" y="584"/>
                  </a:cubicBezTo>
                  <a:cubicBezTo>
                    <a:pt x="21325" y="394"/>
                    <a:pt x="21372" y="191"/>
                    <a:pt x="21420" y="1"/>
                  </a:cubicBezTo>
                  <a:lnTo>
                    <a:pt x="20539" y="1"/>
                  </a:lnTo>
                  <a:cubicBezTo>
                    <a:pt x="20063" y="1727"/>
                    <a:pt x="19467" y="3430"/>
                    <a:pt x="18836" y="5108"/>
                  </a:cubicBezTo>
                  <a:cubicBezTo>
                    <a:pt x="18813" y="5180"/>
                    <a:pt x="18777" y="5239"/>
                    <a:pt x="18741" y="5323"/>
                  </a:cubicBezTo>
                  <a:cubicBezTo>
                    <a:pt x="18741" y="5323"/>
                    <a:pt x="18729" y="5335"/>
                    <a:pt x="18729" y="5335"/>
                  </a:cubicBezTo>
                  <a:lnTo>
                    <a:pt x="18563" y="5180"/>
                  </a:lnTo>
                  <a:cubicBezTo>
                    <a:pt x="18015" y="4692"/>
                    <a:pt x="17467" y="4215"/>
                    <a:pt x="16884" y="3692"/>
                  </a:cubicBezTo>
                  <a:cubicBezTo>
                    <a:pt x="17050" y="3608"/>
                    <a:pt x="17181" y="3477"/>
                    <a:pt x="17324" y="3477"/>
                  </a:cubicBezTo>
                  <a:cubicBezTo>
                    <a:pt x="17479" y="3477"/>
                    <a:pt x="17646" y="3584"/>
                    <a:pt x="17801" y="3644"/>
                  </a:cubicBezTo>
                  <a:cubicBezTo>
                    <a:pt x="17812" y="3620"/>
                    <a:pt x="17836" y="3596"/>
                    <a:pt x="17848" y="3572"/>
                  </a:cubicBezTo>
                  <a:cubicBezTo>
                    <a:pt x="17705" y="3465"/>
                    <a:pt x="17562" y="3370"/>
                    <a:pt x="17420" y="3263"/>
                  </a:cubicBezTo>
                  <a:cubicBezTo>
                    <a:pt x="18205" y="2227"/>
                    <a:pt x="18896" y="1132"/>
                    <a:pt x="19491" y="1"/>
                  </a:cubicBezTo>
                  <a:lnTo>
                    <a:pt x="17396" y="1"/>
                  </a:lnTo>
                  <a:cubicBezTo>
                    <a:pt x="17253" y="394"/>
                    <a:pt x="17122" y="798"/>
                    <a:pt x="16991" y="1203"/>
                  </a:cubicBezTo>
                  <a:cubicBezTo>
                    <a:pt x="16324" y="1001"/>
                    <a:pt x="15657" y="786"/>
                    <a:pt x="14919" y="548"/>
                  </a:cubicBezTo>
                  <a:cubicBezTo>
                    <a:pt x="15134" y="370"/>
                    <a:pt x="15336" y="191"/>
                    <a:pt x="15538" y="1"/>
                  </a:cubicBezTo>
                  <a:lnTo>
                    <a:pt x="14002" y="1"/>
                  </a:lnTo>
                  <a:cubicBezTo>
                    <a:pt x="14002" y="13"/>
                    <a:pt x="13991" y="24"/>
                    <a:pt x="13979" y="36"/>
                  </a:cubicBezTo>
                  <a:cubicBezTo>
                    <a:pt x="13931" y="132"/>
                    <a:pt x="13883" y="174"/>
                    <a:pt x="13815" y="174"/>
                  </a:cubicBezTo>
                  <a:cubicBezTo>
                    <a:pt x="13780" y="174"/>
                    <a:pt x="13741" y="163"/>
                    <a:pt x="13693" y="144"/>
                  </a:cubicBezTo>
                  <a:cubicBezTo>
                    <a:pt x="13538" y="96"/>
                    <a:pt x="13383" y="48"/>
                    <a:pt x="1321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8"/>
            <p:cNvSpPr/>
            <p:nvPr/>
          </p:nvSpPr>
          <p:spPr>
            <a:xfrm>
              <a:off x="3675450" y="2669800"/>
              <a:ext cx="181600" cy="78900"/>
            </a:xfrm>
            <a:custGeom>
              <a:rect b="b" l="l" r="r" t="t"/>
              <a:pathLst>
                <a:path extrusionOk="0" h="3156" w="7264">
                  <a:moveTo>
                    <a:pt x="4477" y="1"/>
                  </a:moveTo>
                  <a:cubicBezTo>
                    <a:pt x="4465" y="144"/>
                    <a:pt x="4394" y="227"/>
                    <a:pt x="4239" y="310"/>
                  </a:cubicBezTo>
                  <a:cubicBezTo>
                    <a:pt x="3798" y="536"/>
                    <a:pt x="3370" y="775"/>
                    <a:pt x="2941" y="1001"/>
                  </a:cubicBezTo>
                  <a:cubicBezTo>
                    <a:pt x="2382" y="1310"/>
                    <a:pt x="1822" y="1608"/>
                    <a:pt x="1274" y="1918"/>
                  </a:cubicBezTo>
                  <a:cubicBezTo>
                    <a:pt x="750" y="2215"/>
                    <a:pt x="358" y="2656"/>
                    <a:pt x="0" y="3156"/>
                  </a:cubicBezTo>
                  <a:cubicBezTo>
                    <a:pt x="715" y="2727"/>
                    <a:pt x="1453" y="2346"/>
                    <a:pt x="2203" y="2001"/>
                  </a:cubicBezTo>
                  <a:cubicBezTo>
                    <a:pt x="3846" y="1239"/>
                    <a:pt x="5561" y="632"/>
                    <a:pt x="7263" y="1"/>
                  </a:cubicBezTo>
                  <a:lnTo>
                    <a:pt x="4775" y="1"/>
                  </a:lnTo>
                  <a:cubicBezTo>
                    <a:pt x="4751" y="13"/>
                    <a:pt x="4727" y="13"/>
                    <a:pt x="4715" y="24"/>
                  </a:cubicBezTo>
                  <a:lnTo>
                    <a:pt x="471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8"/>
            <p:cNvSpPr/>
            <p:nvPr/>
          </p:nvSpPr>
          <p:spPr>
            <a:xfrm>
              <a:off x="3028950" y="2669800"/>
              <a:ext cx="22925" cy="55700"/>
            </a:xfrm>
            <a:custGeom>
              <a:rect b="b" l="l" r="r" t="t"/>
              <a:pathLst>
                <a:path extrusionOk="0" h="2228" w="917">
                  <a:moveTo>
                    <a:pt x="0" y="1"/>
                  </a:moveTo>
                  <a:cubicBezTo>
                    <a:pt x="202" y="548"/>
                    <a:pt x="405" y="1084"/>
                    <a:pt x="619" y="1620"/>
                  </a:cubicBezTo>
                  <a:cubicBezTo>
                    <a:pt x="702" y="1822"/>
                    <a:pt x="786" y="2025"/>
                    <a:pt x="857" y="2227"/>
                  </a:cubicBezTo>
                  <a:cubicBezTo>
                    <a:pt x="881" y="2215"/>
                    <a:pt x="893" y="2215"/>
                    <a:pt x="917" y="2203"/>
                  </a:cubicBezTo>
                  <a:cubicBezTo>
                    <a:pt x="762" y="1477"/>
                    <a:pt x="607" y="739"/>
                    <a:pt x="45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8"/>
            <p:cNvSpPr/>
            <p:nvPr/>
          </p:nvSpPr>
          <p:spPr>
            <a:xfrm>
              <a:off x="3663850" y="2669500"/>
              <a:ext cx="473275" cy="517950"/>
            </a:xfrm>
            <a:custGeom>
              <a:rect b="b" l="l" r="r" t="t"/>
              <a:pathLst>
                <a:path extrusionOk="0" h="20718" w="18931">
                  <a:moveTo>
                    <a:pt x="10992" y="2446"/>
                  </a:moveTo>
                  <a:cubicBezTo>
                    <a:pt x="11163" y="2446"/>
                    <a:pt x="11333" y="2450"/>
                    <a:pt x="11501" y="2465"/>
                  </a:cubicBezTo>
                  <a:cubicBezTo>
                    <a:pt x="11621" y="2489"/>
                    <a:pt x="11716" y="2692"/>
                    <a:pt x="11823" y="2811"/>
                  </a:cubicBezTo>
                  <a:cubicBezTo>
                    <a:pt x="11811" y="2846"/>
                    <a:pt x="11787" y="2882"/>
                    <a:pt x="11775" y="2906"/>
                  </a:cubicBezTo>
                  <a:lnTo>
                    <a:pt x="10370" y="2906"/>
                  </a:lnTo>
                  <a:cubicBezTo>
                    <a:pt x="10358" y="2882"/>
                    <a:pt x="10358" y="2870"/>
                    <a:pt x="10347" y="2846"/>
                  </a:cubicBezTo>
                  <a:cubicBezTo>
                    <a:pt x="10549" y="2763"/>
                    <a:pt x="10751" y="2680"/>
                    <a:pt x="11013" y="2561"/>
                  </a:cubicBezTo>
                  <a:cubicBezTo>
                    <a:pt x="10995" y="2559"/>
                    <a:pt x="10978" y="2558"/>
                    <a:pt x="10960" y="2558"/>
                  </a:cubicBezTo>
                  <a:cubicBezTo>
                    <a:pt x="10771" y="2558"/>
                    <a:pt x="10597" y="2634"/>
                    <a:pt x="10445" y="2634"/>
                  </a:cubicBezTo>
                  <a:cubicBezTo>
                    <a:pt x="10376" y="2634"/>
                    <a:pt x="10311" y="2618"/>
                    <a:pt x="10251" y="2572"/>
                  </a:cubicBezTo>
                  <a:cubicBezTo>
                    <a:pt x="10275" y="2537"/>
                    <a:pt x="10287" y="2489"/>
                    <a:pt x="10311" y="2453"/>
                  </a:cubicBezTo>
                  <a:cubicBezTo>
                    <a:pt x="10535" y="2453"/>
                    <a:pt x="10764" y="2446"/>
                    <a:pt x="10992" y="2446"/>
                  </a:cubicBezTo>
                  <a:close/>
                  <a:moveTo>
                    <a:pt x="4054" y="4227"/>
                  </a:moveTo>
                  <a:cubicBezTo>
                    <a:pt x="4060" y="4227"/>
                    <a:pt x="4066" y="4227"/>
                    <a:pt x="4072" y="4227"/>
                  </a:cubicBezTo>
                  <a:cubicBezTo>
                    <a:pt x="4405" y="4227"/>
                    <a:pt x="4655" y="4466"/>
                    <a:pt x="4643" y="4775"/>
                  </a:cubicBezTo>
                  <a:cubicBezTo>
                    <a:pt x="4632" y="5078"/>
                    <a:pt x="4334" y="5359"/>
                    <a:pt x="4031" y="5359"/>
                  </a:cubicBezTo>
                  <a:cubicBezTo>
                    <a:pt x="4025" y="5359"/>
                    <a:pt x="4019" y="5359"/>
                    <a:pt x="4012" y="5359"/>
                  </a:cubicBezTo>
                  <a:cubicBezTo>
                    <a:pt x="3703" y="5359"/>
                    <a:pt x="3489" y="5132"/>
                    <a:pt x="3489" y="4847"/>
                  </a:cubicBezTo>
                  <a:cubicBezTo>
                    <a:pt x="3489" y="4520"/>
                    <a:pt x="3752" y="4227"/>
                    <a:pt x="4054" y="4227"/>
                  </a:cubicBezTo>
                  <a:close/>
                  <a:moveTo>
                    <a:pt x="7172" y="6087"/>
                  </a:moveTo>
                  <a:cubicBezTo>
                    <a:pt x="7174" y="6087"/>
                    <a:pt x="7191" y="6104"/>
                    <a:pt x="7191" y="6121"/>
                  </a:cubicBezTo>
                  <a:cubicBezTo>
                    <a:pt x="7312" y="6614"/>
                    <a:pt x="6584" y="7401"/>
                    <a:pt x="6040" y="7401"/>
                  </a:cubicBezTo>
                  <a:cubicBezTo>
                    <a:pt x="5994" y="7401"/>
                    <a:pt x="5949" y="7395"/>
                    <a:pt x="5906" y="7383"/>
                  </a:cubicBezTo>
                  <a:cubicBezTo>
                    <a:pt x="5822" y="7359"/>
                    <a:pt x="5715" y="7252"/>
                    <a:pt x="5691" y="7168"/>
                  </a:cubicBezTo>
                  <a:cubicBezTo>
                    <a:pt x="5667" y="7097"/>
                    <a:pt x="5739" y="6990"/>
                    <a:pt x="5798" y="6906"/>
                  </a:cubicBezTo>
                  <a:cubicBezTo>
                    <a:pt x="5822" y="6859"/>
                    <a:pt x="5894" y="6835"/>
                    <a:pt x="5941" y="6799"/>
                  </a:cubicBezTo>
                  <a:cubicBezTo>
                    <a:pt x="6346" y="6573"/>
                    <a:pt x="6739" y="6347"/>
                    <a:pt x="7180" y="6097"/>
                  </a:cubicBezTo>
                  <a:cubicBezTo>
                    <a:pt x="7173" y="6090"/>
                    <a:pt x="7171" y="6087"/>
                    <a:pt x="7172" y="6087"/>
                  </a:cubicBezTo>
                  <a:close/>
                  <a:moveTo>
                    <a:pt x="16982" y="1722"/>
                  </a:moveTo>
                  <a:cubicBezTo>
                    <a:pt x="17110" y="1722"/>
                    <a:pt x="17241" y="1767"/>
                    <a:pt x="17371" y="1846"/>
                  </a:cubicBezTo>
                  <a:cubicBezTo>
                    <a:pt x="17740" y="2084"/>
                    <a:pt x="17967" y="2430"/>
                    <a:pt x="18050" y="2834"/>
                  </a:cubicBezTo>
                  <a:cubicBezTo>
                    <a:pt x="18193" y="3501"/>
                    <a:pt x="18312" y="4180"/>
                    <a:pt x="18395" y="4858"/>
                  </a:cubicBezTo>
                  <a:cubicBezTo>
                    <a:pt x="18562" y="6323"/>
                    <a:pt x="18586" y="7787"/>
                    <a:pt x="18300" y="9228"/>
                  </a:cubicBezTo>
                  <a:cubicBezTo>
                    <a:pt x="18229" y="9621"/>
                    <a:pt x="18098" y="10014"/>
                    <a:pt x="17919" y="10359"/>
                  </a:cubicBezTo>
                  <a:cubicBezTo>
                    <a:pt x="17490" y="11181"/>
                    <a:pt x="17026" y="11978"/>
                    <a:pt x="16490" y="12728"/>
                  </a:cubicBezTo>
                  <a:cubicBezTo>
                    <a:pt x="16050" y="13360"/>
                    <a:pt x="15562" y="13967"/>
                    <a:pt x="15026" y="14538"/>
                  </a:cubicBezTo>
                  <a:cubicBezTo>
                    <a:pt x="14097" y="15538"/>
                    <a:pt x="13180" y="16538"/>
                    <a:pt x="12240" y="17515"/>
                  </a:cubicBezTo>
                  <a:cubicBezTo>
                    <a:pt x="12109" y="17646"/>
                    <a:pt x="11954" y="17741"/>
                    <a:pt x="11787" y="17824"/>
                  </a:cubicBezTo>
                  <a:cubicBezTo>
                    <a:pt x="11668" y="17896"/>
                    <a:pt x="11549" y="17955"/>
                    <a:pt x="11430" y="18027"/>
                  </a:cubicBezTo>
                  <a:cubicBezTo>
                    <a:pt x="11418" y="17967"/>
                    <a:pt x="11406" y="17896"/>
                    <a:pt x="11418" y="17836"/>
                  </a:cubicBezTo>
                  <a:cubicBezTo>
                    <a:pt x="11752" y="16217"/>
                    <a:pt x="12061" y="14610"/>
                    <a:pt x="12406" y="13002"/>
                  </a:cubicBezTo>
                  <a:cubicBezTo>
                    <a:pt x="12942" y="10550"/>
                    <a:pt x="13502" y="8109"/>
                    <a:pt x="14049" y="5656"/>
                  </a:cubicBezTo>
                  <a:cubicBezTo>
                    <a:pt x="14085" y="5501"/>
                    <a:pt x="14109" y="5335"/>
                    <a:pt x="14180" y="5216"/>
                  </a:cubicBezTo>
                  <a:cubicBezTo>
                    <a:pt x="14800" y="4275"/>
                    <a:pt x="15419" y="3346"/>
                    <a:pt x="16062" y="2418"/>
                  </a:cubicBezTo>
                  <a:cubicBezTo>
                    <a:pt x="16193" y="2215"/>
                    <a:pt x="16395" y="2049"/>
                    <a:pt x="16574" y="1894"/>
                  </a:cubicBezTo>
                  <a:cubicBezTo>
                    <a:pt x="16704" y="1776"/>
                    <a:pt x="16842" y="1722"/>
                    <a:pt x="16982" y="1722"/>
                  </a:cubicBezTo>
                  <a:close/>
                  <a:moveTo>
                    <a:pt x="8704" y="1"/>
                  </a:moveTo>
                  <a:cubicBezTo>
                    <a:pt x="8965" y="763"/>
                    <a:pt x="9227" y="1477"/>
                    <a:pt x="9513" y="2263"/>
                  </a:cubicBezTo>
                  <a:cubicBezTo>
                    <a:pt x="9180" y="2215"/>
                    <a:pt x="8918" y="2191"/>
                    <a:pt x="8656" y="2132"/>
                  </a:cubicBezTo>
                  <a:cubicBezTo>
                    <a:pt x="7845" y="1956"/>
                    <a:pt x="7034" y="1812"/>
                    <a:pt x="6209" y="1812"/>
                  </a:cubicBezTo>
                  <a:cubicBezTo>
                    <a:pt x="5920" y="1812"/>
                    <a:pt x="5628" y="1830"/>
                    <a:pt x="5334" y="1870"/>
                  </a:cubicBezTo>
                  <a:cubicBezTo>
                    <a:pt x="4596" y="1977"/>
                    <a:pt x="3893" y="2239"/>
                    <a:pt x="3250" y="2644"/>
                  </a:cubicBezTo>
                  <a:cubicBezTo>
                    <a:pt x="4248" y="2219"/>
                    <a:pt x="5274" y="1973"/>
                    <a:pt x="6234" y="1973"/>
                  </a:cubicBezTo>
                  <a:cubicBezTo>
                    <a:pt x="6512" y="1973"/>
                    <a:pt x="6784" y="1994"/>
                    <a:pt x="7049" y="2037"/>
                  </a:cubicBezTo>
                  <a:cubicBezTo>
                    <a:pt x="6167" y="2191"/>
                    <a:pt x="5060" y="2311"/>
                    <a:pt x="4001" y="2572"/>
                  </a:cubicBezTo>
                  <a:cubicBezTo>
                    <a:pt x="3108" y="2799"/>
                    <a:pt x="2298" y="3215"/>
                    <a:pt x="1548" y="3763"/>
                  </a:cubicBezTo>
                  <a:cubicBezTo>
                    <a:pt x="1405" y="3870"/>
                    <a:pt x="1262" y="3989"/>
                    <a:pt x="1119" y="4108"/>
                  </a:cubicBezTo>
                  <a:cubicBezTo>
                    <a:pt x="1226" y="4061"/>
                    <a:pt x="1334" y="4013"/>
                    <a:pt x="1441" y="3977"/>
                  </a:cubicBezTo>
                  <a:cubicBezTo>
                    <a:pt x="1607" y="3906"/>
                    <a:pt x="1762" y="3823"/>
                    <a:pt x="1917" y="3739"/>
                  </a:cubicBezTo>
                  <a:cubicBezTo>
                    <a:pt x="3838" y="2630"/>
                    <a:pt x="5908" y="2394"/>
                    <a:pt x="8023" y="2394"/>
                  </a:cubicBezTo>
                  <a:cubicBezTo>
                    <a:pt x="8451" y="2394"/>
                    <a:pt x="8880" y="2404"/>
                    <a:pt x="9311" y="2418"/>
                  </a:cubicBezTo>
                  <a:cubicBezTo>
                    <a:pt x="9477" y="2430"/>
                    <a:pt x="9620" y="2489"/>
                    <a:pt x="9573" y="2727"/>
                  </a:cubicBezTo>
                  <a:cubicBezTo>
                    <a:pt x="9394" y="2751"/>
                    <a:pt x="9204" y="2787"/>
                    <a:pt x="9013" y="2787"/>
                  </a:cubicBezTo>
                  <a:cubicBezTo>
                    <a:pt x="8624" y="2787"/>
                    <a:pt x="8235" y="2776"/>
                    <a:pt x="7846" y="2776"/>
                  </a:cubicBezTo>
                  <a:cubicBezTo>
                    <a:pt x="7652" y="2776"/>
                    <a:pt x="7457" y="2779"/>
                    <a:pt x="7263" y="2787"/>
                  </a:cubicBezTo>
                  <a:cubicBezTo>
                    <a:pt x="6322" y="2822"/>
                    <a:pt x="5382" y="2858"/>
                    <a:pt x="4441" y="2965"/>
                  </a:cubicBezTo>
                  <a:cubicBezTo>
                    <a:pt x="3512" y="3084"/>
                    <a:pt x="2643" y="3454"/>
                    <a:pt x="1869" y="3977"/>
                  </a:cubicBezTo>
                  <a:cubicBezTo>
                    <a:pt x="1631" y="4132"/>
                    <a:pt x="1417" y="4311"/>
                    <a:pt x="1191" y="4477"/>
                  </a:cubicBezTo>
                  <a:cubicBezTo>
                    <a:pt x="905" y="4704"/>
                    <a:pt x="619" y="4930"/>
                    <a:pt x="345" y="5168"/>
                  </a:cubicBezTo>
                  <a:cubicBezTo>
                    <a:pt x="202" y="5275"/>
                    <a:pt x="107" y="5466"/>
                    <a:pt x="0" y="5620"/>
                  </a:cubicBezTo>
                  <a:cubicBezTo>
                    <a:pt x="24" y="5644"/>
                    <a:pt x="48" y="5668"/>
                    <a:pt x="71" y="5692"/>
                  </a:cubicBezTo>
                  <a:cubicBezTo>
                    <a:pt x="357" y="5525"/>
                    <a:pt x="619" y="5335"/>
                    <a:pt x="905" y="5156"/>
                  </a:cubicBezTo>
                  <a:cubicBezTo>
                    <a:pt x="1095" y="5025"/>
                    <a:pt x="1298" y="4906"/>
                    <a:pt x="1500" y="4799"/>
                  </a:cubicBezTo>
                  <a:cubicBezTo>
                    <a:pt x="2000" y="4525"/>
                    <a:pt x="2524" y="4323"/>
                    <a:pt x="3036" y="4085"/>
                  </a:cubicBezTo>
                  <a:lnTo>
                    <a:pt x="3036" y="4085"/>
                  </a:lnTo>
                  <a:cubicBezTo>
                    <a:pt x="2929" y="4382"/>
                    <a:pt x="2822" y="4632"/>
                    <a:pt x="2727" y="4882"/>
                  </a:cubicBezTo>
                  <a:cubicBezTo>
                    <a:pt x="2465" y="5585"/>
                    <a:pt x="2572" y="6240"/>
                    <a:pt x="2893" y="6906"/>
                  </a:cubicBezTo>
                  <a:cubicBezTo>
                    <a:pt x="3269" y="7676"/>
                    <a:pt x="4332" y="8170"/>
                    <a:pt x="5368" y="8170"/>
                  </a:cubicBezTo>
                  <a:cubicBezTo>
                    <a:pt x="5710" y="8170"/>
                    <a:pt x="6048" y="8117"/>
                    <a:pt x="6358" y="8002"/>
                  </a:cubicBezTo>
                  <a:cubicBezTo>
                    <a:pt x="7703" y="7490"/>
                    <a:pt x="8382" y="6168"/>
                    <a:pt x="7918" y="4799"/>
                  </a:cubicBezTo>
                  <a:cubicBezTo>
                    <a:pt x="7822" y="4525"/>
                    <a:pt x="7668" y="4275"/>
                    <a:pt x="7537" y="4001"/>
                  </a:cubicBezTo>
                  <a:cubicBezTo>
                    <a:pt x="7549" y="4001"/>
                    <a:pt x="7572" y="3977"/>
                    <a:pt x="7608" y="3977"/>
                  </a:cubicBezTo>
                  <a:cubicBezTo>
                    <a:pt x="8334" y="4001"/>
                    <a:pt x="9061" y="4037"/>
                    <a:pt x="9787" y="4073"/>
                  </a:cubicBezTo>
                  <a:cubicBezTo>
                    <a:pt x="9858" y="4073"/>
                    <a:pt x="9918" y="4180"/>
                    <a:pt x="9989" y="4239"/>
                  </a:cubicBezTo>
                  <a:lnTo>
                    <a:pt x="10013" y="4239"/>
                  </a:lnTo>
                  <a:cubicBezTo>
                    <a:pt x="10049" y="4180"/>
                    <a:pt x="10073" y="4132"/>
                    <a:pt x="10108" y="4073"/>
                  </a:cubicBezTo>
                  <a:cubicBezTo>
                    <a:pt x="10132" y="4085"/>
                    <a:pt x="10156" y="4085"/>
                    <a:pt x="10180" y="4085"/>
                  </a:cubicBezTo>
                  <a:cubicBezTo>
                    <a:pt x="10180" y="4251"/>
                    <a:pt x="10192" y="4406"/>
                    <a:pt x="10204" y="4620"/>
                  </a:cubicBezTo>
                  <a:cubicBezTo>
                    <a:pt x="10251" y="4406"/>
                    <a:pt x="10275" y="4263"/>
                    <a:pt x="10299" y="4144"/>
                  </a:cubicBezTo>
                  <a:lnTo>
                    <a:pt x="12287" y="4144"/>
                  </a:lnTo>
                  <a:cubicBezTo>
                    <a:pt x="12121" y="4287"/>
                    <a:pt x="12037" y="4370"/>
                    <a:pt x="11942" y="4430"/>
                  </a:cubicBezTo>
                  <a:cubicBezTo>
                    <a:pt x="10609" y="5442"/>
                    <a:pt x="9239" y="6430"/>
                    <a:pt x="7918" y="7466"/>
                  </a:cubicBezTo>
                  <a:cubicBezTo>
                    <a:pt x="7322" y="7942"/>
                    <a:pt x="6656" y="8240"/>
                    <a:pt x="5917" y="8407"/>
                  </a:cubicBezTo>
                  <a:cubicBezTo>
                    <a:pt x="5608" y="8478"/>
                    <a:pt x="5298" y="8561"/>
                    <a:pt x="4917" y="8668"/>
                  </a:cubicBezTo>
                  <a:cubicBezTo>
                    <a:pt x="5013" y="8668"/>
                    <a:pt x="5048" y="8680"/>
                    <a:pt x="5072" y="8680"/>
                  </a:cubicBezTo>
                  <a:cubicBezTo>
                    <a:pt x="5239" y="8657"/>
                    <a:pt x="5394" y="8633"/>
                    <a:pt x="5560" y="8609"/>
                  </a:cubicBezTo>
                  <a:cubicBezTo>
                    <a:pt x="7084" y="8466"/>
                    <a:pt x="8442" y="7942"/>
                    <a:pt x="9632" y="6978"/>
                  </a:cubicBezTo>
                  <a:cubicBezTo>
                    <a:pt x="10394" y="6359"/>
                    <a:pt x="11156" y="5740"/>
                    <a:pt x="11930" y="5132"/>
                  </a:cubicBezTo>
                  <a:cubicBezTo>
                    <a:pt x="12073" y="5013"/>
                    <a:pt x="12216" y="4906"/>
                    <a:pt x="12418" y="4751"/>
                  </a:cubicBezTo>
                  <a:lnTo>
                    <a:pt x="12418" y="4751"/>
                  </a:lnTo>
                  <a:cubicBezTo>
                    <a:pt x="12394" y="4930"/>
                    <a:pt x="12394" y="5025"/>
                    <a:pt x="12371" y="5120"/>
                  </a:cubicBezTo>
                  <a:cubicBezTo>
                    <a:pt x="12192" y="5882"/>
                    <a:pt x="12002" y="6656"/>
                    <a:pt x="11811" y="7418"/>
                  </a:cubicBezTo>
                  <a:cubicBezTo>
                    <a:pt x="11549" y="8442"/>
                    <a:pt x="11251" y="9442"/>
                    <a:pt x="11025" y="10478"/>
                  </a:cubicBezTo>
                  <a:cubicBezTo>
                    <a:pt x="10906" y="11038"/>
                    <a:pt x="10847" y="11597"/>
                    <a:pt x="10478" y="12074"/>
                  </a:cubicBezTo>
                  <a:cubicBezTo>
                    <a:pt x="10478" y="12086"/>
                    <a:pt x="10489" y="12109"/>
                    <a:pt x="10501" y="12145"/>
                  </a:cubicBezTo>
                  <a:cubicBezTo>
                    <a:pt x="10847" y="11705"/>
                    <a:pt x="11192" y="11276"/>
                    <a:pt x="11525" y="10847"/>
                  </a:cubicBezTo>
                  <a:cubicBezTo>
                    <a:pt x="11561" y="10859"/>
                    <a:pt x="11585" y="10871"/>
                    <a:pt x="11609" y="10895"/>
                  </a:cubicBezTo>
                  <a:cubicBezTo>
                    <a:pt x="11263" y="12217"/>
                    <a:pt x="11013" y="13562"/>
                    <a:pt x="11097" y="15014"/>
                  </a:cubicBezTo>
                  <a:cubicBezTo>
                    <a:pt x="11144" y="14693"/>
                    <a:pt x="11180" y="14443"/>
                    <a:pt x="11216" y="14217"/>
                  </a:cubicBezTo>
                  <a:cubicBezTo>
                    <a:pt x="11216" y="14217"/>
                    <a:pt x="11228" y="14252"/>
                    <a:pt x="11240" y="14288"/>
                  </a:cubicBezTo>
                  <a:cubicBezTo>
                    <a:pt x="11466" y="13074"/>
                    <a:pt x="11680" y="11871"/>
                    <a:pt x="11906" y="10669"/>
                  </a:cubicBezTo>
                  <a:cubicBezTo>
                    <a:pt x="11930" y="10538"/>
                    <a:pt x="12013" y="10407"/>
                    <a:pt x="12073" y="10276"/>
                  </a:cubicBezTo>
                  <a:lnTo>
                    <a:pt x="12168" y="10312"/>
                  </a:lnTo>
                  <a:cubicBezTo>
                    <a:pt x="12085" y="10597"/>
                    <a:pt x="11978" y="10883"/>
                    <a:pt x="11918" y="11181"/>
                  </a:cubicBezTo>
                  <a:cubicBezTo>
                    <a:pt x="11740" y="12074"/>
                    <a:pt x="11561" y="12979"/>
                    <a:pt x="11430" y="13883"/>
                  </a:cubicBezTo>
                  <a:cubicBezTo>
                    <a:pt x="11382" y="14205"/>
                    <a:pt x="11490" y="14550"/>
                    <a:pt x="11466" y="14884"/>
                  </a:cubicBezTo>
                  <a:cubicBezTo>
                    <a:pt x="11382" y="15860"/>
                    <a:pt x="11299" y="16848"/>
                    <a:pt x="11156" y="17824"/>
                  </a:cubicBezTo>
                  <a:cubicBezTo>
                    <a:pt x="11073" y="18408"/>
                    <a:pt x="10954" y="18979"/>
                    <a:pt x="10799" y="19539"/>
                  </a:cubicBezTo>
                  <a:cubicBezTo>
                    <a:pt x="10680" y="19932"/>
                    <a:pt x="10537" y="20325"/>
                    <a:pt x="10370" y="20718"/>
                  </a:cubicBezTo>
                  <a:lnTo>
                    <a:pt x="10632" y="20718"/>
                  </a:lnTo>
                  <a:cubicBezTo>
                    <a:pt x="10775" y="20325"/>
                    <a:pt x="10894" y="19920"/>
                    <a:pt x="11001" y="19491"/>
                  </a:cubicBezTo>
                  <a:cubicBezTo>
                    <a:pt x="11061" y="19217"/>
                    <a:pt x="11144" y="18944"/>
                    <a:pt x="11228" y="18670"/>
                  </a:cubicBezTo>
                  <a:cubicBezTo>
                    <a:pt x="11299" y="18455"/>
                    <a:pt x="11371" y="18253"/>
                    <a:pt x="11430" y="18039"/>
                  </a:cubicBezTo>
                  <a:cubicBezTo>
                    <a:pt x="11454" y="18110"/>
                    <a:pt x="11490" y="18146"/>
                    <a:pt x="11525" y="18158"/>
                  </a:cubicBezTo>
                  <a:cubicBezTo>
                    <a:pt x="11553" y="18170"/>
                    <a:pt x="11582" y="18175"/>
                    <a:pt x="11610" y="18175"/>
                  </a:cubicBezTo>
                  <a:cubicBezTo>
                    <a:pt x="11691" y="18175"/>
                    <a:pt x="11770" y="18133"/>
                    <a:pt x="11823" y="18098"/>
                  </a:cubicBezTo>
                  <a:cubicBezTo>
                    <a:pt x="12109" y="17931"/>
                    <a:pt x="12394" y="17765"/>
                    <a:pt x="12621" y="17527"/>
                  </a:cubicBezTo>
                  <a:cubicBezTo>
                    <a:pt x="13478" y="16646"/>
                    <a:pt x="14323" y="15729"/>
                    <a:pt x="15181" y="14836"/>
                  </a:cubicBezTo>
                  <a:cubicBezTo>
                    <a:pt x="16324" y="13621"/>
                    <a:pt x="17264" y="12264"/>
                    <a:pt x="18086" y="10812"/>
                  </a:cubicBezTo>
                  <a:cubicBezTo>
                    <a:pt x="18502" y="10085"/>
                    <a:pt x="18705" y="9299"/>
                    <a:pt x="18788" y="8478"/>
                  </a:cubicBezTo>
                  <a:cubicBezTo>
                    <a:pt x="18931" y="7109"/>
                    <a:pt x="18860" y="5728"/>
                    <a:pt x="18693" y="4370"/>
                  </a:cubicBezTo>
                  <a:cubicBezTo>
                    <a:pt x="18610" y="3692"/>
                    <a:pt x="18431" y="3001"/>
                    <a:pt x="18217" y="2358"/>
                  </a:cubicBezTo>
                  <a:cubicBezTo>
                    <a:pt x="18026" y="1810"/>
                    <a:pt x="17562" y="1501"/>
                    <a:pt x="17026" y="1322"/>
                  </a:cubicBezTo>
                  <a:cubicBezTo>
                    <a:pt x="17145" y="882"/>
                    <a:pt x="17300" y="453"/>
                    <a:pt x="17383" y="1"/>
                  </a:cubicBezTo>
                  <a:lnTo>
                    <a:pt x="15669" y="1"/>
                  </a:lnTo>
                  <a:cubicBezTo>
                    <a:pt x="15657" y="48"/>
                    <a:pt x="15645" y="96"/>
                    <a:pt x="15633" y="144"/>
                  </a:cubicBezTo>
                  <a:cubicBezTo>
                    <a:pt x="15633" y="96"/>
                    <a:pt x="15645" y="48"/>
                    <a:pt x="15645" y="1"/>
                  </a:cubicBezTo>
                  <a:lnTo>
                    <a:pt x="15311" y="1"/>
                  </a:lnTo>
                  <a:cubicBezTo>
                    <a:pt x="15252" y="334"/>
                    <a:pt x="15192" y="667"/>
                    <a:pt x="15133" y="989"/>
                  </a:cubicBezTo>
                  <a:lnTo>
                    <a:pt x="15109" y="989"/>
                  </a:lnTo>
                  <a:cubicBezTo>
                    <a:pt x="15133" y="667"/>
                    <a:pt x="15145" y="334"/>
                    <a:pt x="15169" y="1"/>
                  </a:cubicBezTo>
                  <a:lnTo>
                    <a:pt x="14823" y="1"/>
                  </a:lnTo>
                  <a:cubicBezTo>
                    <a:pt x="14764" y="310"/>
                    <a:pt x="14704" y="620"/>
                    <a:pt x="14645" y="929"/>
                  </a:cubicBezTo>
                  <a:cubicBezTo>
                    <a:pt x="14609" y="846"/>
                    <a:pt x="14597" y="810"/>
                    <a:pt x="14585" y="751"/>
                  </a:cubicBezTo>
                  <a:cubicBezTo>
                    <a:pt x="14478" y="1120"/>
                    <a:pt x="14383" y="1453"/>
                    <a:pt x="14288" y="1787"/>
                  </a:cubicBezTo>
                  <a:lnTo>
                    <a:pt x="14264" y="1787"/>
                  </a:lnTo>
                  <a:cubicBezTo>
                    <a:pt x="14347" y="1191"/>
                    <a:pt x="14430" y="596"/>
                    <a:pt x="14514" y="1"/>
                  </a:cubicBezTo>
                  <a:lnTo>
                    <a:pt x="14180" y="1"/>
                  </a:lnTo>
                  <a:lnTo>
                    <a:pt x="13871" y="1489"/>
                  </a:lnTo>
                  <a:cubicBezTo>
                    <a:pt x="13847" y="1489"/>
                    <a:pt x="13823" y="1477"/>
                    <a:pt x="13799" y="1477"/>
                  </a:cubicBezTo>
                  <a:lnTo>
                    <a:pt x="13799" y="572"/>
                  </a:lnTo>
                  <a:lnTo>
                    <a:pt x="13776" y="572"/>
                  </a:lnTo>
                  <a:cubicBezTo>
                    <a:pt x="13740" y="739"/>
                    <a:pt x="13692" y="906"/>
                    <a:pt x="13657" y="1096"/>
                  </a:cubicBezTo>
                  <a:cubicBezTo>
                    <a:pt x="13668" y="727"/>
                    <a:pt x="13692" y="370"/>
                    <a:pt x="13704" y="1"/>
                  </a:cubicBezTo>
                  <a:lnTo>
                    <a:pt x="10787" y="1"/>
                  </a:lnTo>
                  <a:cubicBezTo>
                    <a:pt x="11073" y="798"/>
                    <a:pt x="11359" y="1584"/>
                    <a:pt x="11656" y="2394"/>
                  </a:cubicBezTo>
                  <a:cubicBezTo>
                    <a:pt x="11144" y="2358"/>
                    <a:pt x="10704" y="2322"/>
                    <a:pt x="10251" y="2299"/>
                  </a:cubicBezTo>
                  <a:cubicBezTo>
                    <a:pt x="10108" y="1525"/>
                    <a:pt x="9966" y="775"/>
                    <a:pt x="981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8"/>
            <p:cNvSpPr/>
            <p:nvPr/>
          </p:nvSpPr>
          <p:spPr>
            <a:xfrm>
              <a:off x="3540300" y="2932050"/>
              <a:ext cx="31000" cy="184550"/>
            </a:xfrm>
            <a:custGeom>
              <a:rect b="b" l="l" r="r" t="t"/>
              <a:pathLst>
                <a:path extrusionOk="0" h="7382" w="1240">
                  <a:moveTo>
                    <a:pt x="1203" y="0"/>
                  </a:moveTo>
                  <a:cubicBezTo>
                    <a:pt x="1132" y="167"/>
                    <a:pt x="1037" y="345"/>
                    <a:pt x="989" y="524"/>
                  </a:cubicBezTo>
                  <a:cubicBezTo>
                    <a:pt x="822" y="1262"/>
                    <a:pt x="680" y="2000"/>
                    <a:pt x="513" y="2738"/>
                  </a:cubicBezTo>
                  <a:cubicBezTo>
                    <a:pt x="406" y="3203"/>
                    <a:pt x="299" y="3679"/>
                    <a:pt x="168" y="4143"/>
                  </a:cubicBezTo>
                  <a:cubicBezTo>
                    <a:pt x="1" y="4739"/>
                    <a:pt x="60" y="5310"/>
                    <a:pt x="394" y="5846"/>
                  </a:cubicBezTo>
                  <a:cubicBezTo>
                    <a:pt x="584" y="6167"/>
                    <a:pt x="763" y="6513"/>
                    <a:pt x="942" y="6834"/>
                  </a:cubicBezTo>
                  <a:cubicBezTo>
                    <a:pt x="1037" y="7013"/>
                    <a:pt x="1144" y="7191"/>
                    <a:pt x="1239" y="7382"/>
                  </a:cubicBezTo>
                  <a:lnTo>
                    <a:pt x="1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8"/>
            <p:cNvSpPr/>
            <p:nvPr/>
          </p:nvSpPr>
          <p:spPr>
            <a:xfrm>
              <a:off x="3757600" y="2882325"/>
              <a:ext cx="98250" cy="15200"/>
            </a:xfrm>
            <a:custGeom>
              <a:rect b="b" l="l" r="r" t="t"/>
              <a:pathLst>
                <a:path extrusionOk="0" h="608" w="3930">
                  <a:moveTo>
                    <a:pt x="3453" y="1"/>
                  </a:moveTo>
                  <a:cubicBezTo>
                    <a:pt x="2310" y="167"/>
                    <a:pt x="1155" y="334"/>
                    <a:pt x="1" y="489"/>
                  </a:cubicBezTo>
                  <a:cubicBezTo>
                    <a:pt x="12" y="525"/>
                    <a:pt x="12" y="548"/>
                    <a:pt x="12" y="572"/>
                  </a:cubicBezTo>
                  <a:cubicBezTo>
                    <a:pt x="786" y="489"/>
                    <a:pt x="1560" y="405"/>
                    <a:pt x="2334" y="310"/>
                  </a:cubicBezTo>
                  <a:lnTo>
                    <a:pt x="2334" y="310"/>
                  </a:lnTo>
                  <a:cubicBezTo>
                    <a:pt x="2167" y="382"/>
                    <a:pt x="1989" y="417"/>
                    <a:pt x="1810" y="465"/>
                  </a:cubicBezTo>
                  <a:cubicBezTo>
                    <a:pt x="1632" y="513"/>
                    <a:pt x="1453" y="560"/>
                    <a:pt x="1286" y="608"/>
                  </a:cubicBezTo>
                  <a:cubicBezTo>
                    <a:pt x="2191" y="608"/>
                    <a:pt x="3084" y="572"/>
                    <a:pt x="3930" y="179"/>
                  </a:cubicBezTo>
                  <a:lnTo>
                    <a:pt x="3930" y="179"/>
                  </a:lnTo>
                  <a:cubicBezTo>
                    <a:pt x="3596" y="203"/>
                    <a:pt x="3263" y="227"/>
                    <a:pt x="2918" y="239"/>
                  </a:cubicBezTo>
                  <a:cubicBezTo>
                    <a:pt x="2918" y="227"/>
                    <a:pt x="2918" y="215"/>
                    <a:pt x="2918" y="203"/>
                  </a:cubicBezTo>
                  <a:lnTo>
                    <a:pt x="3465" y="36"/>
                  </a:lnTo>
                  <a:cubicBezTo>
                    <a:pt x="3465" y="24"/>
                    <a:pt x="3465" y="13"/>
                    <a:pt x="3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8"/>
            <p:cNvSpPr/>
            <p:nvPr/>
          </p:nvSpPr>
          <p:spPr>
            <a:xfrm>
              <a:off x="3322725" y="2875775"/>
              <a:ext cx="95275" cy="16400"/>
            </a:xfrm>
            <a:custGeom>
              <a:rect b="b" l="l" r="r" t="t"/>
              <a:pathLst>
                <a:path extrusionOk="0" h="656" w="3811">
                  <a:moveTo>
                    <a:pt x="477" y="1"/>
                  </a:moveTo>
                  <a:cubicBezTo>
                    <a:pt x="477" y="13"/>
                    <a:pt x="465" y="36"/>
                    <a:pt x="465" y="48"/>
                  </a:cubicBezTo>
                  <a:cubicBezTo>
                    <a:pt x="632" y="108"/>
                    <a:pt x="810" y="156"/>
                    <a:pt x="977" y="215"/>
                  </a:cubicBezTo>
                  <a:cubicBezTo>
                    <a:pt x="977" y="227"/>
                    <a:pt x="977" y="239"/>
                    <a:pt x="977" y="251"/>
                  </a:cubicBezTo>
                  <a:cubicBezTo>
                    <a:pt x="643" y="227"/>
                    <a:pt x="322" y="191"/>
                    <a:pt x="0" y="167"/>
                  </a:cubicBezTo>
                  <a:lnTo>
                    <a:pt x="0" y="167"/>
                  </a:lnTo>
                  <a:cubicBezTo>
                    <a:pt x="693" y="503"/>
                    <a:pt x="1423" y="626"/>
                    <a:pt x="2173" y="626"/>
                  </a:cubicBezTo>
                  <a:cubicBezTo>
                    <a:pt x="2274" y="626"/>
                    <a:pt x="2375" y="624"/>
                    <a:pt x="2477" y="620"/>
                  </a:cubicBezTo>
                  <a:cubicBezTo>
                    <a:pt x="2144" y="525"/>
                    <a:pt x="1810" y="441"/>
                    <a:pt x="1477" y="346"/>
                  </a:cubicBezTo>
                  <a:cubicBezTo>
                    <a:pt x="1477" y="346"/>
                    <a:pt x="1477" y="334"/>
                    <a:pt x="1489" y="322"/>
                  </a:cubicBezTo>
                  <a:cubicBezTo>
                    <a:pt x="2263" y="441"/>
                    <a:pt x="3037" y="548"/>
                    <a:pt x="3810" y="656"/>
                  </a:cubicBezTo>
                  <a:cubicBezTo>
                    <a:pt x="3810" y="632"/>
                    <a:pt x="3810" y="596"/>
                    <a:pt x="3810" y="572"/>
                  </a:cubicBezTo>
                  <a:cubicBezTo>
                    <a:pt x="2703" y="382"/>
                    <a:pt x="1584" y="191"/>
                    <a:pt x="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8"/>
            <p:cNvSpPr/>
            <p:nvPr/>
          </p:nvSpPr>
          <p:spPr>
            <a:xfrm>
              <a:off x="3995425" y="2767550"/>
              <a:ext cx="100925" cy="271975"/>
            </a:xfrm>
            <a:custGeom>
              <a:rect b="b" l="l" r="r" t="t"/>
              <a:pathLst>
                <a:path extrusionOk="0" h="10879" w="4037">
                  <a:moveTo>
                    <a:pt x="3150" y="0"/>
                  </a:moveTo>
                  <a:cubicBezTo>
                    <a:pt x="3044" y="0"/>
                    <a:pt x="2930" y="43"/>
                    <a:pt x="2822" y="127"/>
                  </a:cubicBezTo>
                  <a:cubicBezTo>
                    <a:pt x="2644" y="270"/>
                    <a:pt x="2465" y="448"/>
                    <a:pt x="2346" y="639"/>
                  </a:cubicBezTo>
                  <a:cubicBezTo>
                    <a:pt x="2191" y="913"/>
                    <a:pt x="2048" y="1198"/>
                    <a:pt x="1953" y="1508"/>
                  </a:cubicBezTo>
                  <a:cubicBezTo>
                    <a:pt x="1477" y="2937"/>
                    <a:pt x="1001" y="4377"/>
                    <a:pt x="560" y="5818"/>
                  </a:cubicBezTo>
                  <a:cubicBezTo>
                    <a:pt x="346" y="6532"/>
                    <a:pt x="286" y="7259"/>
                    <a:pt x="465" y="8009"/>
                  </a:cubicBezTo>
                  <a:cubicBezTo>
                    <a:pt x="548" y="8318"/>
                    <a:pt x="513" y="8676"/>
                    <a:pt x="453" y="9009"/>
                  </a:cubicBezTo>
                  <a:cubicBezTo>
                    <a:pt x="382" y="9390"/>
                    <a:pt x="227" y="9759"/>
                    <a:pt x="96" y="10176"/>
                  </a:cubicBezTo>
                  <a:cubicBezTo>
                    <a:pt x="715" y="9414"/>
                    <a:pt x="1072" y="8628"/>
                    <a:pt x="775" y="7663"/>
                  </a:cubicBezTo>
                  <a:cubicBezTo>
                    <a:pt x="536" y="6901"/>
                    <a:pt x="798" y="6187"/>
                    <a:pt x="989" y="5473"/>
                  </a:cubicBezTo>
                  <a:lnTo>
                    <a:pt x="1084" y="5473"/>
                  </a:lnTo>
                  <a:lnTo>
                    <a:pt x="1084" y="7056"/>
                  </a:lnTo>
                  <a:cubicBezTo>
                    <a:pt x="1322" y="6568"/>
                    <a:pt x="1346" y="6080"/>
                    <a:pt x="1203" y="5580"/>
                  </a:cubicBezTo>
                  <a:cubicBezTo>
                    <a:pt x="1167" y="5461"/>
                    <a:pt x="1048" y="5330"/>
                    <a:pt x="1072" y="5211"/>
                  </a:cubicBezTo>
                  <a:cubicBezTo>
                    <a:pt x="1167" y="4711"/>
                    <a:pt x="1310" y="4211"/>
                    <a:pt x="1429" y="3723"/>
                  </a:cubicBezTo>
                  <a:cubicBezTo>
                    <a:pt x="1465" y="3723"/>
                    <a:pt x="1513" y="3734"/>
                    <a:pt x="1560" y="3734"/>
                  </a:cubicBezTo>
                  <a:cubicBezTo>
                    <a:pt x="1751" y="4532"/>
                    <a:pt x="1858" y="5342"/>
                    <a:pt x="1775" y="6187"/>
                  </a:cubicBezTo>
                  <a:cubicBezTo>
                    <a:pt x="1810" y="6092"/>
                    <a:pt x="1870" y="5985"/>
                    <a:pt x="1906" y="5889"/>
                  </a:cubicBezTo>
                  <a:cubicBezTo>
                    <a:pt x="2144" y="5116"/>
                    <a:pt x="2060" y="4365"/>
                    <a:pt x="1727" y="3639"/>
                  </a:cubicBezTo>
                  <a:cubicBezTo>
                    <a:pt x="1644" y="3461"/>
                    <a:pt x="1667" y="3330"/>
                    <a:pt x="1739" y="3163"/>
                  </a:cubicBezTo>
                  <a:cubicBezTo>
                    <a:pt x="1894" y="2758"/>
                    <a:pt x="2060" y="2353"/>
                    <a:pt x="2168" y="1937"/>
                  </a:cubicBezTo>
                  <a:cubicBezTo>
                    <a:pt x="2310" y="1389"/>
                    <a:pt x="2441" y="853"/>
                    <a:pt x="2858" y="436"/>
                  </a:cubicBezTo>
                  <a:cubicBezTo>
                    <a:pt x="2971" y="329"/>
                    <a:pt x="3060" y="272"/>
                    <a:pt x="3133" y="272"/>
                  </a:cubicBezTo>
                  <a:cubicBezTo>
                    <a:pt x="3222" y="272"/>
                    <a:pt x="3288" y="355"/>
                    <a:pt x="3346" y="532"/>
                  </a:cubicBezTo>
                  <a:cubicBezTo>
                    <a:pt x="3465" y="901"/>
                    <a:pt x="3572" y="1282"/>
                    <a:pt x="3596" y="1663"/>
                  </a:cubicBezTo>
                  <a:cubicBezTo>
                    <a:pt x="3751" y="4830"/>
                    <a:pt x="3882" y="4675"/>
                    <a:pt x="2287" y="7294"/>
                  </a:cubicBezTo>
                  <a:cubicBezTo>
                    <a:pt x="1596" y="8414"/>
                    <a:pt x="858" y="9521"/>
                    <a:pt x="143" y="10628"/>
                  </a:cubicBezTo>
                  <a:cubicBezTo>
                    <a:pt x="96" y="10711"/>
                    <a:pt x="48" y="10795"/>
                    <a:pt x="1" y="10878"/>
                  </a:cubicBezTo>
                  <a:cubicBezTo>
                    <a:pt x="167" y="10759"/>
                    <a:pt x="274" y="10616"/>
                    <a:pt x="382" y="10461"/>
                  </a:cubicBezTo>
                  <a:cubicBezTo>
                    <a:pt x="1501" y="9009"/>
                    <a:pt x="2560" y="7521"/>
                    <a:pt x="3465" y="5913"/>
                  </a:cubicBezTo>
                  <a:cubicBezTo>
                    <a:pt x="3775" y="5354"/>
                    <a:pt x="4037" y="4782"/>
                    <a:pt x="4025" y="4115"/>
                  </a:cubicBezTo>
                  <a:cubicBezTo>
                    <a:pt x="3989" y="3222"/>
                    <a:pt x="3977" y="2318"/>
                    <a:pt x="3894" y="1425"/>
                  </a:cubicBezTo>
                  <a:cubicBezTo>
                    <a:pt x="3858" y="1032"/>
                    <a:pt x="3692" y="627"/>
                    <a:pt x="3513" y="270"/>
                  </a:cubicBezTo>
                  <a:cubicBezTo>
                    <a:pt x="3436" y="88"/>
                    <a:pt x="3301" y="0"/>
                    <a:pt x="3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8"/>
            <p:cNvSpPr/>
            <p:nvPr/>
          </p:nvSpPr>
          <p:spPr>
            <a:xfrm>
              <a:off x="3278975" y="2909725"/>
              <a:ext cx="142000" cy="136275"/>
            </a:xfrm>
            <a:custGeom>
              <a:rect b="b" l="l" r="r" t="t"/>
              <a:pathLst>
                <a:path extrusionOk="0" h="5451" w="5680">
                  <a:moveTo>
                    <a:pt x="310" y="0"/>
                  </a:moveTo>
                  <a:cubicBezTo>
                    <a:pt x="0" y="572"/>
                    <a:pt x="203" y="1274"/>
                    <a:pt x="441" y="1881"/>
                  </a:cubicBezTo>
                  <a:cubicBezTo>
                    <a:pt x="774" y="2679"/>
                    <a:pt x="1143" y="3465"/>
                    <a:pt x="1572" y="4227"/>
                  </a:cubicBezTo>
                  <a:cubicBezTo>
                    <a:pt x="1898" y="4808"/>
                    <a:pt x="2452" y="5451"/>
                    <a:pt x="3068" y="5451"/>
                  </a:cubicBezTo>
                  <a:cubicBezTo>
                    <a:pt x="3171" y="5451"/>
                    <a:pt x="3276" y="5433"/>
                    <a:pt x="3382" y="5394"/>
                  </a:cubicBezTo>
                  <a:cubicBezTo>
                    <a:pt x="3727" y="5275"/>
                    <a:pt x="3953" y="4953"/>
                    <a:pt x="4144" y="4655"/>
                  </a:cubicBezTo>
                  <a:cubicBezTo>
                    <a:pt x="4763" y="3655"/>
                    <a:pt x="5239" y="2584"/>
                    <a:pt x="5560" y="1453"/>
                  </a:cubicBezTo>
                  <a:cubicBezTo>
                    <a:pt x="5644" y="1203"/>
                    <a:pt x="5680" y="869"/>
                    <a:pt x="5477" y="703"/>
                  </a:cubicBezTo>
                  <a:cubicBezTo>
                    <a:pt x="5379" y="622"/>
                    <a:pt x="5240" y="602"/>
                    <a:pt x="5102" y="602"/>
                  </a:cubicBezTo>
                  <a:cubicBezTo>
                    <a:pt x="5056" y="602"/>
                    <a:pt x="5010" y="604"/>
                    <a:pt x="4965" y="607"/>
                  </a:cubicBezTo>
                  <a:cubicBezTo>
                    <a:pt x="4793" y="614"/>
                    <a:pt x="4622" y="617"/>
                    <a:pt x="4450" y="617"/>
                  </a:cubicBezTo>
                  <a:cubicBezTo>
                    <a:pt x="3420" y="617"/>
                    <a:pt x="2392" y="495"/>
                    <a:pt x="1381" y="250"/>
                  </a:cubicBezTo>
                  <a:lnTo>
                    <a:pt x="1381" y="250"/>
                  </a:lnTo>
                  <a:lnTo>
                    <a:pt x="1441" y="274"/>
                  </a:lnTo>
                  <a:cubicBezTo>
                    <a:pt x="1424" y="297"/>
                    <a:pt x="1387" y="307"/>
                    <a:pt x="1337" y="307"/>
                  </a:cubicBezTo>
                  <a:cubicBezTo>
                    <a:pt x="1076" y="307"/>
                    <a:pt x="450" y="40"/>
                    <a:pt x="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8"/>
            <p:cNvSpPr/>
            <p:nvPr/>
          </p:nvSpPr>
          <p:spPr>
            <a:xfrm>
              <a:off x="3291475" y="2910000"/>
              <a:ext cx="22050" cy="6000"/>
            </a:xfrm>
            <a:custGeom>
              <a:rect b="b" l="l" r="r" t="t"/>
              <a:pathLst>
                <a:path extrusionOk="0" h="240" w="882">
                  <a:moveTo>
                    <a:pt x="0" y="1"/>
                  </a:moveTo>
                  <a:cubicBezTo>
                    <a:pt x="286" y="96"/>
                    <a:pt x="584" y="168"/>
                    <a:pt x="881" y="23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8"/>
            <p:cNvSpPr/>
            <p:nvPr/>
          </p:nvSpPr>
          <p:spPr>
            <a:xfrm>
              <a:off x="3588225" y="3002875"/>
              <a:ext cx="56300" cy="102725"/>
            </a:xfrm>
            <a:custGeom>
              <a:rect b="b" l="l" r="r" t="t"/>
              <a:pathLst>
                <a:path extrusionOk="0" h="4109" w="2252">
                  <a:moveTo>
                    <a:pt x="584" y="1"/>
                  </a:moveTo>
                  <a:cubicBezTo>
                    <a:pt x="477" y="1322"/>
                    <a:pt x="370" y="2644"/>
                    <a:pt x="275" y="3965"/>
                  </a:cubicBezTo>
                  <a:lnTo>
                    <a:pt x="1" y="4108"/>
                  </a:lnTo>
                  <a:cubicBezTo>
                    <a:pt x="763" y="3858"/>
                    <a:pt x="1477" y="3442"/>
                    <a:pt x="2049" y="2882"/>
                  </a:cubicBezTo>
                  <a:cubicBezTo>
                    <a:pt x="2120" y="2811"/>
                    <a:pt x="2192" y="2739"/>
                    <a:pt x="2215" y="2644"/>
                  </a:cubicBezTo>
                  <a:cubicBezTo>
                    <a:pt x="2251" y="2513"/>
                    <a:pt x="2180" y="2382"/>
                    <a:pt x="2120" y="2263"/>
                  </a:cubicBezTo>
                  <a:cubicBezTo>
                    <a:pt x="1680" y="1465"/>
                    <a:pt x="1168" y="703"/>
                    <a:pt x="5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38"/>
          <p:cNvGrpSpPr/>
          <p:nvPr/>
        </p:nvGrpSpPr>
        <p:grpSpPr>
          <a:xfrm>
            <a:off x="1525990" y="2227710"/>
            <a:ext cx="1327434" cy="2454929"/>
            <a:chOff x="2671887" y="1144396"/>
            <a:chExt cx="1849051" cy="3419597"/>
          </a:xfrm>
        </p:grpSpPr>
        <p:sp>
          <p:nvSpPr>
            <p:cNvPr id="932" name="Google Shape;932;p38"/>
            <p:cNvSpPr/>
            <p:nvPr/>
          </p:nvSpPr>
          <p:spPr>
            <a:xfrm>
              <a:off x="2671887" y="1144396"/>
              <a:ext cx="1849051" cy="3419597"/>
            </a:xfrm>
            <a:custGeom>
              <a:rect b="b" l="l" r="r" t="t"/>
              <a:pathLst>
                <a:path extrusionOk="0" h="136470" w="73237">
                  <a:moveTo>
                    <a:pt x="1" y="0"/>
                  </a:moveTo>
                  <a:lnTo>
                    <a:pt x="1" y="136469"/>
                  </a:lnTo>
                  <a:lnTo>
                    <a:pt x="73236" y="136469"/>
                  </a:lnTo>
                  <a:lnTo>
                    <a:pt x="732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8"/>
            <p:cNvSpPr/>
            <p:nvPr/>
          </p:nvSpPr>
          <p:spPr>
            <a:xfrm>
              <a:off x="3966550" y="1151175"/>
              <a:ext cx="107475" cy="26200"/>
            </a:xfrm>
            <a:custGeom>
              <a:rect b="b" l="l" r="r" t="t"/>
              <a:pathLst>
                <a:path extrusionOk="0" h="1048" w="4299">
                  <a:moveTo>
                    <a:pt x="727" y="0"/>
                  </a:moveTo>
                  <a:cubicBezTo>
                    <a:pt x="489" y="345"/>
                    <a:pt x="251" y="703"/>
                    <a:pt x="1" y="1048"/>
                  </a:cubicBezTo>
                  <a:lnTo>
                    <a:pt x="2977" y="1048"/>
                  </a:lnTo>
                  <a:cubicBezTo>
                    <a:pt x="3394" y="893"/>
                    <a:pt x="3835" y="500"/>
                    <a:pt x="429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8"/>
            <p:cNvSpPr/>
            <p:nvPr/>
          </p:nvSpPr>
          <p:spPr>
            <a:xfrm>
              <a:off x="4501750" y="1164250"/>
              <a:ext cx="11025" cy="26825"/>
            </a:xfrm>
            <a:custGeom>
              <a:rect b="b" l="l" r="r" t="t"/>
              <a:pathLst>
                <a:path extrusionOk="0" h="1073" w="441">
                  <a:moveTo>
                    <a:pt x="441" y="1"/>
                  </a:moveTo>
                  <a:cubicBezTo>
                    <a:pt x="298" y="358"/>
                    <a:pt x="155" y="715"/>
                    <a:pt x="0" y="1073"/>
                  </a:cubicBezTo>
                  <a:cubicBezTo>
                    <a:pt x="155" y="930"/>
                    <a:pt x="298" y="775"/>
                    <a:pt x="441" y="632"/>
                  </a:cubicBezTo>
                  <a:lnTo>
                    <a:pt x="4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8"/>
            <p:cNvSpPr/>
            <p:nvPr/>
          </p:nvSpPr>
          <p:spPr>
            <a:xfrm>
              <a:off x="3712650" y="1151175"/>
              <a:ext cx="42000" cy="41975"/>
            </a:xfrm>
            <a:custGeom>
              <a:rect b="b" l="l" r="r" t="t"/>
              <a:pathLst>
                <a:path extrusionOk="0" h="1679" w="1680">
                  <a:moveTo>
                    <a:pt x="1132" y="0"/>
                  </a:moveTo>
                  <a:cubicBezTo>
                    <a:pt x="763" y="560"/>
                    <a:pt x="382" y="1119"/>
                    <a:pt x="1" y="1679"/>
                  </a:cubicBezTo>
                  <a:cubicBezTo>
                    <a:pt x="632" y="1334"/>
                    <a:pt x="1144" y="845"/>
                    <a:pt x="1572" y="155"/>
                  </a:cubicBezTo>
                  <a:cubicBezTo>
                    <a:pt x="1608" y="107"/>
                    <a:pt x="1644" y="48"/>
                    <a:pt x="16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8"/>
            <p:cNvSpPr/>
            <p:nvPr/>
          </p:nvSpPr>
          <p:spPr>
            <a:xfrm>
              <a:off x="3821900" y="1294050"/>
              <a:ext cx="112225" cy="82475"/>
            </a:xfrm>
            <a:custGeom>
              <a:rect b="b" l="l" r="r" t="t"/>
              <a:pathLst>
                <a:path extrusionOk="0" h="3299" w="4489">
                  <a:moveTo>
                    <a:pt x="2441" y="0"/>
                  </a:moveTo>
                  <a:cubicBezTo>
                    <a:pt x="1631" y="1107"/>
                    <a:pt x="822" y="2203"/>
                    <a:pt x="0" y="3286"/>
                  </a:cubicBezTo>
                  <a:lnTo>
                    <a:pt x="1334" y="3286"/>
                  </a:lnTo>
                  <a:lnTo>
                    <a:pt x="1334" y="3298"/>
                  </a:lnTo>
                  <a:cubicBezTo>
                    <a:pt x="1477" y="3167"/>
                    <a:pt x="1620" y="3048"/>
                    <a:pt x="1750" y="2917"/>
                  </a:cubicBezTo>
                  <a:cubicBezTo>
                    <a:pt x="2572" y="2048"/>
                    <a:pt x="3477" y="1084"/>
                    <a:pt x="4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8"/>
            <p:cNvSpPr/>
            <p:nvPr/>
          </p:nvSpPr>
          <p:spPr>
            <a:xfrm>
              <a:off x="3771900" y="1405075"/>
              <a:ext cx="44950" cy="38125"/>
            </a:xfrm>
            <a:custGeom>
              <a:rect b="b" l="l" r="r" t="t"/>
              <a:pathLst>
                <a:path extrusionOk="0" h="1525" w="1798">
                  <a:moveTo>
                    <a:pt x="1131" y="0"/>
                  </a:moveTo>
                  <a:cubicBezTo>
                    <a:pt x="750" y="500"/>
                    <a:pt x="381" y="988"/>
                    <a:pt x="0" y="1488"/>
                  </a:cubicBezTo>
                  <a:cubicBezTo>
                    <a:pt x="83" y="1500"/>
                    <a:pt x="179" y="1512"/>
                    <a:pt x="262" y="1524"/>
                  </a:cubicBezTo>
                  <a:cubicBezTo>
                    <a:pt x="774" y="1084"/>
                    <a:pt x="1286" y="655"/>
                    <a:pt x="1798" y="214"/>
                  </a:cubicBezTo>
                  <a:cubicBezTo>
                    <a:pt x="1762" y="167"/>
                    <a:pt x="1726" y="131"/>
                    <a:pt x="1691" y="83"/>
                  </a:cubicBezTo>
                  <a:cubicBezTo>
                    <a:pt x="1524" y="48"/>
                    <a:pt x="1334" y="24"/>
                    <a:pt x="11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8"/>
            <p:cNvSpPr/>
            <p:nvPr/>
          </p:nvSpPr>
          <p:spPr>
            <a:xfrm>
              <a:off x="3322725" y="1467875"/>
              <a:ext cx="206300" cy="182475"/>
            </a:xfrm>
            <a:custGeom>
              <a:rect b="b" l="l" r="r" t="t"/>
              <a:pathLst>
                <a:path extrusionOk="0" h="7299" w="8252">
                  <a:moveTo>
                    <a:pt x="8252" y="0"/>
                  </a:moveTo>
                  <a:lnTo>
                    <a:pt x="8252" y="0"/>
                  </a:lnTo>
                  <a:cubicBezTo>
                    <a:pt x="7001" y="631"/>
                    <a:pt x="5477" y="750"/>
                    <a:pt x="4668" y="2120"/>
                  </a:cubicBezTo>
                  <a:cubicBezTo>
                    <a:pt x="4476" y="2062"/>
                    <a:pt x="4301" y="2035"/>
                    <a:pt x="4139" y="2035"/>
                  </a:cubicBezTo>
                  <a:cubicBezTo>
                    <a:pt x="3305" y="2035"/>
                    <a:pt x="2832" y="2734"/>
                    <a:pt x="2394" y="3382"/>
                  </a:cubicBezTo>
                  <a:cubicBezTo>
                    <a:pt x="1548" y="4644"/>
                    <a:pt x="774" y="5977"/>
                    <a:pt x="0" y="7287"/>
                  </a:cubicBezTo>
                  <a:cubicBezTo>
                    <a:pt x="0" y="7287"/>
                    <a:pt x="0" y="7299"/>
                    <a:pt x="0" y="7299"/>
                  </a:cubicBezTo>
                  <a:cubicBezTo>
                    <a:pt x="572" y="7120"/>
                    <a:pt x="1132" y="6918"/>
                    <a:pt x="1691" y="6692"/>
                  </a:cubicBezTo>
                  <a:cubicBezTo>
                    <a:pt x="2584" y="5299"/>
                    <a:pt x="3489" y="3929"/>
                    <a:pt x="4394" y="2548"/>
                  </a:cubicBezTo>
                  <a:lnTo>
                    <a:pt x="4394" y="2548"/>
                  </a:lnTo>
                  <a:cubicBezTo>
                    <a:pt x="3953" y="3465"/>
                    <a:pt x="3501" y="4394"/>
                    <a:pt x="3048" y="5322"/>
                  </a:cubicBezTo>
                  <a:cubicBezTo>
                    <a:pt x="2870" y="5668"/>
                    <a:pt x="2691" y="6001"/>
                    <a:pt x="2501" y="6346"/>
                  </a:cubicBezTo>
                  <a:cubicBezTo>
                    <a:pt x="2715" y="6239"/>
                    <a:pt x="2929" y="6144"/>
                    <a:pt x="3144" y="6037"/>
                  </a:cubicBezTo>
                  <a:cubicBezTo>
                    <a:pt x="5180" y="4334"/>
                    <a:pt x="7275" y="2667"/>
                    <a:pt x="82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8"/>
            <p:cNvSpPr/>
            <p:nvPr/>
          </p:nvSpPr>
          <p:spPr>
            <a:xfrm>
              <a:off x="4068050" y="1188075"/>
              <a:ext cx="19675" cy="37525"/>
            </a:xfrm>
            <a:custGeom>
              <a:rect b="b" l="l" r="r" t="t"/>
              <a:pathLst>
                <a:path extrusionOk="0" h="1501" w="787">
                  <a:moveTo>
                    <a:pt x="691" y="0"/>
                  </a:moveTo>
                  <a:cubicBezTo>
                    <a:pt x="263" y="465"/>
                    <a:pt x="96" y="965"/>
                    <a:pt x="1" y="1501"/>
                  </a:cubicBezTo>
                  <a:cubicBezTo>
                    <a:pt x="263" y="1215"/>
                    <a:pt x="525" y="929"/>
                    <a:pt x="787" y="643"/>
                  </a:cubicBezTo>
                  <a:cubicBezTo>
                    <a:pt x="775" y="429"/>
                    <a:pt x="751" y="215"/>
                    <a:pt x="6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8"/>
            <p:cNvSpPr/>
            <p:nvPr/>
          </p:nvSpPr>
          <p:spPr>
            <a:xfrm>
              <a:off x="3270625" y="1661050"/>
              <a:ext cx="77425" cy="76525"/>
            </a:xfrm>
            <a:custGeom>
              <a:rect b="b" l="l" r="r" t="t"/>
              <a:pathLst>
                <a:path extrusionOk="0" h="3061" w="3097">
                  <a:moveTo>
                    <a:pt x="3097" y="0"/>
                  </a:moveTo>
                  <a:cubicBezTo>
                    <a:pt x="2632" y="96"/>
                    <a:pt x="2168" y="167"/>
                    <a:pt x="1692" y="215"/>
                  </a:cubicBezTo>
                  <a:cubicBezTo>
                    <a:pt x="1132" y="1167"/>
                    <a:pt x="560" y="2120"/>
                    <a:pt x="1" y="3060"/>
                  </a:cubicBezTo>
                  <a:cubicBezTo>
                    <a:pt x="882" y="2620"/>
                    <a:pt x="1751" y="2132"/>
                    <a:pt x="2585" y="1608"/>
                  </a:cubicBezTo>
                  <a:cubicBezTo>
                    <a:pt x="2668" y="1393"/>
                    <a:pt x="2739" y="1179"/>
                    <a:pt x="2835" y="965"/>
                  </a:cubicBezTo>
                  <a:cubicBezTo>
                    <a:pt x="2906" y="667"/>
                    <a:pt x="2906" y="310"/>
                    <a:pt x="3061" y="48"/>
                  </a:cubicBezTo>
                  <a:cubicBezTo>
                    <a:pt x="3073" y="36"/>
                    <a:pt x="3085" y="24"/>
                    <a:pt x="30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8"/>
            <p:cNvSpPr/>
            <p:nvPr/>
          </p:nvSpPr>
          <p:spPr>
            <a:xfrm>
              <a:off x="3082525" y="1308325"/>
              <a:ext cx="558425" cy="677200"/>
            </a:xfrm>
            <a:custGeom>
              <a:rect b="b" l="l" r="r" t="t"/>
              <a:pathLst>
                <a:path extrusionOk="0" h="27088" w="22337">
                  <a:moveTo>
                    <a:pt x="22110" y="1"/>
                  </a:moveTo>
                  <a:cubicBezTo>
                    <a:pt x="21050" y="215"/>
                    <a:pt x="19967" y="346"/>
                    <a:pt x="18943" y="667"/>
                  </a:cubicBezTo>
                  <a:cubicBezTo>
                    <a:pt x="15835" y="1632"/>
                    <a:pt x="12764" y="2679"/>
                    <a:pt x="9680" y="3691"/>
                  </a:cubicBezTo>
                  <a:cubicBezTo>
                    <a:pt x="8906" y="3953"/>
                    <a:pt x="8346" y="4406"/>
                    <a:pt x="7906" y="5037"/>
                  </a:cubicBezTo>
                  <a:cubicBezTo>
                    <a:pt x="7108" y="6870"/>
                    <a:pt x="6322" y="8716"/>
                    <a:pt x="5560" y="10561"/>
                  </a:cubicBezTo>
                  <a:cubicBezTo>
                    <a:pt x="4024" y="14252"/>
                    <a:pt x="2584" y="17991"/>
                    <a:pt x="1417" y="21789"/>
                  </a:cubicBezTo>
                  <a:cubicBezTo>
                    <a:pt x="881" y="23539"/>
                    <a:pt x="405" y="25301"/>
                    <a:pt x="0" y="27087"/>
                  </a:cubicBezTo>
                  <a:cubicBezTo>
                    <a:pt x="1000" y="25254"/>
                    <a:pt x="2119" y="23492"/>
                    <a:pt x="3191" y="21706"/>
                  </a:cubicBezTo>
                  <a:cubicBezTo>
                    <a:pt x="3798" y="20682"/>
                    <a:pt x="4417" y="19658"/>
                    <a:pt x="5025" y="18634"/>
                  </a:cubicBezTo>
                  <a:lnTo>
                    <a:pt x="5025" y="18634"/>
                  </a:lnTo>
                  <a:cubicBezTo>
                    <a:pt x="4644" y="18670"/>
                    <a:pt x="4263" y="18693"/>
                    <a:pt x="3893" y="18693"/>
                  </a:cubicBezTo>
                  <a:cubicBezTo>
                    <a:pt x="4370" y="18527"/>
                    <a:pt x="4834" y="18360"/>
                    <a:pt x="5310" y="18169"/>
                  </a:cubicBezTo>
                  <a:cubicBezTo>
                    <a:pt x="6049" y="16931"/>
                    <a:pt x="6787" y="15681"/>
                    <a:pt x="7525" y="14443"/>
                  </a:cubicBezTo>
                  <a:lnTo>
                    <a:pt x="7525" y="14443"/>
                  </a:lnTo>
                  <a:cubicBezTo>
                    <a:pt x="7372" y="14448"/>
                    <a:pt x="7217" y="14451"/>
                    <a:pt x="7062" y="14451"/>
                  </a:cubicBezTo>
                  <a:cubicBezTo>
                    <a:pt x="6842" y="14451"/>
                    <a:pt x="6622" y="14445"/>
                    <a:pt x="6406" y="14431"/>
                  </a:cubicBezTo>
                  <a:cubicBezTo>
                    <a:pt x="6822" y="14371"/>
                    <a:pt x="7251" y="14276"/>
                    <a:pt x="7680" y="14193"/>
                  </a:cubicBezTo>
                  <a:cubicBezTo>
                    <a:pt x="7870" y="13859"/>
                    <a:pt x="8073" y="13526"/>
                    <a:pt x="8263" y="13205"/>
                  </a:cubicBezTo>
                  <a:cubicBezTo>
                    <a:pt x="8525" y="12764"/>
                    <a:pt x="8704" y="12288"/>
                    <a:pt x="8918" y="11835"/>
                  </a:cubicBezTo>
                  <a:cubicBezTo>
                    <a:pt x="8835" y="11752"/>
                    <a:pt x="8751" y="11669"/>
                    <a:pt x="8680" y="11597"/>
                  </a:cubicBezTo>
                  <a:cubicBezTo>
                    <a:pt x="8001" y="12050"/>
                    <a:pt x="7334" y="12514"/>
                    <a:pt x="6656" y="12966"/>
                  </a:cubicBezTo>
                  <a:cubicBezTo>
                    <a:pt x="6596" y="12895"/>
                    <a:pt x="6525" y="12824"/>
                    <a:pt x="6465" y="12764"/>
                  </a:cubicBezTo>
                  <a:cubicBezTo>
                    <a:pt x="8787" y="10728"/>
                    <a:pt x="11109" y="8692"/>
                    <a:pt x="13014" y="7013"/>
                  </a:cubicBezTo>
                  <a:cubicBezTo>
                    <a:pt x="15621" y="5787"/>
                    <a:pt x="17907" y="4977"/>
                    <a:pt x="19872" y="3680"/>
                  </a:cubicBezTo>
                  <a:cubicBezTo>
                    <a:pt x="20955" y="2965"/>
                    <a:pt x="21539" y="1453"/>
                    <a:pt x="22336" y="310"/>
                  </a:cubicBezTo>
                  <a:cubicBezTo>
                    <a:pt x="22265" y="203"/>
                    <a:pt x="22181" y="96"/>
                    <a:pt x="221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8"/>
            <p:cNvSpPr/>
            <p:nvPr/>
          </p:nvSpPr>
          <p:spPr>
            <a:xfrm>
              <a:off x="2953325" y="2413525"/>
              <a:ext cx="62550" cy="15200"/>
            </a:xfrm>
            <a:custGeom>
              <a:rect b="b" l="l" r="r" t="t"/>
              <a:pathLst>
                <a:path extrusionOk="0" h="608" w="2502">
                  <a:moveTo>
                    <a:pt x="1" y="0"/>
                  </a:moveTo>
                  <a:cubicBezTo>
                    <a:pt x="203" y="167"/>
                    <a:pt x="418" y="358"/>
                    <a:pt x="644" y="548"/>
                  </a:cubicBezTo>
                  <a:lnTo>
                    <a:pt x="2501" y="608"/>
                  </a:lnTo>
                  <a:cubicBezTo>
                    <a:pt x="1668" y="405"/>
                    <a:pt x="834" y="19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8"/>
            <p:cNvSpPr/>
            <p:nvPr/>
          </p:nvSpPr>
          <p:spPr>
            <a:xfrm>
              <a:off x="3778425" y="1410425"/>
              <a:ext cx="42900" cy="33050"/>
            </a:xfrm>
            <a:custGeom>
              <a:rect b="b" l="l" r="r" t="t"/>
              <a:pathLst>
                <a:path extrusionOk="0" h="1322" w="1716">
                  <a:moveTo>
                    <a:pt x="1537" y="0"/>
                  </a:moveTo>
                  <a:cubicBezTo>
                    <a:pt x="1025" y="441"/>
                    <a:pt x="513" y="881"/>
                    <a:pt x="1" y="1310"/>
                  </a:cubicBezTo>
                  <a:cubicBezTo>
                    <a:pt x="49" y="1310"/>
                    <a:pt x="108" y="1322"/>
                    <a:pt x="156" y="1322"/>
                  </a:cubicBezTo>
                  <a:cubicBezTo>
                    <a:pt x="799" y="870"/>
                    <a:pt x="1263" y="560"/>
                    <a:pt x="1715" y="239"/>
                  </a:cubicBezTo>
                  <a:cubicBezTo>
                    <a:pt x="1656" y="155"/>
                    <a:pt x="1596" y="84"/>
                    <a:pt x="15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8"/>
            <p:cNvSpPr/>
            <p:nvPr/>
          </p:nvSpPr>
          <p:spPr>
            <a:xfrm>
              <a:off x="2720575" y="2114675"/>
              <a:ext cx="603075" cy="318025"/>
            </a:xfrm>
            <a:custGeom>
              <a:rect b="b" l="l" r="r" t="t"/>
              <a:pathLst>
                <a:path extrusionOk="0" h="12721" w="24123">
                  <a:moveTo>
                    <a:pt x="131" y="1"/>
                  </a:moveTo>
                  <a:lnTo>
                    <a:pt x="0" y="953"/>
                  </a:lnTo>
                  <a:cubicBezTo>
                    <a:pt x="0" y="965"/>
                    <a:pt x="12" y="977"/>
                    <a:pt x="12" y="989"/>
                  </a:cubicBezTo>
                  <a:cubicBezTo>
                    <a:pt x="24" y="1013"/>
                    <a:pt x="24" y="1036"/>
                    <a:pt x="24" y="1060"/>
                  </a:cubicBezTo>
                  <a:cubicBezTo>
                    <a:pt x="595" y="1965"/>
                    <a:pt x="1143" y="2882"/>
                    <a:pt x="1738" y="3775"/>
                  </a:cubicBezTo>
                  <a:cubicBezTo>
                    <a:pt x="1893" y="4013"/>
                    <a:pt x="2167" y="4168"/>
                    <a:pt x="2548" y="4489"/>
                  </a:cubicBezTo>
                  <a:cubicBezTo>
                    <a:pt x="3691" y="7347"/>
                    <a:pt x="6322" y="9037"/>
                    <a:pt x="9049" y="10526"/>
                  </a:cubicBezTo>
                  <a:cubicBezTo>
                    <a:pt x="11883" y="12059"/>
                    <a:pt x="14867" y="12721"/>
                    <a:pt x="17945" y="12721"/>
                  </a:cubicBezTo>
                  <a:cubicBezTo>
                    <a:pt x="19289" y="12721"/>
                    <a:pt x="20651" y="12594"/>
                    <a:pt x="22027" y="12359"/>
                  </a:cubicBezTo>
                  <a:cubicBezTo>
                    <a:pt x="22312" y="12300"/>
                    <a:pt x="22598" y="12252"/>
                    <a:pt x="22884" y="12204"/>
                  </a:cubicBezTo>
                  <a:cubicBezTo>
                    <a:pt x="23646" y="11835"/>
                    <a:pt x="23979" y="11561"/>
                    <a:pt x="24122" y="11371"/>
                  </a:cubicBezTo>
                  <a:lnTo>
                    <a:pt x="24122" y="11371"/>
                  </a:lnTo>
                  <a:cubicBezTo>
                    <a:pt x="22761" y="11899"/>
                    <a:pt x="21296" y="12160"/>
                    <a:pt x="19830" y="12160"/>
                  </a:cubicBezTo>
                  <a:cubicBezTo>
                    <a:pt x="16961" y="12160"/>
                    <a:pt x="14085" y="11158"/>
                    <a:pt x="11966" y="9180"/>
                  </a:cubicBezTo>
                  <a:lnTo>
                    <a:pt x="11966" y="9180"/>
                  </a:lnTo>
                  <a:cubicBezTo>
                    <a:pt x="14423" y="10527"/>
                    <a:pt x="16983" y="11205"/>
                    <a:pt x="19649" y="11205"/>
                  </a:cubicBezTo>
                  <a:cubicBezTo>
                    <a:pt x="20730" y="11205"/>
                    <a:pt x="21828" y="11094"/>
                    <a:pt x="22943" y="10871"/>
                  </a:cubicBezTo>
                  <a:cubicBezTo>
                    <a:pt x="22753" y="10835"/>
                    <a:pt x="22574" y="10788"/>
                    <a:pt x="22408" y="10740"/>
                  </a:cubicBezTo>
                  <a:cubicBezTo>
                    <a:pt x="20538" y="10490"/>
                    <a:pt x="18800" y="9871"/>
                    <a:pt x="17205" y="8883"/>
                  </a:cubicBezTo>
                  <a:cubicBezTo>
                    <a:pt x="15955" y="8109"/>
                    <a:pt x="14835" y="7109"/>
                    <a:pt x="13561" y="6394"/>
                  </a:cubicBezTo>
                  <a:cubicBezTo>
                    <a:pt x="12811" y="5989"/>
                    <a:pt x="11859" y="5799"/>
                    <a:pt x="10990" y="5799"/>
                  </a:cubicBezTo>
                  <a:cubicBezTo>
                    <a:pt x="7715" y="5799"/>
                    <a:pt x="4906" y="4668"/>
                    <a:pt x="2500" y="2513"/>
                  </a:cubicBezTo>
                  <a:cubicBezTo>
                    <a:pt x="1691" y="1786"/>
                    <a:pt x="1000" y="929"/>
                    <a:pt x="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8"/>
            <p:cNvSpPr/>
            <p:nvPr/>
          </p:nvSpPr>
          <p:spPr>
            <a:xfrm>
              <a:off x="3606100" y="1403400"/>
              <a:ext cx="194100" cy="66875"/>
            </a:xfrm>
            <a:custGeom>
              <a:rect b="b" l="l" r="r" t="t"/>
              <a:pathLst>
                <a:path extrusionOk="0" h="2675" w="7764">
                  <a:moveTo>
                    <a:pt x="6377" y="0"/>
                  </a:moveTo>
                  <a:cubicBezTo>
                    <a:pt x="4504" y="0"/>
                    <a:pt x="2259" y="312"/>
                    <a:pt x="988" y="877"/>
                  </a:cubicBezTo>
                  <a:cubicBezTo>
                    <a:pt x="655" y="1496"/>
                    <a:pt x="322" y="2103"/>
                    <a:pt x="0" y="2675"/>
                  </a:cubicBezTo>
                  <a:cubicBezTo>
                    <a:pt x="1923" y="2037"/>
                    <a:pt x="3855" y="1515"/>
                    <a:pt x="5743" y="1515"/>
                  </a:cubicBezTo>
                  <a:cubicBezTo>
                    <a:pt x="6040" y="1515"/>
                    <a:pt x="6337" y="1528"/>
                    <a:pt x="6632" y="1555"/>
                  </a:cubicBezTo>
                  <a:cubicBezTo>
                    <a:pt x="7013" y="1067"/>
                    <a:pt x="7382" y="567"/>
                    <a:pt x="7763" y="67"/>
                  </a:cubicBezTo>
                  <a:cubicBezTo>
                    <a:pt x="7344" y="22"/>
                    <a:pt x="6874" y="0"/>
                    <a:pt x="63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8"/>
            <p:cNvSpPr/>
            <p:nvPr/>
          </p:nvSpPr>
          <p:spPr>
            <a:xfrm>
              <a:off x="4000500" y="1291950"/>
              <a:ext cx="3000" cy="1525"/>
            </a:xfrm>
            <a:custGeom>
              <a:rect b="b" l="l" r="r" t="t"/>
              <a:pathLst>
                <a:path extrusionOk="0" h="61" w="120">
                  <a:moveTo>
                    <a:pt x="119" y="1"/>
                  </a:moveTo>
                  <a:lnTo>
                    <a:pt x="119" y="1"/>
                  </a:lnTo>
                  <a:cubicBezTo>
                    <a:pt x="83" y="13"/>
                    <a:pt x="36" y="25"/>
                    <a:pt x="0" y="36"/>
                  </a:cubicBezTo>
                  <a:cubicBezTo>
                    <a:pt x="12" y="36"/>
                    <a:pt x="36" y="48"/>
                    <a:pt x="48" y="60"/>
                  </a:cubicBezTo>
                  <a:cubicBezTo>
                    <a:pt x="71" y="36"/>
                    <a:pt x="95" y="25"/>
                    <a:pt x="119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8"/>
            <p:cNvSpPr/>
            <p:nvPr/>
          </p:nvSpPr>
          <p:spPr>
            <a:xfrm>
              <a:off x="3232825" y="1763450"/>
              <a:ext cx="41400" cy="37225"/>
            </a:xfrm>
            <a:custGeom>
              <a:rect b="b" l="l" r="r" t="t"/>
              <a:pathLst>
                <a:path extrusionOk="0" h="1489" w="1656">
                  <a:moveTo>
                    <a:pt x="1656" y="0"/>
                  </a:moveTo>
                  <a:lnTo>
                    <a:pt x="1656" y="0"/>
                  </a:lnTo>
                  <a:cubicBezTo>
                    <a:pt x="1370" y="72"/>
                    <a:pt x="1072" y="131"/>
                    <a:pt x="787" y="191"/>
                  </a:cubicBezTo>
                  <a:cubicBezTo>
                    <a:pt x="525" y="619"/>
                    <a:pt x="263" y="1060"/>
                    <a:pt x="1" y="1488"/>
                  </a:cubicBezTo>
                  <a:cubicBezTo>
                    <a:pt x="560" y="1012"/>
                    <a:pt x="1108" y="512"/>
                    <a:pt x="1656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8"/>
            <p:cNvSpPr/>
            <p:nvPr/>
          </p:nvSpPr>
          <p:spPr>
            <a:xfrm>
              <a:off x="3657600" y="1294325"/>
              <a:ext cx="225350" cy="82200"/>
            </a:xfrm>
            <a:custGeom>
              <a:rect b="b" l="l" r="r" t="t"/>
              <a:pathLst>
                <a:path extrusionOk="0" h="3288" w="9014">
                  <a:moveTo>
                    <a:pt x="2774" y="1"/>
                  </a:moveTo>
                  <a:cubicBezTo>
                    <a:pt x="1798" y="1108"/>
                    <a:pt x="1000" y="2025"/>
                    <a:pt x="155" y="2989"/>
                  </a:cubicBezTo>
                  <a:cubicBezTo>
                    <a:pt x="107" y="3085"/>
                    <a:pt x="48" y="3192"/>
                    <a:pt x="0" y="3287"/>
                  </a:cubicBezTo>
                  <a:lnTo>
                    <a:pt x="6572" y="3287"/>
                  </a:lnTo>
                  <a:cubicBezTo>
                    <a:pt x="7394" y="2192"/>
                    <a:pt x="8203" y="1096"/>
                    <a:pt x="90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8"/>
            <p:cNvSpPr/>
            <p:nvPr/>
          </p:nvSpPr>
          <p:spPr>
            <a:xfrm>
              <a:off x="3855225" y="1366975"/>
              <a:ext cx="10450" cy="9550"/>
            </a:xfrm>
            <a:custGeom>
              <a:rect b="b" l="l" r="r" t="t"/>
              <a:pathLst>
                <a:path extrusionOk="0" h="382" w="418">
                  <a:moveTo>
                    <a:pt x="417" y="0"/>
                  </a:moveTo>
                  <a:lnTo>
                    <a:pt x="417" y="0"/>
                  </a:lnTo>
                  <a:cubicBezTo>
                    <a:pt x="287" y="131"/>
                    <a:pt x="144" y="250"/>
                    <a:pt x="1" y="381"/>
                  </a:cubicBezTo>
                  <a:lnTo>
                    <a:pt x="72" y="381"/>
                  </a:lnTo>
                  <a:cubicBezTo>
                    <a:pt x="179" y="262"/>
                    <a:pt x="298" y="131"/>
                    <a:pt x="4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8"/>
            <p:cNvSpPr/>
            <p:nvPr/>
          </p:nvSpPr>
          <p:spPr>
            <a:xfrm>
              <a:off x="3822200" y="1151175"/>
              <a:ext cx="162525" cy="26200"/>
            </a:xfrm>
            <a:custGeom>
              <a:rect b="b" l="l" r="r" t="t"/>
              <a:pathLst>
                <a:path extrusionOk="0" h="1048" w="6501">
                  <a:moveTo>
                    <a:pt x="536" y="0"/>
                  </a:moveTo>
                  <a:cubicBezTo>
                    <a:pt x="357" y="345"/>
                    <a:pt x="179" y="691"/>
                    <a:pt x="0" y="1048"/>
                  </a:cubicBezTo>
                  <a:lnTo>
                    <a:pt x="5775" y="1048"/>
                  </a:lnTo>
                  <a:cubicBezTo>
                    <a:pt x="6013" y="703"/>
                    <a:pt x="6251" y="345"/>
                    <a:pt x="65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8"/>
            <p:cNvSpPr/>
            <p:nvPr/>
          </p:nvSpPr>
          <p:spPr>
            <a:xfrm>
              <a:off x="2790525" y="1150875"/>
              <a:ext cx="166700" cy="877800"/>
            </a:xfrm>
            <a:custGeom>
              <a:rect b="b" l="l" r="r" t="t"/>
              <a:pathLst>
                <a:path extrusionOk="0" h="35112" w="6668">
                  <a:moveTo>
                    <a:pt x="572" y="0"/>
                  </a:moveTo>
                  <a:cubicBezTo>
                    <a:pt x="214" y="3382"/>
                    <a:pt x="0" y="6763"/>
                    <a:pt x="83" y="10168"/>
                  </a:cubicBezTo>
                  <a:cubicBezTo>
                    <a:pt x="119" y="11787"/>
                    <a:pt x="286" y="13407"/>
                    <a:pt x="619" y="15038"/>
                  </a:cubicBezTo>
                  <a:cubicBezTo>
                    <a:pt x="679" y="14633"/>
                    <a:pt x="750" y="14228"/>
                    <a:pt x="810" y="13823"/>
                  </a:cubicBezTo>
                  <a:cubicBezTo>
                    <a:pt x="2000" y="20765"/>
                    <a:pt x="4655" y="30349"/>
                    <a:pt x="6668" y="35112"/>
                  </a:cubicBezTo>
                  <a:cubicBezTo>
                    <a:pt x="4227" y="23527"/>
                    <a:pt x="4024" y="11549"/>
                    <a:pt x="601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38"/>
            <p:cNvSpPr/>
            <p:nvPr/>
          </p:nvSpPr>
          <p:spPr>
            <a:xfrm>
              <a:off x="2995900" y="1151175"/>
              <a:ext cx="395000" cy="895950"/>
            </a:xfrm>
            <a:custGeom>
              <a:rect b="b" l="l" r="r" t="t"/>
              <a:pathLst>
                <a:path extrusionOk="0" h="35838" w="15800">
                  <a:moveTo>
                    <a:pt x="3977" y="0"/>
                  </a:moveTo>
                  <a:cubicBezTo>
                    <a:pt x="3501" y="2238"/>
                    <a:pt x="3013" y="4489"/>
                    <a:pt x="2608" y="6739"/>
                  </a:cubicBezTo>
                  <a:cubicBezTo>
                    <a:pt x="1167" y="14800"/>
                    <a:pt x="0" y="22896"/>
                    <a:pt x="155" y="31123"/>
                  </a:cubicBezTo>
                  <a:cubicBezTo>
                    <a:pt x="179" y="32337"/>
                    <a:pt x="358" y="33564"/>
                    <a:pt x="524" y="34778"/>
                  </a:cubicBezTo>
                  <a:cubicBezTo>
                    <a:pt x="620" y="35123"/>
                    <a:pt x="715" y="35481"/>
                    <a:pt x="810" y="35838"/>
                  </a:cubicBezTo>
                  <a:cubicBezTo>
                    <a:pt x="1453" y="33016"/>
                    <a:pt x="2286" y="30242"/>
                    <a:pt x="3263" y="27539"/>
                  </a:cubicBezTo>
                  <a:cubicBezTo>
                    <a:pt x="4632" y="23717"/>
                    <a:pt x="6263" y="20026"/>
                    <a:pt x="7978" y="16383"/>
                  </a:cubicBezTo>
                  <a:cubicBezTo>
                    <a:pt x="8656" y="14954"/>
                    <a:pt x="9347" y="13537"/>
                    <a:pt x="10037" y="12121"/>
                  </a:cubicBezTo>
                  <a:cubicBezTo>
                    <a:pt x="10145" y="11859"/>
                    <a:pt x="10264" y="11609"/>
                    <a:pt x="10383" y="11347"/>
                  </a:cubicBezTo>
                  <a:lnTo>
                    <a:pt x="10383" y="11347"/>
                  </a:lnTo>
                  <a:lnTo>
                    <a:pt x="6799" y="12633"/>
                  </a:lnTo>
                  <a:cubicBezTo>
                    <a:pt x="6751" y="12549"/>
                    <a:pt x="6692" y="12466"/>
                    <a:pt x="6644" y="12394"/>
                  </a:cubicBezTo>
                  <a:cubicBezTo>
                    <a:pt x="6775" y="12216"/>
                    <a:pt x="6882" y="12013"/>
                    <a:pt x="7037" y="11882"/>
                  </a:cubicBezTo>
                  <a:cubicBezTo>
                    <a:pt x="7370" y="11609"/>
                    <a:pt x="7704" y="11323"/>
                    <a:pt x="8085" y="11132"/>
                  </a:cubicBezTo>
                  <a:cubicBezTo>
                    <a:pt x="9549" y="10370"/>
                    <a:pt x="10811" y="9418"/>
                    <a:pt x="11895" y="8311"/>
                  </a:cubicBezTo>
                  <a:cubicBezTo>
                    <a:pt x="13240" y="5560"/>
                    <a:pt x="14562" y="2798"/>
                    <a:pt x="15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8"/>
            <p:cNvSpPr/>
            <p:nvPr/>
          </p:nvSpPr>
          <p:spPr>
            <a:xfrm>
              <a:off x="2768775" y="1151175"/>
              <a:ext cx="26825" cy="129200"/>
            </a:xfrm>
            <a:custGeom>
              <a:rect b="b" l="l" r="r" t="t"/>
              <a:pathLst>
                <a:path extrusionOk="0" h="5168" w="1073">
                  <a:moveTo>
                    <a:pt x="1" y="0"/>
                  </a:moveTo>
                  <a:cubicBezTo>
                    <a:pt x="1" y="24"/>
                    <a:pt x="1" y="60"/>
                    <a:pt x="1" y="95"/>
                  </a:cubicBezTo>
                  <a:cubicBezTo>
                    <a:pt x="96" y="1750"/>
                    <a:pt x="275" y="3453"/>
                    <a:pt x="549" y="5167"/>
                  </a:cubicBezTo>
                  <a:cubicBezTo>
                    <a:pt x="668" y="3441"/>
                    <a:pt x="858" y="1715"/>
                    <a:pt x="107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8"/>
            <p:cNvSpPr/>
            <p:nvPr/>
          </p:nvSpPr>
          <p:spPr>
            <a:xfrm>
              <a:off x="2676800" y="1566450"/>
              <a:ext cx="305725" cy="625350"/>
            </a:xfrm>
            <a:custGeom>
              <a:rect b="b" l="l" r="r" t="t"/>
              <a:pathLst>
                <a:path extrusionOk="0" h="25014" w="12229">
                  <a:moveTo>
                    <a:pt x="3308" y="0"/>
                  </a:moveTo>
                  <a:cubicBezTo>
                    <a:pt x="2290" y="0"/>
                    <a:pt x="1307" y="545"/>
                    <a:pt x="715" y="1629"/>
                  </a:cubicBezTo>
                  <a:cubicBezTo>
                    <a:pt x="358" y="2308"/>
                    <a:pt x="156" y="3082"/>
                    <a:pt x="1" y="3856"/>
                  </a:cubicBezTo>
                  <a:lnTo>
                    <a:pt x="1" y="17762"/>
                  </a:lnTo>
                  <a:cubicBezTo>
                    <a:pt x="2085" y="21525"/>
                    <a:pt x="5240" y="23823"/>
                    <a:pt x="9502" y="24787"/>
                  </a:cubicBezTo>
                  <a:cubicBezTo>
                    <a:pt x="10252" y="24966"/>
                    <a:pt x="11074" y="24930"/>
                    <a:pt x="12229" y="25013"/>
                  </a:cubicBezTo>
                  <a:cubicBezTo>
                    <a:pt x="9454" y="19798"/>
                    <a:pt x="7919" y="14500"/>
                    <a:pt x="6240" y="9261"/>
                  </a:cubicBezTo>
                  <a:cubicBezTo>
                    <a:pt x="4668" y="9726"/>
                    <a:pt x="4073" y="11142"/>
                    <a:pt x="4001" y="14452"/>
                  </a:cubicBezTo>
                  <a:cubicBezTo>
                    <a:pt x="2668" y="12357"/>
                    <a:pt x="3478" y="10035"/>
                    <a:pt x="6025" y="8690"/>
                  </a:cubicBezTo>
                  <a:cubicBezTo>
                    <a:pt x="5454" y="5856"/>
                    <a:pt x="4882" y="3011"/>
                    <a:pt x="4311" y="177"/>
                  </a:cubicBezTo>
                  <a:cubicBezTo>
                    <a:pt x="3981" y="59"/>
                    <a:pt x="3643" y="0"/>
                    <a:pt x="3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8"/>
            <p:cNvSpPr/>
            <p:nvPr/>
          </p:nvSpPr>
          <p:spPr>
            <a:xfrm>
              <a:off x="2676525" y="1150875"/>
              <a:ext cx="105675" cy="450675"/>
            </a:xfrm>
            <a:custGeom>
              <a:rect b="b" l="l" r="r" t="t"/>
              <a:pathLst>
                <a:path extrusionOk="0" h="18027" w="4227">
                  <a:moveTo>
                    <a:pt x="0" y="0"/>
                  </a:moveTo>
                  <a:lnTo>
                    <a:pt x="0" y="7418"/>
                  </a:lnTo>
                  <a:cubicBezTo>
                    <a:pt x="690" y="6978"/>
                    <a:pt x="1448" y="6708"/>
                    <a:pt x="2320" y="6708"/>
                  </a:cubicBezTo>
                  <a:cubicBezTo>
                    <a:pt x="2605" y="6708"/>
                    <a:pt x="2903" y="6737"/>
                    <a:pt x="3215" y="6799"/>
                  </a:cubicBezTo>
                  <a:cubicBezTo>
                    <a:pt x="3048" y="7025"/>
                    <a:pt x="3000" y="7144"/>
                    <a:pt x="2941" y="7156"/>
                  </a:cubicBezTo>
                  <a:cubicBezTo>
                    <a:pt x="1750" y="7287"/>
                    <a:pt x="798" y="7680"/>
                    <a:pt x="0" y="8275"/>
                  </a:cubicBezTo>
                  <a:lnTo>
                    <a:pt x="0" y="18026"/>
                  </a:lnTo>
                  <a:cubicBezTo>
                    <a:pt x="786" y="16633"/>
                    <a:pt x="2203" y="15645"/>
                    <a:pt x="4191" y="15204"/>
                  </a:cubicBezTo>
                  <a:cubicBezTo>
                    <a:pt x="4191" y="14669"/>
                    <a:pt x="4227" y="14109"/>
                    <a:pt x="4179" y="13549"/>
                  </a:cubicBezTo>
                  <a:cubicBezTo>
                    <a:pt x="3989" y="10942"/>
                    <a:pt x="4024" y="8346"/>
                    <a:pt x="4191" y="5763"/>
                  </a:cubicBezTo>
                  <a:cubicBezTo>
                    <a:pt x="4167" y="5679"/>
                    <a:pt x="4143" y="5608"/>
                    <a:pt x="4120" y="5513"/>
                  </a:cubicBezTo>
                  <a:cubicBezTo>
                    <a:pt x="4072" y="5334"/>
                    <a:pt x="4024" y="5144"/>
                    <a:pt x="3965" y="4941"/>
                  </a:cubicBezTo>
                  <a:cubicBezTo>
                    <a:pt x="3917" y="4739"/>
                    <a:pt x="3881" y="4525"/>
                    <a:pt x="3822" y="4286"/>
                  </a:cubicBezTo>
                  <a:cubicBezTo>
                    <a:pt x="3560" y="3167"/>
                    <a:pt x="3298" y="1715"/>
                    <a:pt x="3119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8"/>
            <p:cNvSpPr/>
            <p:nvPr/>
          </p:nvSpPr>
          <p:spPr>
            <a:xfrm>
              <a:off x="2676800" y="2050975"/>
              <a:ext cx="164350" cy="392925"/>
            </a:xfrm>
            <a:custGeom>
              <a:rect b="b" l="l" r="r" t="t"/>
              <a:pathLst>
                <a:path extrusionOk="0" h="15717" w="6574">
                  <a:moveTo>
                    <a:pt x="1" y="1"/>
                  </a:moveTo>
                  <a:lnTo>
                    <a:pt x="1" y="5299"/>
                  </a:lnTo>
                  <a:cubicBezTo>
                    <a:pt x="1180" y="8466"/>
                    <a:pt x="2608" y="11514"/>
                    <a:pt x="4775" y="14086"/>
                  </a:cubicBezTo>
                  <a:cubicBezTo>
                    <a:pt x="5240" y="14633"/>
                    <a:pt x="5740" y="15169"/>
                    <a:pt x="6216" y="15717"/>
                  </a:cubicBezTo>
                  <a:cubicBezTo>
                    <a:pt x="6335" y="15645"/>
                    <a:pt x="6454" y="15586"/>
                    <a:pt x="6573" y="15526"/>
                  </a:cubicBezTo>
                  <a:cubicBezTo>
                    <a:pt x="6085" y="14645"/>
                    <a:pt x="5680" y="13705"/>
                    <a:pt x="5073" y="12895"/>
                  </a:cubicBezTo>
                  <a:cubicBezTo>
                    <a:pt x="3025" y="10133"/>
                    <a:pt x="2358" y="6894"/>
                    <a:pt x="1775" y="3608"/>
                  </a:cubicBezTo>
                  <a:lnTo>
                    <a:pt x="1739" y="3549"/>
                  </a:lnTo>
                  <a:cubicBezTo>
                    <a:pt x="1751" y="3537"/>
                    <a:pt x="1751" y="3513"/>
                    <a:pt x="1751" y="3501"/>
                  </a:cubicBezTo>
                  <a:cubicBezTo>
                    <a:pt x="1323" y="2572"/>
                    <a:pt x="1001" y="1560"/>
                    <a:pt x="441" y="727"/>
                  </a:cubicBezTo>
                  <a:cubicBezTo>
                    <a:pt x="287" y="489"/>
                    <a:pt x="144" y="25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8"/>
            <p:cNvSpPr/>
            <p:nvPr/>
          </p:nvSpPr>
          <p:spPr>
            <a:xfrm>
              <a:off x="3334025" y="1151175"/>
              <a:ext cx="406925" cy="184850"/>
            </a:xfrm>
            <a:custGeom>
              <a:rect b="b" l="l" r="r" t="t"/>
              <a:pathLst>
                <a:path extrusionOk="0" h="7394" w="16277">
                  <a:moveTo>
                    <a:pt x="2573" y="0"/>
                  </a:moveTo>
                  <a:cubicBezTo>
                    <a:pt x="1763" y="2107"/>
                    <a:pt x="894" y="4203"/>
                    <a:pt x="1" y="6298"/>
                  </a:cubicBezTo>
                  <a:cubicBezTo>
                    <a:pt x="644" y="5346"/>
                    <a:pt x="1203" y="4310"/>
                    <a:pt x="1668" y="3203"/>
                  </a:cubicBezTo>
                  <a:cubicBezTo>
                    <a:pt x="2120" y="2107"/>
                    <a:pt x="2775" y="1107"/>
                    <a:pt x="3335" y="60"/>
                  </a:cubicBezTo>
                  <a:lnTo>
                    <a:pt x="3597" y="191"/>
                  </a:lnTo>
                  <a:lnTo>
                    <a:pt x="60" y="7191"/>
                  </a:lnTo>
                  <a:cubicBezTo>
                    <a:pt x="120" y="7251"/>
                    <a:pt x="191" y="7322"/>
                    <a:pt x="263" y="7394"/>
                  </a:cubicBezTo>
                  <a:cubicBezTo>
                    <a:pt x="1656" y="6727"/>
                    <a:pt x="3097" y="6120"/>
                    <a:pt x="4454" y="5382"/>
                  </a:cubicBezTo>
                  <a:cubicBezTo>
                    <a:pt x="7347" y="3810"/>
                    <a:pt x="10431" y="2822"/>
                    <a:pt x="13634" y="2203"/>
                  </a:cubicBezTo>
                  <a:cubicBezTo>
                    <a:pt x="14205" y="2096"/>
                    <a:pt x="14705" y="1929"/>
                    <a:pt x="15158" y="1679"/>
                  </a:cubicBezTo>
                  <a:cubicBezTo>
                    <a:pt x="15527" y="1119"/>
                    <a:pt x="15908" y="548"/>
                    <a:pt x="16277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8"/>
            <p:cNvSpPr/>
            <p:nvPr/>
          </p:nvSpPr>
          <p:spPr>
            <a:xfrm>
              <a:off x="2925050" y="1151175"/>
              <a:ext cx="162250" cy="656050"/>
            </a:xfrm>
            <a:custGeom>
              <a:rect b="b" l="l" r="r" t="t"/>
              <a:pathLst>
                <a:path extrusionOk="0" h="26242" w="6490">
                  <a:moveTo>
                    <a:pt x="858" y="0"/>
                  </a:moveTo>
                  <a:cubicBezTo>
                    <a:pt x="48" y="6751"/>
                    <a:pt x="1" y="13573"/>
                    <a:pt x="691" y="20300"/>
                  </a:cubicBezTo>
                  <a:cubicBezTo>
                    <a:pt x="929" y="16502"/>
                    <a:pt x="1560" y="12692"/>
                    <a:pt x="2561" y="8894"/>
                  </a:cubicBezTo>
                  <a:lnTo>
                    <a:pt x="2561" y="8894"/>
                  </a:lnTo>
                  <a:cubicBezTo>
                    <a:pt x="2561" y="9716"/>
                    <a:pt x="2668" y="10549"/>
                    <a:pt x="2549" y="11347"/>
                  </a:cubicBezTo>
                  <a:cubicBezTo>
                    <a:pt x="1799" y="16288"/>
                    <a:pt x="1799" y="21253"/>
                    <a:pt x="2251" y="26206"/>
                  </a:cubicBezTo>
                  <a:lnTo>
                    <a:pt x="2537" y="26241"/>
                  </a:lnTo>
                  <a:cubicBezTo>
                    <a:pt x="2811" y="23217"/>
                    <a:pt x="3025" y="20181"/>
                    <a:pt x="3394" y="17169"/>
                  </a:cubicBezTo>
                  <a:cubicBezTo>
                    <a:pt x="3763" y="14085"/>
                    <a:pt x="4204" y="11001"/>
                    <a:pt x="4763" y="7953"/>
                  </a:cubicBezTo>
                  <a:cubicBezTo>
                    <a:pt x="5263" y="5286"/>
                    <a:pt x="5894" y="2643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8"/>
            <p:cNvSpPr/>
            <p:nvPr/>
          </p:nvSpPr>
          <p:spPr>
            <a:xfrm>
              <a:off x="4104975" y="1151175"/>
              <a:ext cx="28600" cy="32150"/>
            </a:xfrm>
            <a:custGeom>
              <a:rect b="b" l="l" r="r" t="t"/>
              <a:pathLst>
                <a:path extrusionOk="0" h="1286" w="1144">
                  <a:moveTo>
                    <a:pt x="357" y="0"/>
                  </a:moveTo>
                  <a:cubicBezTo>
                    <a:pt x="131" y="405"/>
                    <a:pt x="0" y="822"/>
                    <a:pt x="36" y="1286"/>
                  </a:cubicBezTo>
                  <a:cubicBezTo>
                    <a:pt x="417" y="857"/>
                    <a:pt x="786" y="429"/>
                    <a:pt x="1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8"/>
            <p:cNvSpPr/>
            <p:nvPr/>
          </p:nvSpPr>
          <p:spPr>
            <a:xfrm>
              <a:off x="4484775" y="1151175"/>
              <a:ext cx="19375" cy="27700"/>
            </a:xfrm>
            <a:custGeom>
              <a:rect b="b" l="l" r="r" t="t"/>
              <a:pathLst>
                <a:path extrusionOk="0" h="1108" w="775">
                  <a:moveTo>
                    <a:pt x="0" y="0"/>
                  </a:moveTo>
                  <a:cubicBezTo>
                    <a:pt x="12" y="393"/>
                    <a:pt x="36" y="774"/>
                    <a:pt x="60" y="1107"/>
                  </a:cubicBezTo>
                  <a:cubicBezTo>
                    <a:pt x="298" y="738"/>
                    <a:pt x="536" y="369"/>
                    <a:pt x="774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8"/>
            <p:cNvSpPr/>
            <p:nvPr/>
          </p:nvSpPr>
          <p:spPr>
            <a:xfrm>
              <a:off x="4044550" y="1151175"/>
              <a:ext cx="403350" cy="573900"/>
            </a:xfrm>
            <a:custGeom>
              <a:rect b="b" l="l" r="r" t="t"/>
              <a:pathLst>
                <a:path extrusionOk="0" h="22956" w="16134">
                  <a:moveTo>
                    <a:pt x="15240" y="0"/>
                  </a:moveTo>
                  <a:cubicBezTo>
                    <a:pt x="15193" y="107"/>
                    <a:pt x="15133" y="214"/>
                    <a:pt x="15073" y="333"/>
                  </a:cubicBezTo>
                  <a:cubicBezTo>
                    <a:pt x="14407" y="1703"/>
                    <a:pt x="13418" y="3667"/>
                    <a:pt x="12109" y="5989"/>
                  </a:cubicBezTo>
                  <a:cubicBezTo>
                    <a:pt x="10799" y="8323"/>
                    <a:pt x="9192" y="11025"/>
                    <a:pt x="7287" y="13871"/>
                  </a:cubicBezTo>
                  <a:cubicBezTo>
                    <a:pt x="6334" y="15300"/>
                    <a:pt x="5310" y="16752"/>
                    <a:pt x="4227" y="18228"/>
                  </a:cubicBezTo>
                  <a:cubicBezTo>
                    <a:pt x="3679" y="18967"/>
                    <a:pt x="3096" y="19705"/>
                    <a:pt x="2429" y="20360"/>
                  </a:cubicBezTo>
                  <a:cubicBezTo>
                    <a:pt x="1834" y="20955"/>
                    <a:pt x="1155" y="21479"/>
                    <a:pt x="393" y="21848"/>
                  </a:cubicBezTo>
                  <a:cubicBezTo>
                    <a:pt x="143" y="22550"/>
                    <a:pt x="0" y="22955"/>
                    <a:pt x="0" y="22955"/>
                  </a:cubicBezTo>
                  <a:cubicBezTo>
                    <a:pt x="4870" y="19074"/>
                    <a:pt x="12764" y="6239"/>
                    <a:pt x="1613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8"/>
            <p:cNvSpPr/>
            <p:nvPr/>
          </p:nvSpPr>
          <p:spPr>
            <a:xfrm>
              <a:off x="4054650" y="1150875"/>
              <a:ext cx="366450" cy="545925"/>
            </a:xfrm>
            <a:custGeom>
              <a:rect b="b" l="l" r="r" t="t"/>
              <a:pathLst>
                <a:path extrusionOk="0" h="21837" w="14658">
                  <a:moveTo>
                    <a:pt x="7764" y="0"/>
                  </a:moveTo>
                  <a:cubicBezTo>
                    <a:pt x="5811" y="5929"/>
                    <a:pt x="3763" y="11811"/>
                    <a:pt x="1489" y="17621"/>
                  </a:cubicBezTo>
                  <a:cubicBezTo>
                    <a:pt x="846" y="19443"/>
                    <a:pt x="334" y="20896"/>
                    <a:pt x="1" y="21836"/>
                  </a:cubicBezTo>
                  <a:cubicBezTo>
                    <a:pt x="60" y="21789"/>
                    <a:pt x="144" y="21741"/>
                    <a:pt x="227" y="21693"/>
                  </a:cubicBezTo>
                  <a:cubicBezTo>
                    <a:pt x="549" y="21467"/>
                    <a:pt x="1001" y="21122"/>
                    <a:pt x="1513" y="20586"/>
                  </a:cubicBezTo>
                  <a:cubicBezTo>
                    <a:pt x="2549" y="19550"/>
                    <a:pt x="3668" y="17740"/>
                    <a:pt x="5109" y="15538"/>
                  </a:cubicBezTo>
                  <a:cubicBezTo>
                    <a:pt x="7728" y="11525"/>
                    <a:pt x="11109" y="6096"/>
                    <a:pt x="14658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8"/>
            <p:cNvSpPr/>
            <p:nvPr/>
          </p:nvSpPr>
          <p:spPr>
            <a:xfrm>
              <a:off x="4486275" y="1151175"/>
              <a:ext cx="26500" cy="53900"/>
            </a:xfrm>
            <a:custGeom>
              <a:rect b="b" l="l" r="r" t="t"/>
              <a:pathLst>
                <a:path extrusionOk="0" h="2156" w="1060">
                  <a:moveTo>
                    <a:pt x="1024" y="0"/>
                  </a:moveTo>
                  <a:cubicBezTo>
                    <a:pt x="691" y="405"/>
                    <a:pt x="357" y="810"/>
                    <a:pt x="0" y="1203"/>
                  </a:cubicBezTo>
                  <a:cubicBezTo>
                    <a:pt x="36" y="1774"/>
                    <a:pt x="60" y="2155"/>
                    <a:pt x="60" y="2155"/>
                  </a:cubicBezTo>
                  <a:cubicBezTo>
                    <a:pt x="250" y="1965"/>
                    <a:pt x="441" y="1786"/>
                    <a:pt x="619" y="1607"/>
                  </a:cubicBezTo>
                  <a:cubicBezTo>
                    <a:pt x="774" y="1238"/>
                    <a:pt x="917" y="881"/>
                    <a:pt x="1060" y="524"/>
                  </a:cubicBezTo>
                  <a:lnTo>
                    <a:pt x="1060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8"/>
            <p:cNvSpPr/>
            <p:nvPr/>
          </p:nvSpPr>
          <p:spPr>
            <a:xfrm>
              <a:off x="2676800" y="2183425"/>
              <a:ext cx="155400" cy="261675"/>
            </a:xfrm>
            <a:custGeom>
              <a:rect b="b" l="l" r="r" t="t"/>
              <a:pathLst>
                <a:path extrusionOk="0" h="10467" w="6216">
                  <a:moveTo>
                    <a:pt x="1" y="1"/>
                  </a:moveTo>
                  <a:lnTo>
                    <a:pt x="1" y="5109"/>
                  </a:lnTo>
                  <a:cubicBezTo>
                    <a:pt x="1525" y="7168"/>
                    <a:pt x="3537" y="8966"/>
                    <a:pt x="6109" y="10466"/>
                  </a:cubicBezTo>
                  <a:cubicBezTo>
                    <a:pt x="6145" y="10455"/>
                    <a:pt x="6180" y="10431"/>
                    <a:pt x="6216" y="10419"/>
                  </a:cubicBezTo>
                  <a:cubicBezTo>
                    <a:pt x="5740" y="9871"/>
                    <a:pt x="5240" y="9335"/>
                    <a:pt x="4787" y="8788"/>
                  </a:cubicBezTo>
                  <a:cubicBezTo>
                    <a:pt x="2620" y="6216"/>
                    <a:pt x="1180" y="316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8"/>
            <p:cNvSpPr/>
            <p:nvPr/>
          </p:nvSpPr>
          <p:spPr>
            <a:xfrm>
              <a:off x="2969400" y="1150875"/>
              <a:ext cx="1543375" cy="2317050"/>
            </a:xfrm>
            <a:custGeom>
              <a:rect b="b" l="l" r="r" t="t"/>
              <a:pathLst>
                <a:path extrusionOk="0" h="92682" w="61735">
                  <a:moveTo>
                    <a:pt x="25742" y="42527"/>
                  </a:moveTo>
                  <a:cubicBezTo>
                    <a:pt x="25742" y="42527"/>
                    <a:pt x="25742" y="42528"/>
                    <a:pt x="25742" y="42529"/>
                  </a:cubicBezTo>
                  <a:cubicBezTo>
                    <a:pt x="25754" y="42565"/>
                    <a:pt x="25742" y="42589"/>
                    <a:pt x="25706" y="42589"/>
                  </a:cubicBezTo>
                  <a:cubicBezTo>
                    <a:pt x="25737" y="42558"/>
                    <a:pt x="25741" y="42527"/>
                    <a:pt x="25742" y="42527"/>
                  </a:cubicBezTo>
                  <a:close/>
                  <a:moveTo>
                    <a:pt x="32398" y="39076"/>
                  </a:moveTo>
                  <a:cubicBezTo>
                    <a:pt x="32398" y="39076"/>
                    <a:pt x="31612" y="39707"/>
                    <a:pt x="30278" y="40446"/>
                  </a:cubicBezTo>
                  <a:cubicBezTo>
                    <a:pt x="29612" y="40803"/>
                    <a:pt x="28814" y="41196"/>
                    <a:pt x="27897" y="41553"/>
                  </a:cubicBezTo>
                  <a:cubicBezTo>
                    <a:pt x="27445" y="41731"/>
                    <a:pt x="26968" y="41898"/>
                    <a:pt x="26468" y="42041"/>
                  </a:cubicBezTo>
                  <a:cubicBezTo>
                    <a:pt x="26218" y="42112"/>
                    <a:pt x="25933" y="42184"/>
                    <a:pt x="25718" y="42243"/>
                  </a:cubicBezTo>
                  <a:cubicBezTo>
                    <a:pt x="25623" y="42279"/>
                    <a:pt x="25516" y="42351"/>
                    <a:pt x="25528" y="42470"/>
                  </a:cubicBezTo>
                  <a:cubicBezTo>
                    <a:pt x="25540" y="42517"/>
                    <a:pt x="25575" y="42553"/>
                    <a:pt x="25635" y="42577"/>
                  </a:cubicBezTo>
                  <a:cubicBezTo>
                    <a:pt x="25652" y="42585"/>
                    <a:pt x="25669" y="42594"/>
                    <a:pt x="25685" y="42594"/>
                  </a:cubicBezTo>
                  <a:cubicBezTo>
                    <a:pt x="25692" y="42594"/>
                    <a:pt x="25699" y="42592"/>
                    <a:pt x="25706" y="42589"/>
                  </a:cubicBezTo>
                  <a:lnTo>
                    <a:pt x="25706" y="42589"/>
                  </a:lnTo>
                  <a:cubicBezTo>
                    <a:pt x="25687" y="42608"/>
                    <a:pt x="25660" y="42628"/>
                    <a:pt x="25618" y="42628"/>
                  </a:cubicBezTo>
                  <a:cubicBezTo>
                    <a:pt x="25608" y="42628"/>
                    <a:pt x="25598" y="42627"/>
                    <a:pt x="25587" y="42624"/>
                  </a:cubicBezTo>
                  <a:cubicBezTo>
                    <a:pt x="25516" y="42613"/>
                    <a:pt x="25433" y="42565"/>
                    <a:pt x="25373" y="42482"/>
                  </a:cubicBezTo>
                  <a:cubicBezTo>
                    <a:pt x="25325" y="42386"/>
                    <a:pt x="25337" y="42243"/>
                    <a:pt x="25409" y="42124"/>
                  </a:cubicBezTo>
                  <a:cubicBezTo>
                    <a:pt x="25492" y="42005"/>
                    <a:pt x="25611" y="41922"/>
                    <a:pt x="25730" y="41851"/>
                  </a:cubicBezTo>
                  <a:cubicBezTo>
                    <a:pt x="25837" y="41779"/>
                    <a:pt x="25956" y="41708"/>
                    <a:pt x="26087" y="41624"/>
                  </a:cubicBezTo>
                  <a:cubicBezTo>
                    <a:pt x="26349" y="41470"/>
                    <a:pt x="26647" y="41303"/>
                    <a:pt x="26968" y="41124"/>
                  </a:cubicBezTo>
                  <a:cubicBezTo>
                    <a:pt x="28290" y="40410"/>
                    <a:pt x="30171" y="39576"/>
                    <a:pt x="32398" y="39076"/>
                  </a:cubicBezTo>
                  <a:close/>
                  <a:moveTo>
                    <a:pt x="37208" y="39422"/>
                  </a:moveTo>
                  <a:lnTo>
                    <a:pt x="37208" y="39422"/>
                  </a:lnTo>
                  <a:cubicBezTo>
                    <a:pt x="37208" y="39422"/>
                    <a:pt x="34410" y="41874"/>
                    <a:pt x="30409" y="42636"/>
                  </a:cubicBezTo>
                  <a:cubicBezTo>
                    <a:pt x="30409" y="42636"/>
                    <a:pt x="33124" y="40350"/>
                    <a:pt x="37208" y="39422"/>
                  </a:cubicBezTo>
                  <a:close/>
                  <a:moveTo>
                    <a:pt x="26242" y="38422"/>
                  </a:moveTo>
                  <a:cubicBezTo>
                    <a:pt x="26242" y="38422"/>
                    <a:pt x="23182" y="41422"/>
                    <a:pt x="18705" y="42886"/>
                  </a:cubicBezTo>
                  <a:cubicBezTo>
                    <a:pt x="18705" y="42886"/>
                    <a:pt x="21682" y="40065"/>
                    <a:pt x="26242" y="38422"/>
                  </a:cubicBezTo>
                  <a:close/>
                  <a:moveTo>
                    <a:pt x="49245" y="66866"/>
                  </a:moveTo>
                  <a:cubicBezTo>
                    <a:pt x="51162" y="67092"/>
                    <a:pt x="53079" y="67330"/>
                    <a:pt x="55055" y="67556"/>
                  </a:cubicBezTo>
                  <a:cubicBezTo>
                    <a:pt x="54838" y="68270"/>
                    <a:pt x="54448" y="68487"/>
                    <a:pt x="54012" y="68487"/>
                  </a:cubicBezTo>
                  <a:cubicBezTo>
                    <a:pt x="53852" y="68487"/>
                    <a:pt x="53686" y="68458"/>
                    <a:pt x="53519" y="68413"/>
                  </a:cubicBezTo>
                  <a:cubicBezTo>
                    <a:pt x="52067" y="68020"/>
                    <a:pt x="50626" y="67556"/>
                    <a:pt x="49174" y="67127"/>
                  </a:cubicBezTo>
                  <a:lnTo>
                    <a:pt x="49245" y="66866"/>
                  </a:lnTo>
                  <a:close/>
                  <a:moveTo>
                    <a:pt x="60711" y="72092"/>
                  </a:moveTo>
                  <a:lnTo>
                    <a:pt x="60711" y="72092"/>
                  </a:lnTo>
                  <a:cubicBezTo>
                    <a:pt x="60754" y="74089"/>
                    <a:pt x="58878" y="75859"/>
                    <a:pt x="56923" y="75859"/>
                  </a:cubicBezTo>
                  <a:cubicBezTo>
                    <a:pt x="56733" y="75859"/>
                    <a:pt x="56543" y="75842"/>
                    <a:pt x="56353" y="75807"/>
                  </a:cubicBezTo>
                  <a:cubicBezTo>
                    <a:pt x="56332" y="74078"/>
                    <a:pt x="57982" y="72573"/>
                    <a:pt x="59682" y="72573"/>
                  </a:cubicBezTo>
                  <a:cubicBezTo>
                    <a:pt x="59902" y="72573"/>
                    <a:pt x="60123" y="72599"/>
                    <a:pt x="60342" y="72652"/>
                  </a:cubicBezTo>
                  <a:lnTo>
                    <a:pt x="60711" y="72092"/>
                  </a:lnTo>
                  <a:close/>
                  <a:moveTo>
                    <a:pt x="46566" y="0"/>
                  </a:moveTo>
                  <a:cubicBezTo>
                    <a:pt x="46209" y="429"/>
                    <a:pt x="45840" y="869"/>
                    <a:pt x="45459" y="1298"/>
                  </a:cubicBezTo>
                  <a:cubicBezTo>
                    <a:pt x="45471" y="1477"/>
                    <a:pt x="45506" y="1655"/>
                    <a:pt x="45566" y="1846"/>
                  </a:cubicBezTo>
                  <a:cubicBezTo>
                    <a:pt x="45876" y="2870"/>
                    <a:pt x="45804" y="3893"/>
                    <a:pt x="45054" y="4929"/>
                  </a:cubicBezTo>
                  <a:cubicBezTo>
                    <a:pt x="44363" y="4036"/>
                    <a:pt x="44768" y="3120"/>
                    <a:pt x="44733" y="2131"/>
                  </a:cubicBezTo>
                  <a:lnTo>
                    <a:pt x="44733" y="2131"/>
                  </a:lnTo>
                  <a:cubicBezTo>
                    <a:pt x="44471" y="2417"/>
                    <a:pt x="44209" y="2703"/>
                    <a:pt x="43947" y="2989"/>
                  </a:cubicBezTo>
                  <a:cubicBezTo>
                    <a:pt x="43828" y="3620"/>
                    <a:pt x="43804" y="4298"/>
                    <a:pt x="43578" y="5001"/>
                  </a:cubicBezTo>
                  <a:cubicBezTo>
                    <a:pt x="42947" y="5191"/>
                    <a:pt x="42161" y="5406"/>
                    <a:pt x="41363" y="5644"/>
                  </a:cubicBezTo>
                  <a:cubicBezTo>
                    <a:pt x="41339" y="5656"/>
                    <a:pt x="41315" y="5679"/>
                    <a:pt x="41292" y="5703"/>
                  </a:cubicBezTo>
                  <a:cubicBezTo>
                    <a:pt x="41339" y="5727"/>
                    <a:pt x="41375" y="5751"/>
                    <a:pt x="41411" y="5775"/>
                  </a:cubicBezTo>
                  <a:cubicBezTo>
                    <a:pt x="39946" y="7061"/>
                    <a:pt x="38482" y="8358"/>
                    <a:pt x="36863" y="9775"/>
                  </a:cubicBezTo>
                  <a:cubicBezTo>
                    <a:pt x="37648" y="10406"/>
                    <a:pt x="38303" y="10930"/>
                    <a:pt x="38958" y="11454"/>
                  </a:cubicBezTo>
                  <a:cubicBezTo>
                    <a:pt x="38875" y="11537"/>
                    <a:pt x="38803" y="11633"/>
                    <a:pt x="38720" y="11728"/>
                  </a:cubicBezTo>
                  <a:cubicBezTo>
                    <a:pt x="37946" y="11323"/>
                    <a:pt x="37172" y="10930"/>
                    <a:pt x="36303" y="10490"/>
                  </a:cubicBezTo>
                  <a:cubicBezTo>
                    <a:pt x="35672" y="11025"/>
                    <a:pt x="35100" y="11502"/>
                    <a:pt x="34374" y="12109"/>
                  </a:cubicBezTo>
                  <a:cubicBezTo>
                    <a:pt x="37220" y="13573"/>
                    <a:pt x="39780" y="15109"/>
                    <a:pt x="40542" y="18276"/>
                  </a:cubicBezTo>
                  <a:cubicBezTo>
                    <a:pt x="40530" y="18276"/>
                    <a:pt x="40518" y="18288"/>
                    <a:pt x="40518" y="18300"/>
                  </a:cubicBezTo>
                  <a:cubicBezTo>
                    <a:pt x="40958" y="19574"/>
                    <a:pt x="41137" y="20812"/>
                    <a:pt x="41232" y="21717"/>
                  </a:cubicBezTo>
                  <a:cubicBezTo>
                    <a:pt x="41554" y="25182"/>
                    <a:pt x="41720" y="37731"/>
                    <a:pt x="29671" y="38052"/>
                  </a:cubicBezTo>
                  <a:cubicBezTo>
                    <a:pt x="29370" y="38061"/>
                    <a:pt x="29076" y="38065"/>
                    <a:pt x="28789" y="38065"/>
                  </a:cubicBezTo>
                  <a:cubicBezTo>
                    <a:pt x="20600" y="38065"/>
                    <a:pt x="18102" y="34692"/>
                    <a:pt x="17193" y="32242"/>
                  </a:cubicBezTo>
                  <a:cubicBezTo>
                    <a:pt x="17074" y="32040"/>
                    <a:pt x="16931" y="31826"/>
                    <a:pt x="16800" y="31587"/>
                  </a:cubicBezTo>
                  <a:lnTo>
                    <a:pt x="16800" y="31587"/>
                  </a:lnTo>
                  <a:cubicBezTo>
                    <a:pt x="16848" y="32349"/>
                    <a:pt x="16872" y="32790"/>
                    <a:pt x="16908" y="33219"/>
                  </a:cubicBezTo>
                  <a:lnTo>
                    <a:pt x="16753" y="33242"/>
                  </a:lnTo>
                  <a:cubicBezTo>
                    <a:pt x="16360" y="32254"/>
                    <a:pt x="15967" y="31278"/>
                    <a:pt x="15384" y="29801"/>
                  </a:cubicBezTo>
                  <a:lnTo>
                    <a:pt x="15384" y="26622"/>
                  </a:lnTo>
                  <a:cubicBezTo>
                    <a:pt x="15300" y="26575"/>
                    <a:pt x="15229" y="26515"/>
                    <a:pt x="15157" y="26456"/>
                  </a:cubicBezTo>
                  <a:cubicBezTo>
                    <a:pt x="14776" y="26884"/>
                    <a:pt x="14384" y="27313"/>
                    <a:pt x="14014" y="27754"/>
                  </a:cubicBezTo>
                  <a:cubicBezTo>
                    <a:pt x="13645" y="28182"/>
                    <a:pt x="13276" y="28611"/>
                    <a:pt x="12705" y="29289"/>
                  </a:cubicBezTo>
                  <a:cubicBezTo>
                    <a:pt x="12776" y="28813"/>
                    <a:pt x="12824" y="28349"/>
                    <a:pt x="12871" y="27896"/>
                  </a:cubicBezTo>
                  <a:lnTo>
                    <a:pt x="12871" y="27896"/>
                  </a:lnTo>
                  <a:cubicBezTo>
                    <a:pt x="12836" y="27932"/>
                    <a:pt x="12812" y="27968"/>
                    <a:pt x="12776" y="28004"/>
                  </a:cubicBezTo>
                  <a:lnTo>
                    <a:pt x="12883" y="27861"/>
                  </a:lnTo>
                  <a:cubicBezTo>
                    <a:pt x="13038" y="26503"/>
                    <a:pt x="13205" y="25241"/>
                    <a:pt x="13717" y="24063"/>
                  </a:cubicBezTo>
                  <a:lnTo>
                    <a:pt x="13717" y="24063"/>
                  </a:lnTo>
                  <a:cubicBezTo>
                    <a:pt x="13217" y="24229"/>
                    <a:pt x="12717" y="24384"/>
                    <a:pt x="12193" y="24503"/>
                  </a:cubicBezTo>
                  <a:cubicBezTo>
                    <a:pt x="11645" y="25015"/>
                    <a:pt x="11097" y="25515"/>
                    <a:pt x="10550" y="26003"/>
                  </a:cubicBezTo>
                  <a:cubicBezTo>
                    <a:pt x="9073" y="28468"/>
                    <a:pt x="7609" y="30944"/>
                    <a:pt x="6180" y="33445"/>
                  </a:cubicBezTo>
                  <a:cubicBezTo>
                    <a:pt x="5216" y="35124"/>
                    <a:pt x="4430" y="36909"/>
                    <a:pt x="3573" y="38660"/>
                  </a:cubicBezTo>
                  <a:cubicBezTo>
                    <a:pt x="3525" y="38993"/>
                    <a:pt x="3489" y="39326"/>
                    <a:pt x="3442" y="39660"/>
                  </a:cubicBezTo>
                  <a:lnTo>
                    <a:pt x="3108" y="39612"/>
                  </a:lnTo>
                  <a:lnTo>
                    <a:pt x="3108" y="39612"/>
                  </a:lnTo>
                  <a:cubicBezTo>
                    <a:pt x="2799" y="40327"/>
                    <a:pt x="2858" y="40958"/>
                    <a:pt x="3251" y="41636"/>
                  </a:cubicBezTo>
                  <a:cubicBezTo>
                    <a:pt x="4680" y="44137"/>
                    <a:pt x="6656" y="46053"/>
                    <a:pt x="9395" y="46994"/>
                  </a:cubicBezTo>
                  <a:cubicBezTo>
                    <a:pt x="11621" y="47756"/>
                    <a:pt x="13931" y="48316"/>
                    <a:pt x="16146" y="48947"/>
                  </a:cubicBezTo>
                  <a:cubicBezTo>
                    <a:pt x="15527" y="49340"/>
                    <a:pt x="14860" y="49673"/>
                    <a:pt x="14169" y="49935"/>
                  </a:cubicBezTo>
                  <a:cubicBezTo>
                    <a:pt x="14026" y="50113"/>
                    <a:pt x="13693" y="50387"/>
                    <a:pt x="12931" y="50756"/>
                  </a:cubicBezTo>
                  <a:cubicBezTo>
                    <a:pt x="13264" y="50697"/>
                    <a:pt x="13586" y="50637"/>
                    <a:pt x="13919" y="50578"/>
                  </a:cubicBezTo>
                  <a:lnTo>
                    <a:pt x="13919" y="50578"/>
                  </a:lnTo>
                  <a:cubicBezTo>
                    <a:pt x="12943" y="51453"/>
                    <a:pt x="10557" y="52192"/>
                    <a:pt x="8037" y="52192"/>
                  </a:cubicBezTo>
                  <a:cubicBezTo>
                    <a:pt x="7575" y="52192"/>
                    <a:pt x="7108" y="52167"/>
                    <a:pt x="6644" y="52114"/>
                  </a:cubicBezTo>
                  <a:cubicBezTo>
                    <a:pt x="5037" y="51923"/>
                    <a:pt x="3442" y="51530"/>
                    <a:pt x="1858" y="51125"/>
                  </a:cubicBezTo>
                  <a:lnTo>
                    <a:pt x="1" y="51066"/>
                  </a:lnTo>
                  <a:lnTo>
                    <a:pt x="1" y="51066"/>
                  </a:lnTo>
                  <a:cubicBezTo>
                    <a:pt x="275" y="51292"/>
                    <a:pt x="560" y="51542"/>
                    <a:pt x="858" y="51804"/>
                  </a:cubicBezTo>
                  <a:cubicBezTo>
                    <a:pt x="632" y="51864"/>
                    <a:pt x="429" y="51923"/>
                    <a:pt x="215" y="51983"/>
                  </a:cubicBezTo>
                  <a:cubicBezTo>
                    <a:pt x="1411" y="53026"/>
                    <a:pt x="3387" y="53704"/>
                    <a:pt x="6399" y="53704"/>
                  </a:cubicBezTo>
                  <a:cubicBezTo>
                    <a:pt x="8336" y="53704"/>
                    <a:pt x="10701" y="53424"/>
                    <a:pt x="13562" y="52780"/>
                  </a:cubicBezTo>
                  <a:cubicBezTo>
                    <a:pt x="13962" y="53245"/>
                    <a:pt x="14402" y="53355"/>
                    <a:pt x="14862" y="53355"/>
                  </a:cubicBezTo>
                  <a:cubicBezTo>
                    <a:pt x="15274" y="53355"/>
                    <a:pt x="15702" y="53267"/>
                    <a:pt x="16135" y="53267"/>
                  </a:cubicBezTo>
                  <a:cubicBezTo>
                    <a:pt x="16384" y="53267"/>
                    <a:pt x="16634" y="53296"/>
                    <a:pt x="16884" y="53388"/>
                  </a:cubicBezTo>
                  <a:cubicBezTo>
                    <a:pt x="14967" y="54054"/>
                    <a:pt x="13050" y="54721"/>
                    <a:pt x="11121" y="55388"/>
                  </a:cubicBezTo>
                  <a:cubicBezTo>
                    <a:pt x="11121" y="55459"/>
                    <a:pt x="11121" y="55531"/>
                    <a:pt x="11109" y="55614"/>
                  </a:cubicBezTo>
                  <a:lnTo>
                    <a:pt x="14467" y="55614"/>
                  </a:lnTo>
                  <a:cubicBezTo>
                    <a:pt x="14491" y="55757"/>
                    <a:pt x="14514" y="55900"/>
                    <a:pt x="14538" y="56043"/>
                  </a:cubicBezTo>
                  <a:cubicBezTo>
                    <a:pt x="13550" y="56364"/>
                    <a:pt x="12562" y="56698"/>
                    <a:pt x="11574" y="57019"/>
                  </a:cubicBezTo>
                  <a:cubicBezTo>
                    <a:pt x="11562" y="57114"/>
                    <a:pt x="11562" y="57198"/>
                    <a:pt x="11550" y="57281"/>
                  </a:cubicBezTo>
                  <a:cubicBezTo>
                    <a:pt x="13193" y="57436"/>
                    <a:pt x="14824" y="57591"/>
                    <a:pt x="16467" y="57733"/>
                  </a:cubicBezTo>
                  <a:cubicBezTo>
                    <a:pt x="16467" y="57853"/>
                    <a:pt x="16467" y="57972"/>
                    <a:pt x="16455" y="58079"/>
                  </a:cubicBezTo>
                  <a:cubicBezTo>
                    <a:pt x="15550" y="58138"/>
                    <a:pt x="14645" y="58186"/>
                    <a:pt x="13741" y="58234"/>
                  </a:cubicBezTo>
                  <a:cubicBezTo>
                    <a:pt x="13741" y="58317"/>
                    <a:pt x="13741" y="58400"/>
                    <a:pt x="13729" y="58484"/>
                  </a:cubicBezTo>
                  <a:cubicBezTo>
                    <a:pt x="15134" y="58674"/>
                    <a:pt x="16527" y="58865"/>
                    <a:pt x="18170" y="59079"/>
                  </a:cubicBezTo>
                  <a:cubicBezTo>
                    <a:pt x="17253" y="59507"/>
                    <a:pt x="16527" y="59853"/>
                    <a:pt x="15634" y="60258"/>
                  </a:cubicBezTo>
                  <a:cubicBezTo>
                    <a:pt x="16241" y="60639"/>
                    <a:pt x="16693" y="60924"/>
                    <a:pt x="17158" y="61210"/>
                  </a:cubicBezTo>
                  <a:cubicBezTo>
                    <a:pt x="17134" y="61270"/>
                    <a:pt x="17122" y="61341"/>
                    <a:pt x="17098" y="61412"/>
                  </a:cubicBezTo>
                  <a:cubicBezTo>
                    <a:pt x="15265" y="60710"/>
                    <a:pt x="13419" y="60019"/>
                    <a:pt x="11586" y="59329"/>
                  </a:cubicBezTo>
                  <a:cubicBezTo>
                    <a:pt x="11526" y="59436"/>
                    <a:pt x="11466" y="59543"/>
                    <a:pt x="11395" y="59650"/>
                  </a:cubicBezTo>
                  <a:cubicBezTo>
                    <a:pt x="14038" y="61436"/>
                    <a:pt x="16681" y="63222"/>
                    <a:pt x="19325" y="65008"/>
                  </a:cubicBezTo>
                  <a:cubicBezTo>
                    <a:pt x="19265" y="65103"/>
                    <a:pt x="19206" y="65199"/>
                    <a:pt x="19146" y="65294"/>
                  </a:cubicBezTo>
                  <a:cubicBezTo>
                    <a:pt x="17491" y="64353"/>
                    <a:pt x="15836" y="63425"/>
                    <a:pt x="13907" y="62317"/>
                  </a:cubicBezTo>
                  <a:lnTo>
                    <a:pt x="13907" y="62317"/>
                  </a:lnTo>
                  <a:cubicBezTo>
                    <a:pt x="14074" y="62805"/>
                    <a:pt x="14098" y="63020"/>
                    <a:pt x="14217" y="63175"/>
                  </a:cubicBezTo>
                  <a:cubicBezTo>
                    <a:pt x="16681" y="66461"/>
                    <a:pt x="19063" y="69818"/>
                    <a:pt x="21670" y="73009"/>
                  </a:cubicBezTo>
                  <a:cubicBezTo>
                    <a:pt x="25385" y="77569"/>
                    <a:pt x="29778" y="81355"/>
                    <a:pt x="35029" y="84130"/>
                  </a:cubicBezTo>
                  <a:cubicBezTo>
                    <a:pt x="40946" y="87273"/>
                    <a:pt x="46888" y="90345"/>
                    <a:pt x="53293" y="92416"/>
                  </a:cubicBezTo>
                  <a:cubicBezTo>
                    <a:pt x="53686" y="92541"/>
                    <a:pt x="54134" y="92681"/>
                    <a:pt x="54542" y="92681"/>
                  </a:cubicBezTo>
                  <a:cubicBezTo>
                    <a:pt x="54640" y="92681"/>
                    <a:pt x="54736" y="92673"/>
                    <a:pt x="54829" y="92654"/>
                  </a:cubicBezTo>
                  <a:cubicBezTo>
                    <a:pt x="56579" y="92321"/>
                    <a:pt x="58282" y="92000"/>
                    <a:pt x="59818" y="90821"/>
                  </a:cubicBezTo>
                  <a:cubicBezTo>
                    <a:pt x="60461" y="90333"/>
                    <a:pt x="61104" y="89845"/>
                    <a:pt x="61735" y="89368"/>
                  </a:cubicBezTo>
                  <a:lnTo>
                    <a:pt x="61735" y="68806"/>
                  </a:lnTo>
                  <a:cubicBezTo>
                    <a:pt x="61381" y="68858"/>
                    <a:pt x="61033" y="68885"/>
                    <a:pt x="60703" y="68885"/>
                  </a:cubicBezTo>
                  <a:cubicBezTo>
                    <a:pt x="60355" y="68885"/>
                    <a:pt x="60028" y="68855"/>
                    <a:pt x="59734" y="68794"/>
                  </a:cubicBezTo>
                  <a:cubicBezTo>
                    <a:pt x="59961" y="68139"/>
                    <a:pt x="60044" y="67949"/>
                    <a:pt x="61735" y="67854"/>
                  </a:cubicBezTo>
                  <a:lnTo>
                    <a:pt x="61735" y="52733"/>
                  </a:lnTo>
                  <a:cubicBezTo>
                    <a:pt x="61663" y="52709"/>
                    <a:pt x="61604" y="52661"/>
                    <a:pt x="61556" y="52602"/>
                  </a:cubicBezTo>
                  <a:cubicBezTo>
                    <a:pt x="61401" y="52399"/>
                    <a:pt x="61473" y="52114"/>
                    <a:pt x="61556" y="51876"/>
                  </a:cubicBezTo>
                  <a:cubicBezTo>
                    <a:pt x="61616" y="51721"/>
                    <a:pt x="61675" y="51554"/>
                    <a:pt x="61735" y="51399"/>
                  </a:cubicBezTo>
                  <a:lnTo>
                    <a:pt x="61735" y="9799"/>
                  </a:lnTo>
                  <a:cubicBezTo>
                    <a:pt x="61687" y="9859"/>
                    <a:pt x="61639" y="9930"/>
                    <a:pt x="61580" y="9989"/>
                  </a:cubicBezTo>
                  <a:cubicBezTo>
                    <a:pt x="61628" y="9882"/>
                    <a:pt x="61687" y="9787"/>
                    <a:pt x="61735" y="9692"/>
                  </a:cubicBezTo>
                  <a:lnTo>
                    <a:pt x="61735" y="1167"/>
                  </a:lnTo>
                  <a:cubicBezTo>
                    <a:pt x="61592" y="1310"/>
                    <a:pt x="61449" y="1465"/>
                    <a:pt x="61294" y="1619"/>
                  </a:cubicBezTo>
                  <a:cubicBezTo>
                    <a:pt x="61116" y="1798"/>
                    <a:pt x="60925" y="1977"/>
                    <a:pt x="60735" y="2167"/>
                  </a:cubicBezTo>
                  <a:cubicBezTo>
                    <a:pt x="60735" y="2167"/>
                    <a:pt x="60711" y="1786"/>
                    <a:pt x="60675" y="1215"/>
                  </a:cubicBezTo>
                  <a:cubicBezTo>
                    <a:pt x="60592" y="1310"/>
                    <a:pt x="60508" y="1405"/>
                    <a:pt x="60425" y="1500"/>
                  </a:cubicBezTo>
                  <a:cubicBezTo>
                    <a:pt x="60508" y="1369"/>
                    <a:pt x="60592" y="1250"/>
                    <a:pt x="60675" y="1119"/>
                  </a:cubicBezTo>
                  <a:cubicBezTo>
                    <a:pt x="60651" y="798"/>
                    <a:pt x="60627" y="405"/>
                    <a:pt x="60615" y="12"/>
                  </a:cubicBezTo>
                  <a:lnTo>
                    <a:pt x="59139" y="12"/>
                  </a:lnTo>
                  <a:cubicBezTo>
                    <a:pt x="55770" y="6251"/>
                    <a:pt x="47876" y="19086"/>
                    <a:pt x="43006" y="22955"/>
                  </a:cubicBezTo>
                  <a:cubicBezTo>
                    <a:pt x="43006" y="22955"/>
                    <a:pt x="43149" y="22562"/>
                    <a:pt x="43399" y="21860"/>
                  </a:cubicBezTo>
                  <a:lnTo>
                    <a:pt x="43399" y="21860"/>
                  </a:lnTo>
                  <a:cubicBezTo>
                    <a:pt x="43316" y="21908"/>
                    <a:pt x="43232" y="21955"/>
                    <a:pt x="43149" y="21991"/>
                  </a:cubicBezTo>
                  <a:cubicBezTo>
                    <a:pt x="43137" y="22003"/>
                    <a:pt x="43137" y="22003"/>
                    <a:pt x="43137" y="22015"/>
                  </a:cubicBezTo>
                  <a:cubicBezTo>
                    <a:pt x="42923" y="22527"/>
                    <a:pt x="42637" y="23027"/>
                    <a:pt x="42173" y="23455"/>
                  </a:cubicBezTo>
                  <a:cubicBezTo>
                    <a:pt x="42327" y="22979"/>
                    <a:pt x="42447" y="22503"/>
                    <a:pt x="42649" y="22050"/>
                  </a:cubicBezTo>
                  <a:cubicBezTo>
                    <a:pt x="43685" y="19776"/>
                    <a:pt x="43816" y="17240"/>
                    <a:pt x="44602" y="14919"/>
                  </a:cubicBezTo>
                  <a:cubicBezTo>
                    <a:pt x="46292" y="9918"/>
                    <a:pt x="48173" y="4977"/>
                    <a:pt x="49959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8"/>
            <p:cNvSpPr/>
            <p:nvPr/>
          </p:nvSpPr>
          <p:spPr>
            <a:xfrm>
              <a:off x="3655200" y="1369050"/>
              <a:ext cx="6275" cy="7475"/>
            </a:xfrm>
            <a:custGeom>
              <a:rect b="b" l="l" r="r" t="t"/>
              <a:pathLst>
                <a:path extrusionOk="0" h="299" w="251">
                  <a:moveTo>
                    <a:pt x="251" y="0"/>
                  </a:moveTo>
                  <a:cubicBezTo>
                    <a:pt x="167" y="108"/>
                    <a:pt x="84" y="191"/>
                    <a:pt x="1" y="298"/>
                  </a:cubicBezTo>
                  <a:lnTo>
                    <a:pt x="96" y="298"/>
                  </a:lnTo>
                  <a:cubicBezTo>
                    <a:pt x="144" y="191"/>
                    <a:pt x="203" y="96"/>
                    <a:pt x="251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8"/>
            <p:cNvSpPr/>
            <p:nvPr/>
          </p:nvSpPr>
          <p:spPr>
            <a:xfrm>
              <a:off x="3326600" y="1797075"/>
              <a:ext cx="13425" cy="14900"/>
            </a:xfrm>
            <a:custGeom>
              <a:rect b="b" l="l" r="r" t="t"/>
              <a:pathLst>
                <a:path extrusionOk="0" h="596" w="537">
                  <a:moveTo>
                    <a:pt x="536" y="1"/>
                  </a:moveTo>
                  <a:cubicBezTo>
                    <a:pt x="357" y="203"/>
                    <a:pt x="179" y="393"/>
                    <a:pt x="0" y="596"/>
                  </a:cubicBezTo>
                  <a:cubicBezTo>
                    <a:pt x="215" y="382"/>
                    <a:pt x="393" y="179"/>
                    <a:pt x="536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8"/>
            <p:cNvSpPr/>
            <p:nvPr/>
          </p:nvSpPr>
          <p:spPr>
            <a:xfrm>
              <a:off x="4048125" y="1591400"/>
              <a:ext cx="43775" cy="109250"/>
            </a:xfrm>
            <a:custGeom>
              <a:rect b="b" l="l" r="r" t="t"/>
              <a:pathLst>
                <a:path extrusionOk="0" h="4370" w="1751">
                  <a:moveTo>
                    <a:pt x="1750" y="0"/>
                  </a:moveTo>
                  <a:lnTo>
                    <a:pt x="1750" y="0"/>
                  </a:lnTo>
                  <a:cubicBezTo>
                    <a:pt x="1179" y="1465"/>
                    <a:pt x="595" y="2917"/>
                    <a:pt x="0" y="4370"/>
                  </a:cubicBezTo>
                  <a:cubicBezTo>
                    <a:pt x="12" y="4358"/>
                    <a:pt x="48" y="4346"/>
                    <a:pt x="107" y="4299"/>
                  </a:cubicBezTo>
                  <a:cubicBezTo>
                    <a:pt x="155" y="4275"/>
                    <a:pt x="202" y="4251"/>
                    <a:pt x="262" y="4215"/>
                  </a:cubicBezTo>
                  <a:cubicBezTo>
                    <a:pt x="595" y="3275"/>
                    <a:pt x="1119" y="1822"/>
                    <a:pt x="17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8"/>
            <p:cNvSpPr/>
            <p:nvPr/>
          </p:nvSpPr>
          <p:spPr>
            <a:xfrm>
              <a:off x="3310225" y="1746475"/>
              <a:ext cx="43175" cy="77725"/>
            </a:xfrm>
            <a:custGeom>
              <a:rect b="b" l="l" r="r" t="t"/>
              <a:pathLst>
                <a:path extrusionOk="0" h="3109" w="1727">
                  <a:moveTo>
                    <a:pt x="1667" y="1"/>
                  </a:moveTo>
                  <a:cubicBezTo>
                    <a:pt x="1048" y="1144"/>
                    <a:pt x="512" y="2132"/>
                    <a:pt x="0" y="3108"/>
                  </a:cubicBezTo>
                  <a:cubicBezTo>
                    <a:pt x="560" y="2406"/>
                    <a:pt x="1120" y="1703"/>
                    <a:pt x="1679" y="1013"/>
                  </a:cubicBezTo>
                  <a:cubicBezTo>
                    <a:pt x="1727" y="703"/>
                    <a:pt x="1715" y="382"/>
                    <a:pt x="1667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8"/>
            <p:cNvSpPr/>
            <p:nvPr/>
          </p:nvSpPr>
          <p:spPr>
            <a:xfrm>
              <a:off x="3587925" y="1425300"/>
              <a:ext cx="42900" cy="46175"/>
            </a:xfrm>
            <a:custGeom>
              <a:rect b="b" l="l" r="r" t="t"/>
              <a:pathLst>
                <a:path extrusionOk="0" h="1847" w="1716">
                  <a:moveTo>
                    <a:pt x="1715" y="1"/>
                  </a:moveTo>
                  <a:lnTo>
                    <a:pt x="1715" y="1"/>
                  </a:lnTo>
                  <a:cubicBezTo>
                    <a:pt x="1644" y="36"/>
                    <a:pt x="1573" y="60"/>
                    <a:pt x="1501" y="96"/>
                  </a:cubicBezTo>
                  <a:cubicBezTo>
                    <a:pt x="906" y="406"/>
                    <a:pt x="501" y="1084"/>
                    <a:pt x="1" y="1596"/>
                  </a:cubicBezTo>
                  <a:lnTo>
                    <a:pt x="346" y="1549"/>
                  </a:lnTo>
                  <a:lnTo>
                    <a:pt x="346" y="1549"/>
                  </a:lnTo>
                  <a:cubicBezTo>
                    <a:pt x="287" y="1620"/>
                    <a:pt x="227" y="1679"/>
                    <a:pt x="180" y="1751"/>
                  </a:cubicBezTo>
                  <a:cubicBezTo>
                    <a:pt x="322" y="1787"/>
                    <a:pt x="465" y="1822"/>
                    <a:pt x="620" y="1846"/>
                  </a:cubicBezTo>
                  <a:cubicBezTo>
                    <a:pt x="656" y="1822"/>
                    <a:pt x="692" y="1810"/>
                    <a:pt x="739" y="1799"/>
                  </a:cubicBezTo>
                  <a:cubicBezTo>
                    <a:pt x="1049" y="1227"/>
                    <a:pt x="1382" y="620"/>
                    <a:pt x="17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8"/>
            <p:cNvSpPr/>
            <p:nvPr/>
          </p:nvSpPr>
          <p:spPr>
            <a:xfrm>
              <a:off x="3280750" y="2383150"/>
              <a:ext cx="19675" cy="3300"/>
            </a:xfrm>
            <a:custGeom>
              <a:rect b="b" l="l" r="r" t="t"/>
              <a:pathLst>
                <a:path extrusionOk="0" h="132" w="787">
                  <a:moveTo>
                    <a:pt x="1" y="1"/>
                  </a:moveTo>
                  <a:lnTo>
                    <a:pt x="1" y="1"/>
                  </a:lnTo>
                  <a:cubicBezTo>
                    <a:pt x="167" y="49"/>
                    <a:pt x="346" y="96"/>
                    <a:pt x="525" y="132"/>
                  </a:cubicBezTo>
                  <a:cubicBezTo>
                    <a:pt x="620" y="120"/>
                    <a:pt x="703" y="108"/>
                    <a:pt x="787" y="84"/>
                  </a:cubicBezTo>
                  <a:cubicBezTo>
                    <a:pt x="525" y="60"/>
                    <a:pt x="263" y="37"/>
                    <a:pt x="1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8"/>
            <p:cNvSpPr/>
            <p:nvPr/>
          </p:nvSpPr>
          <p:spPr>
            <a:xfrm>
              <a:off x="3590025" y="1468475"/>
              <a:ext cx="2400" cy="1800"/>
            </a:xfrm>
            <a:custGeom>
              <a:rect b="b" l="l" r="r" t="t"/>
              <a:pathLst>
                <a:path extrusionOk="0" h="72" w="96">
                  <a:moveTo>
                    <a:pt x="0" y="0"/>
                  </a:moveTo>
                  <a:cubicBezTo>
                    <a:pt x="24" y="24"/>
                    <a:pt x="36" y="48"/>
                    <a:pt x="48" y="72"/>
                  </a:cubicBezTo>
                  <a:cubicBezTo>
                    <a:pt x="72" y="60"/>
                    <a:pt x="84" y="36"/>
                    <a:pt x="96" y="24"/>
                  </a:cubicBezTo>
                  <a:cubicBezTo>
                    <a:pt x="60" y="12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8"/>
            <p:cNvSpPr/>
            <p:nvPr/>
          </p:nvSpPr>
          <p:spPr>
            <a:xfrm>
              <a:off x="4377675" y="2953175"/>
              <a:ext cx="110600" cy="94175"/>
            </a:xfrm>
            <a:custGeom>
              <a:rect b="b" l="l" r="r" t="t"/>
              <a:pathLst>
                <a:path extrusionOk="0" h="3767" w="4424">
                  <a:moveTo>
                    <a:pt x="4380" y="0"/>
                  </a:moveTo>
                  <a:lnTo>
                    <a:pt x="4011" y="560"/>
                  </a:lnTo>
                  <a:cubicBezTo>
                    <a:pt x="3792" y="507"/>
                    <a:pt x="3571" y="481"/>
                    <a:pt x="3351" y="481"/>
                  </a:cubicBezTo>
                  <a:cubicBezTo>
                    <a:pt x="1651" y="481"/>
                    <a:pt x="1" y="1986"/>
                    <a:pt x="22" y="3715"/>
                  </a:cubicBezTo>
                  <a:cubicBezTo>
                    <a:pt x="212" y="3750"/>
                    <a:pt x="402" y="3767"/>
                    <a:pt x="592" y="3767"/>
                  </a:cubicBezTo>
                  <a:cubicBezTo>
                    <a:pt x="2547" y="3767"/>
                    <a:pt x="4423" y="1997"/>
                    <a:pt x="43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8"/>
            <p:cNvSpPr/>
            <p:nvPr/>
          </p:nvSpPr>
          <p:spPr>
            <a:xfrm>
              <a:off x="4504425" y="2435850"/>
              <a:ext cx="8350" cy="33350"/>
            </a:xfrm>
            <a:custGeom>
              <a:rect b="b" l="l" r="r" t="t"/>
              <a:pathLst>
                <a:path extrusionOk="0" h="1334" w="334">
                  <a:moveTo>
                    <a:pt x="334" y="0"/>
                  </a:moveTo>
                  <a:cubicBezTo>
                    <a:pt x="274" y="155"/>
                    <a:pt x="215" y="322"/>
                    <a:pt x="155" y="477"/>
                  </a:cubicBezTo>
                  <a:cubicBezTo>
                    <a:pt x="72" y="715"/>
                    <a:pt x="0" y="1000"/>
                    <a:pt x="155" y="1203"/>
                  </a:cubicBezTo>
                  <a:cubicBezTo>
                    <a:pt x="203" y="1262"/>
                    <a:pt x="262" y="1310"/>
                    <a:pt x="334" y="1334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8"/>
            <p:cNvSpPr/>
            <p:nvPr/>
          </p:nvSpPr>
          <p:spPr>
            <a:xfrm>
              <a:off x="3399225" y="1507900"/>
              <a:ext cx="613200" cy="594625"/>
            </a:xfrm>
            <a:custGeom>
              <a:rect b="b" l="l" r="r" t="t"/>
              <a:pathLst>
                <a:path extrusionOk="0" h="23785" w="24528">
                  <a:moveTo>
                    <a:pt x="16051" y="1"/>
                  </a:moveTo>
                  <a:cubicBezTo>
                    <a:pt x="15733" y="1"/>
                    <a:pt x="15403" y="26"/>
                    <a:pt x="15062" y="78"/>
                  </a:cubicBezTo>
                  <a:cubicBezTo>
                    <a:pt x="16991" y="852"/>
                    <a:pt x="18384" y="2031"/>
                    <a:pt x="19360" y="3590"/>
                  </a:cubicBezTo>
                  <a:lnTo>
                    <a:pt x="18479" y="3590"/>
                  </a:lnTo>
                  <a:cubicBezTo>
                    <a:pt x="20134" y="5614"/>
                    <a:pt x="21063" y="8531"/>
                    <a:pt x="21063" y="11544"/>
                  </a:cubicBezTo>
                  <a:cubicBezTo>
                    <a:pt x="21063" y="17199"/>
                    <a:pt x="17264" y="21819"/>
                    <a:pt x="12490" y="22128"/>
                  </a:cubicBezTo>
                  <a:cubicBezTo>
                    <a:pt x="11749" y="22375"/>
                    <a:pt x="10988" y="22557"/>
                    <a:pt x="10171" y="22557"/>
                  </a:cubicBezTo>
                  <a:cubicBezTo>
                    <a:pt x="9728" y="22557"/>
                    <a:pt x="9268" y="22504"/>
                    <a:pt x="8787" y="22378"/>
                  </a:cubicBezTo>
                  <a:cubicBezTo>
                    <a:pt x="6001" y="21664"/>
                    <a:pt x="4537" y="19819"/>
                    <a:pt x="3608" y="17318"/>
                  </a:cubicBezTo>
                  <a:cubicBezTo>
                    <a:pt x="2775" y="15068"/>
                    <a:pt x="2632" y="12830"/>
                    <a:pt x="2941" y="10603"/>
                  </a:cubicBezTo>
                  <a:cubicBezTo>
                    <a:pt x="3036" y="9436"/>
                    <a:pt x="3287" y="8365"/>
                    <a:pt x="3679" y="7377"/>
                  </a:cubicBezTo>
                  <a:cubicBezTo>
                    <a:pt x="3691" y="7353"/>
                    <a:pt x="3691" y="7341"/>
                    <a:pt x="3703" y="7317"/>
                  </a:cubicBezTo>
                  <a:cubicBezTo>
                    <a:pt x="3846" y="6841"/>
                    <a:pt x="3965" y="6353"/>
                    <a:pt x="4096" y="5864"/>
                  </a:cubicBezTo>
                  <a:cubicBezTo>
                    <a:pt x="3977" y="5793"/>
                    <a:pt x="3858" y="5710"/>
                    <a:pt x="3739" y="5638"/>
                  </a:cubicBezTo>
                  <a:cubicBezTo>
                    <a:pt x="3251" y="6162"/>
                    <a:pt x="2655" y="6626"/>
                    <a:pt x="2274" y="7222"/>
                  </a:cubicBezTo>
                  <a:cubicBezTo>
                    <a:pt x="393" y="10163"/>
                    <a:pt x="274" y="13449"/>
                    <a:pt x="548" y="16783"/>
                  </a:cubicBezTo>
                  <a:cubicBezTo>
                    <a:pt x="631" y="17806"/>
                    <a:pt x="989" y="18807"/>
                    <a:pt x="1262" y="20033"/>
                  </a:cubicBezTo>
                  <a:cubicBezTo>
                    <a:pt x="834" y="19319"/>
                    <a:pt x="453" y="18699"/>
                    <a:pt x="0" y="17961"/>
                  </a:cubicBezTo>
                  <a:lnTo>
                    <a:pt x="0" y="17961"/>
                  </a:lnTo>
                  <a:cubicBezTo>
                    <a:pt x="909" y="20411"/>
                    <a:pt x="3407" y="23784"/>
                    <a:pt x="11596" y="23784"/>
                  </a:cubicBezTo>
                  <a:cubicBezTo>
                    <a:pt x="11883" y="23784"/>
                    <a:pt x="12177" y="23780"/>
                    <a:pt x="12478" y="23771"/>
                  </a:cubicBezTo>
                  <a:cubicBezTo>
                    <a:pt x="24527" y="23438"/>
                    <a:pt x="24361" y="10901"/>
                    <a:pt x="24039" y="7436"/>
                  </a:cubicBezTo>
                  <a:cubicBezTo>
                    <a:pt x="23944" y="6531"/>
                    <a:pt x="23753" y="5293"/>
                    <a:pt x="23325" y="4019"/>
                  </a:cubicBezTo>
                  <a:cubicBezTo>
                    <a:pt x="23241" y="4090"/>
                    <a:pt x="23158" y="4174"/>
                    <a:pt x="23087" y="4257"/>
                  </a:cubicBezTo>
                  <a:cubicBezTo>
                    <a:pt x="22146" y="3412"/>
                    <a:pt x="21205" y="2566"/>
                    <a:pt x="20265" y="1733"/>
                  </a:cubicBezTo>
                  <a:cubicBezTo>
                    <a:pt x="19049" y="667"/>
                    <a:pt x="17691" y="1"/>
                    <a:pt x="160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8"/>
            <p:cNvSpPr/>
            <p:nvPr/>
          </p:nvSpPr>
          <p:spPr>
            <a:xfrm>
              <a:off x="3609975" y="1527700"/>
              <a:ext cx="78300" cy="32475"/>
            </a:xfrm>
            <a:custGeom>
              <a:rect b="b" l="l" r="r" t="t"/>
              <a:pathLst>
                <a:path extrusionOk="0" h="1299" w="3132">
                  <a:moveTo>
                    <a:pt x="3000" y="0"/>
                  </a:moveTo>
                  <a:cubicBezTo>
                    <a:pt x="1905" y="262"/>
                    <a:pt x="881" y="667"/>
                    <a:pt x="0" y="1298"/>
                  </a:cubicBezTo>
                  <a:cubicBezTo>
                    <a:pt x="964" y="774"/>
                    <a:pt x="2024" y="417"/>
                    <a:pt x="3131" y="227"/>
                  </a:cubicBezTo>
                  <a:cubicBezTo>
                    <a:pt x="3096" y="155"/>
                    <a:pt x="3048" y="72"/>
                    <a:pt x="3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8"/>
            <p:cNvSpPr/>
            <p:nvPr/>
          </p:nvSpPr>
          <p:spPr>
            <a:xfrm>
              <a:off x="3485850" y="1532800"/>
              <a:ext cx="439950" cy="528325"/>
            </a:xfrm>
            <a:custGeom>
              <a:rect b="b" l="l" r="r" t="t"/>
              <a:pathLst>
                <a:path extrusionOk="0" h="21133" w="17598">
                  <a:moveTo>
                    <a:pt x="4310" y="4190"/>
                  </a:moveTo>
                  <a:cubicBezTo>
                    <a:pt x="5489" y="4190"/>
                    <a:pt x="6441" y="5142"/>
                    <a:pt x="6441" y="6309"/>
                  </a:cubicBezTo>
                  <a:cubicBezTo>
                    <a:pt x="6441" y="6523"/>
                    <a:pt x="6394" y="6726"/>
                    <a:pt x="6334" y="6928"/>
                  </a:cubicBezTo>
                  <a:cubicBezTo>
                    <a:pt x="6977" y="6535"/>
                    <a:pt x="7715" y="6309"/>
                    <a:pt x="8525" y="6309"/>
                  </a:cubicBezTo>
                  <a:cubicBezTo>
                    <a:pt x="10847" y="6309"/>
                    <a:pt x="12728" y="8190"/>
                    <a:pt x="12728" y="10524"/>
                  </a:cubicBezTo>
                  <a:cubicBezTo>
                    <a:pt x="12728" y="12846"/>
                    <a:pt x="10847" y="14727"/>
                    <a:pt x="8525" y="14727"/>
                  </a:cubicBezTo>
                  <a:cubicBezTo>
                    <a:pt x="6191" y="14727"/>
                    <a:pt x="4310" y="12846"/>
                    <a:pt x="4310" y="10524"/>
                  </a:cubicBezTo>
                  <a:cubicBezTo>
                    <a:pt x="4310" y="9714"/>
                    <a:pt x="4536" y="8976"/>
                    <a:pt x="4929" y="8333"/>
                  </a:cubicBezTo>
                  <a:lnTo>
                    <a:pt x="4929" y="8333"/>
                  </a:lnTo>
                  <a:cubicBezTo>
                    <a:pt x="4727" y="8393"/>
                    <a:pt x="4524" y="8440"/>
                    <a:pt x="4310" y="8440"/>
                  </a:cubicBezTo>
                  <a:cubicBezTo>
                    <a:pt x="3131" y="8440"/>
                    <a:pt x="2179" y="7488"/>
                    <a:pt x="2179" y="6309"/>
                  </a:cubicBezTo>
                  <a:cubicBezTo>
                    <a:pt x="2179" y="5142"/>
                    <a:pt x="3131" y="4190"/>
                    <a:pt x="4310" y="4190"/>
                  </a:cubicBezTo>
                  <a:close/>
                  <a:moveTo>
                    <a:pt x="14490" y="12608"/>
                  </a:moveTo>
                  <a:cubicBezTo>
                    <a:pt x="15454" y="12608"/>
                    <a:pt x="16240" y="13393"/>
                    <a:pt x="16240" y="14358"/>
                  </a:cubicBezTo>
                  <a:cubicBezTo>
                    <a:pt x="16240" y="15334"/>
                    <a:pt x="15454" y="16120"/>
                    <a:pt x="14490" y="16120"/>
                  </a:cubicBezTo>
                  <a:cubicBezTo>
                    <a:pt x="13514" y="16120"/>
                    <a:pt x="12728" y="15334"/>
                    <a:pt x="12728" y="14358"/>
                  </a:cubicBezTo>
                  <a:cubicBezTo>
                    <a:pt x="12728" y="13393"/>
                    <a:pt x="13514" y="12608"/>
                    <a:pt x="14490" y="12608"/>
                  </a:cubicBezTo>
                  <a:close/>
                  <a:moveTo>
                    <a:pt x="10254" y="0"/>
                  </a:moveTo>
                  <a:cubicBezTo>
                    <a:pt x="9835" y="0"/>
                    <a:pt x="9436" y="128"/>
                    <a:pt x="9013" y="380"/>
                  </a:cubicBezTo>
                  <a:cubicBezTo>
                    <a:pt x="7215" y="1463"/>
                    <a:pt x="5346" y="2440"/>
                    <a:pt x="3536" y="3511"/>
                  </a:cubicBezTo>
                  <a:cubicBezTo>
                    <a:pt x="3072" y="3785"/>
                    <a:pt x="2572" y="4202"/>
                    <a:pt x="2358" y="4678"/>
                  </a:cubicBezTo>
                  <a:cubicBezTo>
                    <a:pt x="714" y="8250"/>
                    <a:pt x="0" y="11929"/>
                    <a:pt x="1179" y="15822"/>
                  </a:cubicBezTo>
                  <a:cubicBezTo>
                    <a:pt x="2069" y="18784"/>
                    <a:pt x="5059" y="20782"/>
                    <a:pt x="8079" y="20782"/>
                  </a:cubicBezTo>
                  <a:cubicBezTo>
                    <a:pt x="8531" y="20782"/>
                    <a:pt x="8983" y="20737"/>
                    <a:pt x="9430" y="20644"/>
                  </a:cubicBezTo>
                  <a:lnTo>
                    <a:pt x="9430" y="20918"/>
                  </a:lnTo>
                  <a:lnTo>
                    <a:pt x="9632" y="20918"/>
                  </a:lnTo>
                  <a:cubicBezTo>
                    <a:pt x="9430" y="21001"/>
                    <a:pt x="9227" y="21073"/>
                    <a:pt x="9025" y="21132"/>
                  </a:cubicBezTo>
                  <a:cubicBezTo>
                    <a:pt x="13799" y="20823"/>
                    <a:pt x="17598" y="16203"/>
                    <a:pt x="17598" y="10560"/>
                  </a:cubicBezTo>
                  <a:cubicBezTo>
                    <a:pt x="17598" y="7535"/>
                    <a:pt x="16669" y="4618"/>
                    <a:pt x="15014" y="2606"/>
                  </a:cubicBezTo>
                  <a:lnTo>
                    <a:pt x="14585" y="2606"/>
                  </a:lnTo>
                  <a:cubicBezTo>
                    <a:pt x="13704" y="1475"/>
                    <a:pt x="12537" y="654"/>
                    <a:pt x="11049" y="142"/>
                  </a:cubicBezTo>
                  <a:cubicBezTo>
                    <a:pt x="10770" y="47"/>
                    <a:pt x="10509" y="0"/>
                    <a:pt x="10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8"/>
            <p:cNvSpPr/>
            <p:nvPr/>
          </p:nvSpPr>
          <p:spPr>
            <a:xfrm>
              <a:off x="3579600" y="1533350"/>
              <a:ext cx="111050" cy="65525"/>
            </a:xfrm>
            <a:custGeom>
              <a:rect b="b" l="l" r="r" t="t"/>
              <a:pathLst>
                <a:path extrusionOk="0" h="2621" w="4442">
                  <a:moveTo>
                    <a:pt x="4346" y="1"/>
                  </a:moveTo>
                  <a:cubicBezTo>
                    <a:pt x="3239" y="191"/>
                    <a:pt x="2179" y="548"/>
                    <a:pt x="1215" y="1072"/>
                  </a:cubicBezTo>
                  <a:cubicBezTo>
                    <a:pt x="774" y="1382"/>
                    <a:pt x="358" y="1739"/>
                    <a:pt x="1" y="2180"/>
                  </a:cubicBezTo>
                  <a:cubicBezTo>
                    <a:pt x="96" y="2334"/>
                    <a:pt x="191" y="2477"/>
                    <a:pt x="286" y="2620"/>
                  </a:cubicBezTo>
                  <a:cubicBezTo>
                    <a:pt x="1679" y="1799"/>
                    <a:pt x="3060" y="977"/>
                    <a:pt x="4442" y="155"/>
                  </a:cubicBezTo>
                  <a:cubicBezTo>
                    <a:pt x="4418" y="96"/>
                    <a:pt x="4382" y="48"/>
                    <a:pt x="43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8"/>
            <p:cNvSpPr/>
            <p:nvPr/>
          </p:nvSpPr>
          <p:spPr>
            <a:xfrm>
              <a:off x="3472750" y="1692300"/>
              <a:ext cx="18475" cy="80700"/>
            </a:xfrm>
            <a:custGeom>
              <a:rect b="b" l="l" r="r" t="t"/>
              <a:pathLst>
                <a:path extrusionOk="0" h="3228" w="739">
                  <a:moveTo>
                    <a:pt x="738" y="1"/>
                  </a:moveTo>
                  <a:lnTo>
                    <a:pt x="738" y="1"/>
                  </a:lnTo>
                  <a:cubicBezTo>
                    <a:pt x="346" y="989"/>
                    <a:pt x="95" y="2072"/>
                    <a:pt x="0" y="3227"/>
                  </a:cubicBezTo>
                  <a:cubicBezTo>
                    <a:pt x="155" y="2156"/>
                    <a:pt x="405" y="1072"/>
                    <a:pt x="738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8"/>
            <p:cNvSpPr/>
            <p:nvPr/>
          </p:nvSpPr>
          <p:spPr>
            <a:xfrm>
              <a:off x="3593600" y="1690525"/>
              <a:ext cx="210450" cy="210450"/>
            </a:xfrm>
            <a:custGeom>
              <a:rect b="b" l="l" r="r" t="t"/>
              <a:pathLst>
                <a:path extrusionOk="0" h="8418" w="8418">
                  <a:moveTo>
                    <a:pt x="4215" y="0"/>
                  </a:moveTo>
                  <a:cubicBezTo>
                    <a:pt x="3405" y="0"/>
                    <a:pt x="2667" y="226"/>
                    <a:pt x="2024" y="619"/>
                  </a:cubicBezTo>
                  <a:cubicBezTo>
                    <a:pt x="1822" y="1298"/>
                    <a:pt x="1298" y="1822"/>
                    <a:pt x="619" y="2024"/>
                  </a:cubicBezTo>
                  <a:cubicBezTo>
                    <a:pt x="226" y="2667"/>
                    <a:pt x="0" y="3405"/>
                    <a:pt x="0" y="4215"/>
                  </a:cubicBezTo>
                  <a:cubicBezTo>
                    <a:pt x="0" y="6537"/>
                    <a:pt x="1881" y="8418"/>
                    <a:pt x="4215" y="8418"/>
                  </a:cubicBezTo>
                  <a:cubicBezTo>
                    <a:pt x="6537" y="8418"/>
                    <a:pt x="8418" y="6537"/>
                    <a:pt x="8418" y="4215"/>
                  </a:cubicBezTo>
                  <a:cubicBezTo>
                    <a:pt x="8418" y="1881"/>
                    <a:pt x="6537" y="0"/>
                    <a:pt x="4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8"/>
            <p:cNvSpPr/>
            <p:nvPr/>
          </p:nvSpPr>
          <p:spPr>
            <a:xfrm>
              <a:off x="3540300" y="1637525"/>
              <a:ext cx="106600" cy="106300"/>
            </a:xfrm>
            <a:custGeom>
              <a:rect b="b" l="l" r="r" t="t"/>
              <a:pathLst>
                <a:path extrusionOk="0" h="4252" w="4264">
                  <a:moveTo>
                    <a:pt x="2132" y="1"/>
                  </a:moveTo>
                  <a:cubicBezTo>
                    <a:pt x="953" y="1"/>
                    <a:pt x="1" y="953"/>
                    <a:pt x="1" y="2120"/>
                  </a:cubicBezTo>
                  <a:cubicBezTo>
                    <a:pt x="1" y="3299"/>
                    <a:pt x="953" y="4251"/>
                    <a:pt x="2132" y="4251"/>
                  </a:cubicBezTo>
                  <a:cubicBezTo>
                    <a:pt x="2346" y="4251"/>
                    <a:pt x="2549" y="4204"/>
                    <a:pt x="2751" y="4144"/>
                  </a:cubicBezTo>
                  <a:cubicBezTo>
                    <a:pt x="3430" y="3942"/>
                    <a:pt x="3954" y="3418"/>
                    <a:pt x="4156" y="2739"/>
                  </a:cubicBezTo>
                  <a:cubicBezTo>
                    <a:pt x="4216" y="2537"/>
                    <a:pt x="4263" y="2334"/>
                    <a:pt x="4263" y="2120"/>
                  </a:cubicBezTo>
                  <a:cubicBezTo>
                    <a:pt x="4263" y="953"/>
                    <a:pt x="3311" y="1"/>
                    <a:pt x="21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8"/>
            <p:cNvSpPr/>
            <p:nvPr/>
          </p:nvSpPr>
          <p:spPr>
            <a:xfrm>
              <a:off x="3804025" y="1847975"/>
              <a:ext cx="87850" cy="87825"/>
            </a:xfrm>
            <a:custGeom>
              <a:rect b="b" l="l" r="r" t="t"/>
              <a:pathLst>
                <a:path extrusionOk="0" h="3513" w="3514">
                  <a:moveTo>
                    <a:pt x="1763" y="1"/>
                  </a:moveTo>
                  <a:cubicBezTo>
                    <a:pt x="787" y="1"/>
                    <a:pt x="1" y="786"/>
                    <a:pt x="1" y="1751"/>
                  </a:cubicBezTo>
                  <a:cubicBezTo>
                    <a:pt x="1" y="2727"/>
                    <a:pt x="787" y="3513"/>
                    <a:pt x="1763" y="3513"/>
                  </a:cubicBezTo>
                  <a:cubicBezTo>
                    <a:pt x="2727" y="3513"/>
                    <a:pt x="3513" y="2727"/>
                    <a:pt x="3513" y="1751"/>
                  </a:cubicBezTo>
                  <a:cubicBezTo>
                    <a:pt x="3513" y="786"/>
                    <a:pt x="2727" y="1"/>
                    <a:pt x="17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8"/>
            <p:cNvSpPr/>
            <p:nvPr/>
          </p:nvSpPr>
          <p:spPr>
            <a:xfrm>
              <a:off x="3999000" y="4384600"/>
              <a:ext cx="122075" cy="78000"/>
            </a:xfrm>
            <a:custGeom>
              <a:rect b="b" l="l" r="r" t="t"/>
              <a:pathLst>
                <a:path extrusionOk="0" h="3120" w="4883">
                  <a:moveTo>
                    <a:pt x="0" y="0"/>
                  </a:moveTo>
                  <a:lnTo>
                    <a:pt x="0" y="0"/>
                  </a:lnTo>
                  <a:cubicBezTo>
                    <a:pt x="1632" y="1048"/>
                    <a:pt x="3299" y="2108"/>
                    <a:pt x="4882" y="3120"/>
                  </a:cubicBezTo>
                  <a:cubicBezTo>
                    <a:pt x="3715" y="2334"/>
                    <a:pt x="2548" y="1560"/>
                    <a:pt x="1346" y="834"/>
                  </a:cubicBezTo>
                  <a:cubicBezTo>
                    <a:pt x="893" y="560"/>
                    <a:pt x="453" y="286"/>
                    <a:pt x="0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8"/>
            <p:cNvSpPr/>
            <p:nvPr/>
          </p:nvSpPr>
          <p:spPr>
            <a:xfrm>
              <a:off x="3575125" y="3609800"/>
              <a:ext cx="937950" cy="948050"/>
            </a:xfrm>
            <a:custGeom>
              <a:rect b="b" l="l" r="r" t="t"/>
              <a:pathLst>
                <a:path extrusionOk="0" h="37922" w="37518">
                  <a:moveTo>
                    <a:pt x="30588" y="0"/>
                  </a:moveTo>
                  <a:cubicBezTo>
                    <a:pt x="28302" y="108"/>
                    <a:pt x="26659" y="1358"/>
                    <a:pt x="24706" y="2537"/>
                  </a:cubicBezTo>
                  <a:cubicBezTo>
                    <a:pt x="24897" y="2167"/>
                    <a:pt x="25004" y="1941"/>
                    <a:pt x="25099" y="1751"/>
                  </a:cubicBezTo>
                  <a:lnTo>
                    <a:pt x="25099" y="1751"/>
                  </a:lnTo>
                  <a:cubicBezTo>
                    <a:pt x="21837" y="3810"/>
                    <a:pt x="18241" y="6085"/>
                    <a:pt x="14479" y="8454"/>
                  </a:cubicBezTo>
                  <a:cubicBezTo>
                    <a:pt x="14479" y="8454"/>
                    <a:pt x="15205" y="7871"/>
                    <a:pt x="16503" y="6870"/>
                  </a:cubicBezTo>
                  <a:cubicBezTo>
                    <a:pt x="17539" y="6073"/>
                    <a:pt x="18956" y="5013"/>
                    <a:pt x="20670" y="3787"/>
                  </a:cubicBezTo>
                  <a:lnTo>
                    <a:pt x="20670" y="3787"/>
                  </a:lnTo>
                  <a:cubicBezTo>
                    <a:pt x="20265" y="4013"/>
                    <a:pt x="19873" y="4227"/>
                    <a:pt x="19468" y="4442"/>
                  </a:cubicBezTo>
                  <a:cubicBezTo>
                    <a:pt x="19432" y="4382"/>
                    <a:pt x="19384" y="4322"/>
                    <a:pt x="19349" y="4263"/>
                  </a:cubicBezTo>
                  <a:cubicBezTo>
                    <a:pt x="20242" y="3560"/>
                    <a:pt x="21123" y="2858"/>
                    <a:pt x="22004" y="2167"/>
                  </a:cubicBezTo>
                  <a:cubicBezTo>
                    <a:pt x="21956" y="2084"/>
                    <a:pt x="21908" y="1989"/>
                    <a:pt x="21861" y="1905"/>
                  </a:cubicBezTo>
                  <a:cubicBezTo>
                    <a:pt x="17503" y="3477"/>
                    <a:pt x="13610" y="5954"/>
                    <a:pt x="9407" y="8418"/>
                  </a:cubicBezTo>
                  <a:cubicBezTo>
                    <a:pt x="11705" y="13824"/>
                    <a:pt x="13943" y="19134"/>
                    <a:pt x="16193" y="24456"/>
                  </a:cubicBezTo>
                  <a:cubicBezTo>
                    <a:pt x="13134" y="19586"/>
                    <a:pt x="11098" y="14240"/>
                    <a:pt x="8871" y="8704"/>
                  </a:cubicBezTo>
                  <a:cubicBezTo>
                    <a:pt x="5871" y="10466"/>
                    <a:pt x="3013" y="12133"/>
                    <a:pt x="1" y="13895"/>
                  </a:cubicBezTo>
                  <a:cubicBezTo>
                    <a:pt x="1501" y="15538"/>
                    <a:pt x="2882" y="17110"/>
                    <a:pt x="4323" y="18610"/>
                  </a:cubicBezTo>
                  <a:cubicBezTo>
                    <a:pt x="10014" y="24551"/>
                    <a:pt x="16408" y="29635"/>
                    <a:pt x="23218" y="34231"/>
                  </a:cubicBezTo>
                  <a:cubicBezTo>
                    <a:pt x="24992" y="35433"/>
                    <a:pt x="26754" y="36672"/>
                    <a:pt x="28505" y="37922"/>
                  </a:cubicBezTo>
                  <a:lnTo>
                    <a:pt x="37518" y="37922"/>
                  </a:lnTo>
                  <a:lnTo>
                    <a:pt x="37518" y="33028"/>
                  </a:lnTo>
                  <a:cubicBezTo>
                    <a:pt x="36529" y="32147"/>
                    <a:pt x="35660" y="31159"/>
                    <a:pt x="35077" y="29980"/>
                  </a:cubicBezTo>
                  <a:cubicBezTo>
                    <a:pt x="34136" y="28075"/>
                    <a:pt x="34065" y="25873"/>
                    <a:pt x="34041" y="23753"/>
                  </a:cubicBezTo>
                  <a:cubicBezTo>
                    <a:pt x="33934" y="16550"/>
                    <a:pt x="34100" y="9347"/>
                    <a:pt x="34553" y="2156"/>
                  </a:cubicBezTo>
                  <a:lnTo>
                    <a:pt x="34553" y="2156"/>
                  </a:lnTo>
                  <a:cubicBezTo>
                    <a:pt x="32184" y="3620"/>
                    <a:pt x="29124" y="5465"/>
                    <a:pt x="25730" y="7335"/>
                  </a:cubicBezTo>
                  <a:cubicBezTo>
                    <a:pt x="25730" y="7335"/>
                    <a:pt x="26076" y="7013"/>
                    <a:pt x="26731" y="6477"/>
                  </a:cubicBezTo>
                  <a:cubicBezTo>
                    <a:pt x="27385" y="5930"/>
                    <a:pt x="28350" y="5180"/>
                    <a:pt x="29552" y="4322"/>
                  </a:cubicBezTo>
                  <a:cubicBezTo>
                    <a:pt x="30576" y="3608"/>
                    <a:pt x="31791" y="2822"/>
                    <a:pt x="33136" y="2036"/>
                  </a:cubicBezTo>
                  <a:lnTo>
                    <a:pt x="33136" y="2036"/>
                  </a:lnTo>
                  <a:cubicBezTo>
                    <a:pt x="30874" y="3001"/>
                    <a:pt x="28624" y="3953"/>
                    <a:pt x="26361" y="4918"/>
                  </a:cubicBezTo>
                  <a:cubicBezTo>
                    <a:pt x="24933" y="5704"/>
                    <a:pt x="23456" y="6501"/>
                    <a:pt x="21932" y="7311"/>
                  </a:cubicBezTo>
                  <a:cubicBezTo>
                    <a:pt x="21932" y="7311"/>
                    <a:pt x="22563" y="6835"/>
                    <a:pt x="23683" y="6049"/>
                  </a:cubicBezTo>
                  <a:lnTo>
                    <a:pt x="23683" y="6049"/>
                  </a:lnTo>
                  <a:cubicBezTo>
                    <a:pt x="23290" y="6227"/>
                    <a:pt x="22885" y="6394"/>
                    <a:pt x="22492" y="6561"/>
                  </a:cubicBezTo>
                  <a:cubicBezTo>
                    <a:pt x="23837" y="5573"/>
                    <a:pt x="25183" y="4572"/>
                    <a:pt x="26528" y="3572"/>
                  </a:cubicBezTo>
                  <a:lnTo>
                    <a:pt x="26528" y="3572"/>
                  </a:lnTo>
                  <a:cubicBezTo>
                    <a:pt x="23611" y="5394"/>
                    <a:pt x="20444" y="7335"/>
                    <a:pt x="17098" y="9311"/>
                  </a:cubicBezTo>
                  <a:cubicBezTo>
                    <a:pt x="17098" y="9311"/>
                    <a:pt x="19968" y="7073"/>
                    <a:pt x="24635" y="3906"/>
                  </a:cubicBezTo>
                  <a:cubicBezTo>
                    <a:pt x="26385" y="2715"/>
                    <a:pt x="28385" y="1382"/>
                    <a:pt x="30588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8"/>
            <p:cNvSpPr/>
            <p:nvPr/>
          </p:nvSpPr>
          <p:spPr>
            <a:xfrm>
              <a:off x="3985300" y="4375675"/>
              <a:ext cx="10150" cy="6575"/>
            </a:xfrm>
            <a:custGeom>
              <a:rect b="b" l="l" r="r" t="t"/>
              <a:pathLst>
                <a:path extrusionOk="0" h="263" w="406">
                  <a:moveTo>
                    <a:pt x="1" y="0"/>
                  </a:moveTo>
                  <a:cubicBezTo>
                    <a:pt x="24" y="16"/>
                    <a:pt x="47" y="31"/>
                    <a:pt x="74" y="47"/>
                  </a:cubicBezTo>
                  <a:lnTo>
                    <a:pt x="74" y="47"/>
                  </a:lnTo>
                  <a:cubicBezTo>
                    <a:pt x="49" y="31"/>
                    <a:pt x="25" y="16"/>
                    <a:pt x="1" y="0"/>
                  </a:cubicBezTo>
                  <a:close/>
                  <a:moveTo>
                    <a:pt x="74" y="47"/>
                  </a:moveTo>
                  <a:lnTo>
                    <a:pt x="74" y="47"/>
                  </a:lnTo>
                  <a:cubicBezTo>
                    <a:pt x="181" y="115"/>
                    <a:pt x="289" y="185"/>
                    <a:pt x="406" y="262"/>
                  </a:cubicBezTo>
                  <a:cubicBezTo>
                    <a:pt x="310" y="191"/>
                    <a:pt x="215" y="131"/>
                    <a:pt x="120" y="72"/>
                  </a:cubicBezTo>
                  <a:cubicBezTo>
                    <a:pt x="103" y="63"/>
                    <a:pt x="88" y="55"/>
                    <a:pt x="74" y="47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8"/>
            <p:cNvSpPr/>
            <p:nvPr/>
          </p:nvSpPr>
          <p:spPr>
            <a:xfrm>
              <a:off x="3526025" y="3935725"/>
              <a:ext cx="18175" cy="21750"/>
            </a:xfrm>
            <a:custGeom>
              <a:rect b="b" l="l" r="r" t="t"/>
              <a:pathLst>
                <a:path extrusionOk="0" h="870" w="727">
                  <a:moveTo>
                    <a:pt x="0" y="1"/>
                  </a:moveTo>
                  <a:lnTo>
                    <a:pt x="0" y="1"/>
                  </a:lnTo>
                  <a:cubicBezTo>
                    <a:pt x="143" y="179"/>
                    <a:pt x="393" y="489"/>
                    <a:pt x="727" y="870"/>
                  </a:cubicBezTo>
                  <a:cubicBezTo>
                    <a:pt x="501" y="560"/>
                    <a:pt x="274" y="263"/>
                    <a:pt x="0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8"/>
            <p:cNvSpPr/>
            <p:nvPr/>
          </p:nvSpPr>
          <p:spPr>
            <a:xfrm>
              <a:off x="4234150" y="3569025"/>
              <a:ext cx="278625" cy="163725"/>
            </a:xfrm>
            <a:custGeom>
              <a:rect b="b" l="l" r="r" t="t"/>
              <a:pathLst>
                <a:path extrusionOk="0" h="6549" w="11145">
                  <a:moveTo>
                    <a:pt x="11145" y="0"/>
                  </a:moveTo>
                  <a:cubicBezTo>
                    <a:pt x="10907" y="143"/>
                    <a:pt x="10657" y="298"/>
                    <a:pt x="10406" y="453"/>
                  </a:cubicBezTo>
                  <a:cubicBezTo>
                    <a:pt x="7632" y="2167"/>
                    <a:pt x="4049" y="4310"/>
                    <a:pt x="0" y="6549"/>
                  </a:cubicBezTo>
                  <a:cubicBezTo>
                    <a:pt x="2263" y="5584"/>
                    <a:pt x="4513" y="4632"/>
                    <a:pt x="6775" y="3667"/>
                  </a:cubicBezTo>
                  <a:cubicBezTo>
                    <a:pt x="8109" y="2905"/>
                    <a:pt x="9573" y="2143"/>
                    <a:pt x="11145" y="1465"/>
                  </a:cubicBezTo>
                  <a:lnTo>
                    <a:pt x="1114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8"/>
            <p:cNvSpPr/>
            <p:nvPr/>
          </p:nvSpPr>
          <p:spPr>
            <a:xfrm>
              <a:off x="4137100" y="3522575"/>
              <a:ext cx="375675" cy="251250"/>
            </a:xfrm>
            <a:custGeom>
              <a:rect b="b" l="l" r="r" t="t"/>
              <a:pathLst>
                <a:path extrusionOk="0" h="10050" w="15027">
                  <a:moveTo>
                    <a:pt x="15027" y="1"/>
                  </a:moveTo>
                  <a:cubicBezTo>
                    <a:pt x="14360" y="453"/>
                    <a:pt x="13634" y="930"/>
                    <a:pt x="12860" y="1430"/>
                  </a:cubicBezTo>
                  <a:cubicBezTo>
                    <a:pt x="10383" y="3061"/>
                    <a:pt x="7383" y="4978"/>
                    <a:pt x="4049" y="7061"/>
                  </a:cubicBezTo>
                  <a:cubicBezTo>
                    <a:pt x="2704" y="8073"/>
                    <a:pt x="1358" y="9062"/>
                    <a:pt x="1" y="10050"/>
                  </a:cubicBezTo>
                  <a:cubicBezTo>
                    <a:pt x="406" y="9883"/>
                    <a:pt x="799" y="9716"/>
                    <a:pt x="1204" y="9538"/>
                  </a:cubicBezTo>
                  <a:cubicBezTo>
                    <a:pt x="2251" y="8812"/>
                    <a:pt x="3728" y="7811"/>
                    <a:pt x="5549" y="6645"/>
                  </a:cubicBezTo>
                  <a:cubicBezTo>
                    <a:pt x="7276" y="5537"/>
                    <a:pt x="9300" y="4287"/>
                    <a:pt x="11550" y="3001"/>
                  </a:cubicBezTo>
                  <a:cubicBezTo>
                    <a:pt x="12669" y="2156"/>
                    <a:pt x="13836" y="1370"/>
                    <a:pt x="15027" y="608"/>
                  </a:cubicBezTo>
                  <a:lnTo>
                    <a:pt x="15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8"/>
            <p:cNvSpPr/>
            <p:nvPr/>
          </p:nvSpPr>
          <p:spPr>
            <a:xfrm>
              <a:off x="4423450" y="3617250"/>
              <a:ext cx="89325" cy="818575"/>
            </a:xfrm>
            <a:custGeom>
              <a:rect b="b" l="l" r="r" t="t"/>
              <a:pathLst>
                <a:path extrusionOk="0" h="32743" w="3573">
                  <a:moveTo>
                    <a:pt x="3573" y="0"/>
                  </a:moveTo>
                  <a:cubicBezTo>
                    <a:pt x="2989" y="381"/>
                    <a:pt x="2287" y="822"/>
                    <a:pt x="1477" y="1322"/>
                  </a:cubicBezTo>
                  <a:cubicBezTo>
                    <a:pt x="1203" y="1500"/>
                    <a:pt x="918" y="1679"/>
                    <a:pt x="620" y="1858"/>
                  </a:cubicBezTo>
                  <a:cubicBezTo>
                    <a:pt x="167" y="9049"/>
                    <a:pt x="1" y="16252"/>
                    <a:pt x="108" y="23455"/>
                  </a:cubicBezTo>
                  <a:cubicBezTo>
                    <a:pt x="132" y="25575"/>
                    <a:pt x="203" y="27777"/>
                    <a:pt x="1144" y="29682"/>
                  </a:cubicBezTo>
                  <a:cubicBezTo>
                    <a:pt x="1727" y="30861"/>
                    <a:pt x="2596" y="31849"/>
                    <a:pt x="3573" y="32742"/>
                  </a:cubicBezTo>
                  <a:lnTo>
                    <a:pt x="357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8"/>
            <p:cNvSpPr/>
            <p:nvPr/>
          </p:nvSpPr>
          <p:spPr>
            <a:xfrm>
              <a:off x="3566500" y="4285825"/>
              <a:ext cx="691175" cy="272025"/>
            </a:xfrm>
            <a:custGeom>
              <a:rect b="b" l="l" r="r" t="t"/>
              <a:pathLst>
                <a:path extrusionOk="0" h="10881" w="27647">
                  <a:moveTo>
                    <a:pt x="11304" y="0"/>
                  </a:moveTo>
                  <a:cubicBezTo>
                    <a:pt x="8841" y="0"/>
                    <a:pt x="6285" y="1129"/>
                    <a:pt x="4489" y="2880"/>
                  </a:cubicBezTo>
                  <a:cubicBezTo>
                    <a:pt x="2275" y="5047"/>
                    <a:pt x="965" y="7916"/>
                    <a:pt x="1" y="10881"/>
                  </a:cubicBezTo>
                  <a:lnTo>
                    <a:pt x="27647" y="10881"/>
                  </a:lnTo>
                  <a:cubicBezTo>
                    <a:pt x="25837" y="9595"/>
                    <a:pt x="24028" y="8309"/>
                    <a:pt x="22182" y="7071"/>
                  </a:cubicBezTo>
                  <a:cubicBezTo>
                    <a:pt x="20599" y="6059"/>
                    <a:pt x="18932" y="4999"/>
                    <a:pt x="17300" y="3951"/>
                  </a:cubicBezTo>
                  <a:cubicBezTo>
                    <a:pt x="17253" y="3916"/>
                    <a:pt x="17205" y="3880"/>
                    <a:pt x="17146" y="3856"/>
                  </a:cubicBezTo>
                  <a:cubicBezTo>
                    <a:pt x="17050" y="3785"/>
                    <a:pt x="16955" y="3725"/>
                    <a:pt x="16860" y="3666"/>
                  </a:cubicBezTo>
                  <a:cubicBezTo>
                    <a:pt x="16824" y="3642"/>
                    <a:pt x="16789" y="3618"/>
                    <a:pt x="16753" y="3594"/>
                  </a:cubicBezTo>
                  <a:cubicBezTo>
                    <a:pt x="15014" y="2463"/>
                    <a:pt x="13324" y="1272"/>
                    <a:pt x="11705" y="10"/>
                  </a:cubicBezTo>
                  <a:cubicBezTo>
                    <a:pt x="11571" y="4"/>
                    <a:pt x="11438" y="0"/>
                    <a:pt x="1130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8"/>
            <p:cNvSpPr/>
            <p:nvPr/>
          </p:nvSpPr>
          <p:spPr>
            <a:xfrm>
              <a:off x="2680975" y="4226550"/>
              <a:ext cx="543550" cy="331300"/>
            </a:xfrm>
            <a:custGeom>
              <a:rect b="b" l="l" r="r" t="t"/>
              <a:pathLst>
                <a:path extrusionOk="0" h="13252" w="21742">
                  <a:moveTo>
                    <a:pt x="17491" y="0"/>
                  </a:moveTo>
                  <a:cubicBezTo>
                    <a:pt x="16896" y="357"/>
                    <a:pt x="16312" y="679"/>
                    <a:pt x="15764" y="1048"/>
                  </a:cubicBezTo>
                  <a:cubicBezTo>
                    <a:pt x="10157" y="4667"/>
                    <a:pt x="5085" y="8966"/>
                    <a:pt x="1" y="13252"/>
                  </a:cubicBezTo>
                  <a:lnTo>
                    <a:pt x="3275" y="13252"/>
                  </a:lnTo>
                  <a:cubicBezTo>
                    <a:pt x="6716" y="10394"/>
                    <a:pt x="10335" y="7751"/>
                    <a:pt x="13955" y="5120"/>
                  </a:cubicBezTo>
                  <a:cubicBezTo>
                    <a:pt x="14014" y="5191"/>
                    <a:pt x="14074" y="5263"/>
                    <a:pt x="14133" y="5334"/>
                  </a:cubicBezTo>
                  <a:cubicBezTo>
                    <a:pt x="10835" y="7977"/>
                    <a:pt x="7525" y="10621"/>
                    <a:pt x="4227" y="13252"/>
                  </a:cubicBezTo>
                  <a:lnTo>
                    <a:pt x="21741" y="13252"/>
                  </a:lnTo>
                  <a:cubicBezTo>
                    <a:pt x="20134" y="9442"/>
                    <a:pt x="18884" y="5560"/>
                    <a:pt x="19717" y="1274"/>
                  </a:cubicBezTo>
                  <a:cubicBezTo>
                    <a:pt x="18955" y="834"/>
                    <a:pt x="18265" y="441"/>
                    <a:pt x="1749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8"/>
            <p:cNvSpPr/>
            <p:nvPr/>
          </p:nvSpPr>
          <p:spPr>
            <a:xfrm>
              <a:off x="3185800" y="3662775"/>
              <a:ext cx="673325" cy="895075"/>
            </a:xfrm>
            <a:custGeom>
              <a:rect b="b" l="l" r="r" t="t"/>
              <a:pathLst>
                <a:path extrusionOk="0" h="35803" w="26933">
                  <a:moveTo>
                    <a:pt x="6085" y="9180"/>
                  </a:moveTo>
                  <a:cubicBezTo>
                    <a:pt x="4620" y="14562"/>
                    <a:pt x="3156" y="19944"/>
                    <a:pt x="1679" y="25325"/>
                  </a:cubicBezTo>
                  <a:cubicBezTo>
                    <a:pt x="2513" y="19741"/>
                    <a:pt x="3811" y="14276"/>
                    <a:pt x="6085" y="9180"/>
                  </a:cubicBezTo>
                  <a:close/>
                  <a:moveTo>
                    <a:pt x="9811" y="1"/>
                  </a:moveTo>
                  <a:cubicBezTo>
                    <a:pt x="9323" y="346"/>
                    <a:pt x="8930" y="489"/>
                    <a:pt x="8776" y="763"/>
                  </a:cubicBezTo>
                  <a:cubicBezTo>
                    <a:pt x="7633" y="2799"/>
                    <a:pt x="6251" y="4763"/>
                    <a:pt x="5477" y="6930"/>
                  </a:cubicBezTo>
                  <a:cubicBezTo>
                    <a:pt x="3525" y="12431"/>
                    <a:pt x="1560" y="17932"/>
                    <a:pt x="477" y="23694"/>
                  </a:cubicBezTo>
                  <a:cubicBezTo>
                    <a:pt x="1" y="26183"/>
                    <a:pt x="48" y="28623"/>
                    <a:pt x="751" y="31076"/>
                  </a:cubicBezTo>
                  <a:cubicBezTo>
                    <a:pt x="1227" y="32707"/>
                    <a:pt x="1810" y="34279"/>
                    <a:pt x="2489" y="35803"/>
                  </a:cubicBezTo>
                  <a:lnTo>
                    <a:pt x="15229" y="35803"/>
                  </a:lnTo>
                  <a:cubicBezTo>
                    <a:pt x="16193" y="32838"/>
                    <a:pt x="17503" y="29969"/>
                    <a:pt x="19705" y="27802"/>
                  </a:cubicBezTo>
                  <a:cubicBezTo>
                    <a:pt x="21512" y="26051"/>
                    <a:pt x="24069" y="24922"/>
                    <a:pt x="26532" y="24922"/>
                  </a:cubicBezTo>
                  <a:cubicBezTo>
                    <a:pt x="26666" y="24922"/>
                    <a:pt x="26799" y="24926"/>
                    <a:pt x="26933" y="24932"/>
                  </a:cubicBezTo>
                  <a:cubicBezTo>
                    <a:pt x="22396" y="21408"/>
                    <a:pt x="18360" y="17348"/>
                    <a:pt x="14919" y="12609"/>
                  </a:cubicBezTo>
                  <a:cubicBezTo>
                    <a:pt x="14729" y="12348"/>
                    <a:pt x="14538" y="12062"/>
                    <a:pt x="14336" y="11788"/>
                  </a:cubicBezTo>
                  <a:cubicBezTo>
                    <a:pt x="14002" y="11407"/>
                    <a:pt x="13740" y="11097"/>
                    <a:pt x="13609" y="10919"/>
                  </a:cubicBezTo>
                  <a:cubicBezTo>
                    <a:pt x="10990" y="8383"/>
                    <a:pt x="10907" y="4942"/>
                    <a:pt x="10216" y="1715"/>
                  </a:cubicBezTo>
                  <a:cubicBezTo>
                    <a:pt x="10109" y="1227"/>
                    <a:pt x="9990" y="739"/>
                    <a:pt x="9811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8"/>
            <p:cNvSpPr/>
            <p:nvPr/>
          </p:nvSpPr>
          <p:spPr>
            <a:xfrm>
              <a:off x="2676525" y="2141175"/>
              <a:ext cx="1836250" cy="2416675"/>
            </a:xfrm>
            <a:custGeom>
              <a:rect b="b" l="l" r="r" t="t"/>
              <a:pathLst>
                <a:path extrusionOk="0" h="96667" w="73450">
                  <a:moveTo>
                    <a:pt x="1786" y="0"/>
                  </a:moveTo>
                  <a:cubicBezTo>
                    <a:pt x="2369" y="3286"/>
                    <a:pt x="3024" y="6525"/>
                    <a:pt x="5084" y="9287"/>
                  </a:cubicBezTo>
                  <a:cubicBezTo>
                    <a:pt x="5679" y="10097"/>
                    <a:pt x="6084" y="11037"/>
                    <a:pt x="6584" y="11918"/>
                  </a:cubicBezTo>
                  <a:cubicBezTo>
                    <a:pt x="6465" y="11978"/>
                    <a:pt x="6346" y="12037"/>
                    <a:pt x="6227" y="12109"/>
                  </a:cubicBezTo>
                  <a:cubicBezTo>
                    <a:pt x="6191" y="12121"/>
                    <a:pt x="6156" y="12145"/>
                    <a:pt x="6120" y="12156"/>
                  </a:cubicBezTo>
                  <a:cubicBezTo>
                    <a:pt x="3548" y="10656"/>
                    <a:pt x="1536" y="8858"/>
                    <a:pt x="0" y="6787"/>
                  </a:cubicBezTo>
                  <a:lnTo>
                    <a:pt x="0" y="13669"/>
                  </a:lnTo>
                  <a:cubicBezTo>
                    <a:pt x="1607" y="15824"/>
                    <a:pt x="3548" y="17657"/>
                    <a:pt x="5953" y="19074"/>
                  </a:cubicBezTo>
                  <a:cubicBezTo>
                    <a:pt x="7430" y="19943"/>
                    <a:pt x="8846" y="20943"/>
                    <a:pt x="10263" y="21920"/>
                  </a:cubicBezTo>
                  <a:cubicBezTo>
                    <a:pt x="11847" y="23015"/>
                    <a:pt x="13299" y="24253"/>
                    <a:pt x="13859" y="26230"/>
                  </a:cubicBezTo>
                  <a:cubicBezTo>
                    <a:pt x="13871" y="26253"/>
                    <a:pt x="14002" y="26253"/>
                    <a:pt x="14395" y="26313"/>
                  </a:cubicBezTo>
                  <a:cubicBezTo>
                    <a:pt x="14049" y="24372"/>
                    <a:pt x="13728" y="22527"/>
                    <a:pt x="13383" y="20538"/>
                  </a:cubicBezTo>
                  <a:lnTo>
                    <a:pt x="13383" y="20538"/>
                  </a:lnTo>
                  <a:cubicBezTo>
                    <a:pt x="16014" y="22515"/>
                    <a:pt x="18383" y="24825"/>
                    <a:pt x="22050" y="25063"/>
                  </a:cubicBezTo>
                  <a:cubicBezTo>
                    <a:pt x="20717" y="23277"/>
                    <a:pt x="19538" y="21693"/>
                    <a:pt x="18217" y="19919"/>
                  </a:cubicBezTo>
                  <a:lnTo>
                    <a:pt x="18217" y="19919"/>
                  </a:lnTo>
                  <a:cubicBezTo>
                    <a:pt x="18645" y="19979"/>
                    <a:pt x="18800" y="19955"/>
                    <a:pt x="18895" y="20026"/>
                  </a:cubicBezTo>
                  <a:cubicBezTo>
                    <a:pt x="21324" y="21693"/>
                    <a:pt x="24003" y="23086"/>
                    <a:pt x="25503" y="25825"/>
                  </a:cubicBezTo>
                  <a:cubicBezTo>
                    <a:pt x="25658" y="26111"/>
                    <a:pt x="25872" y="26396"/>
                    <a:pt x="26110" y="26622"/>
                  </a:cubicBezTo>
                  <a:cubicBezTo>
                    <a:pt x="27718" y="28194"/>
                    <a:pt x="28134" y="30194"/>
                    <a:pt x="28277" y="32349"/>
                  </a:cubicBezTo>
                  <a:cubicBezTo>
                    <a:pt x="28825" y="40612"/>
                    <a:pt x="29420" y="48863"/>
                    <a:pt x="30004" y="57114"/>
                  </a:cubicBezTo>
                  <a:cubicBezTo>
                    <a:pt x="30087" y="58150"/>
                    <a:pt x="30182" y="59186"/>
                    <a:pt x="30278" y="60174"/>
                  </a:cubicBezTo>
                  <a:cubicBezTo>
                    <a:pt x="28539" y="60817"/>
                    <a:pt x="28325" y="60996"/>
                    <a:pt x="27468" y="62603"/>
                  </a:cubicBezTo>
                  <a:cubicBezTo>
                    <a:pt x="27242" y="63020"/>
                    <a:pt x="27027" y="63448"/>
                    <a:pt x="26837" y="63889"/>
                  </a:cubicBezTo>
                  <a:cubicBezTo>
                    <a:pt x="24265" y="69771"/>
                    <a:pt x="21967" y="75748"/>
                    <a:pt x="20467" y="82010"/>
                  </a:cubicBezTo>
                  <a:cubicBezTo>
                    <a:pt x="20360" y="82451"/>
                    <a:pt x="20205" y="82879"/>
                    <a:pt x="20062" y="83368"/>
                  </a:cubicBezTo>
                  <a:cubicBezTo>
                    <a:pt x="19824" y="83260"/>
                    <a:pt x="19669" y="83225"/>
                    <a:pt x="19574" y="83153"/>
                  </a:cubicBezTo>
                  <a:cubicBezTo>
                    <a:pt x="18701" y="82460"/>
                    <a:pt x="18176" y="82117"/>
                    <a:pt x="17635" y="82117"/>
                  </a:cubicBezTo>
                  <a:cubicBezTo>
                    <a:pt x="17136" y="82117"/>
                    <a:pt x="16623" y="82409"/>
                    <a:pt x="15812" y="82987"/>
                  </a:cubicBezTo>
                  <a:cubicBezTo>
                    <a:pt x="14085" y="84201"/>
                    <a:pt x="12359" y="85404"/>
                    <a:pt x="10704" y="86701"/>
                  </a:cubicBezTo>
                  <a:cubicBezTo>
                    <a:pt x="7096" y="89523"/>
                    <a:pt x="3524" y="92381"/>
                    <a:pt x="12" y="95298"/>
                  </a:cubicBezTo>
                  <a:lnTo>
                    <a:pt x="12" y="96667"/>
                  </a:lnTo>
                  <a:lnTo>
                    <a:pt x="179" y="96667"/>
                  </a:lnTo>
                  <a:cubicBezTo>
                    <a:pt x="5263" y="92381"/>
                    <a:pt x="10335" y="88082"/>
                    <a:pt x="15942" y="84451"/>
                  </a:cubicBezTo>
                  <a:cubicBezTo>
                    <a:pt x="16490" y="84094"/>
                    <a:pt x="17074" y="83772"/>
                    <a:pt x="17669" y="83415"/>
                  </a:cubicBezTo>
                  <a:cubicBezTo>
                    <a:pt x="18443" y="83856"/>
                    <a:pt x="19133" y="84249"/>
                    <a:pt x="19895" y="84677"/>
                  </a:cubicBezTo>
                  <a:cubicBezTo>
                    <a:pt x="19062" y="88975"/>
                    <a:pt x="20312" y="92857"/>
                    <a:pt x="21919" y="96667"/>
                  </a:cubicBezTo>
                  <a:lnTo>
                    <a:pt x="22860" y="96667"/>
                  </a:lnTo>
                  <a:cubicBezTo>
                    <a:pt x="22181" y="95131"/>
                    <a:pt x="21598" y="93571"/>
                    <a:pt x="21134" y="91940"/>
                  </a:cubicBezTo>
                  <a:cubicBezTo>
                    <a:pt x="20431" y="89487"/>
                    <a:pt x="20372" y="87047"/>
                    <a:pt x="20848" y="84558"/>
                  </a:cubicBezTo>
                  <a:cubicBezTo>
                    <a:pt x="21931" y="78796"/>
                    <a:pt x="23896" y="73295"/>
                    <a:pt x="25848" y="67794"/>
                  </a:cubicBezTo>
                  <a:cubicBezTo>
                    <a:pt x="26622" y="65627"/>
                    <a:pt x="28004" y="63663"/>
                    <a:pt x="29147" y="61615"/>
                  </a:cubicBezTo>
                  <a:cubicBezTo>
                    <a:pt x="29301" y="61353"/>
                    <a:pt x="29694" y="61210"/>
                    <a:pt x="30182" y="60865"/>
                  </a:cubicBezTo>
                  <a:cubicBezTo>
                    <a:pt x="30361" y="61603"/>
                    <a:pt x="30480" y="62091"/>
                    <a:pt x="30587" y="62579"/>
                  </a:cubicBezTo>
                  <a:cubicBezTo>
                    <a:pt x="31290" y="65806"/>
                    <a:pt x="31361" y="69247"/>
                    <a:pt x="33980" y="71783"/>
                  </a:cubicBezTo>
                  <a:cubicBezTo>
                    <a:pt x="34254" y="72045"/>
                    <a:pt x="34481" y="72342"/>
                    <a:pt x="34707" y="72652"/>
                  </a:cubicBezTo>
                  <a:cubicBezTo>
                    <a:pt x="34909" y="72926"/>
                    <a:pt x="35100" y="73212"/>
                    <a:pt x="35290" y="73473"/>
                  </a:cubicBezTo>
                  <a:cubicBezTo>
                    <a:pt x="38731" y="78212"/>
                    <a:pt x="42779" y="82260"/>
                    <a:pt x="47304" y="85785"/>
                  </a:cubicBezTo>
                  <a:cubicBezTo>
                    <a:pt x="48923" y="87047"/>
                    <a:pt x="50613" y="88249"/>
                    <a:pt x="52352" y="89380"/>
                  </a:cubicBezTo>
                  <a:cubicBezTo>
                    <a:pt x="52483" y="89464"/>
                    <a:pt x="52614" y="89547"/>
                    <a:pt x="52757" y="89630"/>
                  </a:cubicBezTo>
                  <a:cubicBezTo>
                    <a:pt x="52804" y="89666"/>
                    <a:pt x="52852" y="89702"/>
                    <a:pt x="52911" y="89737"/>
                  </a:cubicBezTo>
                  <a:cubicBezTo>
                    <a:pt x="53352" y="90011"/>
                    <a:pt x="53792" y="90297"/>
                    <a:pt x="54245" y="90571"/>
                  </a:cubicBezTo>
                  <a:cubicBezTo>
                    <a:pt x="55447" y="91297"/>
                    <a:pt x="56614" y="92059"/>
                    <a:pt x="57781" y="92845"/>
                  </a:cubicBezTo>
                  <a:cubicBezTo>
                    <a:pt x="59627" y="94095"/>
                    <a:pt x="61436" y="95381"/>
                    <a:pt x="63246" y="96667"/>
                  </a:cubicBezTo>
                  <a:lnTo>
                    <a:pt x="64449" y="96667"/>
                  </a:lnTo>
                  <a:cubicBezTo>
                    <a:pt x="62698" y="95417"/>
                    <a:pt x="60936" y="94178"/>
                    <a:pt x="59150" y="92976"/>
                  </a:cubicBezTo>
                  <a:cubicBezTo>
                    <a:pt x="52352" y="88380"/>
                    <a:pt x="45958" y="83296"/>
                    <a:pt x="40267" y="77355"/>
                  </a:cubicBezTo>
                  <a:cubicBezTo>
                    <a:pt x="38814" y="75855"/>
                    <a:pt x="37445" y="74283"/>
                    <a:pt x="35945" y="72640"/>
                  </a:cubicBezTo>
                  <a:cubicBezTo>
                    <a:pt x="38957" y="70878"/>
                    <a:pt x="41815" y="69211"/>
                    <a:pt x="44815" y="67449"/>
                  </a:cubicBezTo>
                  <a:cubicBezTo>
                    <a:pt x="47042" y="72985"/>
                    <a:pt x="49078" y="78331"/>
                    <a:pt x="52137" y="83201"/>
                  </a:cubicBezTo>
                  <a:cubicBezTo>
                    <a:pt x="49887" y="77891"/>
                    <a:pt x="47637" y="72569"/>
                    <a:pt x="45351" y="67163"/>
                  </a:cubicBezTo>
                  <a:cubicBezTo>
                    <a:pt x="49542" y="64699"/>
                    <a:pt x="53435" y="62222"/>
                    <a:pt x="57805" y="60650"/>
                  </a:cubicBezTo>
                  <a:cubicBezTo>
                    <a:pt x="57852" y="60734"/>
                    <a:pt x="57900" y="60829"/>
                    <a:pt x="57948" y="60912"/>
                  </a:cubicBezTo>
                  <a:cubicBezTo>
                    <a:pt x="57055" y="61615"/>
                    <a:pt x="56174" y="62305"/>
                    <a:pt x="55293" y="63008"/>
                  </a:cubicBezTo>
                  <a:cubicBezTo>
                    <a:pt x="55328" y="63067"/>
                    <a:pt x="55364" y="63127"/>
                    <a:pt x="55400" y="63187"/>
                  </a:cubicBezTo>
                  <a:cubicBezTo>
                    <a:pt x="55805" y="62972"/>
                    <a:pt x="56209" y="62758"/>
                    <a:pt x="56614" y="62532"/>
                  </a:cubicBezTo>
                  <a:lnTo>
                    <a:pt x="56614" y="62532"/>
                  </a:lnTo>
                  <a:cubicBezTo>
                    <a:pt x="54888" y="63758"/>
                    <a:pt x="53483" y="64818"/>
                    <a:pt x="52447" y="65615"/>
                  </a:cubicBezTo>
                  <a:cubicBezTo>
                    <a:pt x="51137" y="66616"/>
                    <a:pt x="50423" y="67199"/>
                    <a:pt x="50423" y="67199"/>
                  </a:cubicBezTo>
                  <a:cubicBezTo>
                    <a:pt x="54185" y="64830"/>
                    <a:pt x="57781" y="62555"/>
                    <a:pt x="61043" y="60496"/>
                  </a:cubicBezTo>
                  <a:lnTo>
                    <a:pt x="61043" y="60496"/>
                  </a:lnTo>
                  <a:cubicBezTo>
                    <a:pt x="60948" y="60686"/>
                    <a:pt x="60829" y="60912"/>
                    <a:pt x="60639" y="61282"/>
                  </a:cubicBezTo>
                  <a:cubicBezTo>
                    <a:pt x="62591" y="60103"/>
                    <a:pt x="64246" y="58853"/>
                    <a:pt x="66532" y="58745"/>
                  </a:cubicBezTo>
                  <a:lnTo>
                    <a:pt x="66532" y="58745"/>
                  </a:lnTo>
                  <a:cubicBezTo>
                    <a:pt x="64329" y="60127"/>
                    <a:pt x="62317" y="61460"/>
                    <a:pt x="60567" y="62651"/>
                  </a:cubicBezTo>
                  <a:cubicBezTo>
                    <a:pt x="55912" y="65818"/>
                    <a:pt x="53042" y="68056"/>
                    <a:pt x="53042" y="68056"/>
                  </a:cubicBezTo>
                  <a:cubicBezTo>
                    <a:pt x="56376" y="66080"/>
                    <a:pt x="59555" y="64139"/>
                    <a:pt x="62472" y="62317"/>
                  </a:cubicBezTo>
                  <a:cubicBezTo>
                    <a:pt x="65806" y="60234"/>
                    <a:pt x="68794" y="58305"/>
                    <a:pt x="71283" y="56686"/>
                  </a:cubicBezTo>
                  <a:cubicBezTo>
                    <a:pt x="72057" y="56186"/>
                    <a:pt x="72771" y="55709"/>
                    <a:pt x="73450" y="55257"/>
                  </a:cubicBezTo>
                  <a:lnTo>
                    <a:pt x="73450" y="49744"/>
                  </a:lnTo>
                  <a:cubicBezTo>
                    <a:pt x="72807" y="50233"/>
                    <a:pt x="72164" y="50709"/>
                    <a:pt x="71533" y="51197"/>
                  </a:cubicBezTo>
                  <a:cubicBezTo>
                    <a:pt x="69985" y="52376"/>
                    <a:pt x="68294" y="52709"/>
                    <a:pt x="66532" y="53042"/>
                  </a:cubicBezTo>
                  <a:cubicBezTo>
                    <a:pt x="66448" y="53057"/>
                    <a:pt x="66362" y="53064"/>
                    <a:pt x="66274" y="53064"/>
                  </a:cubicBezTo>
                  <a:cubicBezTo>
                    <a:pt x="65861" y="53064"/>
                    <a:pt x="65410" y="52920"/>
                    <a:pt x="65008" y="52792"/>
                  </a:cubicBezTo>
                  <a:cubicBezTo>
                    <a:pt x="58603" y="50733"/>
                    <a:pt x="52661" y="47649"/>
                    <a:pt x="46732" y="44518"/>
                  </a:cubicBezTo>
                  <a:cubicBezTo>
                    <a:pt x="41481" y="41743"/>
                    <a:pt x="37100" y="37945"/>
                    <a:pt x="33373" y="33385"/>
                  </a:cubicBezTo>
                  <a:cubicBezTo>
                    <a:pt x="30778" y="30206"/>
                    <a:pt x="28396" y="26849"/>
                    <a:pt x="25932" y="23551"/>
                  </a:cubicBezTo>
                  <a:cubicBezTo>
                    <a:pt x="25813" y="23408"/>
                    <a:pt x="25789" y="23182"/>
                    <a:pt x="25610" y="22705"/>
                  </a:cubicBezTo>
                  <a:lnTo>
                    <a:pt x="25610" y="22705"/>
                  </a:lnTo>
                  <a:cubicBezTo>
                    <a:pt x="27551" y="23801"/>
                    <a:pt x="29206" y="24741"/>
                    <a:pt x="30861" y="25682"/>
                  </a:cubicBezTo>
                  <a:cubicBezTo>
                    <a:pt x="30921" y="25587"/>
                    <a:pt x="30968" y="25491"/>
                    <a:pt x="31028" y="25396"/>
                  </a:cubicBezTo>
                  <a:cubicBezTo>
                    <a:pt x="28396" y="23610"/>
                    <a:pt x="25753" y="21824"/>
                    <a:pt x="23110" y="20038"/>
                  </a:cubicBezTo>
                  <a:cubicBezTo>
                    <a:pt x="23170" y="19931"/>
                    <a:pt x="23241" y="19824"/>
                    <a:pt x="23301" y="19717"/>
                  </a:cubicBezTo>
                  <a:cubicBezTo>
                    <a:pt x="25134" y="20407"/>
                    <a:pt x="26968" y="21098"/>
                    <a:pt x="28801" y="21789"/>
                  </a:cubicBezTo>
                  <a:cubicBezTo>
                    <a:pt x="28825" y="21729"/>
                    <a:pt x="28849" y="21658"/>
                    <a:pt x="28873" y="21586"/>
                  </a:cubicBezTo>
                  <a:cubicBezTo>
                    <a:pt x="28408" y="21300"/>
                    <a:pt x="27944" y="21015"/>
                    <a:pt x="27349" y="20646"/>
                  </a:cubicBezTo>
                  <a:cubicBezTo>
                    <a:pt x="28230" y="20229"/>
                    <a:pt x="28956" y="19895"/>
                    <a:pt x="29885" y="19467"/>
                  </a:cubicBezTo>
                  <a:cubicBezTo>
                    <a:pt x="28242" y="19241"/>
                    <a:pt x="26837" y="19062"/>
                    <a:pt x="25444" y="18872"/>
                  </a:cubicBezTo>
                  <a:cubicBezTo>
                    <a:pt x="25444" y="18788"/>
                    <a:pt x="25456" y="18693"/>
                    <a:pt x="25456" y="18610"/>
                  </a:cubicBezTo>
                  <a:cubicBezTo>
                    <a:pt x="26360" y="18562"/>
                    <a:pt x="27265" y="18514"/>
                    <a:pt x="28170" y="18467"/>
                  </a:cubicBezTo>
                  <a:cubicBezTo>
                    <a:pt x="28170" y="18348"/>
                    <a:pt x="28182" y="18241"/>
                    <a:pt x="28182" y="18121"/>
                  </a:cubicBezTo>
                  <a:cubicBezTo>
                    <a:pt x="26539" y="17967"/>
                    <a:pt x="24896" y="17824"/>
                    <a:pt x="23265" y="17669"/>
                  </a:cubicBezTo>
                  <a:cubicBezTo>
                    <a:pt x="23265" y="17586"/>
                    <a:pt x="23277" y="17490"/>
                    <a:pt x="23277" y="17407"/>
                  </a:cubicBezTo>
                  <a:cubicBezTo>
                    <a:pt x="24265" y="17074"/>
                    <a:pt x="25253" y="16752"/>
                    <a:pt x="26241" y="16419"/>
                  </a:cubicBezTo>
                  <a:cubicBezTo>
                    <a:pt x="26218" y="16276"/>
                    <a:pt x="26194" y="16133"/>
                    <a:pt x="26170" y="15990"/>
                  </a:cubicBezTo>
                  <a:lnTo>
                    <a:pt x="22824" y="15990"/>
                  </a:lnTo>
                  <a:cubicBezTo>
                    <a:pt x="22824" y="15919"/>
                    <a:pt x="22836" y="15847"/>
                    <a:pt x="22836" y="15776"/>
                  </a:cubicBezTo>
                  <a:cubicBezTo>
                    <a:pt x="24753" y="15109"/>
                    <a:pt x="26682" y="14442"/>
                    <a:pt x="28599" y="13776"/>
                  </a:cubicBezTo>
                  <a:cubicBezTo>
                    <a:pt x="28349" y="13684"/>
                    <a:pt x="28099" y="13655"/>
                    <a:pt x="27850" y="13655"/>
                  </a:cubicBezTo>
                  <a:cubicBezTo>
                    <a:pt x="27417" y="13655"/>
                    <a:pt x="26988" y="13743"/>
                    <a:pt x="26575" y="13743"/>
                  </a:cubicBezTo>
                  <a:cubicBezTo>
                    <a:pt x="26113" y="13743"/>
                    <a:pt x="25670" y="13633"/>
                    <a:pt x="25265" y="13168"/>
                  </a:cubicBezTo>
                  <a:cubicBezTo>
                    <a:pt x="22410" y="13807"/>
                    <a:pt x="20046" y="14086"/>
                    <a:pt x="18110" y="14086"/>
                  </a:cubicBezTo>
                  <a:cubicBezTo>
                    <a:pt x="15097" y="14086"/>
                    <a:pt x="13119" y="13410"/>
                    <a:pt x="11930" y="12359"/>
                  </a:cubicBezTo>
                  <a:cubicBezTo>
                    <a:pt x="12144" y="12299"/>
                    <a:pt x="12347" y="12252"/>
                    <a:pt x="12573" y="12180"/>
                  </a:cubicBezTo>
                  <a:cubicBezTo>
                    <a:pt x="12275" y="11930"/>
                    <a:pt x="11990" y="11680"/>
                    <a:pt x="11716" y="11442"/>
                  </a:cubicBezTo>
                  <a:cubicBezTo>
                    <a:pt x="11490" y="11252"/>
                    <a:pt x="11263" y="11061"/>
                    <a:pt x="11073" y="10894"/>
                  </a:cubicBezTo>
                  <a:lnTo>
                    <a:pt x="11073" y="10894"/>
                  </a:lnTo>
                  <a:cubicBezTo>
                    <a:pt x="11906" y="11073"/>
                    <a:pt x="12728" y="11299"/>
                    <a:pt x="13561" y="11502"/>
                  </a:cubicBezTo>
                  <a:cubicBezTo>
                    <a:pt x="15145" y="11906"/>
                    <a:pt x="16740" y="12299"/>
                    <a:pt x="18359" y="12502"/>
                  </a:cubicBezTo>
                  <a:cubicBezTo>
                    <a:pt x="18821" y="12555"/>
                    <a:pt x="19287" y="12580"/>
                    <a:pt x="19748" y="12580"/>
                  </a:cubicBezTo>
                  <a:cubicBezTo>
                    <a:pt x="22260" y="12580"/>
                    <a:pt x="24648" y="11841"/>
                    <a:pt x="25634" y="10966"/>
                  </a:cubicBezTo>
                  <a:lnTo>
                    <a:pt x="25634" y="10966"/>
                  </a:lnTo>
                  <a:cubicBezTo>
                    <a:pt x="25301" y="11025"/>
                    <a:pt x="24967" y="11085"/>
                    <a:pt x="24646" y="11144"/>
                  </a:cubicBezTo>
                  <a:cubicBezTo>
                    <a:pt x="24360" y="11192"/>
                    <a:pt x="24063" y="11240"/>
                    <a:pt x="23777" y="11299"/>
                  </a:cubicBezTo>
                  <a:cubicBezTo>
                    <a:pt x="22405" y="11534"/>
                    <a:pt x="21045" y="11661"/>
                    <a:pt x="19703" y="11661"/>
                  </a:cubicBezTo>
                  <a:cubicBezTo>
                    <a:pt x="16629" y="11661"/>
                    <a:pt x="13645" y="10999"/>
                    <a:pt x="10811" y="9466"/>
                  </a:cubicBezTo>
                  <a:cubicBezTo>
                    <a:pt x="8084" y="7977"/>
                    <a:pt x="5453" y="6287"/>
                    <a:pt x="4310" y="3429"/>
                  </a:cubicBezTo>
                  <a:cubicBezTo>
                    <a:pt x="3929" y="3108"/>
                    <a:pt x="3643" y="2953"/>
                    <a:pt x="3489" y="2715"/>
                  </a:cubicBezTo>
                  <a:cubicBezTo>
                    <a:pt x="2905" y="1822"/>
                    <a:pt x="2357" y="905"/>
                    <a:pt x="178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8"/>
            <p:cNvSpPr/>
            <p:nvPr/>
          </p:nvSpPr>
          <p:spPr>
            <a:xfrm>
              <a:off x="2720275" y="2138500"/>
              <a:ext cx="900" cy="2700"/>
            </a:xfrm>
            <a:custGeom>
              <a:rect b="b" l="l" r="r" t="t"/>
              <a:pathLst>
                <a:path extrusionOk="0" h="108" w="36">
                  <a:moveTo>
                    <a:pt x="12" y="0"/>
                  </a:moveTo>
                  <a:cubicBezTo>
                    <a:pt x="12" y="12"/>
                    <a:pt x="12" y="36"/>
                    <a:pt x="0" y="48"/>
                  </a:cubicBezTo>
                  <a:lnTo>
                    <a:pt x="36" y="107"/>
                  </a:lnTo>
                  <a:cubicBezTo>
                    <a:pt x="36" y="83"/>
                    <a:pt x="36" y="60"/>
                    <a:pt x="24" y="24"/>
                  </a:cubicBezTo>
                  <a:cubicBezTo>
                    <a:pt x="24" y="24"/>
                    <a:pt x="24" y="12"/>
                    <a:pt x="12" y="0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8"/>
            <p:cNvSpPr/>
            <p:nvPr/>
          </p:nvSpPr>
          <p:spPr>
            <a:xfrm>
              <a:off x="3365000" y="1531575"/>
              <a:ext cx="67575" cy="103600"/>
            </a:xfrm>
            <a:custGeom>
              <a:rect b="b" l="l" r="r" t="t"/>
              <a:pathLst>
                <a:path extrusionOk="0" h="4144" w="2703">
                  <a:moveTo>
                    <a:pt x="2703" y="0"/>
                  </a:moveTo>
                  <a:lnTo>
                    <a:pt x="2703" y="0"/>
                  </a:lnTo>
                  <a:cubicBezTo>
                    <a:pt x="1798" y="1381"/>
                    <a:pt x="893" y="2751"/>
                    <a:pt x="0" y="4144"/>
                  </a:cubicBezTo>
                  <a:cubicBezTo>
                    <a:pt x="274" y="4025"/>
                    <a:pt x="536" y="3917"/>
                    <a:pt x="810" y="3786"/>
                  </a:cubicBezTo>
                  <a:cubicBezTo>
                    <a:pt x="1000" y="3453"/>
                    <a:pt x="1179" y="3120"/>
                    <a:pt x="1357" y="2774"/>
                  </a:cubicBezTo>
                  <a:cubicBezTo>
                    <a:pt x="1810" y="1846"/>
                    <a:pt x="2262" y="917"/>
                    <a:pt x="27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8"/>
            <p:cNvSpPr/>
            <p:nvPr/>
          </p:nvSpPr>
          <p:spPr>
            <a:xfrm>
              <a:off x="2676800" y="1150875"/>
              <a:ext cx="1439500" cy="1267825"/>
            </a:xfrm>
            <a:custGeom>
              <a:rect b="b" l="l" r="r" t="t"/>
              <a:pathLst>
                <a:path extrusionOk="0" h="50713" w="57580">
                  <a:moveTo>
                    <a:pt x="50293" y="5739"/>
                  </a:moveTo>
                  <a:cubicBezTo>
                    <a:pt x="49281" y="6811"/>
                    <a:pt x="48376" y="7775"/>
                    <a:pt x="47554" y="8656"/>
                  </a:cubicBezTo>
                  <a:cubicBezTo>
                    <a:pt x="47435" y="8775"/>
                    <a:pt x="47316" y="8906"/>
                    <a:pt x="47209" y="9025"/>
                  </a:cubicBezTo>
                  <a:lnTo>
                    <a:pt x="39137" y="9025"/>
                  </a:lnTo>
                  <a:cubicBezTo>
                    <a:pt x="39220" y="8918"/>
                    <a:pt x="39303" y="8823"/>
                    <a:pt x="39387" y="8727"/>
                  </a:cubicBezTo>
                  <a:cubicBezTo>
                    <a:pt x="40232" y="7763"/>
                    <a:pt x="41030" y="6846"/>
                    <a:pt x="42006" y="5739"/>
                  </a:cubicBezTo>
                  <a:close/>
                  <a:moveTo>
                    <a:pt x="40327" y="15073"/>
                  </a:moveTo>
                  <a:cubicBezTo>
                    <a:pt x="40375" y="15145"/>
                    <a:pt x="40423" y="15228"/>
                    <a:pt x="40458" y="15300"/>
                  </a:cubicBezTo>
                  <a:cubicBezTo>
                    <a:pt x="40494" y="15347"/>
                    <a:pt x="40518" y="15395"/>
                    <a:pt x="40554" y="15454"/>
                  </a:cubicBezTo>
                  <a:cubicBezTo>
                    <a:pt x="39172" y="16276"/>
                    <a:pt x="37791" y="17098"/>
                    <a:pt x="36398" y="17919"/>
                  </a:cubicBezTo>
                  <a:cubicBezTo>
                    <a:pt x="36303" y="17776"/>
                    <a:pt x="36208" y="17633"/>
                    <a:pt x="36113" y="17479"/>
                  </a:cubicBezTo>
                  <a:cubicBezTo>
                    <a:pt x="36470" y="17038"/>
                    <a:pt x="36886" y="16681"/>
                    <a:pt x="37327" y="16371"/>
                  </a:cubicBezTo>
                  <a:cubicBezTo>
                    <a:pt x="38208" y="15740"/>
                    <a:pt x="39232" y="15335"/>
                    <a:pt x="40327" y="15073"/>
                  </a:cubicBezTo>
                  <a:close/>
                  <a:moveTo>
                    <a:pt x="10562" y="0"/>
                  </a:moveTo>
                  <a:cubicBezTo>
                    <a:pt x="8573" y="11549"/>
                    <a:pt x="8776" y="23527"/>
                    <a:pt x="11217" y="35112"/>
                  </a:cubicBezTo>
                  <a:cubicBezTo>
                    <a:pt x="9204" y="30349"/>
                    <a:pt x="6549" y="20765"/>
                    <a:pt x="5359" y="13823"/>
                  </a:cubicBezTo>
                  <a:cubicBezTo>
                    <a:pt x="5299" y="14228"/>
                    <a:pt x="5228" y="14633"/>
                    <a:pt x="5168" y="15038"/>
                  </a:cubicBezTo>
                  <a:cubicBezTo>
                    <a:pt x="4835" y="13407"/>
                    <a:pt x="4668" y="11787"/>
                    <a:pt x="4632" y="10168"/>
                  </a:cubicBezTo>
                  <a:cubicBezTo>
                    <a:pt x="4549" y="6763"/>
                    <a:pt x="4763" y="3382"/>
                    <a:pt x="5121" y="12"/>
                  </a:cubicBezTo>
                  <a:lnTo>
                    <a:pt x="4752" y="12"/>
                  </a:lnTo>
                  <a:cubicBezTo>
                    <a:pt x="4537" y="1727"/>
                    <a:pt x="4347" y="3453"/>
                    <a:pt x="4228" y="5179"/>
                  </a:cubicBezTo>
                  <a:cubicBezTo>
                    <a:pt x="3954" y="3465"/>
                    <a:pt x="3775" y="1762"/>
                    <a:pt x="3680" y="107"/>
                  </a:cubicBezTo>
                  <a:cubicBezTo>
                    <a:pt x="3680" y="72"/>
                    <a:pt x="3680" y="36"/>
                    <a:pt x="3680" y="12"/>
                  </a:cubicBezTo>
                  <a:lnTo>
                    <a:pt x="3120" y="12"/>
                  </a:lnTo>
                  <a:cubicBezTo>
                    <a:pt x="3287" y="1715"/>
                    <a:pt x="3549" y="3167"/>
                    <a:pt x="3823" y="4286"/>
                  </a:cubicBezTo>
                  <a:cubicBezTo>
                    <a:pt x="3870" y="4525"/>
                    <a:pt x="3918" y="4739"/>
                    <a:pt x="3954" y="4941"/>
                  </a:cubicBezTo>
                  <a:cubicBezTo>
                    <a:pt x="4013" y="5156"/>
                    <a:pt x="4061" y="5346"/>
                    <a:pt x="4109" y="5513"/>
                  </a:cubicBezTo>
                  <a:cubicBezTo>
                    <a:pt x="4144" y="5608"/>
                    <a:pt x="4156" y="5691"/>
                    <a:pt x="4180" y="5775"/>
                  </a:cubicBezTo>
                  <a:cubicBezTo>
                    <a:pt x="4013" y="8346"/>
                    <a:pt x="3978" y="10942"/>
                    <a:pt x="4180" y="13549"/>
                  </a:cubicBezTo>
                  <a:cubicBezTo>
                    <a:pt x="4216" y="14109"/>
                    <a:pt x="4180" y="14669"/>
                    <a:pt x="4180" y="15204"/>
                  </a:cubicBezTo>
                  <a:cubicBezTo>
                    <a:pt x="2204" y="15645"/>
                    <a:pt x="787" y="16633"/>
                    <a:pt x="1" y="18026"/>
                  </a:cubicBezTo>
                  <a:lnTo>
                    <a:pt x="1" y="20491"/>
                  </a:lnTo>
                  <a:cubicBezTo>
                    <a:pt x="168" y="19705"/>
                    <a:pt x="358" y="18931"/>
                    <a:pt x="727" y="18252"/>
                  </a:cubicBezTo>
                  <a:cubicBezTo>
                    <a:pt x="1310" y="17168"/>
                    <a:pt x="2290" y="16623"/>
                    <a:pt x="3308" y="16623"/>
                  </a:cubicBezTo>
                  <a:cubicBezTo>
                    <a:pt x="3643" y="16623"/>
                    <a:pt x="3981" y="16682"/>
                    <a:pt x="4311" y="16800"/>
                  </a:cubicBezTo>
                  <a:cubicBezTo>
                    <a:pt x="4882" y="19645"/>
                    <a:pt x="5454" y="22479"/>
                    <a:pt x="6025" y="25313"/>
                  </a:cubicBezTo>
                  <a:cubicBezTo>
                    <a:pt x="3478" y="26670"/>
                    <a:pt x="2680" y="28980"/>
                    <a:pt x="4001" y="31087"/>
                  </a:cubicBezTo>
                  <a:cubicBezTo>
                    <a:pt x="4073" y="27765"/>
                    <a:pt x="4668" y="26361"/>
                    <a:pt x="6252" y="25884"/>
                  </a:cubicBezTo>
                  <a:cubicBezTo>
                    <a:pt x="7919" y="31123"/>
                    <a:pt x="9454" y="36421"/>
                    <a:pt x="12229" y="41636"/>
                  </a:cubicBezTo>
                  <a:cubicBezTo>
                    <a:pt x="11074" y="41553"/>
                    <a:pt x="10264" y="41589"/>
                    <a:pt x="9502" y="41422"/>
                  </a:cubicBezTo>
                  <a:cubicBezTo>
                    <a:pt x="5240" y="40446"/>
                    <a:pt x="2085" y="38148"/>
                    <a:pt x="1" y="34385"/>
                  </a:cubicBezTo>
                  <a:lnTo>
                    <a:pt x="1" y="36016"/>
                  </a:lnTo>
                  <a:cubicBezTo>
                    <a:pt x="144" y="36255"/>
                    <a:pt x="299" y="36493"/>
                    <a:pt x="453" y="36731"/>
                  </a:cubicBezTo>
                  <a:cubicBezTo>
                    <a:pt x="1013" y="37564"/>
                    <a:pt x="1323" y="38564"/>
                    <a:pt x="1751" y="39505"/>
                  </a:cubicBezTo>
                  <a:lnTo>
                    <a:pt x="1882" y="38553"/>
                  </a:lnTo>
                  <a:cubicBezTo>
                    <a:pt x="2751" y="39481"/>
                    <a:pt x="3442" y="40338"/>
                    <a:pt x="4251" y="41065"/>
                  </a:cubicBezTo>
                  <a:cubicBezTo>
                    <a:pt x="6657" y="43220"/>
                    <a:pt x="9466" y="44351"/>
                    <a:pt x="12741" y="44351"/>
                  </a:cubicBezTo>
                  <a:cubicBezTo>
                    <a:pt x="13610" y="44351"/>
                    <a:pt x="14562" y="44541"/>
                    <a:pt x="15312" y="44946"/>
                  </a:cubicBezTo>
                  <a:cubicBezTo>
                    <a:pt x="16586" y="45661"/>
                    <a:pt x="17706" y="46661"/>
                    <a:pt x="18956" y="47435"/>
                  </a:cubicBezTo>
                  <a:cubicBezTo>
                    <a:pt x="20551" y="48423"/>
                    <a:pt x="22301" y="49042"/>
                    <a:pt x="24159" y="49292"/>
                  </a:cubicBezTo>
                  <a:cubicBezTo>
                    <a:pt x="24421" y="49328"/>
                    <a:pt x="24683" y="49351"/>
                    <a:pt x="24956" y="49375"/>
                  </a:cubicBezTo>
                  <a:cubicBezTo>
                    <a:pt x="24861" y="49399"/>
                    <a:pt x="24778" y="49411"/>
                    <a:pt x="24694" y="49423"/>
                  </a:cubicBezTo>
                  <a:cubicBezTo>
                    <a:pt x="23582" y="49642"/>
                    <a:pt x="22488" y="49752"/>
                    <a:pt x="21411" y="49752"/>
                  </a:cubicBezTo>
                  <a:cubicBezTo>
                    <a:pt x="18744" y="49752"/>
                    <a:pt x="16185" y="49078"/>
                    <a:pt x="13717" y="47720"/>
                  </a:cubicBezTo>
                  <a:lnTo>
                    <a:pt x="13717" y="47720"/>
                  </a:lnTo>
                  <a:cubicBezTo>
                    <a:pt x="15837" y="49707"/>
                    <a:pt x="18714" y="50712"/>
                    <a:pt x="21588" y="50712"/>
                  </a:cubicBezTo>
                  <a:cubicBezTo>
                    <a:pt x="23055" y="50712"/>
                    <a:pt x="24521" y="50450"/>
                    <a:pt x="25885" y="49923"/>
                  </a:cubicBezTo>
                  <a:cubicBezTo>
                    <a:pt x="26564" y="49661"/>
                    <a:pt x="27231" y="49340"/>
                    <a:pt x="27850" y="48935"/>
                  </a:cubicBezTo>
                  <a:cubicBezTo>
                    <a:pt x="25635" y="48304"/>
                    <a:pt x="23325" y="47756"/>
                    <a:pt x="21099" y="46982"/>
                  </a:cubicBezTo>
                  <a:cubicBezTo>
                    <a:pt x="18360" y="46053"/>
                    <a:pt x="16396" y="44137"/>
                    <a:pt x="14955" y="41636"/>
                  </a:cubicBezTo>
                  <a:cubicBezTo>
                    <a:pt x="14562" y="40946"/>
                    <a:pt x="14503" y="40315"/>
                    <a:pt x="14812" y="39612"/>
                  </a:cubicBezTo>
                  <a:lnTo>
                    <a:pt x="14812" y="39612"/>
                  </a:lnTo>
                  <a:lnTo>
                    <a:pt x="15146" y="39660"/>
                  </a:lnTo>
                  <a:cubicBezTo>
                    <a:pt x="15181" y="39326"/>
                    <a:pt x="15229" y="38981"/>
                    <a:pt x="15277" y="38648"/>
                  </a:cubicBezTo>
                  <a:cubicBezTo>
                    <a:pt x="16134" y="36909"/>
                    <a:pt x="16920" y="35124"/>
                    <a:pt x="17884" y="33445"/>
                  </a:cubicBezTo>
                  <a:cubicBezTo>
                    <a:pt x="19313" y="30944"/>
                    <a:pt x="20777" y="28468"/>
                    <a:pt x="22254" y="25991"/>
                  </a:cubicBezTo>
                  <a:cubicBezTo>
                    <a:pt x="22504" y="25551"/>
                    <a:pt x="22766" y="25122"/>
                    <a:pt x="23028" y="24682"/>
                  </a:cubicBezTo>
                  <a:lnTo>
                    <a:pt x="23028" y="24682"/>
                  </a:lnTo>
                  <a:cubicBezTo>
                    <a:pt x="22444" y="24801"/>
                    <a:pt x="21849" y="24884"/>
                    <a:pt x="21254" y="24932"/>
                  </a:cubicBezTo>
                  <a:cubicBezTo>
                    <a:pt x="20646" y="25956"/>
                    <a:pt x="20027" y="26980"/>
                    <a:pt x="19420" y="28004"/>
                  </a:cubicBezTo>
                  <a:cubicBezTo>
                    <a:pt x="18360" y="29790"/>
                    <a:pt x="17229" y="31552"/>
                    <a:pt x="16229" y="33373"/>
                  </a:cubicBezTo>
                  <a:cubicBezTo>
                    <a:pt x="16634" y="31599"/>
                    <a:pt x="17110" y="29837"/>
                    <a:pt x="17646" y="28087"/>
                  </a:cubicBezTo>
                  <a:cubicBezTo>
                    <a:pt x="18825" y="24289"/>
                    <a:pt x="20253" y="20550"/>
                    <a:pt x="21789" y="16859"/>
                  </a:cubicBezTo>
                  <a:cubicBezTo>
                    <a:pt x="22551" y="15014"/>
                    <a:pt x="23349" y="13168"/>
                    <a:pt x="24135" y="11335"/>
                  </a:cubicBezTo>
                  <a:cubicBezTo>
                    <a:pt x="24587" y="10704"/>
                    <a:pt x="25135" y="10251"/>
                    <a:pt x="25909" y="9989"/>
                  </a:cubicBezTo>
                  <a:cubicBezTo>
                    <a:pt x="28993" y="8977"/>
                    <a:pt x="32076" y="7930"/>
                    <a:pt x="35172" y="6965"/>
                  </a:cubicBezTo>
                  <a:cubicBezTo>
                    <a:pt x="36196" y="6644"/>
                    <a:pt x="37279" y="6513"/>
                    <a:pt x="38339" y="6287"/>
                  </a:cubicBezTo>
                  <a:cubicBezTo>
                    <a:pt x="38422" y="6394"/>
                    <a:pt x="38494" y="6501"/>
                    <a:pt x="38565" y="6608"/>
                  </a:cubicBezTo>
                  <a:cubicBezTo>
                    <a:pt x="37768" y="7751"/>
                    <a:pt x="37196" y="9263"/>
                    <a:pt x="36101" y="9978"/>
                  </a:cubicBezTo>
                  <a:cubicBezTo>
                    <a:pt x="34136" y="11275"/>
                    <a:pt x="31850" y="12085"/>
                    <a:pt x="29243" y="13311"/>
                  </a:cubicBezTo>
                  <a:cubicBezTo>
                    <a:pt x="27338" y="14990"/>
                    <a:pt x="25016" y="17014"/>
                    <a:pt x="22694" y="19050"/>
                  </a:cubicBezTo>
                  <a:cubicBezTo>
                    <a:pt x="22766" y="19122"/>
                    <a:pt x="22825" y="19193"/>
                    <a:pt x="22885" y="19264"/>
                  </a:cubicBezTo>
                  <a:cubicBezTo>
                    <a:pt x="23563" y="18812"/>
                    <a:pt x="24230" y="18348"/>
                    <a:pt x="24909" y="17895"/>
                  </a:cubicBezTo>
                  <a:cubicBezTo>
                    <a:pt x="24980" y="17967"/>
                    <a:pt x="25064" y="18050"/>
                    <a:pt x="25147" y="18133"/>
                  </a:cubicBezTo>
                  <a:cubicBezTo>
                    <a:pt x="24933" y="18586"/>
                    <a:pt x="24754" y="19062"/>
                    <a:pt x="24492" y="19503"/>
                  </a:cubicBezTo>
                  <a:cubicBezTo>
                    <a:pt x="24302" y="19824"/>
                    <a:pt x="24099" y="20157"/>
                    <a:pt x="23909" y="20479"/>
                  </a:cubicBezTo>
                  <a:cubicBezTo>
                    <a:pt x="24552" y="20336"/>
                    <a:pt x="25195" y="20169"/>
                    <a:pt x="25837" y="19967"/>
                  </a:cubicBezTo>
                  <a:cubicBezTo>
                    <a:pt x="26623" y="18645"/>
                    <a:pt x="27385" y="17324"/>
                    <a:pt x="28243" y="16050"/>
                  </a:cubicBezTo>
                  <a:cubicBezTo>
                    <a:pt x="28671" y="15412"/>
                    <a:pt x="29142" y="14715"/>
                    <a:pt x="29975" y="14715"/>
                  </a:cubicBezTo>
                  <a:cubicBezTo>
                    <a:pt x="30137" y="14715"/>
                    <a:pt x="30313" y="14742"/>
                    <a:pt x="30505" y="14800"/>
                  </a:cubicBezTo>
                  <a:cubicBezTo>
                    <a:pt x="31314" y="13430"/>
                    <a:pt x="32838" y="13299"/>
                    <a:pt x="34100" y="12680"/>
                  </a:cubicBezTo>
                  <a:lnTo>
                    <a:pt x="34100" y="12680"/>
                  </a:lnTo>
                  <a:cubicBezTo>
                    <a:pt x="33112" y="15347"/>
                    <a:pt x="31017" y="17002"/>
                    <a:pt x="28981" y="18717"/>
                  </a:cubicBezTo>
                  <a:cubicBezTo>
                    <a:pt x="31898" y="17300"/>
                    <a:pt x="34517" y="15264"/>
                    <a:pt x="36589" y="12776"/>
                  </a:cubicBezTo>
                  <a:cubicBezTo>
                    <a:pt x="36565" y="12740"/>
                    <a:pt x="36553" y="12716"/>
                    <a:pt x="36529" y="12692"/>
                  </a:cubicBezTo>
                  <a:cubicBezTo>
                    <a:pt x="36422" y="12668"/>
                    <a:pt x="36315" y="12633"/>
                    <a:pt x="36220" y="12597"/>
                  </a:cubicBezTo>
                  <a:lnTo>
                    <a:pt x="36446" y="12573"/>
                  </a:lnTo>
                  <a:cubicBezTo>
                    <a:pt x="36946" y="12061"/>
                    <a:pt x="37351" y="11383"/>
                    <a:pt x="37946" y="11073"/>
                  </a:cubicBezTo>
                  <a:cubicBezTo>
                    <a:pt x="38018" y="11037"/>
                    <a:pt x="38089" y="11013"/>
                    <a:pt x="38160" y="10978"/>
                  </a:cubicBezTo>
                  <a:cubicBezTo>
                    <a:pt x="39426" y="10415"/>
                    <a:pt x="41657" y="10097"/>
                    <a:pt x="43525" y="10097"/>
                  </a:cubicBezTo>
                  <a:cubicBezTo>
                    <a:pt x="44030" y="10097"/>
                    <a:pt x="44509" y="10120"/>
                    <a:pt x="44935" y="10168"/>
                  </a:cubicBezTo>
                  <a:cubicBezTo>
                    <a:pt x="45138" y="10192"/>
                    <a:pt x="45328" y="10216"/>
                    <a:pt x="45495" y="10251"/>
                  </a:cubicBezTo>
                  <a:cubicBezTo>
                    <a:pt x="45530" y="10287"/>
                    <a:pt x="45566" y="10335"/>
                    <a:pt x="45602" y="10382"/>
                  </a:cubicBezTo>
                  <a:cubicBezTo>
                    <a:pt x="45661" y="10466"/>
                    <a:pt x="45721" y="10537"/>
                    <a:pt x="45780" y="10609"/>
                  </a:cubicBezTo>
                  <a:cubicBezTo>
                    <a:pt x="45328" y="10930"/>
                    <a:pt x="44876" y="11252"/>
                    <a:pt x="44221" y="11704"/>
                  </a:cubicBezTo>
                  <a:cubicBezTo>
                    <a:pt x="44173" y="11704"/>
                    <a:pt x="44125" y="11692"/>
                    <a:pt x="44066" y="11692"/>
                  </a:cubicBezTo>
                  <a:cubicBezTo>
                    <a:pt x="43983" y="11680"/>
                    <a:pt x="43899" y="11668"/>
                    <a:pt x="43804" y="11656"/>
                  </a:cubicBezTo>
                  <a:cubicBezTo>
                    <a:pt x="43509" y="11629"/>
                    <a:pt x="43212" y="11616"/>
                    <a:pt x="42915" y="11616"/>
                  </a:cubicBezTo>
                  <a:cubicBezTo>
                    <a:pt x="41028" y="11616"/>
                    <a:pt x="39097" y="12138"/>
                    <a:pt x="37184" y="12776"/>
                  </a:cubicBezTo>
                  <a:cubicBezTo>
                    <a:pt x="37148" y="12787"/>
                    <a:pt x="37101" y="12799"/>
                    <a:pt x="37065" y="12811"/>
                  </a:cubicBezTo>
                  <a:cubicBezTo>
                    <a:pt x="37312" y="12851"/>
                    <a:pt x="37558" y="12874"/>
                    <a:pt x="37805" y="12874"/>
                  </a:cubicBezTo>
                  <a:cubicBezTo>
                    <a:pt x="37856" y="12874"/>
                    <a:pt x="37907" y="12873"/>
                    <a:pt x="37958" y="12871"/>
                  </a:cubicBezTo>
                  <a:lnTo>
                    <a:pt x="37958" y="12871"/>
                  </a:lnTo>
                  <a:cubicBezTo>
                    <a:pt x="34410" y="16907"/>
                    <a:pt x="30862" y="20931"/>
                    <a:pt x="27302" y="24968"/>
                  </a:cubicBezTo>
                  <a:cubicBezTo>
                    <a:pt x="27052" y="25265"/>
                    <a:pt x="26790" y="25551"/>
                    <a:pt x="26528" y="25849"/>
                  </a:cubicBezTo>
                  <a:cubicBezTo>
                    <a:pt x="26385" y="26027"/>
                    <a:pt x="26207" y="26230"/>
                    <a:pt x="25992" y="26444"/>
                  </a:cubicBezTo>
                  <a:cubicBezTo>
                    <a:pt x="25528" y="26944"/>
                    <a:pt x="25064" y="27420"/>
                    <a:pt x="24575" y="27896"/>
                  </a:cubicBezTo>
                  <a:cubicBezTo>
                    <a:pt x="24528" y="28349"/>
                    <a:pt x="24480" y="28801"/>
                    <a:pt x="24409" y="29278"/>
                  </a:cubicBezTo>
                  <a:cubicBezTo>
                    <a:pt x="24980" y="28611"/>
                    <a:pt x="25349" y="28170"/>
                    <a:pt x="25718" y="27742"/>
                  </a:cubicBezTo>
                  <a:cubicBezTo>
                    <a:pt x="26088" y="27313"/>
                    <a:pt x="26480" y="26884"/>
                    <a:pt x="26861" y="26456"/>
                  </a:cubicBezTo>
                  <a:cubicBezTo>
                    <a:pt x="26933" y="26515"/>
                    <a:pt x="27004" y="26563"/>
                    <a:pt x="27088" y="26622"/>
                  </a:cubicBezTo>
                  <a:lnTo>
                    <a:pt x="27088" y="29801"/>
                  </a:lnTo>
                  <a:cubicBezTo>
                    <a:pt x="27671" y="31266"/>
                    <a:pt x="28064" y="32254"/>
                    <a:pt x="28457" y="33242"/>
                  </a:cubicBezTo>
                  <a:lnTo>
                    <a:pt x="28612" y="33219"/>
                  </a:lnTo>
                  <a:cubicBezTo>
                    <a:pt x="28576" y="32790"/>
                    <a:pt x="28552" y="32349"/>
                    <a:pt x="28504" y="31587"/>
                  </a:cubicBezTo>
                  <a:lnTo>
                    <a:pt x="28504" y="31587"/>
                  </a:lnTo>
                  <a:cubicBezTo>
                    <a:pt x="28635" y="31814"/>
                    <a:pt x="28766" y="32040"/>
                    <a:pt x="28897" y="32242"/>
                  </a:cubicBezTo>
                  <a:cubicBezTo>
                    <a:pt x="29350" y="32980"/>
                    <a:pt x="29731" y="33600"/>
                    <a:pt x="30159" y="34314"/>
                  </a:cubicBezTo>
                  <a:cubicBezTo>
                    <a:pt x="29886" y="33088"/>
                    <a:pt x="29528" y="32087"/>
                    <a:pt x="29445" y="31064"/>
                  </a:cubicBezTo>
                  <a:cubicBezTo>
                    <a:pt x="29171" y="27742"/>
                    <a:pt x="29302" y="24444"/>
                    <a:pt x="31183" y="21503"/>
                  </a:cubicBezTo>
                  <a:cubicBezTo>
                    <a:pt x="31564" y="20907"/>
                    <a:pt x="32148" y="20443"/>
                    <a:pt x="32636" y="19919"/>
                  </a:cubicBezTo>
                  <a:cubicBezTo>
                    <a:pt x="32755" y="19991"/>
                    <a:pt x="32874" y="20074"/>
                    <a:pt x="32993" y="20145"/>
                  </a:cubicBezTo>
                  <a:cubicBezTo>
                    <a:pt x="32862" y="20634"/>
                    <a:pt x="32743" y="21122"/>
                    <a:pt x="32600" y="21598"/>
                  </a:cubicBezTo>
                  <a:cubicBezTo>
                    <a:pt x="32588" y="21622"/>
                    <a:pt x="32588" y="21634"/>
                    <a:pt x="32576" y="21658"/>
                  </a:cubicBezTo>
                  <a:cubicBezTo>
                    <a:pt x="32243" y="22729"/>
                    <a:pt x="31993" y="23801"/>
                    <a:pt x="31850" y="24884"/>
                  </a:cubicBezTo>
                  <a:cubicBezTo>
                    <a:pt x="31529" y="27111"/>
                    <a:pt x="31672" y="29349"/>
                    <a:pt x="32505" y="31599"/>
                  </a:cubicBezTo>
                  <a:cubicBezTo>
                    <a:pt x="33434" y="34100"/>
                    <a:pt x="34898" y="35945"/>
                    <a:pt x="37684" y="36659"/>
                  </a:cubicBezTo>
                  <a:cubicBezTo>
                    <a:pt x="38165" y="36785"/>
                    <a:pt x="38625" y="36838"/>
                    <a:pt x="39068" y="36838"/>
                  </a:cubicBezTo>
                  <a:cubicBezTo>
                    <a:pt x="39885" y="36838"/>
                    <a:pt x="40646" y="36656"/>
                    <a:pt x="41387" y="36409"/>
                  </a:cubicBezTo>
                  <a:cubicBezTo>
                    <a:pt x="41589" y="36350"/>
                    <a:pt x="41792" y="36278"/>
                    <a:pt x="41994" y="36195"/>
                  </a:cubicBezTo>
                  <a:lnTo>
                    <a:pt x="41792" y="36195"/>
                  </a:lnTo>
                  <a:lnTo>
                    <a:pt x="41792" y="35921"/>
                  </a:lnTo>
                  <a:cubicBezTo>
                    <a:pt x="41345" y="36014"/>
                    <a:pt x="40893" y="36059"/>
                    <a:pt x="40441" y="36059"/>
                  </a:cubicBezTo>
                  <a:cubicBezTo>
                    <a:pt x="37421" y="36059"/>
                    <a:pt x="34431" y="34061"/>
                    <a:pt x="33541" y="31099"/>
                  </a:cubicBezTo>
                  <a:cubicBezTo>
                    <a:pt x="32362" y="27206"/>
                    <a:pt x="33076" y="23527"/>
                    <a:pt x="34720" y="19955"/>
                  </a:cubicBezTo>
                  <a:cubicBezTo>
                    <a:pt x="34934" y="19479"/>
                    <a:pt x="35434" y="19062"/>
                    <a:pt x="35910" y="18788"/>
                  </a:cubicBezTo>
                  <a:cubicBezTo>
                    <a:pt x="37708" y="17717"/>
                    <a:pt x="39577" y="16740"/>
                    <a:pt x="41375" y="15657"/>
                  </a:cubicBezTo>
                  <a:cubicBezTo>
                    <a:pt x="41805" y="15405"/>
                    <a:pt x="42203" y="15277"/>
                    <a:pt x="42619" y="15277"/>
                  </a:cubicBezTo>
                  <a:cubicBezTo>
                    <a:pt x="42872" y="15277"/>
                    <a:pt x="43132" y="15324"/>
                    <a:pt x="43411" y="15419"/>
                  </a:cubicBezTo>
                  <a:cubicBezTo>
                    <a:pt x="44899" y="15931"/>
                    <a:pt x="46078" y="16752"/>
                    <a:pt x="46947" y="17883"/>
                  </a:cubicBezTo>
                  <a:lnTo>
                    <a:pt x="48257" y="17883"/>
                  </a:lnTo>
                  <a:cubicBezTo>
                    <a:pt x="47293" y="16312"/>
                    <a:pt x="45888" y="15133"/>
                    <a:pt x="43959" y="14371"/>
                  </a:cubicBezTo>
                  <a:cubicBezTo>
                    <a:pt x="44309" y="14315"/>
                    <a:pt x="44647" y="14288"/>
                    <a:pt x="44974" y="14288"/>
                  </a:cubicBezTo>
                  <a:cubicBezTo>
                    <a:pt x="46602" y="14288"/>
                    <a:pt x="47952" y="14953"/>
                    <a:pt x="49162" y="16014"/>
                  </a:cubicBezTo>
                  <a:cubicBezTo>
                    <a:pt x="50114" y="16847"/>
                    <a:pt x="51043" y="17693"/>
                    <a:pt x="51984" y="18538"/>
                  </a:cubicBezTo>
                  <a:cubicBezTo>
                    <a:pt x="52055" y="18455"/>
                    <a:pt x="52138" y="18383"/>
                    <a:pt x="52222" y="18300"/>
                  </a:cubicBezTo>
                  <a:cubicBezTo>
                    <a:pt x="52222" y="18288"/>
                    <a:pt x="52234" y="18276"/>
                    <a:pt x="52246" y="18276"/>
                  </a:cubicBezTo>
                  <a:cubicBezTo>
                    <a:pt x="51484" y="15109"/>
                    <a:pt x="48924" y="13573"/>
                    <a:pt x="46078" y="12109"/>
                  </a:cubicBezTo>
                  <a:cubicBezTo>
                    <a:pt x="46804" y="11502"/>
                    <a:pt x="47376" y="11025"/>
                    <a:pt x="48007" y="10490"/>
                  </a:cubicBezTo>
                  <a:cubicBezTo>
                    <a:pt x="48876" y="10930"/>
                    <a:pt x="49650" y="11323"/>
                    <a:pt x="50424" y="11728"/>
                  </a:cubicBezTo>
                  <a:cubicBezTo>
                    <a:pt x="50507" y="11633"/>
                    <a:pt x="50579" y="11537"/>
                    <a:pt x="50662" y="11454"/>
                  </a:cubicBezTo>
                  <a:cubicBezTo>
                    <a:pt x="50007" y="10930"/>
                    <a:pt x="49352" y="10406"/>
                    <a:pt x="48567" y="9787"/>
                  </a:cubicBezTo>
                  <a:cubicBezTo>
                    <a:pt x="50186" y="8358"/>
                    <a:pt x="51650" y="7061"/>
                    <a:pt x="53115" y="5775"/>
                  </a:cubicBezTo>
                  <a:cubicBezTo>
                    <a:pt x="53079" y="5751"/>
                    <a:pt x="53043" y="5727"/>
                    <a:pt x="52996" y="5703"/>
                  </a:cubicBezTo>
                  <a:cubicBezTo>
                    <a:pt x="52984" y="5691"/>
                    <a:pt x="52960" y="5679"/>
                    <a:pt x="52948" y="5679"/>
                  </a:cubicBezTo>
                  <a:cubicBezTo>
                    <a:pt x="52984" y="5668"/>
                    <a:pt x="53031" y="5656"/>
                    <a:pt x="53067" y="5644"/>
                  </a:cubicBezTo>
                  <a:cubicBezTo>
                    <a:pt x="53865" y="5417"/>
                    <a:pt x="54651" y="5191"/>
                    <a:pt x="55282" y="5001"/>
                  </a:cubicBezTo>
                  <a:cubicBezTo>
                    <a:pt x="55508" y="4298"/>
                    <a:pt x="55532" y="3632"/>
                    <a:pt x="55651" y="2989"/>
                  </a:cubicBezTo>
                  <a:cubicBezTo>
                    <a:pt x="55746" y="2453"/>
                    <a:pt x="55913" y="1953"/>
                    <a:pt x="56341" y="1488"/>
                  </a:cubicBezTo>
                  <a:cubicBezTo>
                    <a:pt x="56401" y="1703"/>
                    <a:pt x="56425" y="1917"/>
                    <a:pt x="56437" y="2131"/>
                  </a:cubicBezTo>
                  <a:cubicBezTo>
                    <a:pt x="56472" y="3120"/>
                    <a:pt x="56067" y="4036"/>
                    <a:pt x="56758" y="4929"/>
                  </a:cubicBezTo>
                  <a:cubicBezTo>
                    <a:pt x="57508" y="3893"/>
                    <a:pt x="57580" y="2870"/>
                    <a:pt x="57270" y="1846"/>
                  </a:cubicBezTo>
                  <a:cubicBezTo>
                    <a:pt x="57210" y="1655"/>
                    <a:pt x="57187" y="1477"/>
                    <a:pt x="57163" y="1298"/>
                  </a:cubicBezTo>
                  <a:cubicBezTo>
                    <a:pt x="57127" y="834"/>
                    <a:pt x="57258" y="417"/>
                    <a:pt x="57496" y="12"/>
                  </a:cubicBezTo>
                  <a:lnTo>
                    <a:pt x="55889" y="12"/>
                  </a:lnTo>
                  <a:cubicBezTo>
                    <a:pt x="55425" y="512"/>
                    <a:pt x="54984" y="905"/>
                    <a:pt x="54567" y="1060"/>
                  </a:cubicBezTo>
                  <a:lnTo>
                    <a:pt x="45816" y="1060"/>
                  </a:lnTo>
                  <a:cubicBezTo>
                    <a:pt x="45995" y="703"/>
                    <a:pt x="46173" y="357"/>
                    <a:pt x="46352" y="12"/>
                  </a:cubicBezTo>
                  <a:lnTo>
                    <a:pt x="43113" y="12"/>
                  </a:lnTo>
                  <a:cubicBezTo>
                    <a:pt x="43078" y="60"/>
                    <a:pt x="43042" y="119"/>
                    <a:pt x="43006" y="167"/>
                  </a:cubicBezTo>
                  <a:cubicBezTo>
                    <a:pt x="42578" y="857"/>
                    <a:pt x="42066" y="1346"/>
                    <a:pt x="41435" y="1691"/>
                  </a:cubicBezTo>
                  <a:cubicBezTo>
                    <a:pt x="40994" y="1941"/>
                    <a:pt x="40494" y="2108"/>
                    <a:pt x="39923" y="2227"/>
                  </a:cubicBezTo>
                  <a:cubicBezTo>
                    <a:pt x="36720" y="2834"/>
                    <a:pt x="33636" y="3822"/>
                    <a:pt x="30743" y="5394"/>
                  </a:cubicBezTo>
                  <a:cubicBezTo>
                    <a:pt x="29386" y="6132"/>
                    <a:pt x="27945" y="6739"/>
                    <a:pt x="26540" y="7406"/>
                  </a:cubicBezTo>
                  <a:cubicBezTo>
                    <a:pt x="26480" y="7334"/>
                    <a:pt x="26409" y="7275"/>
                    <a:pt x="26349" y="7203"/>
                  </a:cubicBezTo>
                  <a:lnTo>
                    <a:pt x="29886" y="203"/>
                  </a:lnTo>
                  <a:lnTo>
                    <a:pt x="29612" y="72"/>
                  </a:lnTo>
                  <a:cubicBezTo>
                    <a:pt x="29052" y="1119"/>
                    <a:pt x="28409" y="2131"/>
                    <a:pt x="27957" y="3215"/>
                  </a:cubicBezTo>
                  <a:cubicBezTo>
                    <a:pt x="27492" y="4322"/>
                    <a:pt x="26933" y="5358"/>
                    <a:pt x="26290" y="6310"/>
                  </a:cubicBezTo>
                  <a:cubicBezTo>
                    <a:pt x="27183" y="4215"/>
                    <a:pt x="28040" y="2119"/>
                    <a:pt x="28862" y="12"/>
                  </a:cubicBezTo>
                  <a:lnTo>
                    <a:pt x="28564" y="12"/>
                  </a:lnTo>
                  <a:cubicBezTo>
                    <a:pt x="27326" y="2810"/>
                    <a:pt x="25992" y="5572"/>
                    <a:pt x="24659" y="8323"/>
                  </a:cubicBezTo>
                  <a:cubicBezTo>
                    <a:pt x="23575" y="9430"/>
                    <a:pt x="22313" y="10382"/>
                    <a:pt x="20849" y="11144"/>
                  </a:cubicBezTo>
                  <a:cubicBezTo>
                    <a:pt x="20468" y="11335"/>
                    <a:pt x="20134" y="11621"/>
                    <a:pt x="19801" y="11894"/>
                  </a:cubicBezTo>
                  <a:cubicBezTo>
                    <a:pt x="19646" y="12025"/>
                    <a:pt x="19539" y="12228"/>
                    <a:pt x="19408" y="12406"/>
                  </a:cubicBezTo>
                  <a:cubicBezTo>
                    <a:pt x="19456" y="12478"/>
                    <a:pt x="19503" y="12561"/>
                    <a:pt x="19551" y="12645"/>
                  </a:cubicBezTo>
                  <a:lnTo>
                    <a:pt x="23147" y="11359"/>
                  </a:lnTo>
                  <a:lnTo>
                    <a:pt x="23147" y="11359"/>
                  </a:lnTo>
                  <a:cubicBezTo>
                    <a:pt x="23028" y="11621"/>
                    <a:pt x="22909" y="11871"/>
                    <a:pt x="22789" y="12133"/>
                  </a:cubicBezTo>
                  <a:cubicBezTo>
                    <a:pt x="22099" y="13549"/>
                    <a:pt x="21420" y="14966"/>
                    <a:pt x="20742" y="16395"/>
                  </a:cubicBezTo>
                  <a:cubicBezTo>
                    <a:pt x="19027" y="20038"/>
                    <a:pt x="17396" y="23729"/>
                    <a:pt x="16027" y="27551"/>
                  </a:cubicBezTo>
                  <a:cubicBezTo>
                    <a:pt x="15050" y="30254"/>
                    <a:pt x="14217" y="33028"/>
                    <a:pt x="13574" y="35850"/>
                  </a:cubicBezTo>
                  <a:cubicBezTo>
                    <a:pt x="13479" y="35493"/>
                    <a:pt x="13384" y="35135"/>
                    <a:pt x="13288" y="34790"/>
                  </a:cubicBezTo>
                  <a:cubicBezTo>
                    <a:pt x="13122" y="33576"/>
                    <a:pt x="12931" y="32349"/>
                    <a:pt x="12919" y="31135"/>
                  </a:cubicBezTo>
                  <a:cubicBezTo>
                    <a:pt x="12764" y="22908"/>
                    <a:pt x="13931" y="14812"/>
                    <a:pt x="15372" y="6751"/>
                  </a:cubicBezTo>
                  <a:cubicBezTo>
                    <a:pt x="15777" y="4501"/>
                    <a:pt x="16265" y="2250"/>
                    <a:pt x="16741" y="12"/>
                  </a:cubicBezTo>
                  <a:lnTo>
                    <a:pt x="16420" y="12"/>
                  </a:lnTo>
                  <a:cubicBezTo>
                    <a:pt x="15812" y="2655"/>
                    <a:pt x="15181" y="5298"/>
                    <a:pt x="14693" y="7954"/>
                  </a:cubicBezTo>
                  <a:cubicBezTo>
                    <a:pt x="14134" y="11013"/>
                    <a:pt x="13693" y="14097"/>
                    <a:pt x="13324" y="17181"/>
                  </a:cubicBezTo>
                  <a:cubicBezTo>
                    <a:pt x="12955" y="20193"/>
                    <a:pt x="12741" y="23229"/>
                    <a:pt x="12467" y="26253"/>
                  </a:cubicBezTo>
                  <a:lnTo>
                    <a:pt x="12169" y="26218"/>
                  </a:lnTo>
                  <a:cubicBezTo>
                    <a:pt x="11729" y="21253"/>
                    <a:pt x="11717" y="16300"/>
                    <a:pt x="12479" y="11359"/>
                  </a:cubicBezTo>
                  <a:cubicBezTo>
                    <a:pt x="12598" y="10561"/>
                    <a:pt x="12491" y="9728"/>
                    <a:pt x="12491" y="8906"/>
                  </a:cubicBezTo>
                  <a:lnTo>
                    <a:pt x="12491" y="8906"/>
                  </a:lnTo>
                  <a:cubicBezTo>
                    <a:pt x="11479" y="12704"/>
                    <a:pt x="10859" y="16502"/>
                    <a:pt x="10621" y="20312"/>
                  </a:cubicBezTo>
                  <a:cubicBezTo>
                    <a:pt x="9931" y="13585"/>
                    <a:pt x="9978" y="6763"/>
                    <a:pt x="1077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8"/>
            <p:cNvSpPr/>
            <p:nvPr/>
          </p:nvSpPr>
          <p:spPr>
            <a:xfrm>
              <a:off x="2676800" y="1318600"/>
              <a:ext cx="80100" cy="39150"/>
            </a:xfrm>
            <a:custGeom>
              <a:rect b="b" l="l" r="r" t="t"/>
              <a:pathLst>
                <a:path extrusionOk="0" h="1566" w="3204">
                  <a:moveTo>
                    <a:pt x="2324" y="0"/>
                  </a:moveTo>
                  <a:cubicBezTo>
                    <a:pt x="1450" y="0"/>
                    <a:pt x="695" y="276"/>
                    <a:pt x="1" y="709"/>
                  </a:cubicBezTo>
                  <a:lnTo>
                    <a:pt x="1" y="1566"/>
                  </a:lnTo>
                  <a:cubicBezTo>
                    <a:pt x="787" y="971"/>
                    <a:pt x="1751" y="578"/>
                    <a:pt x="2930" y="447"/>
                  </a:cubicBezTo>
                  <a:cubicBezTo>
                    <a:pt x="2989" y="435"/>
                    <a:pt x="3037" y="316"/>
                    <a:pt x="3204" y="90"/>
                  </a:cubicBezTo>
                  <a:cubicBezTo>
                    <a:pt x="2897" y="29"/>
                    <a:pt x="2604" y="0"/>
                    <a:pt x="23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8"/>
            <p:cNvSpPr/>
            <p:nvPr/>
          </p:nvSpPr>
          <p:spPr>
            <a:xfrm>
              <a:off x="3215275" y="1666400"/>
              <a:ext cx="97650" cy="96175"/>
            </a:xfrm>
            <a:custGeom>
              <a:rect b="b" l="l" r="r" t="t"/>
              <a:pathLst>
                <a:path extrusionOk="0" h="3847" w="3906">
                  <a:moveTo>
                    <a:pt x="3906" y="1"/>
                  </a:moveTo>
                  <a:cubicBezTo>
                    <a:pt x="3346" y="72"/>
                    <a:pt x="2786" y="108"/>
                    <a:pt x="2215" y="120"/>
                  </a:cubicBezTo>
                  <a:cubicBezTo>
                    <a:pt x="1477" y="1358"/>
                    <a:pt x="739" y="2608"/>
                    <a:pt x="0" y="3846"/>
                  </a:cubicBezTo>
                  <a:cubicBezTo>
                    <a:pt x="750" y="3549"/>
                    <a:pt x="1489" y="3215"/>
                    <a:pt x="2215" y="2858"/>
                  </a:cubicBezTo>
                  <a:cubicBezTo>
                    <a:pt x="2774" y="1906"/>
                    <a:pt x="3346" y="953"/>
                    <a:pt x="3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8"/>
            <p:cNvSpPr/>
            <p:nvPr/>
          </p:nvSpPr>
          <p:spPr>
            <a:xfrm>
              <a:off x="3335225" y="1642600"/>
              <a:ext cx="80100" cy="58650"/>
            </a:xfrm>
            <a:custGeom>
              <a:rect b="b" l="l" r="r" t="t"/>
              <a:pathLst>
                <a:path extrusionOk="0" h="2346" w="3204">
                  <a:moveTo>
                    <a:pt x="3203" y="0"/>
                  </a:moveTo>
                  <a:cubicBezTo>
                    <a:pt x="2322" y="322"/>
                    <a:pt x="1429" y="560"/>
                    <a:pt x="513" y="738"/>
                  </a:cubicBezTo>
                  <a:cubicBezTo>
                    <a:pt x="501" y="762"/>
                    <a:pt x="489" y="774"/>
                    <a:pt x="477" y="798"/>
                  </a:cubicBezTo>
                  <a:cubicBezTo>
                    <a:pt x="322" y="1048"/>
                    <a:pt x="322" y="1405"/>
                    <a:pt x="251" y="1703"/>
                  </a:cubicBezTo>
                  <a:cubicBezTo>
                    <a:pt x="155" y="1917"/>
                    <a:pt x="84" y="2131"/>
                    <a:pt x="1" y="2346"/>
                  </a:cubicBezTo>
                  <a:cubicBezTo>
                    <a:pt x="1120" y="1643"/>
                    <a:pt x="2191" y="857"/>
                    <a:pt x="3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8"/>
            <p:cNvSpPr/>
            <p:nvPr/>
          </p:nvSpPr>
          <p:spPr>
            <a:xfrm>
              <a:off x="3291475" y="1708675"/>
              <a:ext cx="111350" cy="138725"/>
            </a:xfrm>
            <a:custGeom>
              <a:rect b="b" l="l" r="r" t="t"/>
              <a:pathLst>
                <a:path extrusionOk="0" h="5549" w="4454">
                  <a:moveTo>
                    <a:pt x="4453" y="0"/>
                  </a:moveTo>
                  <a:lnTo>
                    <a:pt x="4453" y="0"/>
                  </a:lnTo>
                  <a:cubicBezTo>
                    <a:pt x="3322" y="727"/>
                    <a:pt x="2096" y="1310"/>
                    <a:pt x="834" y="1739"/>
                  </a:cubicBezTo>
                  <a:cubicBezTo>
                    <a:pt x="322" y="2929"/>
                    <a:pt x="155" y="4191"/>
                    <a:pt x="0" y="5549"/>
                  </a:cubicBezTo>
                  <a:cubicBezTo>
                    <a:pt x="250" y="5239"/>
                    <a:pt x="500" y="4930"/>
                    <a:pt x="750" y="4620"/>
                  </a:cubicBezTo>
                  <a:cubicBezTo>
                    <a:pt x="1274" y="3644"/>
                    <a:pt x="1798" y="2656"/>
                    <a:pt x="2417" y="1513"/>
                  </a:cubicBezTo>
                  <a:cubicBezTo>
                    <a:pt x="2465" y="1894"/>
                    <a:pt x="2477" y="2215"/>
                    <a:pt x="2429" y="2525"/>
                  </a:cubicBezTo>
                  <a:cubicBezTo>
                    <a:pt x="3108" y="1679"/>
                    <a:pt x="3775" y="834"/>
                    <a:pt x="4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8"/>
            <p:cNvSpPr/>
            <p:nvPr/>
          </p:nvSpPr>
          <p:spPr>
            <a:xfrm>
              <a:off x="3179850" y="1469050"/>
              <a:ext cx="445925" cy="381625"/>
            </a:xfrm>
            <a:custGeom>
              <a:rect b="b" l="l" r="r" t="t"/>
              <a:pathLst>
                <a:path extrusionOk="0" h="15265" w="17837">
                  <a:moveTo>
                    <a:pt x="16503" y="1"/>
                  </a:moveTo>
                  <a:cubicBezTo>
                    <a:pt x="16491" y="13"/>
                    <a:pt x="16479" y="25"/>
                    <a:pt x="16467" y="49"/>
                  </a:cubicBezTo>
                  <a:cubicBezTo>
                    <a:pt x="14395" y="2537"/>
                    <a:pt x="11776" y="4573"/>
                    <a:pt x="8859" y="5990"/>
                  </a:cubicBezTo>
                  <a:cubicBezTo>
                    <a:pt x="8644" y="6097"/>
                    <a:pt x="8430" y="6192"/>
                    <a:pt x="8216" y="6287"/>
                  </a:cubicBezTo>
                  <a:cubicBezTo>
                    <a:pt x="7954" y="6418"/>
                    <a:pt x="7680" y="6526"/>
                    <a:pt x="7406" y="6645"/>
                  </a:cubicBezTo>
                  <a:cubicBezTo>
                    <a:pt x="6847" y="6859"/>
                    <a:pt x="6287" y="7073"/>
                    <a:pt x="5715" y="7240"/>
                  </a:cubicBezTo>
                  <a:cubicBezTo>
                    <a:pt x="5084" y="7442"/>
                    <a:pt x="4442" y="7621"/>
                    <a:pt x="3787" y="7752"/>
                  </a:cubicBezTo>
                  <a:cubicBezTo>
                    <a:pt x="3358" y="7847"/>
                    <a:pt x="2941" y="7930"/>
                    <a:pt x="2513" y="8002"/>
                  </a:cubicBezTo>
                  <a:cubicBezTo>
                    <a:pt x="2882" y="8014"/>
                    <a:pt x="3263" y="8014"/>
                    <a:pt x="3632" y="8014"/>
                  </a:cubicBezTo>
                  <a:cubicBezTo>
                    <a:pt x="4203" y="8002"/>
                    <a:pt x="4763" y="7966"/>
                    <a:pt x="5323" y="7895"/>
                  </a:cubicBezTo>
                  <a:cubicBezTo>
                    <a:pt x="5799" y="7847"/>
                    <a:pt x="6263" y="7776"/>
                    <a:pt x="6728" y="7680"/>
                  </a:cubicBezTo>
                  <a:cubicBezTo>
                    <a:pt x="7644" y="7502"/>
                    <a:pt x="8549" y="7264"/>
                    <a:pt x="9418" y="6942"/>
                  </a:cubicBezTo>
                  <a:lnTo>
                    <a:pt x="9418" y="6942"/>
                  </a:lnTo>
                  <a:cubicBezTo>
                    <a:pt x="8406" y="7799"/>
                    <a:pt x="7335" y="8573"/>
                    <a:pt x="6216" y="9288"/>
                  </a:cubicBezTo>
                  <a:cubicBezTo>
                    <a:pt x="5382" y="9812"/>
                    <a:pt x="4513" y="10300"/>
                    <a:pt x="3632" y="10740"/>
                  </a:cubicBezTo>
                  <a:cubicBezTo>
                    <a:pt x="2906" y="11109"/>
                    <a:pt x="2167" y="11431"/>
                    <a:pt x="1417" y="11740"/>
                  </a:cubicBezTo>
                  <a:cubicBezTo>
                    <a:pt x="941" y="11919"/>
                    <a:pt x="477" y="12098"/>
                    <a:pt x="0" y="12264"/>
                  </a:cubicBezTo>
                  <a:cubicBezTo>
                    <a:pt x="370" y="12252"/>
                    <a:pt x="751" y="12241"/>
                    <a:pt x="1132" y="12205"/>
                  </a:cubicBezTo>
                  <a:cubicBezTo>
                    <a:pt x="1727" y="12157"/>
                    <a:pt x="2322" y="12074"/>
                    <a:pt x="2906" y="11967"/>
                  </a:cubicBezTo>
                  <a:cubicBezTo>
                    <a:pt x="3191" y="11907"/>
                    <a:pt x="3489" y="11848"/>
                    <a:pt x="3775" y="11776"/>
                  </a:cubicBezTo>
                  <a:cubicBezTo>
                    <a:pt x="4287" y="11657"/>
                    <a:pt x="4799" y="11502"/>
                    <a:pt x="5299" y="11324"/>
                  </a:cubicBezTo>
                  <a:cubicBezTo>
                    <a:pt x="6561" y="10883"/>
                    <a:pt x="7787" y="10312"/>
                    <a:pt x="8918" y="9585"/>
                  </a:cubicBezTo>
                  <a:lnTo>
                    <a:pt x="8918" y="9585"/>
                  </a:lnTo>
                  <a:cubicBezTo>
                    <a:pt x="8240" y="10419"/>
                    <a:pt x="7573" y="11264"/>
                    <a:pt x="6894" y="12110"/>
                  </a:cubicBezTo>
                  <a:cubicBezTo>
                    <a:pt x="6335" y="12800"/>
                    <a:pt x="5775" y="13503"/>
                    <a:pt x="5215" y="14205"/>
                  </a:cubicBezTo>
                  <a:cubicBezTo>
                    <a:pt x="4965" y="14515"/>
                    <a:pt x="4715" y="14824"/>
                    <a:pt x="4465" y="15134"/>
                  </a:cubicBezTo>
                  <a:lnTo>
                    <a:pt x="4358" y="15265"/>
                  </a:lnTo>
                  <a:cubicBezTo>
                    <a:pt x="4394" y="15229"/>
                    <a:pt x="4418" y="15193"/>
                    <a:pt x="4453" y="15169"/>
                  </a:cubicBezTo>
                  <a:cubicBezTo>
                    <a:pt x="4942" y="14693"/>
                    <a:pt x="5406" y="14217"/>
                    <a:pt x="5870" y="13717"/>
                  </a:cubicBezTo>
                  <a:cubicBezTo>
                    <a:pt x="6049" y="13514"/>
                    <a:pt x="6227" y="13324"/>
                    <a:pt x="6406" y="13122"/>
                  </a:cubicBezTo>
                  <a:cubicBezTo>
                    <a:pt x="6668" y="12824"/>
                    <a:pt x="6930" y="12526"/>
                    <a:pt x="7180" y="12241"/>
                  </a:cubicBezTo>
                  <a:cubicBezTo>
                    <a:pt x="10728" y="8204"/>
                    <a:pt x="14276" y="4168"/>
                    <a:pt x="17836" y="144"/>
                  </a:cubicBezTo>
                  <a:lnTo>
                    <a:pt x="17836" y="144"/>
                  </a:lnTo>
                  <a:cubicBezTo>
                    <a:pt x="17785" y="146"/>
                    <a:pt x="17734" y="147"/>
                    <a:pt x="17683" y="147"/>
                  </a:cubicBezTo>
                  <a:cubicBezTo>
                    <a:pt x="17436" y="147"/>
                    <a:pt x="17190" y="124"/>
                    <a:pt x="16943" y="84"/>
                  </a:cubicBezTo>
                  <a:cubicBezTo>
                    <a:pt x="16800" y="60"/>
                    <a:pt x="16645" y="37"/>
                    <a:pt x="1650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8"/>
            <p:cNvSpPr/>
            <p:nvPr/>
          </p:nvSpPr>
          <p:spPr>
            <a:xfrm>
              <a:off x="3582275" y="1464000"/>
              <a:ext cx="14325" cy="5075"/>
            </a:xfrm>
            <a:custGeom>
              <a:rect b="b" l="l" r="r" t="t"/>
              <a:pathLst>
                <a:path extrusionOk="0" h="203" w="573">
                  <a:moveTo>
                    <a:pt x="572" y="1"/>
                  </a:moveTo>
                  <a:lnTo>
                    <a:pt x="227" y="48"/>
                  </a:lnTo>
                  <a:lnTo>
                    <a:pt x="1" y="72"/>
                  </a:lnTo>
                  <a:cubicBezTo>
                    <a:pt x="96" y="108"/>
                    <a:pt x="203" y="143"/>
                    <a:pt x="310" y="179"/>
                  </a:cubicBezTo>
                  <a:cubicBezTo>
                    <a:pt x="346" y="179"/>
                    <a:pt x="370" y="191"/>
                    <a:pt x="406" y="203"/>
                  </a:cubicBezTo>
                  <a:cubicBezTo>
                    <a:pt x="453" y="131"/>
                    <a:pt x="513" y="72"/>
                    <a:pt x="572" y="1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8"/>
            <p:cNvSpPr/>
            <p:nvPr/>
          </p:nvSpPr>
          <p:spPr>
            <a:xfrm>
              <a:off x="4023700" y="1151175"/>
              <a:ext cx="402175" cy="586100"/>
            </a:xfrm>
            <a:custGeom>
              <a:rect b="b" l="l" r="r" t="t"/>
              <a:pathLst>
                <a:path extrusionOk="0" h="23444" w="16087">
                  <a:moveTo>
                    <a:pt x="15896" y="0"/>
                  </a:moveTo>
                  <a:cubicBezTo>
                    <a:pt x="12347" y="6084"/>
                    <a:pt x="8966" y="11513"/>
                    <a:pt x="6347" y="15526"/>
                  </a:cubicBezTo>
                  <a:cubicBezTo>
                    <a:pt x="4906" y="17728"/>
                    <a:pt x="3787" y="19538"/>
                    <a:pt x="2751" y="20586"/>
                  </a:cubicBezTo>
                  <a:cubicBezTo>
                    <a:pt x="2239" y="21110"/>
                    <a:pt x="1787" y="21455"/>
                    <a:pt x="1465" y="21681"/>
                  </a:cubicBezTo>
                  <a:cubicBezTo>
                    <a:pt x="1382" y="21729"/>
                    <a:pt x="1298" y="21777"/>
                    <a:pt x="1239" y="21824"/>
                  </a:cubicBezTo>
                  <a:cubicBezTo>
                    <a:pt x="1179" y="21860"/>
                    <a:pt x="1132" y="21884"/>
                    <a:pt x="1084" y="21908"/>
                  </a:cubicBezTo>
                  <a:cubicBezTo>
                    <a:pt x="1025" y="21955"/>
                    <a:pt x="989" y="21967"/>
                    <a:pt x="977" y="21979"/>
                  </a:cubicBezTo>
                  <a:cubicBezTo>
                    <a:pt x="1060" y="21943"/>
                    <a:pt x="1144" y="21896"/>
                    <a:pt x="1227" y="21848"/>
                  </a:cubicBezTo>
                  <a:cubicBezTo>
                    <a:pt x="1989" y="21479"/>
                    <a:pt x="2668" y="20955"/>
                    <a:pt x="3263" y="20360"/>
                  </a:cubicBezTo>
                  <a:cubicBezTo>
                    <a:pt x="3930" y="19693"/>
                    <a:pt x="4513" y="18967"/>
                    <a:pt x="5061" y="18228"/>
                  </a:cubicBezTo>
                  <a:cubicBezTo>
                    <a:pt x="6144" y="16752"/>
                    <a:pt x="7168" y="15288"/>
                    <a:pt x="8121" y="13871"/>
                  </a:cubicBezTo>
                  <a:cubicBezTo>
                    <a:pt x="10026" y="11025"/>
                    <a:pt x="11633" y="8323"/>
                    <a:pt x="12943" y="5989"/>
                  </a:cubicBezTo>
                  <a:cubicBezTo>
                    <a:pt x="14252" y="3667"/>
                    <a:pt x="15241" y="1703"/>
                    <a:pt x="15919" y="333"/>
                  </a:cubicBezTo>
                  <a:cubicBezTo>
                    <a:pt x="15979" y="214"/>
                    <a:pt x="16027" y="107"/>
                    <a:pt x="16086" y="0"/>
                  </a:cubicBezTo>
                  <a:close/>
                  <a:moveTo>
                    <a:pt x="7787" y="0"/>
                  </a:moveTo>
                  <a:cubicBezTo>
                    <a:pt x="6001" y="4965"/>
                    <a:pt x="4120" y="9906"/>
                    <a:pt x="2430" y="14907"/>
                  </a:cubicBezTo>
                  <a:cubicBezTo>
                    <a:pt x="1644" y="17228"/>
                    <a:pt x="1513" y="19764"/>
                    <a:pt x="477" y="22038"/>
                  </a:cubicBezTo>
                  <a:cubicBezTo>
                    <a:pt x="275" y="22491"/>
                    <a:pt x="155" y="22979"/>
                    <a:pt x="1" y="23443"/>
                  </a:cubicBezTo>
                  <a:cubicBezTo>
                    <a:pt x="465" y="23015"/>
                    <a:pt x="751" y="22527"/>
                    <a:pt x="965" y="22003"/>
                  </a:cubicBezTo>
                  <a:cubicBezTo>
                    <a:pt x="965" y="21991"/>
                    <a:pt x="965" y="21991"/>
                    <a:pt x="977" y="21979"/>
                  </a:cubicBezTo>
                  <a:cubicBezTo>
                    <a:pt x="1572" y="20526"/>
                    <a:pt x="2156" y="19074"/>
                    <a:pt x="2727" y="17609"/>
                  </a:cubicBezTo>
                  <a:cubicBezTo>
                    <a:pt x="4989" y="11799"/>
                    <a:pt x="7037" y="5917"/>
                    <a:pt x="900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8"/>
            <p:cNvSpPr/>
            <p:nvPr/>
          </p:nvSpPr>
          <p:spPr>
            <a:xfrm>
              <a:off x="2762825" y="4354525"/>
              <a:ext cx="271500" cy="203325"/>
            </a:xfrm>
            <a:custGeom>
              <a:rect b="b" l="l" r="r" t="t"/>
              <a:pathLst>
                <a:path extrusionOk="0" h="8133" w="10860">
                  <a:moveTo>
                    <a:pt x="10681" y="1"/>
                  </a:moveTo>
                  <a:cubicBezTo>
                    <a:pt x="7061" y="2632"/>
                    <a:pt x="3442" y="5275"/>
                    <a:pt x="1" y="8133"/>
                  </a:cubicBezTo>
                  <a:lnTo>
                    <a:pt x="953" y="8133"/>
                  </a:lnTo>
                  <a:cubicBezTo>
                    <a:pt x="4263" y="5490"/>
                    <a:pt x="7561" y="2858"/>
                    <a:pt x="10859" y="215"/>
                  </a:cubicBezTo>
                  <a:cubicBezTo>
                    <a:pt x="10800" y="144"/>
                    <a:pt x="10740" y="72"/>
                    <a:pt x="1068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8"/>
            <p:cNvSpPr/>
            <p:nvPr/>
          </p:nvSpPr>
          <p:spPr>
            <a:xfrm>
              <a:off x="4123425" y="3537775"/>
              <a:ext cx="389350" cy="254800"/>
            </a:xfrm>
            <a:custGeom>
              <a:rect b="b" l="l" r="r" t="t"/>
              <a:pathLst>
                <a:path extrusionOk="0" h="10192" w="15574">
                  <a:moveTo>
                    <a:pt x="15574" y="0"/>
                  </a:moveTo>
                  <a:cubicBezTo>
                    <a:pt x="14395" y="762"/>
                    <a:pt x="13228" y="1548"/>
                    <a:pt x="12097" y="2393"/>
                  </a:cubicBezTo>
                  <a:cubicBezTo>
                    <a:pt x="9847" y="3679"/>
                    <a:pt x="7823" y="4929"/>
                    <a:pt x="6096" y="6037"/>
                  </a:cubicBezTo>
                  <a:cubicBezTo>
                    <a:pt x="4275" y="7203"/>
                    <a:pt x="2798" y="8204"/>
                    <a:pt x="1751" y="8930"/>
                  </a:cubicBezTo>
                  <a:cubicBezTo>
                    <a:pt x="631" y="9716"/>
                    <a:pt x="0" y="10192"/>
                    <a:pt x="0" y="10192"/>
                  </a:cubicBezTo>
                  <a:cubicBezTo>
                    <a:pt x="1524" y="9382"/>
                    <a:pt x="3013" y="8585"/>
                    <a:pt x="4429" y="7799"/>
                  </a:cubicBezTo>
                  <a:cubicBezTo>
                    <a:pt x="8478" y="5548"/>
                    <a:pt x="12061" y="3417"/>
                    <a:pt x="14847" y="1703"/>
                  </a:cubicBezTo>
                  <a:cubicBezTo>
                    <a:pt x="15097" y="1548"/>
                    <a:pt x="15336" y="1393"/>
                    <a:pt x="15574" y="1250"/>
                  </a:cubicBezTo>
                  <a:lnTo>
                    <a:pt x="15574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8"/>
            <p:cNvSpPr/>
            <p:nvPr/>
          </p:nvSpPr>
          <p:spPr>
            <a:xfrm>
              <a:off x="3227775" y="3892275"/>
              <a:ext cx="110150" cy="403650"/>
            </a:xfrm>
            <a:custGeom>
              <a:rect b="b" l="l" r="r" t="t"/>
              <a:pathLst>
                <a:path extrusionOk="0" h="16146" w="4406">
                  <a:moveTo>
                    <a:pt x="4406" y="0"/>
                  </a:moveTo>
                  <a:lnTo>
                    <a:pt x="4406" y="0"/>
                  </a:lnTo>
                  <a:cubicBezTo>
                    <a:pt x="2132" y="5096"/>
                    <a:pt x="834" y="10561"/>
                    <a:pt x="0" y="16145"/>
                  </a:cubicBezTo>
                  <a:cubicBezTo>
                    <a:pt x="1477" y="10764"/>
                    <a:pt x="2941" y="5382"/>
                    <a:pt x="44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8"/>
            <p:cNvSpPr/>
            <p:nvPr/>
          </p:nvSpPr>
          <p:spPr>
            <a:xfrm>
              <a:off x="4198725" y="2822500"/>
              <a:ext cx="147075" cy="40575"/>
            </a:xfrm>
            <a:custGeom>
              <a:rect b="b" l="l" r="r" t="t"/>
              <a:pathLst>
                <a:path extrusionOk="0" h="1623" w="5883">
                  <a:moveTo>
                    <a:pt x="72" y="1"/>
                  </a:moveTo>
                  <a:cubicBezTo>
                    <a:pt x="48" y="84"/>
                    <a:pt x="24" y="167"/>
                    <a:pt x="1" y="262"/>
                  </a:cubicBezTo>
                  <a:cubicBezTo>
                    <a:pt x="1453" y="691"/>
                    <a:pt x="2894" y="1155"/>
                    <a:pt x="4346" y="1548"/>
                  </a:cubicBezTo>
                  <a:cubicBezTo>
                    <a:pt x="4513" y="1593"/>
                    <a:pt x="4679" y="1622"/>
                    <a:pt x="4839" y="1622"/>
                  </a:cubicBezTo>
                  <a:cubicBezTo>
                    <a:pt x="5275" y="1622"/>
                    <a:pt x="5665" y="1405"/>
                    <a:pt x="5882" y="691"/>
                  </a:cubicBezTo>
                  <a:cubicBezTo>
                    <a:pt x="3906" y="453"/>
                    <a:pt x="1989" y="227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8"/>
            <p:cNvSpPr/>
            <p:nvPr/>
          </p:nvSpPr>
          <p:spPr>
            <a:xfrm>
              <a:off x="4462750" y="2847200"/>
              <a:ext cx="50025" cy="25825"/>
            </a:xfrm>
            <a:custGeom>
              <a:rect b="b" l="l" r="r" t="t"/>
              <a:pathLst>
                <a:path extrusionOk="0" h="1033" w="2001">
                  <a:moveTo>
                    <a:pt x="2001" y="1"/>
                  </a:moveTo>
                  <a:cubicBezTo>
                    <a:pt x="310" y="96"/>
                    <a:pt x="227" y="286"/>
                    <a:pt x="0" y="941"/>
                  </a:cubicBezTo>
                  <a:cubicBezTo>
                    <a:pt x="294" y="1002"/>
                    <a:pt x="621" y="1032"/>
                    <a:pt x="969" y="1032"/>
                  </a:cubicBezTo>
                  <a:cubicBezTo>
                    <a:pt x="1299" y="1032"/>
                    <a:pt x="1647" y="1005"/>
                    <a:pt x="2001" y="953"/>
                  </a:cubicBezTo>
                  <a:lnTo>
                    <a:pt x="2001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8"/>
            <p:cNvSpPr/>
            <p:nvPr/>
          </p:nvSpPr>
          <p:spPr>
            <a:xfrm>
              <a:off x="4480000" y="1151175"/>
              <a:ext cx="31875" cy="37225"/>
            </a:xfrm>
            <a:custGeom>
              <a:rect b="b" l="l" r="r" t="t"/>
              <a:pathLst>
                <a:path extrusionOk="0" h="1489" w="1275">
                  <a:moveTo>
                    <a:pt x="965" y="0"/>
                  </a:moveTo>
                  <a:cubicBezTo>
                    <a:pt x="727" y="369"/>
                    <a:pt x="489" y="738"/>
                    <a:pt x="251" y="1107"/>
                  </a:cubicBezTo>
                  <a:cubicBezTo>
                    <a:pt x="168" y="1238"/>
                    <a:pt x="84" y="1357"/>
                    <a:pt x="1" y="1488"/>
                  </a:cubicBezTo>
                  <a:cubicBezTo>
                    <a:pt x="84" y="1393"/>
                    <a:pt x="168" y="1298"/>
                    <a:pt x="251" y="1203"/>
                  </a:cubicBezTo>
                  <a:cubicBezTo>
                    <a:pt x="608" y="810"/>
                    <a:pt x="942" y="405"/>
                    <a:pt x="127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8"/>
            <p:cNvSpPr/>
            <p:nvPr/>
          </p:nvSpPr>
          <p:spPr>
            <a:xfrm>
              <a:off x="4508875" y="1393150"/>
              <a:ext cx="3900" cy="7475"/>
            </a:xfrm>
            <a:custGeom>
              <a:rect b="b" l="l" r="r" t="t"/>
              <a:pathLst>
                <a:path extrusionOk="0" h="299" w="156">
                  <a:moveTo>
                    <a:pt x="156" y="1"/>
                  </a:moveTo>
                  <a:cubicBezTo>
                    <a:pt x="108" y="96"/>
                    <a:pt x="49" y="191"/>
                    <a:pt x="1" y="298"/>
                  </a:cubicBezTo>
                  <a:cubicBezTo>
                    <a:pt x="60" y="239"/>
                    <a:pt x="108" y="168"/>
                    <a:pt x="156" y="108"/>
                  </a:cubicBezTo>
                  <a:lnTo>
                    <a:pt x="156" y="1"/>
                  </a:ln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8"/>
            <p:cNvSpPr/>
            <p:nvPr/>
          </p:nvSpPr>
          <p:spPr>
            <a:xfrm>
              <a:off x="4218375" y="3605625"/>
              <a:ext cx="294400" cy="187550"/>
            </a:xfrm>
            <a:custGeom>
              <a:rect b="b" l="l" r="r" t="t"/>
              <a:pathLst>
                <a:path extrusionOk="0" h="7502" w="11776">
                  <a:moveTo>
                    <a:pt x="11776" y="1"/>
                  </a:moveTo>
                  <a:cubicBezTo>
                    <a:pt x="10204" y="679"/>
                    <a:pt x="8740" y="1441"/>
                    <a:pt x="7406" y="2203"/>
                  </a:cubicBezTo>
                  <a:cubicBezTo>
                    <a:pt x="6061" y="2989"/>
                    <a:pt x="4846" y="3775"/>
                    <a:pt x="3822" y="4489"/>
                  </a:cubicBezTo>
                  <a:cubicBezTo>
                    <a:pt x="2620" y="5347"/>
                    <a:pt x="1655" y="6097"/>
                    <a:pt x="1001" y="6644"/>
                  </a:cubicBezTo>
                  <a:cubicBezTo>
                    <a:pt x="346" y="7180"/>
                    <a:pt x="0" y="7502"/>
                    <a:pt x="0" y="7502"/>
                  </a:cubicBezTo>
                  <a:cubicBezTo>
                    <a:pt x="3394" y="5632"/>
                    <a:pt x="6454" y="3787"/>
                    <a:pt x="8823" y="2323"/>
                  </a:cubicBezTo>
                  <a:cubicBezTo>
                    <a:pt x="9121" y="2144"/>
                    <a:pt x="9406" y="1965"/>
                    <a:pt x="9680" y="1787"/>
                  </a:cubicBezTo>
                  <a:cubicBezTo>
                    <a:pt x="10490" y="1287"/>
                    <a:pt x="11192" y="846"/>
                    <a:pt x="11776" y="465"/>
                  </a:cubicBezTo>
                  <a:lnTo>
                    <a:pt x="11776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8"/>
            <p:cNvSpPr/>
            <p:nvPr/>
          </p:nvSpPr>
          <p:spPr>
            <a:xfrm>
              <a:off x="3437025" y="2111400"/>
              <a:ext cx="188450" cy="111650"/>
            </a:xfrm>
            <a:custGeom>
              <a:rect b="b" l="l" r="r" t="t"/>
              <a:pathLst>
                <a:path extrusionOk="0" h="4466" w="7538">
                  <a:moveTo>
                    <a:pt x="7537" y="1"/>
                  </a:moveTo>
                  <a:cubicBezTo>
                    <a:pt x="2977" y="1644"/>
                    <a:pt x="0" y="4465"/>
                    <a:pt x="0" y="4465"/>
                  </a:cubicBezTo>
                  <a:cubicBezTo>
                    <a:pt x="4477" y="3001"/>
                    <a:pt x="7537" y="1"/>
                    <a:pt x="75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8"/>
            <p:cNvSpPr/>
            <p:nvPr/>
          </p:nvSpPr>
          <p:spPr>
            <a:xfrm>
              <a:off x="3612050" y="2214025"/>
              <a:ext cx="1200" cy="1575"/>
            </a:xfrm>
            <a:custGeom>
              <a:rect b="b" l="l" r="r" t="t"/>
              <a:pathLst>
                <a:path extrusionOk="0" h="63" w="48">
                  <a:moveTo>
                    <a:pt x="35" y="1"/>
                  </a:moveTo>
                  <a:cubicBezTo>
                    <a:pt x="33" y="1"/>
                    <a:pt x="21" y="32"/>
                    <a:pt x="0" y="63"/>
                  </a:cubicBezTo>
                  <a:cubicBezTo>
                    <a:pt x="36" y="63"/>
                    <a:pt x="48" y="39"/>
                    <a:pt x="36" y="3"/>
                  </a:cubicBezTo>
                  <a:cubicBezTo>
                    <a:pt x="36" y="2"/>
                    <a:pt x="36" y="1"/>
                    <a:pt x="35" y="1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8"/>
            <p:cNvSpPr/>
            <p:nvPr/>
          </p:nvSpPr>
          <p:spPr>
            <a:xfrm>
              <a:off x="3602525" y="2127775"/>
              <a:ext cx="176825" cy="88800"/>
            </a:xfrm>
            <a:custGeom>
              <a:rect b="b" l="l" r="r" t="t"/>
              <a:pathLst>
                <a:path extrusionOk="0" h="3552" w="7073">
                  <a:moveTo>
                    <a:pt x="7073" y="0"/>
                  </a:moveTo>
                  <a:cubicBezTo>
                    <a:pt x="4846" y="489"/>
                    <a:pt x="2977" y="1334"/>
                    <a:pt x="1655" y="2036"/>
                  </a:cubicBezTo>
                  <a:cubicBezTo>
                    <a:pt x="1322" y="2215"/>
                    <a:pt x="1024" y="2394"/>
                    <a:pt x="762" y="2548"/>
                  </a:cubicBezTo>
                  <a:cubicBezTo>
                    <a:pt x="643" y="2620"/>
                    <a:pt x="524" y="2703"/>
                    <a:pt x="405" y="2763"/>
                  </a:cubicBezTo>
                  <a:cubicBezTo>
                    <a:pt x="286" y="2846"/>
                    <a:pt x="167" y="2929"/>
                    <a:pt x="84" y="3048"/>
                  </a:cubicBezTo>
                  <a:cubicBezTo>
                    <a:pt x="12" y="3167"/>
                    <a:pt x="0" y="3310"/>
                    <a:pt x="48" y="3406"/>
                  </a:cubicBezTo>
                  <a:cubicBezTo>
                    <a:pt x="108" y="3489"/>
                    <a:pt x="191" y="3537"/>
                    <a:pt x="262" y="3548"/>
                  </a:cubicBezTo>
                  <a:cubicBezTo>
                    <a:pt x="273" y="3551"/>
                    <a:pt x="283" y="3552"/>
                    <a:pt x="293" y="3552"/>
                  </a:cubicBezTo>
                  <a:cubicBezTo>
                    <a:pt x="335" y="3552"/>
                    <a:pt x="362" y="3532"/>
                    <a:pt x="381" y="3513"/>
                  </a:cubicBezTo>
                  <a:cubicBezTo>
                    <a:pt x="358" y="3513"/>
                    <a:pt x="334" y="3513"/>
                    <a:pt x="310" y="3501"/>
                  </a:cubicBezTo>
                  <a:cubicBezTo>
                    <a:pt x="250" y="3477"/>
                    <a:pt x="215" y="3441"/>
                    <a:pt x="203" y="3382"/>
                  </a:cubicBezTo>
                  <a:cubicBezTo>
                    <a:pt x="191" y="3275"/>
                    <a:pt x="298" y="3203"/>
                    <a:pt x="393" y="3167"/>
                  </a:cubicBezTo>
                  <a:cubicBezTo>
                    <a:pt x="608" y="3108"/>
                    <a:pt x="893" y="3036"/>
                    <a:pt x="1143" y="2965"/>
                  </a:cubicBezTo>
                  <a:cubicBezTo>
                    <a:pt x="1643" y="2810"/>
                    <a:pt x="2120" y="2644"/>
                    <a:pt x="2572" y="2477"/>
                  </a:cubicBezTo>
                  <a:cubicBezTo>
                    <a:pt x="3489" y="2120"/>
                    <a:pt x="4287" y="1727"/>
                    <a:pt x="4953" y="1358"/>
                  </a:cubicBezTo>
                  <a:cubicBezTo>
                    <a:pt x="6287" y="631"/>
                    <a:pt x="7073" y="0"/>
                    <a:pt x="70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8"/>
            <p:cNvSpPr/>
            <p:nvPr/>
          </p:nvSpPr>
          <p:spPr>
            <a:xfrm>
              <a:off x="3729625" y="2136400"/>
              <a:ext cx="169975" cy="80400"/>
            </a:xfrm>
            <a:custGeom>
              <a:rect b="b" l="l" r="r" t="t"/>
              <a:pathLst>
                <a:path extrusionOk="0" h="3216" w="6799">
                  <a:moveTo>
                    <a:pt x="6799" y="1"/>
                  </a:moveTo>
                  <a:cubicBezTo>
                    <a:pt x="2715" y="929"/>
                    <a:pt x="0" y="3215"/>
                    <a:pt x="0" y="3215"/>
                  </a:cubicBezTo>
                  <a:cubicBezTo>
                    <a:pt x="4001" y="2453"/>
                    <a:pt x="6799" y="1"/>
                    <a:pt x="6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6" name="Google Shape;1016;p38"/>
          <p:cNvSpPr/>
          <p:nvPr/>
        </p:nvSpPr>
        <p:spPr>
          <a:xfrm>
            <a:off x="2200650" y="-368625"/>
            <a:ext cx="2347200" cy="1812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39"/>
          <p:cNvSpPr txBox="1"/>
          <p:nvPr>
            <p:ph idx="6" type="title"/>
          </p:nvPr>
        </p:nvSpPr>
        <p:spPr>
          <a:xfrm>
            <a:off x="1501075" y="57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Calidad vs Cantidad</a:t>
            </a:r>
            <a:endParaRPr/>
          </a:p>
        </p:txBody>
      </p:sp>
      <p:grpSp>
        <p:nvGrpSpPr>
          <p:cNvPr id="1022" name="Google Shape;1022;p39"/>
          <p:cNvGrpSpPr/>
          <p:nvPr/>
        </p:nvGrpSpPr>
        <p:grpSpPr>
          <a:xfrm flipH="1">
            <a:off x="8093262" y="185617"/>
            <a:ext cx="841704" cy="1673672"/>
            <a:chOff x="796200" y="1088350"/>
            <a:chExt cx="1841400" cy="3661500"/>
          </a:xfrm>
        </p:grpSpPr>
        <p:sp>
          <p:nvSpPr>
            <p:cNvPr id="1023" name="Google Shape;1023;p39"/>
            <p:cNvSpPr/>
            <p:nvPr/>
          </p:nvSpPr>
          <p:spPr>
            <a:xfrm>
              <a:off x="796200" y="1088350"/>
              <a:ext cx="1841400" cy="366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3025" lIns="43025" spcFirstLastPara="1" rIns="43025" wrap="square" tIns="4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4" name="Google Shape;1024;p39"/>
            <p:cNvGrpSpPr/>
            <p:nvPr/>
          </p:nvGrpSpPr>
          <p:grpSpPr>
            <a:xfrm>
              <a:off x="796200" y="1088350"/>
              <a:ext cx="1841325" cy="3661500"/>
              <a:chOff x="2921175" y="1088350"/>
              <a:chExt cx="1841325" cy="3661500"/>
            </a:xfrm>
          </p:grpSpPr>
          <p:sp>
            <p:nvSpPr>
              <p:cNvPr id="1025" name="Google Shape;1025;p39"/>
              <p:cNvSpPr/>
              <p:nvPr/>
            </p:nvSpPr>
            <p:spPr>
              <a:xfrm>
                <a:off x="4546675" y="1088650"/>
                <a:ext cx="215825" cy="441400"/>
              </a:xfrm>
              <a:custGeom>
                <a:rect b="b" l="l" r="r" t="t"/>
                <a:pathLst>
                  <a:path extrusionOk="0" h="17656" w="8633">
                    <a:moveTo>
                      <a:pt x="4013" y="1"/>
                    </a:moveTo>
                    <a:cubicBezTo>
                      <a:pt x="4359" y="2049"/>
                      <a:pt x="4752" y="4085"/>
                      <a:pt x="5264" y="6085"/>
                    </a:cubicBezTo>
                    <a:cubicBezTo>
                      <a:pt x="5930" y="8692"/>
                      <a:pt x="5514" y="10883"/>
                      <a:pt x="4204" y="13157"/>
                    </a:cubicBezTo>
                    <a:cubicBezTo>
                      <a:pt x="3120" y="15026"/>
                      <a:pt x="1811" y="16539"/>
                      <a:pt x="1" y="17586"/>
                    </a:cubicBezTo>
                    <a:lnTo>
                      <a:pt x="1" y="17598"/>
                    </a:lnTo>
                    <a:cubicBezTo>
                      <a:pt x="1" y="17598"/>
                      <a:pt x="424" y="17655"/>
                      <a:pt x="1102" y="17655"/>
                    </a:cubicBezTo>
                    <a:cubicBezTo>
                      <a:pt x="1699" y="17655"/>
                      <a:pt x="2494" y="17611"/>
                      <a:pt x="3370" y="17443"/>
                    </a:cubicBezTo>
                    <a:cubicBezTo>
                      <a:pt x="3644" y="17301"/>
                      <a:pt x="3906" y="17146"/>
                      <a:pt x="4180" y="17003"/>
                    </a:cubicBezTo>
                    <a:cubicBezTo>
                      <a:pt x="6061" y="15979"/>
                      <a:pt x="7573" y="14550"/>
                      <a:pt x="8633" y="12883"/>
                    </a:cubicBezTo>
                    <a:lnTo>
                      <a:pt x="8633" y="1287"/>
                    </a:lnTo>
                    <a:cubicBezTo>
                      <a:pt x="8323" y="870"/>
                      <a:pt x="8038" y="429"/>
                      <a:pt x="77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39"/>
              <p:cNvSpPr/>
              <p:nvPr/>
            </p:nvSpPr>
            <p:spPr>
              <a:xfrm>
                <a:off x="4162125" y="1088350"/>
                <a:ext cx="353625" cy="251250"/>
              </a:xfrm>
              <a:custGeom>
                <a:rect b="b" l="l" r="r" t="t"/>
                <a:pathLst>
                  <a:path extrusionOk="0" h="10050" w="14145">
                    <a:moveTo>
                      <a:pt x="8489" y="1"/>
                    </a:moveTo>
                    <a:cubicBezTo>
                      <a:pt x="8430" y="84"/>
                      <a:pt x="8370" y="168"/>
                      <a:pt x="8311" y="239"/>
                    </a:cubicBezTo>
                    <a:cubicBezTo>
                      <a:pt x="8001" y="727"/>
                      <a:pt x="7692" y="1191"/>
                      <a:pt x="7370" y="1644"/>
                    </a:cubicBezTo>
                    <a:cubicBezTo>
                      <a:pt x="6906" y="2323"/>
                      <a:pt x="6441" y="2954"/>
                      <a:pt x="5977" y="3561"/>
                    </a:cubicBezTo>
                    <a:cubicBezTo>
                      <a:pt x="5906" y="3656"/>
                      <a:pt x="5822" y="3751"/>
                      <a:pt x="5751" y="3847"/>
                    </a:cubicBezTo>
                    <a:cubicBezTo>
                      <a:pt x="5537" y="4120"/>
                      <a:pt x="5334" y="4382"/>
                      <a:pt x="5132" y="4632"/>
                    </a:cubicBezTo>
                    <a:cubicBezTo>
                      <a:pt x="4846" y="4978"/>
                      <a:pt x="4572" y="5311"/>
                      <a:pt x="4298" y="5633"/>
                    </a:cubicBezTo>
                    <a:cubicBezTo>
                      <a:pt x="4013" y="5966"/>
                      <a:pt x="3727" y="6287"/>
                      <a:pt x="3453" y="6585"/>
                    </a:cubicBezTo>
                    <a:cubicBezTo>
                      <a:pt x="3262" y="6787"/>
                      <a:pt x="3084" y="6990"/>
                      <a:pt x="2905" y="7180"/>
                    </a:cubicBezTo>
                    <a:cubicBezTo>
                      <a:pt x="2619" y="7490"/>
                      <a:pt x="2334" y="7788"/>
                      <a:pt x="2060" y="8061"/>
                    </a:cubicBezTo>
                    <a:cubicBezTo>
                      <a:pt x="1917" y="8216"/>
                      <a:pt x="1774" y="8359"/>
                      <a:pt x="1631" y="8502"/>
                    </a:cubicBezTo>
                    <a:cubicBezTo>
                      <a:pt x="1429" y="8704"/>
                      <a:pt x="1226" y="8895"/>
                      <a:pt x="1036" y="9085"/>
                    </a:cubicBezTo>
                    <a:cubicBezTo>
                      <a:pt x="917" y="9192"/>
                      <a:pt x="810" y="9300"/>
                      <a:pt x="703" y="9407"/>
                    </a:cubicBezTo>
                    <a:cubicBezTo>
                      <a:pt x="441" y="9645"/>
                      <a:pt x="214" y="9859"/>
                      <a:pt x="0" y="10050"/>
                    </a:cubicBezTo>
                    <a:cubicBezTo>
                      <a:pt x="6191" y="8121"/>
                      <a:pt x="10906" y="4775"/>
                      <a:pt x="14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39"/>
              <p:cNvSpPr/>
              <p:nvPr/>
            </p:nvSpPr>
            <p:spPr>
              <a:xfrm>
                <a:off x="4128175" y="1353575"/>
                <a:ext cx="82775" cy="15200"/>
              </a:xfrm>
              <a:custGeom>
                <a:rect b="b" l="l" r="r" t="t"/>
                <a:pathLst>
                  <a:path extrusionOk="0" h="608" w="3311">
                    <a:moveTo>
                      <a:pt x="727" y="0"/>
                    </a:moveTo>
                    <a:cubicBezTo>
                      <a:pt x="477" y="215"/>
                      <a:pt x="287" y="369"/>
                      <a:pt x="167" y="477"/>
                    </a:cubicBezTo>
                    <a:cubicBezTo>
                      <a:pt x="60" y="560"/>
                      <a:pt x="1" y="608"/>
                      <a:pt x="1" y="608"/>
                    </a:cubicBezTo>
                    <a:cubicBezTo>
                      <a:pt x="239" y="596"/>
                      <a:pt x="477" y="572"/>
                      <a:pt x="715" y="548"/>
                    </a:cubicBezTo>
                    <a:cubicBezTo>
                      <a:pt x="763" y="536"/>
                      <a:pt x="822" y="536"/>
                      <a:pt x="870" y="524"/>
                    </a:cubicBezTo>
                    <a:cubicBezTo>
                      <a:pt x="1108" y="500"/>
                      <a:pt x="1358" y="465"/>
                      <a:pt x="1596" y="417"/>
                    </a:cubicBezTo>
                    <a:cubicBezTo>
                      <a:pt x="1644" y="405"/>
                      <a:pt x="1680" y="405"/>
                      <a:pt x="1727" y="393"/>
                    </a:cubicBezTo>
                    <a:cubicBezTo>
                      <a:pt x="1953" y="346"/>
                      <a:pt x="2180" y="298"/>
                      <a:pt x="2406" y="250"/>
                    </a:cubicBezTo>
                    <a:cubicBezTo>
                      <a:pt x="2453" y="238"/>
                      <a:pt x="2501" y="227"/>
                      <a:pt x="2549" y="215"/>
                    </a:cubicBezTo>
                    <a:cubicBezTo>
                      <a:pt x="2799" y="155"/>
                      <a:pt x="3061" y="84"/>
                      <a:pt x="3311" y="12"/>
                    </a:cubicBezTo>
                    <a:lnTo>
                      <a:pt x="32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39"/>
              <p:cNvSpPr/>
              <p:nvPr/>
            </p:nvSpPr>
            <p:spPr>
              <a:xfrm>
                <a:off x="3853750" y="2124500"/>
                <a:ext cx="15200" cy="11925"/>
              </a:xfrm>
              <a:custGeom>
                <a:rect b="b" l="l" r="r" t="t"/>
                <a:pathLst>
                  <a:path extrusionOk="0" h="477" w="608">
                    <a:moveTo>
                      <a:pt x="0" y="477"/>
                    </a:moveTo>
                    <a:cubicBezTo>
                      <a:pt x="203" y="322"/>
                      <a:pt x="405" y="167"/>
                      <a:pt x="607" y="0"/>
                    </a:cubicBezTo>
                    <a:lnTo>
                      <a:pt x="607" y="0"/>
                    </a:lnTo>
                    <a:cubicBezTo>
                      <a:pt x="405" y="167"/>
                      <a:pt x="203" y="322"/>
                      <a:pt x="0" y="477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39"/>
              <p:cNvSpPr/>
              <p:nvPr/>
            </p:nvSpPr>
            <p:spPr>
              <a:xfrm>
                <a:off x="3637050" y="2164200"/>
                <a:ext cx="181450" cy="133550"/>
              </a:xfrm>
              <a:custGeom>
                <a:rect b="b" l="l" r="r" t="t"/>
                <a:pathLst>
                  <a:path extrusionOk="0" h="5342" w="7258">
                    <a:moveTo>
                      <a:pt x="7258" y="0"/>
                    </a:moveTo>
                    <a:cubicBezTo>
                      <a:pt x="4390" y="2213"/>
                      <a:pt x="1738" y="4116"/>
                      <a:pt x="0" y="5342"/>
                    </a:cubicBezTo>
                    <a:cubicBezTo>
                      <a:pt x="1750" y="4116"/>
                      <a:pt x="4390" y="2213"/>
                      <a:pt x="7258" y="0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39"/>
              <p:cNvSpPr/>
              <p:nvPr/>
            </p:nvSpPr>
            <p:spPr>
              <a:xfrm>
                <a:off x="3818625" y="2138775"/>
                <a:ext cx="32475" cy="25325"/>
              </a:xfrm>
              <a:custGeom>
                <a:rect b="b" l="l" r="r" t="t"/>
                <a:pathLst>
                  <a:path extrusionOk="0" h="1013" w="1299">
                    <a:moveTo>
                      <a:pt x="1298" y="1"/>
                    </a:moveTo>
                    <a:cubicBezTo>
                      <a:pt x="858" y="346"/>
                      <a:pt x="429" y="680"/>
                      <a:pt x="0" y="1013"/>
                    </a:cubicBezTo>
                    <a:cubicBezTo>
                      <a:pt x="429" y="680"/>
                      <a:pt x="858" y="346"/>
                      <a:pt x="1298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39"/>
              <p:cNvSpPr/>
              <p:nvPr/>
            </p:nvSpPr>
            <p:spPr>
              <a:xfrm>
                <a:off x="4346375" y="1094300"/>
                <a:ext cx="23525" cy="35150"/>
              </a:xfrm>
              <a:custGeom>
                <a:rect b="b" l="l" r="r" t="t"/>
                <a:pathLst>
                  <a:path extrusionOk="0" h="1406" w="941">
                    <a:moveTo>
                      <a:pt x="941" y="1"/>
                    </a:moveTo>
                    <a:cubicBezTo>
                      <a:pt x="631" y="489"/>
                      <a:pt x="322" y="953"/>
                      <a:pt x="0" y="1406"/>
                    </a:cubicBezTo>
                    <a:cubicBezTo>
                      <a:pt x="322" y="953"/>
                      <a:pt x="631" y="489"/>
                      <a:pt x="941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39"/>
              <p:cNvSpPr/>
              <p:nvPr/>
            </p:nvSpPr>
            <p:spPr>
              <a:xfrm>
                <a:off x="4128175" y="1365475"/>
                <a:ext cx="4200" cy="3300"/>
              </a:xfrm>
              <a:custGeom>
                <a:rect b="b" l="l" r="r" t="t"/>
                <a:pathLst>
                  <a:path extrusionOk="0" h="132" w="168">
                    <a:moveTo>
                      <a:pt x="1" y="132"/>
                    </a:moveTo>
                    <a:lnTo>
                      <a:pt x="1" y="132"/>
                    </a:lnTo>
                    <a:cubicBezTo>
                      <a:pt x="1" y="132"/>
                      <a:pt x="60" y="84"/>
                      <a:pt x="167" y="1"/>
                    </a:cubicBezTo>
                    <a:cubicBezTo>
                      <a:pt x="60" y="84"/>
                      <a:pt x="1" y="132"/>
                      <a:pt x="1" y="132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39"/>
              <p:cNvSpPr/>
              <p:nvPr/>
            </p:nvSpPr>
            <p:spPr>
              <a:xfrm>
                <a:off x="2921175" y="1088350"/>
                <a:ext cx="1115050" cy="1507400"/>
              </a:xfrm>
              <a:custGeom>
                <a:rect b="b" l="l" r="r" t="t"/>
                <a:pathLst>
                  <a:path extrusionOk="0" h="60296" w="44602">
                    <a:moveTo>
                      <a:pt x="17837" y="9288"/>
                    </a:moveTo>
                    <a:lnTo>
                      <a:pt x="17896" y="10455"/>
                    </a:lnTo>
                    <a:cubicBezTo>
                      <a:pt x="18075" y="11419"/>
                      <a:pt x="18253" y="12383"/>
                      <a:pt x="18432" y="13360"/>
                    </a:cubicBezTo>
                    <a:cubicBezTo>
                      <a:pt x="17682" y="13919"/>
                      <a:pt x="16920" y="14491"/>
                      <a:pt x="16170" y="15050"/>
                    </a:cubicBezTo>
                    <a:cubicBezTo>
                      <a:pt x="15925" y="15234"/>
                      <a:pt x="15598" y="15402"/>
                      <a:pt x="15322" y="15402"/>
                    </a:cubicBezTo>
                    <a:cubicBezTo>
                      <a:pt x="15168" y="15402"/>
                      <a:pt x="15030" y="15349"/>
                      <a:pt x="14931" y="15217"/>
                    </a:cubicBezTo>
                    <a:cubicBezTo>
                      <a:pt x="14753" y="14991"/>
                      <a:pt x="14836" y="14669"/>
                      <a:pt x="14931" y="14407"/>
                    </a:cubicBezTo>
                    <a:cubicBezTo>
                      <a:pt x="15598" y="12550"/>
                      <a:pt x="16574" y="10812"/>
                      <a:pt x="17837" y="9288"/>
                    </a:cubicBezTo>
                    <a:close/>
                    <a:moveTo>
                      <a:pt x="19658" y="9657"/>
                    </a:moveTo>
                    <a:cubicBezTo>
                      <a:pt x="20289" y="10705"/>
                      <a:pt x="20968" y="11717"/>
                      <a:pt x="21504" y="12800"/>
                    </a:cubicBezTo>
                    <a:cubicBezTo>
                      <a:pt x="21920" y="13633"/>
                      <a:pt x="21539" y="14395"/>
                      <a:pt x="20873" y="14931"/>
                    </a:cubicBezTo>
                    <a:cubicBezTo>
                      <a:pt x="20170" y="15503"/>
                      <a:pt x="19396" y="15979"/>
                      <a:pt x="18658" y="16491"/>
                    </a:cubicBezTo>
                    <a:lnTo>
                      <a:pt x="18432" y="16289"/>
                    </a:lnTo>
                    <a:cubicBezTo>
                      <a:pt x="19134" y="15372"/>
                      <a:pt x="19825" y="14455"/>
                      <a:pt x="20551" y="13503"/>
                    </a:cubicBezTo>
                    <a:cubicBezTo>
                      <a:pt x="20146" y="12217"/>
                      <a:pt x="19765" y="11014"/>
                      <a:pt x="19384" y="9812"/>
                    </a:cubicBezTo>
                    <a:cubicBezTo>
                      <a:pt x="19480" y="9752"/>
                      <a:pt x="19575" y="9704"/>
                      <a:pt x="19658" y="9657"/>
                    </a:cubicBezTo>
                    <a:close/>
                    <a:moveTo>
                      <a:pt x="1084" y="31267"/>
                    </a:moveTo>
                    <a:cubicBezTo>
                      <a:pt x="3239" y="31517"/>
                      <a:pt x="5394" y="31779"/>
                      <a:pt x="7621" y="32041"/>
                    </a:cubicBezTo>
                    <a:cubicBezTo>
                      <a:pt x="7377" y="32842"/>
                      <a:pt x="6935" y="33089"/>
                      <a:pt x="6445" y="33089"/>
                    </a:cubicBezTo>
                    <a:cubicBezTo>
                      <a:pt x="6266" y="33089"/>
                      <a:pt x="6080" y="33056"/>
                      <a:pt x="5895" y="33005"/>
                    </a:cubicBezTo>
                    <a:cubicBezTo>
                      <a:pt x="4251" y="32564"/>
                      <a:pt x="2632" y="32041"/>
                      <a:pt x="1013" y="31552"/>
                    </a:cubicBezTo>
                    <a:cubicBezTo>
                      <a:pt x="1037" y="31457"/>
                      <a:pt x="1061" y="31362"/>
                      <a:pt x="1084" y="31267"/>
                    </a:cubicBezTo>
                    <a:close/>
                    <a:moveTo>
                      <a:pt x="18479" y="32255"/>
                    </a:moveTo>
                    <a:lnTo>
                      <a:pt x="18479" y="32255"/>
                    </a:lnTo>
                    <a:cubicBezTo>
                      <a:pt x="17227" y="33077"/>
                      <a:pt x="15462" y="33540"/>
                      <a:pt x="14000" y="33540"/>
                    </a:cubicBezTo>
                    <a:cubicBezTo>
                      <a:pt x="13600" y="33540"/>
                      <a:pt x="13222" y="33505"/>
                      <a:pt x="12884" y="33434"/>
                    </a:cubicBezTo>
                    <a:cubicBezTo>
                      <a:pt x="13241" y="32398"/>
                      <a:pt x="13276" y="32386"/>
                      <a:pt x="18479" y="32255"/>
                    </a:cubicBezTo>
                    <a:close/>
                    <a:moveTo>
                      <a:pt x="13979" y="37148"/>
                    </a:moveTo>
                    <a:cubicBezTo>
                      <a:pt x="14022" y="39385"/>
                      <a:pt x="11916" y="41385"/>
                      <a:pt x="9712" y="41385"/>
                    </a:cubicBezTo>
                    <a:cubicBezTo>
                      <a:pt x="9499" y="41385"/>
                      <a:pt x="9286" y="41366"/>
                      <a:pt x="9074" y="41327"/>
                    </a:cubicBezTo>
                    <a:cubicBezTo>
                      <a:pt x="9052" y="39377"/>
                      <a:pt x="10917" y="37679"/>
                      <a:pt x="12824" y="37679"/>
                    </a:cubicBezTo>
                    <a:cubicBezTo>
                      <a:pt x="13070" y="37679"/>
                      <a:pt x="13318" y="37707"/>
                      <a:pt x="13562" y="37767"/>
                    </a:cubicBezTo>
                    <a:lnTo>
                      <a:pt x="13979" y="37148"/>
                    </a:lnTo>
                    <a:close/>
                    <a:moveTo>
                      <a:pt x="1" y="1"/>
                    </a:moveTo>
                    <a:lnTo>
                      <a:pt x="1" y="57925"/>
                    </a:lnTo>
                    <a:cubicBezTo>
                      <a:pt x="1846" y="58675"/>
                      <a:pt x="3728" y="59377"/>
                      <a:pt x="5645" y="59996"/>
                    </a:cubicBezTo>
                    <a:cubicBezTo>
                      <a:pt x="6091" y="60142"/>
                      <a:pt x="6593" y="60296"/>
                      <a:pt x="7054" y="60296"/>
                    </a:cubicBezTo>
                    <a:cubicBezTo>
                      <a:pt x="7158" y="60296"/>
                      <a:pt x="7260" y="60288"/>
                      <a:pt x="7359" y="60270"/>
                    </a:cubicBezTo>
                    <a:cubicBezTo>
                      <a:pt x="9335" y="59901"/>
                      <a:pt x="11240" y="59520"/>
                      <a:pt x="12979" y="58198"/>
                    </a:cubicBezTo>
                    <a:cubicBezTo>
                      <a:pt x="19372" y="53317"/>
                      <a:pt x="25814" y="48495"/>
                      <a:pt x="32267" y="43685"/>
                    </a:cubicBezTo>
                    <a:cubicBezTo>
                      <a:pt x="35089" y="40422"/>
                      <a:pt x="37613" y="36934"/>
                      <a:pt x="39518" y="33064"/>
                    </a:cubicBezTo>
                    <a:cubicBezTo>
                      <a:pt x="44221" y="23516"/>
                      <a:pt x="44602" y="11955"/>
                      <a:pt x="40625" y="2084"/>
                    </a:cubicBezTo>
                    <a:lnTo>
                      <a:pt x="40625" y="2084"/>
                    </a:lnTo>
                    <a:cubicBezTo>
                      <a:pt x="39280" y="2763"/>
                      <a:pt x="37601" y="3347"/>
                      <a:pt x="35755" y="3489"/>
                    </a:cubicBezTo>
                    <a:cubicBezTo>
                      <a:pt x="35755" y="3489"/>
                      <a:pt x="35994" y="3347"/>
                      <a:pt x="36434" y="3120"/>
                    </a:cubicBezTo>
                    <a:cubicBezTo>
                      <a:pt x="36863" y="2882"/>
                      <a:pt x="37494" y="2561"/>
                      <a:pt x="38256" y="2168"/>
                    </a:cubicBezTo>
                    <a:cubicBezTo>
                      <a:pt x="38851" y="1882"/>
                      <a:pt x="39518" y="1549"/>
                      <a:pt x="40256" y="1203"/>
                    </a:cubicBezTo>
                    <a:cubicBezTo>
                      <a:pt x="40077" y="799"/>
                      <a:pt x="39899" y="406"/>
                      <a:pt x="397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39"/>
              <p:cNvSpPr/>
              <p:nvPr/>
            </p:nvSpPr>
            <p:spPr>
              <a:xfrm>
                <a:off x="3147475" y="2017050"/>
                <a:ext cx="124275" cy="105925"/>
              </a:xfrm>
              <a:custGeom>
                <a:rect b="b" l="l" r="r" t="t"/>
                <a:pathLst>
                  <a:path extrusionOk="0" h="4237" w="4971">
                    <a:moveTo>
                      <a:pt x="4927" y="0"/>
                    </a:moveTo>
                    <a:lnTo>
                      <a:pt x="4510" y="619"/>
                    </a:lnTo>
                    <a:cubicBezTo>
                      <a:pt x="4265" y="559"/>
                      <a:pt x="4016" y="531"/>
                      <a:pt x="3768" y="531"/>
                    </a:cubicBezTo>
                    <a:cubicBezTo>
                      <a:pt x="1855" y="531"/>
                      <a:pt x="0" y="2229"/>
                      <a:pt x="22" y="4179"/>
                    </a:cubicBezTo>
                    <a:cubicBezTo>
                      <a:pt x="234" y="4218"/>
                      <a:pt x="447" y="4237"/>
                      <a:pt x="660" y="4237"/>
                    </a:cubicBezTo>
                    <a:cubicBezTo>
                      <a:pt x="2864" y="4237"/>
                      <a:pt x="4970" y="2237"/>
                      <a:pt x="49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39"/>
              <p:cNvSpPr/>
              <p:nvPr/>
            </p:nvSpPr>
            <p:spPr>
              <a:xfrm>
                <a:off x="3289975" y="1320525"/>
                <a:ext cx="92000" cy="152900"/>
              </a:xfrm>
              <a:custGeom>
                <a:rect b="b" l="l" r="r" t="t"/>
                <a:pathLst>
                  <a:path extrusionOk="0" h="6116" w="3680">
                    <a:moveTo>
                      <a:pt x="3085" y="1"/>
                    </a:moveTo>
                    <a:cubicBezTo>
                      <a:pt x="1822" y="1513"/>
                      <a:pt x="834" y="3263"/>
                      <a:pt x="179" y="5120"/>
                    </a:cubicBezTo>
                    <a:cubicBezTo>
                      <a:pt x="84" y="5382"/>
                      <a:pt x="1" y="5704"/>
                      <a:pt x="179" y="5930"/>
                    </a:cubicBezTo>
                    <a:cubicBezTo>
                      <a:pt x="278" y="6062"/>
                      <a:pt x="416" y="6115"/>
                      <a:pt x="570" y="6115"/>
                    </a:cubicBezTo>
                    <a:cubicBezTo>
                      <a:pt x="846" y="6115"/>
                      <a:pt x="1173" y="5947"/>
                      <a:pt x="1418" y="5763"/>
                    </a:cubicBezTo>
                    <a:cubicBezTo>
                      <a:pt x="2168" y="5204"/>
                      <a:pt x="2930" y="4632"/>
                      <a:pt x="3680" y="4073"/>
                    </a:cubicBezTo>
                    <a:cubicBezTo>
                      <a:pt x="3501" y="3096"/>
                      <a:pt x="3323" y="2132"/>
                      <a:pt x="3144" y="1168"/>
                    </a:cubicBezTo>
                    <a:lnTo>
                      <a:pt x="30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39"/>
              <p:cNvSpPr/>
              <p:nvPr/>
            </p:nvSpPr>
            <p:spPr>
              <a:xfrm>
                <a:off x="3637350" y="2124500"/>
                <a:ext cx="231600" cy="173250"/>
              </a:xfrm>
              <a:custGeom>
                <a:rect b="b" l="l" r="r" t="t"/>
                <a:pathLst>
                  <a:path extrusionOk="0" h="6930" w="9264">
                    <a:moveTo>
                      <a:pt x="9263" y="0"/>
                    </a:moveTo>
                    <a:lnTo>
                      <a:pt x="9263" y="0"/>
                    </a:lnTo>
                    <a:cubicBezTo>
                      <a:pt x="6168" y="2310"/>
                      <a:pt x="3072" y="4608"/>
                      <a:pt x="0" y="6930"/>
                    </a:cubicBezTo>
                    <a:cubicBezTo>
                      <a:pt x="1727" y="5704"/>
                      <a:pt x="4382" y="3799"/>
                      <a:pt x="7251" y="1584"/>
                    </a:cubicBezTo>
                    <a:cubicBezTo>
                      <a:pt x="7680" y="1251"/>
                      <a:pt x="8109" y="917"/>
                      <a:pt x="8549" y="572"/>
                    </a:cubicBezTo>
                    <a:cubicBezTo>
                      <a:pt x="8585" y="536"/>
                      <a:pt x="8621" y="512"/>
                      <a:pt x="8656" y="477"/>
                    </a:cubicBezTo>
                    <a:cubicBezTo>
                      <a:pt x="8859" y="322"/>
                      <a:pt x="9061" y="167"/>
                      <a:pt x="92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39"/>
              <p:cNvSpPr/>
              <p:nvPr/>
            </p:nvSpPr>
            <p:spPr>
              <a:xfrm>
                <a:off x="3914175" y="1088650"/>
                <a:ext cx="78900" cy="29800"/>
              </a:xfrm>
              <a:custGeom>
                <a:rect b="b" l="l" r="r" t="t"/>
                <a:pathLst>
                  <a:path extrusionOk="0" h="1192" w="3156">
                    <a:moveTo>
                      <a:pt x="0" y="1"/>
                    </a:moveTo>
                    <a:cubicBezTo>
                      <a:pt x="179" y="394"/>
                      <a:pt x="357" y="787"/>
                      <a:pt x="536" y="1191"/>
                    </a:cubicBezTo>
                    <a:cubicBezTo>
                      <a:pt x="1334" y="810"/>
                      <a:pt x="2215" y="406"/>
                      <a:pt x="31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39"/>
              <p:cNvSpPr/>
              <p:nvPr/>
            </p:nvSpPr>
            <p:spPr>
              <a:xfrm>
                <a:off x="3727825" y="1088650"/>
                <a:ext cx="642075" cy="1091825"/>
              </a:xfrm>
              <a:custGeom>
                <a:rect b="b" l="l" r="r" t="t"/>
                <a:pathLst>
                  <a:path extrusionOk="0" h="43673" w="25683">
                    <a:moveTo>
                      <a:pt x="11431" y="1"/>
                    </a:moveTo>
                    <a:cubicBezTo>
                      <a:pt x="11050" y="334"/>
                      <a:pt x="10502" y="787"/>
                      <a:pt x="9788" y="1251"/>
                    </a:cubicBezTo>
                    <a:cubicBezTo>
                      <a:pt x="9371" y="1525"/>
                      <a:pt x="8895" y="1811"/>
                      <a:pt x="8359" y="2072"/>
                    </a:cubicBezTo>
                    <a:cubicBezTo>
                      <a:pt x="12336" y="11943"/>
                      <a:pt x="11955" y="23504"/>
                      <a:pt x="7252" y="33052"/>
                    </a:cubicBezTo>
                    <a:cubicBezTo>
                      <a:pt x="5347" y="36922"/>
                      <a:pt x="2823" y="40410"/>
                      <a:pt x="1" y="43673"/>
                    </a:cubicBezTo>
                    <a:cubicBezTo>
                      <a:pt x="2561" y="41756"/>
                      <a:pt x="5121" y="39851"/>
                      <a:pt x="7680" y="37934"/>
                    </a:cubicBezTo>
                    <a:cubicBezTo>
                      <a:pt x="9871" y="36303"/>
                      <a:pt x="12252" y="34946"/>
                      <a:pt x="14050" y="32779"/>
                    </a:cubicBezTo>
                    <a:cubicBezTo>
                      <a:pt x="16420" y="29945"/>
                      <a:pt x="17884" y="26706"/>
                      <a:pt x="18920" y="23218"/>
                    </a:cubicBezTo>
                    <a:cubicBezTo>
                      <a:pt x="19622" y="20849"/>
                      <a:pt x="20337" y="18479"/>
                      <a:pt x="21027" y="16110"/>
                    </a:cubicBezTo>
                    <a:cubicBezTo>
                      <a:pt x="21146" y="15717"/>
                      <a:pt x="21206" y="15300"/>
                      <a:pt x="21337" y="14681"/>
                    </a:cubicBezTo>
                    <a:lnTo>
                      <a:pt x="21337" y="14681"/>
                    </a:lnTo>
                    <a:cubicBezTo>
                      <a:pt x="20170" y="15122"/>
                      <a:pt x="19194" y="15479"/>
                      <a:pt x="18217" y="15848"/>
                    </a:cubicBezTo>
                    <a:cubicBezTo>
                      <a:pt x="18158" y="15753"/>
                      <a:pt x="18086" y="15669"/>
                      <a:pt x="18027" y="15586"/>
                    </a:cubicBezTo>
                    <a:cubicBezTo>
                      <a:pt x="19146" y="14776"/>
                      <a:pt x="20265" y="13979"/>
                      <a:pt x="21396" y="13181"/>
                    </a:cubicBezTo>
                    <a:cubicBezTo>
                      <a:pt x="21373" y="13121"/>
                      <a:pt x="21361" y="13062"/>
                      <a:pt x="21337" y="13002"/>
                    </a:cubicBezTo>
                    <a:cubicBezTo>
                      <a:pt x="19563" y="13336"/>
                      <a:pt x="17789" y="13669"/>
                      <a:pt x="16110" y="13991"/>
                    </a:cubicBezTo>
                    <a:cubicBezTo>
                      <a:pt x="16146" y="13955"/>
                      <a:pt x="16301" y="13764"/>
                      <a:pt x="16562" y="13467"/>
                    </a:cubicBezTo>
                    <a:cubicBezTo>
                      <a:pt x="16217" y="13360"/>
                      <a:pt x="15943" y="13276"/>
                      <a:pt x="15562" y="13169"/>
                    </a:cubicBezTo>
                    <a:cubicBezTo>
                      <a:pt x="16443" y="12788"/>
                      <a:pt x="17265" y="12443"/>
                      <a:pt x="18075" y="12109"/>
                    </a:cubicBezTo>
                    <a:cubicBezTo>
                      <a:pt x="18063" y="12014"/>
                      <a:pt x="18051" y="11931"/>
                      <a:pt x="18039" y="11836"/>
                    </a:cubicBezTo>
                    <a:cubicBezTo>
                      <a:pt x="17575" y="11883"/>
                      <a:pt x="17098" y="11931"/>
                      <a:pt x="16634" y="11978"/>
                    </a:cubicBezTo>
                    <a:cubicBezTo>
                      <a:pt x="16610" y="11943"/>
                      <a:pt x="16598" y="11895"/>
                      <a:pt x="16574" y="11847"/>
                    </a:cubicBezTo>
                    <a:cubicBezTo>
                      <a:pt x="17503" y="11490"/>
                      <a:pt x="18432" y="11133"/>
                      <a:pt x="19372" y="10788"/>
                    </a:cubicBezTo>
                    <a:cubicBezTo>
                      <a:pt x="19349" y="10728"/>
                      <a:pt x="19337" y="10669"/>
                      <a:pt x="19325" y="10621"/>
                    </a:cubicBezTo>
                    <a:cubicBezTo>
                      <a:pt x="19063" y="10693"/>
                      <a:pt x="18813" y="10752"/>
                      <a:pt x="18563" y="10812"/>
                    </a:cubicBezTo>
                    <a:cubicBezTo>
                      <a:pt x="18515" y="10824"/>
                      <a:pt x="18467" y="10835"/>
                      <a:pt x="18420" y="10847"/>
                    </a:cubicBezTo>
                    <a:cubicBezTo>
                      <a:pt x="18194" y="10907"/>
                      <a:pt x="17967" y="10954"/>
                      <a:pt x="17741" y="10990"/>
                    </a:cubicBezTo>
                    <a:cubicBezTo>
                      <a:pt x="17694" y="11002"/>
                      <a:pt x="17658" y="11014"/>
                      <a:pt x="17610" y="11014"/>
                    </a:cubicBezTo>
                    <a:cubicBezTo>
                      <a:pt x="17360" y="11062"/>
                      <a:pt x="17122" y="11097"/>
                      <a:pt x="16884" y="11133"/>
                    </a:cubicBezTo>
                    <a:lnTo>
                      <a:pt x="16729" y="11145"/>
                    </a:lnTo>
                    <a:cubicBezTo>
                      <a:pt x="16479" y="11169"/>
                      <a:pt x="16241" y="11193"/>
                      <a:pt x="16015" y="11205"/>
                    </a:cubicBezTo>
                    <a:cubicBezTo>
                      <a:pt x="16015" y="11205"/>
                      <a:pt x="16074" y="11157"/>
                      <a:pt x="16181" y="11074"/>
                    </a:cubicBezTo>
                    <a:cubicBezTo>
                      <a:pt x="16301" y="10966"/>
                      <a:pt x="16479" y="10824"/>
                      <a:pt x="16729" y="10597"/>
                    </a:cubicBezTo>
                    <a:lnTo>
                      <a:pt x="15396" y="10597"/>
                    </a:lnTo>
                    <a:cubicBezTo>
                      <a:pt x="16074" y="10431"/>
                      <a:pt x="16729" y="10240"/>
                      <a:pt x="17360" y="10050"/>
                    </a:cubicBezTo>
                    <a:cubicBezTo>
                      <a:pt x="17575" y="9847"/>
                      <a:pt x="17813" y="9633"/>
                      <a:pt x="18063" y="9395"/>
                    </a:cubicBezTo>
                    <a:cubicBezTo>
                      <a:pt x="18182" y="9288"/>
                      <a:pt x="18289" y="9180"/>
                      <a:pt x="18408" y="9073"/>
                    </a:cubicBezTo>
                    <a:cubicBezTo>
                      <a:pt x="18598" y="8883"/>
                      <a:pt x="18801" y="8692"/>
                      <a:pt x="19003" y="8490"/>
                    </a:cubicBezTo>
                    <a:cubicBezTo>
                      <a:pt x="19146" y="8347"/>
                      <a:pt x="19289" y="8204"/>
                      <a:pt x="19432" y="8049"/>
                    </a:cubicBezTo>
                    <a:cubicBezTo>
                      <a:pt x="19706" y="7776"/>
                      <a:pt x="19991" y="7478"/>
                      <a:pt x="20277" y="7168"/>
                    </a:cubicBezTo>
                    <a:cubicBezTo>
                      <a:pt x="20456" y="6978"/>
                      <a:pt x="20634" y="6787"/>
                      <a:pt x="20825" y="6573"/>
                    </a:cubicBezTo>
                    <a:cubicBezTo>
                      <a:pt x="21099" y="6275"/>
                      <a:pt x="21373" y="5954"/>
                      <a:pt x="21658" y="5621"/>
                    </a:cubicBezTo>
                    <a:cubicBezTo>
                      <a:pt x="21932" y="5299"/>
                      <a:pt x="22218" y="4966"/>
                      <a:pt x="22492" y="4620"/>
                    </a:cubicBezTo>
                    <a:cubicBezTo>
                      <a:pt x="22706" y="4370"/>
                      <a:pt x="22909" y="4108"/>
                      <a:pt x="23123" y="3846"/>
                    </a:cubicBezTo>
                    <a:cubicBezTo>
                      <a:pt x="23194" y="3739"/>
                      <a:pt x="23266" y="3644"/>
                      <a:pt x="23349" y="3549"/>
                    </a:cubicBezTo>
                    <a:cubicBezTo>
                      <a:pt x="23813" y="2942"/>
                      <a:pt x="24278" y="2311"/>
                      <a:pt x="24742" y="1644"/>
                    </a:cubicBezTo>
                    <a:cubicBezTo>
                      <a:pt x="25052" y="1179"/>
                      <a:pt x="25373" y="715"/>
                      <a:pt x="25683" y="227"/>
                    </a:cubicBezTo>
                    <a:lnTo>
                      <a:pt x="25683" y="227"/>
                    </a:lnTo>
                    <a:cubicBezTo>
                      <a:pt x="23230" y="3168"/>
                      <a:pt x="20301" y="5644"/>
                      <a:pt x="16884" y="7704"/>
                    </a:cubicBezTo>
                    <a:cubicBezTo>
                      <a:pt x="19301" y="5097"/>
                      <a:pt x="21694" y="2573"/>
                      <a:pt x="24028" y="1"/>
                    </a:cubicBezTo>
                    <a:lnTo>
                      <a:pt x="22885" y="1"/>
                    </a:lnTo>
                    <a:cubicBezTo>
                      <a:pt x="22408" y="656"/>
                      <a:pt x="21254" y="1953"/>
                      <a:pt x="19277" y="2299"/>
                    </a:cubicBezTo>
                    <a:cubicBezTo>
                      <a:pt x="19277" y="2299"/>
                      <a:pt x="20111" y="834"/>
                      <a:pt x="21980" y="1"/>
                    </a:cubicBezTo>
                    <a:lnTo>
                      <a:pt x="18206" y="1"/>
                    </a:lnTo>
                    <a:cubicBezTo>
                      <a:pt x="16682" y="1084"/>
                      <a:pt x="14074" y="2692"/>
                      <a:pt x="10883" y="3620"/>
                    </a:cubicBezTo>
                    <a:cubicBezTo>
                      <a:pt x="10883" y="3620"/>
                      <a:pt x="13145" y="1656"/>
                      <a:pt x="167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39"/>
              <p:cNvSpPr/>
              <p:nvPr/>
            </p:nvSpPr>
            <p:spPr>
              <a:xfrm>
                <a:off x="2952150" y="4463475"/>
                <a:ext cx="17275" cy="32475"/>
              </a:xfrm>
              <a:custGeom>
                <a:rect b="b" l="l" r="r" t="t"/>
                <a:pathLst>
                  <a:path extrusionOk="0" h="1299" w="691">
                    <a:moveTo>
                      <a:pt x="393" y="1"/>
                    </a:moveTo>
                    <a:cubicBezTo>
                      <a:pt x="262" y="465"/>
                      <a:pt x="119" y="894"/>
                      <a:pt x="0" y="1298"/>
                    </a:cubicBezTo>
                    <a:cubicBezTo>
                      <a:pt x="24" y="1286"/>
                      <a:pt x="60" y="1275"/>
                      <a:pt x="95" y="1263"/>
                    </a:cubicBezTo>
                    <a:cubicBezTo>
                      <a:pt x="286" y="1191"/>
                      <a:pt x="488" y="1108"/>
                      <a:pt x="691" y="1036"/>
                    </a:cubicBezTo>
                    <a:cubicBezTo>
                      <a:pt x="584" y="632"/>
                      <a:pt x="488" y="310"/>
                      <a:pt x="3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39"/>
              <p:cNvSpPr/>
              <p:nvPr/>
            </p:nvSpPr>
            <p:spPr>
              <a:xfrm>
                <a:off x="2921175" y="2755525"/>
                <a:ext cx="183700" cy="120875"/>
              </a:xfrm>
              <a:custGeom>
                <a:rect b="b" l="l" r="r" t="t"/>
                <a:pathLst>
                  <a:path extrusionOk="0" h="4835" w="7348">
                    <a:moveTo>
                      <a:pt x="7347" y="1"/>
                    </a:moveTo>
                    <a:lnTo>
                      <a:pt x="7347" y="1"/>
                    </a:lnTo>
                    <a:cubicBezTo>
                      <a:pt x="4775" y="120"/>
                      <a:pt x="2930" y="1525"/>
                      <a:pt x="727" y="2846"/>
                    </a:cubicBezTo>
                    <a:cubicBezTo>
                      <a:pt x="942" y="2441"/>
                      <a:pt x="1073" y="2191"/>
                      <a:pt x="1180" y="1965"/>
                    </a:cubicBezTo>
                    <a:lnTo>
                      <a:pt x="1180" y="1965"/>
                    </a:lnTo>
                    <a:cubicBezTo>
                      <a:pt x="787" y="2215"/>
                      <a:pt x="394" y="2465"/>
                      <a:pt x="1" y="2715"/>
                    </a:cubicBezTo>
                    <a:lnTo>
                      <a:pt x="1" y="4835"/>
                    </a:lnTo>
                    <a:cubicBezTo>
                      <a:pt x="215" y="4680"/>
                      <a:pt x="430" y="4537"/>
                      <a:pt x="656" y="4394"/>
                    </a:cubicBezTo>
                    <a:cubicBezTo>
                      <a:pt x="2620" y="3049"/>
                      <a:pt x="4883" y="1560"/>
                      <a:pt x="73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39"/>
              <p:cNvSpPr/>
              <p:nvPr/>
            </p:nvSpPr>
            <p:spPr>
              <a:xfrm>
                <a:off x="2921175" y="2812675"/>
                <a:ext cx="978125" cy="1711550"/>
              </a:xfrm>
              <a:custGeom>
                <a:rect b="b" l="l" r="r" t="t"/>
                <a:pathLst>
                  <a:path extrusionOk="0" h="68462" w="39125">
                    <a:moveTo>
                      <a:pt x="10228" y="1"/>
                    </a:moveTo>
                    <a:lnTo>
                      <a:pt x="10228" y="1"/>
                    </a:lnTo>
                    <a:cubicBezTo>
                      <a:pt x="7680" y="1084"/>
                      <a:pt x="5144" y="2156"/>
                      <a:pt x="2597" y="3239"/>
                    </a:cubicBezTo>
                    <a:cubicBezTo>
                      <a:pt x="1751" y="3703"/>
                      <a:pt x="882" y="4180"/>
                      <a:pt x="1" y="4656"/>
                    </a:cubicBezTo>
                    <a:lnTo>
                      <a:pt x="1" y="36862"/>
                    </a:lnTo>
                    <a:cubicBezTo>
                      <a:pt x="1954" y="38196"/>
                      <a:pt x="3882" y="39553"/>
                      <a:pt x="5799" y="40922"/>
                    </a:cubicBezTo>
                    <a:cubicBezTo>
                      <a:pt x="7442" y="42101"/>
                      <a:pt x="7585" y="43030"/>
                      <a:pt x="7311" y="44959"/>
                    </a:cubicBezTo>
                    <a:cubicBezTo>
                      <a:pt x="6252" y="52448"/>
                      <a:pt x="3192" y="59436"/>
                      <a:pt x="1989" y="67045"/>
                    </a:cubicBezTo>
                    <a:cubicBezTo>
                      <a:pt x="3751" y="66366"/>
                      <a:pt x="5966" y="65604"/>
                      <a:pt x="8442" y="65009"/>
                    </a:cubicBezTo>
                    <a:lnTo>
                      <a:pt x="8442" y="65009"/>
                    </a:lnTo>
                    <a:cubicBezTo>
                      <a:pt x="8442" y="65009"/>
                      <a:pt x="8192" y="65199"/>
                      <a:pt x="7716" y="65497"/>
                    </a:cubicBezTo>
                    <a:cubicBezTo>
                      <a:pt x="7252" y="65794"/>
                      <a:pt x="6549" y="66199"/>
                      <a:pt x="5656" y="66628"/>
                    </a:cubicBezTo>
                    <a:cubicBezTo>
                      <a:pt x="4692" y="67092"/>
                      <a:pt x="3478" y="67557"/>
                      <a:pt x="2108" y="67926"/>
                    </a:cubicBezTo>
                    <a:cubicBezTo>
                      <a:pt x="2978" y="68104"/>
                      <a:pt x="3882" y="68283"/>
                      <a:pt x="4787" y="68461"/>
                    </a:cubicBezTo>
                    <a:cubicBezTo>
                      <a:pt x="14384" y="64473"/>
                      <a:pt x="34577" y="56305"/>
                      <a:pt x="34577" y="56305"/>
                    </a:cubicBezTo>
                    <a:lnTo>
                      <a:pt x="39125" y="52388"/>
                    </a:lnTo>
                    <a:cubicBezTo>
                      <a:pt x="38780" y="52186"/>
                      <a:pt x="38434" y="51959"/>
                      <a:pt x="38113" y="51745"/>
                    </a:cubicBezTo>
                    <a:cubicBezTo>
                      <a:pt x="31088" y="46971"/>
                      <a:pt x="24206" y="41982"/>
                      <a:pt x="17491" y="36791"/>
                    </a:cubicBezTo>
                    <a:cubicBezTo>
                      <a:pt x="15515" y="35279"/>
                      <a:pt x="13503" y="33660"/>
                      <a:pt x="12407" y="31433"/>
                    </a:cubicBezTo>
                    <a:cubicBezTo>
                      <a:pt x="11348" y="29290"/>
                      <a:pt x="11264" y="26813"/>
                      <a:pt x="11229" y="24420"/>
                    </a:cubicBezTo>
                    <a:cubicBezTo>
                      <a:pt x="11121" y="16324"/>
                      <a:pt x="11312" y="8216"/>
                      <a:pt x="11812" y="132"/>
                    </a:cubicBezTo>
                    <a:lnTo>
                      <a:pt x="11812" y="132"/>
                    </a:lnTo>
                    <a:cubicBezTo>
                      <a:pt x="9145" y="1787"/>
                      <a:pt x="5716" y="3846"/>
                      <a:pt x="1882" y="5966"/>
                    </a:cubicBezTo>
                    <a:cubicBezTo>
                      <a:pt x="1882" y="5966"/>
                      <a:pt x="2287" y="5597"/>
                      <a:pt x="3025" y="4989"/>
                    </a:cubicBezTo>
                    <a:cubicBezTo>
                      <a:pt x="3751" y="4382"/>
                      <a:pt x="4835" y="3525"/>
                      <a:pt x="6192" y="2572"/>
                    </a:cubicBezTo>
                    <a:cubicBezTo>
                      <a:pt x="7347" y="1763"/>
                      <a:pt x="8704" y="882"/>
                      <a:pt x="10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39"/>
              <p:cNvSpPr/>
              <p:nvPr/>
            </p:nvSpPr>
            <p:spPr>
              <a:xfrm>
                <a:off x="2921175" y="2856125"/>
                <a:ext cx="69675" cy="51225"/>
              </a:xfrm>
              <a:custGeom>
                <a:rect b="b" l="l" r="r" t="t"/>
                <a:pathLst>
                  <a:path extrusionOk="0" h="2049" w="2787">
                    <a:moveTo>
                      <a:pt x="2787" y="1"/>
                    </a:moveTo>
                    <a:cubicBezTo>
                      <a:pt x="1882" y="561"/>
                      <a:pt x="953" y="1144"/>
                      <a:pt x="1" y="1727"/>
                    </a:cubicBezTo>
                    <a:lnTo>
                      <a:pt x="1" y="2049"/>
                    </a:lnTo>
                    <a:cubicBezTo>
                      <a:pt x="930" y="1370"/>
                      <a:pt x="1858" y="680"/>
                      <a:pt x="2787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39"/>
              <p:cNvSpPr/>
              <p:nvPr/>
            </p:nvSpPr>
            <p:spPr>
              <a:xfrm>
                <a:off x="2921175" y="2445975"/>
                <a:ext cx="1112075" cy="1676400"/>
              </a:xfrm>
              <a:custGeom>
                <a:rect b="b" l="l" r="r" t="t"/>
                <a:pathLst>
                  <a:path extrusionOk="0" h="67056" w="44483">
                    <a:moveTo>
                      <a:pt x="18789" y="23574"/>
                    </a:moveTo>
                    <a:lnTo>
                      <a:pt x="18789" y="23574"/>
                    </a:lnTo>
                    <a:cubicBezTo>
                      <a:pt x="18325" y="31706"/>
                      <a:pt x="17860" y="39838"/>
                      <a:pt x="17384" y="48161"/>
                    </a:cubicBezTo>
                    <a:cubicBezTo>
                      <a:pt x="16824" y="39803"/>
                      <a:pt x="17729" y="31683"/>
                      <a:pt x="18789" y="23574"/>
                    </a:cubicBezTo>
                    <a:close/>
                    <a:moveTo>
                      <a:pt x="26064" y="0"/>
                    </a:moveTo>
                    <a:cubicBezTo>
                      <a:pt x="24016" y="1286"/>
                      <a:pt x="22289" y="2381"/>
                      <a:pt x="20551" y="3477"/>
                    </a:cubicBezTo>
                    <a:cubicBezTo>
                      <a:pt x="20611" y="3596"/>
                      <a:pt x="20658" y="3715"/>
                      <a:pt x="20718" y="3822"/>
                    </a:cubicBezTo>
                    <a:cubicBezTo>
                      <a:pt x="21849" y="3286"/>
                      <a:pt x="22980" y="2739"/>
                      <a:pt x="24111" y="2191"/>
                    </a:cubicBezTo>
                    <a:cubicBezTo>
                      <a:pt x="24147" y="2250"/>
                      <a:pt x="24183" y="2322"/>
                      <a:pt x="24206" y="2381"/>
                    </a:cubicBezTo>
                    <a:lnTo>
                      <a:pt x="20789" y="4584"/>
                    </a:lnTo>
                    <a:cubicBezTo>
                      <a:pt x="20908" y="4525"/>
                      <a:pt x="21027" y="4465"/>
                      <a:pt x="21135" y="4405"/>
                    </a:cubicBezTo>
                    <a:lnTo>
                      <a:pt x="21135" y="4405"/>
                    </a:lnTo>
                    <a:cubicBezTo>
                      <a:pt x="21134" y="4406"/>
                      <a:pt x="17919" y="6644"/>
                      <a:pt x="12693" y="10061"/>
                    </a:cubicBezTo>
                    <a:cubicBezTo>
                      <a:pt x="9907" y="11894"/>
                      <a:pt x="6537" y="14061"/>
                      <a:pt x="2787" y="16395"/>
                    </a:cubicBezTo>
                    <a:cubicBezTo>
                      <a:pt x="1858" y="17086"/>
                      <a:pt x="930" y="17776"/>
                      <a:pt x="1" y="18455"/>
                    </a:cubicBezTo>
                    <a:lnTo>
                      <a:pt x="1" y="18895"/>
                    </a:lnTo>
                    <a:cubicBezTo>
                      <a:pt x="1144" y="18110"/>
                      <a:pt x="2656" y="17086"/>
                      <a:pt x="4478" y="15919"/>
                    </a:cubicBezTo>
                    <a:cubicBezTo>
                      <a:pt x="6407" y="14681"/>
                      <a:pt x="8693" y="13276"/>
                      <a:pt x="11229" y="11835"/>
                    </a:cubicBezTo>
                    <a:cubicBezTo>
                      <a:pt x="14384" y="9430"/>
                      <a:pt x="17848" y="7489"/>
                      <a:pt x="21218" y="5406"/>
                    </a:cubicBezTo>
                    <a:cubicBezTo>
                      <a:pt x="21301" y="5525"/>
                      <a:pt x="21385" y="5644"/>
                      <a:pt x="21468" y="5775"/>
                    </a:cubicBezTo>
                    <a:cubicBezTo>
                      <a:pt x="20063" y="6703"/>
                      <a:pt x="18658" y="7644"/>
                      <a:pt x="17253" y="8585"/>
                    </a:cubicBezTo>
                    <a:cubicBezTo>
                      <a:pt x="18515" y="7942"/>
                      <a:pt x="19801" y="7311"/>
                      <a:pt x="21123" y="6691"/>
                    </a:cubicBezTo>
                    <a:lnTo>
                      <a:pt x="21123" y="6691"/>
                    </a:lnTo>
                    <a:cubicBezTo>
                      <a:pt x="21122" y="6692"/>
                      <a:pt x="18539" y="8442"/>
                      <a:pt x="14312" y="11049"/>
                    </a:cubicBezTo>
                    <a:cubicBezTo>
                      <a:pt x="11181" y="12978"/>
                      <a:pt x="7145" y="15383"/>
                      <a:pt x="2597" y="17907"/>
                    </a:cubicBezTo>
                    <a:cubicBezTo>
                      <a:pt x="5144" y="16824"/>
                      <a:pt x="7680" y="15752"/>
                      <a:pt x="10217" y="14669"/>
                    </a:cubicBezTo>
                    <a:cubicBezTo>
                      <a:pt x="12300" y="13466"/>
                      <a:pt x="14693" y="12287"/>
                      <a:pt x="17265" y="11311"/>
                    </a:cubicBezTo>
                    <a:lnTo>
                      <a:pt x="17265" y="11311"/>
                    </a:lnTo>
                    <a:cubicBezTo>
                      <a:pt x="17265" y="11311"/>
                      <a:pt x="16836" y="11609"/>
                      <a:pt x="16062" y="12109"/>
                    </a:cubicBezTo>
                    <a:cubicBezTo>
                      <a:pt x="15289" y="12621"/>
                      <a:pt x="14169" y="13335"/>
                      <a:pt x="12788" y="14204"/>
                    </a:cubicBezTo>
                    <a:cubicBezTo>
                      <a:pt x="12467" y="14395"/>
                      <a:pt x="12145" y="14597"/>
                      <a:pt x="11812" y="14800"/>
                    </a:cubicBezTo>
                    <a:cubicBezTo>
                      <a:pt x="11312" y="22884"/>
                      <a:pt x="11109" y="30992"/>
                      <a:pt x="11229" y="39088"/>
                    </a:cubicBezTo>
                    <a:cubicBezTo>
                      <a:pt x="11264" y="41481"/>
                      <a:pt x="11348" y="43958"/>
                      <a:pt x="12407" y="46101"/>
                    </a:cubicBezTo>
                    <a:cubicBezTo>
                      <a:pt x="13503" y="48328"/>
                      <a:pt x="15515" y="49947"/>
                      <a:pt x="17479" y="51459"/>
                    </a:cubicBezTo>
                    <a:cubicBezTo>
                      <a:pt x="24206" y="56650"/>
                      <a:pt x="31088" y="61627"/>
                      <a:pt x="38113" y="66413"/>
                    </a:cubicBezTo>
                    <a:cubicBezTo>
                      <a:pt x="38434" y="66627"/>
                      <a:pt x="38780" y="66854"/>
                      <a:pt x="39125" y="67056"/>
                    </a:cubicBezTo>
                    <a:lnTo>
                      <a:pt x="44483" y="62424"/>
                    </a:lnTo>
                    <a:cubicBezTo>
                      <a:pt x="44316" y="62032"/>
                      <a:pt x="44137" y="61651"/>
                      <a:pt x="43935" y="61270"/>
                    </a:cubicBezTo>
                    <a:cubicBezTo>
                      <a:pt x="41851" y="57412"/>
                      <a:pt x="39411" y="53781"/>
                      <a:pt x="36005" y="50971"/>
                    </a:cubicBezTo>
                    <a:cubicBezTo>
                      <a:pt x="32315" y="47923"/>
                      <a:pt x="29957" y="44220"/>
                      <a:pt x="28719" y="39517"/>
                    </a:cubicBezTo>
                    <a:cubicBezTo>
                      <a:pt x="27445" y="34695"/>
                      <a:pt x="26742" y="29837"/>
                      <a:pt x="26052" y="24932"/>
                    </a:cubicBezTo>
                    <a:cubicBezTo>
                      <a:pt x="25064" y="17800"/>
                      <a:pt x="25397" y="10644"/>
                      <a:pt x="25861" y="3501"/>
                    </a:cubicBezTo>
                    <a:cubicBezTo>
                      <a:pt x="25933" y="2489"/>
                      <a:pt x="25980" y="1477"/>
                      <a:pt x="260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39"/>
              <p:cNvSpPr/>
              <p:nvPr/>
            </p:nvSpPr>
            <p:spPr>
              <a:xfrm>
                <a:off x="3990075" y="3406500"/>
                <a:ext cx="664975" cy="1265050"/>
              </a:xfrm>
              <a:custGeom>
                <a:rect b="b" l="l" r="r" t="t"/>
                <a:pathLst>
                  <a:path extrusionOk="0" h="50602" w="26599">
                    <a:moveTo>
                      <a:pt x="26599" y="1"/>
                    </a:moveTo>
                    <a:lnTo>
                      <a:pt x="26599" y="1"/>
                    </a:lnTo>
                    <a:cubicBezTo>
                      <a:pt x="24730" y="72"/>
                      <a:pt x="23289" y="489"/>
                      <a:pt x="22170" y="1846"/>
                    </a:cubicBezTo>
                    <a:cubicBezTo>
                      <a:pt x="20979" y="3287"/>
                      <a:pt x="20217" y="4894"/>
                      <a:pt x="19658" y="6668"/>
                    </a:cubicBezTo>
                    <a:cubicBezTo>
                      <a:pt x="18372" y="10823"/>
                      <a:pt x="16967" y="14931"/>
                      <a:pt x="15538" y="19277"/>
                    </a:cubicBezTo>
                    <a:cubicBezTo>
                      <a:pt x="11930" y="16848"/>
                      <a:pt x="8418" y="14467"/>
                      <a:pt x="4894" y="12097"/>
                    </a:cubicBezTo>
                    <a:cubicBezTo>
                      <a:pt x="4846" y="12157"/>
                      <a:pt x="4787" y="12216"/>
                      <a:pt x="4739" y="12288"/>
                    </a:cubicBezTo>
                    <a:cubicBezTo>
                      <a:pt x="4894" y="12574"/>
                      <a:pt x="5049" y="12859"/>
                      <a:pt x="5203" y="13145"/>
                    </a:cubicBezTo>
                    <a:lnTo>
                      <a:pt x="5013" y="13312"/>
                    </a:lnTo>
                    <a:cubicBezTo>
                      <a:pt x="3394" y="12014"/>
                      <a:pt x="1774" y="10728"/>
                      <a:pt x="167" y="9430"/>
                    </a:cubicBezTo>
                    <a:cubicBezTo>
                      <a:pt x="107" y="9454"/>
                      <a:pt x="48" y="9478"/>
                      <a:pt x="0" y="9502"/>
                    </a:cubicBezTo>
                    <a:cubicBezTo>
                      <a:pt x="191" y="9823"/>
                      <a:pt x="334" y="10180"/>
                      <a:pt x="560" y="10466"/>
                    </a:cubicBezTo>
                    <a:cubicBezTo>
                      <a:pt x="3263" y="13788"/>
                      <a:pt x="6418" y="16610"/>
                      <a:pt x="10025" y="18931"/>
                    </a:cubicBezTo>
                    <a:cubicBezTo>
                      <a:pt x="11014" y="19562"/>
                      <a:pt x="11966" y="20289"/>
                      <a:pt x="12871" y="21039"/>
                    </a:cubicBezTo>
                    <a:cubicBezTo>
                      <a:pt x="13157" y="21289"/>
                      <a:pt x="13276" y="21753"/>
                      <a:pt x="13466" y="22122"/>
                    </a:cubicBezTo>
                    <a:lnTo>
                      <a:pt x="13121" y="22432"/>
                    </a:lnTo>
                    <a:cubicBezTo>
                      <a:pt x="9597" y="20348"/>
                      <a:pt x="6072" y="18277"/>
                      <a:pt x="2227" y="16014"/>
                    </a:cubicBezTo>
                    <a:lnTo>
                      <a:pt x="2227" y="16014"/>
                    </a:lnTo>
                    <a:cubicBezTo>
                      <a:pt x="5144" y="19515"/>
                      <a:pt x="8823" y="21503"/>
                      <a:pt x="12383" y="23884"/>
                    </a:cubicBezTo>
                    <a:cubicBezTo>
                      <a:pt x="11787" y="24825"/>
                      <a:pt x="11216" y="25706"/>
                      <a:pt x="10656" y="26611"/>
                    </a:cubicBezTo>
                    <a:cubicBezTo>
                      <a:pt x="7096" y="32338"/>
                      <a:pt x="4513" y="38446"/>
                      <a:pt x="3786" y="45197"/>
                    </a:cubicBezTo>
                    <a:cubicBezTo>
                      <a:pt x="3608" y="46780"/>
                      <a:pt x="2798" y="48006"/>
                      <a:pt x="2120" y="49316"/>
                    </a:cubicBezTo>
                    <a:cubicBezTo>
                      <a:pt x="1917" y="49733"/>
                      <a:pt x="1655" y="50126"/>
                      <a:pt x="1334" y="50602"/>
                    </a:cubicBezTo>
                    <a:cubicBezTo>
                      <a:pt x="6751" y="49971"/>
                      <a:pt x="10573" y="49376"/>
                      <a:pt x="11311" y="48899"/>
                    </a:cubicBezTo>
                    <a:cubicBezTo>
                      <a:pt x="14466" y="46852"/>
                      <a:pt x="17443" y="34791"/>
                      <a:pt x="17443" y="34791"/>
                    </a:cubicBezTo>
                    <a:lnTo>
                      <a:pt x="23872" y="16741"/>
                    </a:lnTo>
                    <a:lnTo>
                      <a:pt x="23872" y="16741"/>
                    </a:lnTo>
                    <a:cubicBezTo>
                      <a:pt x="23729" y="16967"/>
                      <a:pt x="23563" y="17169"/>
                      <a:pt x="23277" y="17562"/>
                    </a:cubicBezTo>
                    <a:cubicBezTo>
                      <a:pt x="25027" y="11716"/>
                      <a:pt x="26539" y="6061"/>
                      <a:pt x="265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39"/>
              <p:cNvSpPr/>
              <p:nvPr/>
            </p:nvSpPr>
            <p:spPr>
              <a:xfrm>
                <a:off x="2921175" y="4006275"/>
                <a:ext cx="1139750" cy="743575"/>
              </a:xfrm>
              <a:custGeom>
                <a:rect b="b" l="l" r="r" t="t"/>
                <a:pathLst>
                  <a:path extrusionOk="0" h="29743" w="45590">
                    <a:moveTo>
                      <a:pt x="41137" y="12300"/>
                    </a:moveTo>
                    <a:lnTo>
                      <a:pt x="41137" y="12300"/>
                    </a:lnTo>
                    <a:cubicBezTo>
                      <a:pt x="38457" y="14276"/>
                      <a:pt x="35719" y="15163"/>
                      <a:pt x="32793" y="15163"/>
                    </a:cubicBezTo>
                    <a:cubicBezTo>
                      <a:pt x="31559" y="15163"/>
                      <a:pt x="30291" y="15005"/>
                      <a:pt x="28981" y="14705"/>
                    </a:cubicBezTo>
                    <a:cubicBezTo>
                      <a:pt x="33065" y="13895"/>
                      <a:pt x="36958" y="13133"/>
                      <a:pt x="41137" y="12300"/>
                    </a:cubicBezTo>
                    <a:close/>
                    <a:moveTo>
                      <a:pt x="44483" y="1"/>
                    </a:moveTo>
                    <a:lnTo>
                      <a:pt x="39125" y="4644"/>
                    </a:lnTo>
                    <a:lnTo>
                      <a:pt x="34577" y="8561"/>
                    </a:lnTo>
                    <a:cubicBezTo>
                      <a:pt x="34577" y="8561"/>
                      <a:pt x="14384" y="16729"/>
                      <a:pt x="4787" y="20717"/>
                    </a:cubicBezTo>
                    <a:cubicBezTo>
                      <a:pt x="2299" y="21753"/>
                      <a:pt x="525" y="22503"/>
                      <a:pt x="1" y="22765"/>
                    </a:cubicBezTo>
                    <a:lnTo>
                      <a:pt x="1" y="29742"/>
                    </a:lnTo>
                    <a:lnTo>
                      <a:pt x="10347" y="29742"/>
                    </a:lnTo>
                    <a:cubicBezTo>
                      <a:pt x="21254" y="28861"/>
                      <a:pt x="34458" y="27718"/>
                      <a:pt x="43506" y="26682"/>
                    </a:cubicBezTo>
                    <a:cubicBezTo>
                      <a:pt x="43637" y="24063"/>
                      <a:pt x="43721" y="21694"/>
                      <a:pt x="43935" y="19348"/>
                    </a:cubicBezTo>
                    <a:cubicBezTo>
                      <a:pt x="44376" y="14740"/>
                      <a:pt x="44947" y="10145"/>
                      <a:pt x="45399" y="5549"/>
                    </a:cubicBezTo>
                    <a:cubicBezTo>
                      <a:pt x="45590" y="3608"/>
                      <a:pt x="45245" y="1763"/>
                      <a:pt x="444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39"/>
              <p:cNvSpPr/>
              <p:nvPr/>
            </p:nvSpPr>
            <p:spPr>
              <a:xfrm>
                <a:off x="2921175" y="4517950"/>
                <a:ext cx="23550" cy="56875"/>
              </a:xfrm>
              <a:custGeom>
                <a:rect b="b" l="l" r="r" t="t"/>
                <a:pathLst>
                  <a:path extrusionOk="0" h="2275" w="942">
                    <a:moveTo>
                      <a:pt x="942" y="0"/>
                    </a:moveTo>
                    <a:lnTo>
                      <a:pt x="942" y="0"/>
                    </a:lnTo>
                    <a:cubicBezTo>
                      <a:pt x="703" y="48"/>
                      <a:pt x="453" y="96"/>
                      <a:pt x="203" y="143"/>
                    </a:cubicBezTo>
                    <a:cubicBezTo>
                      <a:pt x="132" y="310"/>
                      <a:pt x="72" y="489"/>
                      <a:pt x="1" y="679"/>
                    </a:cubicBezTo>
                    <a:lnTo>
                      <a:pt x="1" y="2274"/>
                    </a:lnTo>
                    <a:cubicBezTo>
                      <a:pt x="227" y="1989"/>
                      <a:pt x="549" y="1179"/>
                      <a:pt x="9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39"/>
              <p:cNvSpPr/>
              <p:nvPr/>
            </p:nvSpPr>
            <p:spPr>
              <a:xfrm>
                <a:off x="2921175" y="3757425"/>
                <a:ext cx="178325" cy="541175"/>
              </a:xfrm>
              <a:custGeom>
                <a:rect b="b" l="l" r="r" t="t"/>
                <a:pathLst>
                  <a:path extrusionOk="0" h="21647" w="7133">
                    <a:moveTo>
                      <a:pt x="1" y="1"/>
                    </a:moveTo>
                    <a:lnTo>
                      <a:pt x="1" y="6859"/>
                    </a:lnTo>
                    <a:cubicBezTo>
                      <a:pt x="430" y="7466"/>
                      <a:pt x="739" y="8109"/>
                      <a:pt x="1001" y="8776"/>
                    </a:cubicBezTo>
                    <a:cubicBezTo>
                      <a:pt x="2168" y="11681"/>
                      <a:pt x="2501" y="14705"/>
                      <a:pt x="2180" y="17813"/>
                    </a:cubicBezTo>
                    <a:cubicBezTo>
                      <a:pt x="2037" y="19075"/>
                      <a:pt x="2037" y="20361"/>
                      <a:pt x="2204" y="21646"/>
                    </a:cubicBezTo>
                    <a:cubicBezTo>
                      <a:pt x="3704" y="16324"/>
                      <a:pt x="5204" y="11002"/>
                      <a:pt x="6704" y="5680"/>
                    </a:cubicBezTo>
                    <a:cubicBezTo>
                      <a:pt x="6847" y="5656"/>
                      <a:pt x="6990" y="5621"/>
                      <a:pt x="7133" y="5597"/>
                    </a:cubicBezTo>
                    <a:cubicBezTo>
                      <a:pt x="6561" y="4990"/>
                      <a:pt x="6073" y="4263"/>
                      <a:pt x="5406" y="3799"/>
                    </a:cubicBezTo>
                    <a:cubicBezTo>
                      <a:pt x="3597" y="2537"/>
                      <a:pt x="1811" y="1251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39"/>
              <p:cNvSpPr/>
              <p:nvPr/>
            </p:nvSpPr>
            <p:spPr>
              <a:xfrm>
                <a:off x="2932800" y="4454850"/>
                <a:ext cx="29200" cy="48825"/>
              </a:xfrm>
              <a:custGeom>
                <a:rect b="b" l="l" r="r" t="t"/>
                <a:pathLst>
                  <a:path extrusionOk="0" h="1953" w="1168">
                    <a:moveTo>
                      <a:pt x="727" y="0"/>
                    </a:moveTo>
                    <a:cubicBezTo>
                      <a:pt x="500" y="619"/>
                      <a:pt x="262" y="1239"/>
                      <a:pt x="0" y="1953"/>
                    </a:cubicBezTo>
                    <a:cubicBezTo>
                      <a:pt x="238" y="1858"/>
                      <a:pt x="500" y="1750"/>
                      <a:pt x="774" y="1643"/>
                    </a:cubicBezTo>
                    <a:cubicBezTo>
                      <a:pt x="893" y="1239"/>
                      <a:pt x="1036" y="810"/>
                      <a:pt x="1167" y="346"/>
                    </a:cubicBezTo>
                    <a:cubicBezTo>
                      <a:pt x="1143" y="250"/>
                      <a:pt x="1119" y="155"/>
                      <a:pt x="1084" y="60"/>
                    </a:cubicBezTo>
                    <a:cubicBezTo>
                      <a:pt x="965" y="36"/>
                      <a:pt x="846" y="12"/>
                      <a:pt x="7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39"/>
              <p:cNvSpPr/>
              <p:nvPr/>
            </p:nvSpPr>
            <p:spPr>
              <a:xfrm>
                <a:off x="2921175" y="1088650"/>
                <a:ext cx="1779425" cy="3607025"/>
              </a:xfrm>
              <a:custGeom>
                <a:rect b="b" l="l" r="r" t="t"/>
                <a:pathLst>
                  <a:path extrusionOk="0" h="144281" w="71177">
                    <a:moveTo>
                      <a:pt x="63783" y="1"/>
                    </a:moveTo>
                    <a:cubicBezTo>
                      <a:pt x="60544" y="4763"/>
                      <a:pt x="55829" y="8109"/>
                      <a:pt x="49638" y="10050"/>
                    </a:cubicBezTo>
                    <a:cubicBezTo>
                      <a:pt x="48995" y="10240"/>
                      <a:pt x="48340" y="10431"/>
                      <a:pt x="47674" y="10597"/>
                    </a:cubicBezTo>
                    <a:lnTo>
                      <a:pt x="51579" y="10597"/>
                    </a:lnTo>
                    <a:lnTo>
                      <a:pt x="51591" y="10621"/>
                    </a:lnTo>
                    <a:cubicBezTo>
                      <a:pt x="51603" y="10669"/>
                      <a:pt x="51615" y="10728"/>
                      <a:pt x="51638" y="10788"/>
                    </a:cubicBezTo>
                    <a:cubicBezTo>
                      <a:pt x="50710" y="11145"/>
                      <a:pt x="49769" y="11490"/>
                      <a:pt x="48840" y="11847"/>
                    </a:cubicBezTo>
                    <a:cubicBezTo>
                      <a:pt x="48864" y="11895"/>
                      <a:pt x="48876" y="11943"/>
                      <a:pt x="48900" y="11978"/>
                    </a:cubicBezTo>
                    <a:cubicBezTo>
                      <a:pt x="49376" y="11931"/>
                      <a:pt x="49841" y="11883"/>
                      <a:pt x="50305" y="11836"/>
                    </a:cubicBezTo>
                    <a:cubicBezTo>
                      <a:pt x="50317" y="11931"/>
                      <a:pt x="50329" y="12014"/>
                      <a:pt x="50341" y="12109"/>
                    </a:cubicBezTo>
                    <a:cubicBezTo>
                      <a:pt x="49531" y="12455"/>
                      <a:pt x="48721" y="12788"/>
                      <a:pt x="47828" y="13169"/>
                    </a:cubicBezTo>
                    <a:cubicBezTo>
                      <a:pt x="48221" y="13276"/>
                      <a:pt x="48495" y="13360"/>
                      <a:pt x="48828" y="13467"/>
                    </a:cubicBezTo>
                    <a:cubicBezTo>
                      <a:pt x="48578" y="13764"/>
                      <a:pt x="48412" y="13955"/>
                      <a:pt x="48376" y="13991"/>
                    </a:cubicBezTo>
                    <a:cubicBezTo>
                      <a:pt x="50055" y="13669"/>
                      <a:pt x="51829" y="13336"/>
                      <a:pt x="53603" y="13002"/>
                    </a:cubicBezTo>
                    <a:cubicBezTo>
                      <a:pt x="53627" y="13062"/>
                      <a:pt x="53639" y="13121"/>
                      <a:pt x="53662" y="13181"/>
                    </a:cubicBezTo>
                    <a:cubicBezTo>
                      <a:pt x="52543" y="13979"/>
                      <a:pt x="51412" y="14776"/>
                      <a:pt x="50293" y="15586"/>
                    </a:cubicBezTo>
                    <a:cubicBezTo>
                      <a:pt x="50364" y="15669"/>
                      <a:pt x="50424" y="15753"/>
                      <a:pt x="50483" y="15848"/>
                    </a:cubicBezTo>
                    <a:cubicBezTo>
                      <a:pt x="51460" y="15479"/>
                      <a:pt x="52436" y="15122"/>
                      <a:pt x="53603" y="14681"/>
                    </a:cubicBezTo>
                    <a:lnTo>
                      <a:pt x="53603" y="14681"/>
                    </a:lnTo>
                    <a:cubicBezTo>
                      <a:pt x="53472" y="15300"/>
                      <a:pt x="53412" y="15717"/>
                      <a:pt x="53293" y="16110"/>
                    </a:cubicBezTo>
                    <a:cubicBezTo>
                      <a:pt x="52603" y="18479"/>
                      <a:pt x="51888" y="20849"/>
                      <a:pt x="51186" y="23218"/>
                    </a:cubicBezTo>
                    <a:cubicBezTo>
                      <a:pt x="50150" y="26706"/>
                      <a:pt x="48686" y="29933"/>
                      <a:pt x="46316" y="32779"/>
                    </a:cubicBezTo>
                    <a:cubicBezTo>
                      <a:pt x="44518" y="34946"/>
                      <a:pt x="42137" y="36303"/>
                      <a:pt x="39946" y="37934"/>
                    </a:cubicBezTo>
                    <a:cubicBezTo>
                      <a:pt x="37387" y="39851"/>
                      <a:pt x="34827" y="41756"/>
                      <a:pt x="32267" y="43673"/>
                    </a:cubicBezTo>
                    <a:cubicBezTo>
                      <a:pt x="25814" y="48483"/>
                      <a:pt x="19372" y="53305"/>
                      <a:pt x="12979" y="58186"/>
                    </a:cubicBezTo>
                    <a:cubicBezTo>
                      <a:pt x="11252" y="59508"/>
                      <a:pt x="9335" y="59889"/>
                      <a:pt x="7359" y="60258"/>
                    </a:cubicBezTo>
                    <a:cubicBezTo>
                      <a:pt x="7264" y="60275"/>
                      <a:pt x="7166" y="60283"/>
                      <a:pt x="7065" y="60283"/>
                    </a:cubicBezTo>
                    <a:cubicBezTo>
                      <a:pt x="6602" y="60283"/>
                      <a:pt x="6095" y="60121"/>
                      <a:pt x="5645" y="59984"/>
                    </a:cubicBezTo>
                    <a:cubicBezTo>
                      <a:pt x="3728" y="59365"/>
                      <a:pt x="1858" y="58663"/>
                      <a:pt x="1" y="57913"/>
                    </a:cubicBezTo>
                    <a:lnTo>
                      <a:pt x="1" y="69390"/>
                    </a:lnTo>
                    <a:cubicBezTo>
                      <a:pt x="406" y="69140"/>
                      <a:pt x="799" y="68890"/>
                      <a:pt x="1180" y="68640"/>
                    </a:cubicBezTo>
                    <a:lnTo>
                      <a:pt x="1180" y="68640"/>
                    </a:lnTo>
                    <a:cubicBezTo>
                      <a:pt x="1073" y="68866"/>
                      <a:pt x="942" y="69116"/>
                      <a:pt x="739" y="69521"/>
                    </a:cubicBezTo>
                    <a:cubicBezTo>
                      <a:pt x="2930" y="68200"/>
                      <a:pt x="4787" y="66795"/>
                      <a:pt x="7359" y="66676"/>
                    </a:cubicBezTo>
                    <a:lnTo>
                      <a:pt x="7359" y="66676"/>
                    </a:lnTo>
                    <a:cubicBezTo>
                      <a:pt x="4883" y="68235"/>
                      <a:pt x="2620" y="69724"/>
                      <a:pt x="656" y="71057"/>
                    </a:cubicBezTo>
                    <a:cubicBezTo>
                      <a:pt x="430" y="71212"/>
                      <a:pt x="215" y="71355"/>
                      <a:pt x="1" y="71510"/>
                    </a:cubicBezTo>
                    <a:lnTo>
                      <a:pt x="1" y="72426"/>
                    </a:lnTo>
                    <a:cubicBezTo>
                      <a:pt x="953" y="71843"/>
                      <a:pt x="1882" y="71260"/>
                      <a:pt x="2787" y="70700"/>
                    </a:cubicBezTo>
                    <a:cubicBezTo>
                      <a:pt x="6537" y="68354"/>
                      <a:pt x="9907" y="66187"/>
                      <a:pt x="12693" y="64354"/>
                    </a:cubicBezTo>
                    <a:cubicBezTo>
                      <a:pt x="17919" y="60937"/>
                      <a:pt x="21134" y="58699"/>
                      <a:pt x="21135" y="58698"/>
                    </a:cubicBezTo>
                    <a:lnTo>
                      <a:pt x="21135" y="58698"/>
                    </a:lnTo>
                    <a:cubicBezTo>
                      <a:pt x="21027" y="58758"/>
                      <a:pt x="20908" y="58818"/>
                      <a:pt x="20789" y="58877"/>
                    </a:cubicBezTo>
                    <a:lnTo>
                      <a:pt x="24206" y="56674"/>
                    </a:lnTo>
                    <a:cubicBezTo>
                      <a:pt x="24171" y="56615"/>
                      <a:pt x="24147" y="56543"/>
                      <a:pt x="24111" y="56484"/>
                    </a:cubicBezTo>
                    <a:cubicBezTo>
                      <a:pt x="22980" y="57032"/>
                      <a:pt x="21849" y="57579"/>
                      <a:pt x="20718" y="58127"/>
                    </a:cubicBezTo>
                    <a:cubicBezTo>
                      <a:pt x="20658" y="58008"/>
                      <a:pt x="20611" y="57889"/>
                      <a:pt x="20551" y="57770"/>
                    </a:cubicBezTo>
                    <a:cubicBezTo>
                      <a:pt x="22289" y="56674"/>
                      <a:pt x="24016" y="55591"/>
                      <a:pt x="26064" y="54293"/>
                    </a:cubicBezTo>
                    <a:lnTo>
                      <a:pt x="26064" y="54293"/>
                    </a:lnTo>
                    <a:cubicBezTo>
                      <a:pt x="25980" y="55770"/>
                      <a:pt x="25933" y="56782"/>
                      <a:pt x="25861" y="57794"/>
                    </a:cubicBezTo>
                    <a:cubicBezTo>
                      <a:pt x="25397" y="64949"/>
                      <a:pt x="25064" y="72093"/>
                      <a:pt x="26052" y="79237"/>
                    </a:cubicBezTo>
                    <a:cubicBezTo>
                      <a:pt x="26742" y="84130"/>
                      <a:pt x="27445" y="89000"/>
                      <a:pt x="28719" y="93810"/>
                    </a:cubicBezTo>
                    <a:cubicBezTo>
                      <a:pt x="29957" y="98513"/>
                      <a:pt x="32315" y="102216"/>
                      <a:pt x="36005" y="105264"/>
                    </a:cubicBezTo>
                    <a:cubicBezTo>
                      <a:pt x="39411" y="108085"/>
                      <a:pt x="41840" y="111705"/>
                      <a:pt x="43935" y="115563"/>
                    </a:cubicBezTo>
                    <a:cubicBezTo>
                      <a:pt x="44137" y="115944"/>
                      <a:pt x="44316" y="116325"/>
                      <a:pt x="44483" y="116717"/>
                    </a:cubicBezTo>
                    <a:cubicBezTo>
                      <a:pt x="45233" y="118468"/>
                      <a:pt x="45590" y="120313"/>
                      <a:pt x="45399" y="122254"/>
                    </a:cubicBezTo>
                    <a:cubicBezTo>
                      <a:pt x="44947" y="126850"/>
                      <a:pt x="44376" y="131445"/>
                      <a:pt x="43935" y="136053"/>
                    </a:cubicBezTo>
                    <a:cubicBezTo>
                      <a:pt x="43709" y="138399"/>
                      <a:pt x="43637" y="140768"/>
                      <a:pt x="43494" y="143387"/>
                    </a:cubicBezTo>
                    <a:cubicBezTo>
                      <a:pt x="43483" y="143685"/>
                      <a:pt x="43471" y="143971"/>
                      <a:pt x="43447" y="144280"/>
                    </a:cubicBezTo>
                    <a:cubicBezTo>
                      <a:pt x="43685" y="143911"/>
                      <a:pt x="43899" y="143602"/>
                      <a:pt x="44090" y="143316"/>
                    </a:cubicBezTo>
                    <a:cubicBezTo>
                      <a:pt x="44411" y="142840"/>
                      <a:pt x="44661" y="142447"/>
                      <a:pt x="44876" y="142030"/>
                    </a:cubicBezTo>
                    <a:cubicBezTo>
                      <a:pt x="45554" y="140720"/>
                      <a:pt x="46364" y="139494"/>
                      <a:pt x="46542" y="137911"/>
                    </a:cubicBezTo>
                    <a:cubicBezTo>
                      <a:pt x="47269" y="131160"/>
                      <a:pt x="49852" y="125052"/>
                      <a:pt x="53412" y="119325"/>
                    </a:cubicBezTo>
                    <a:cubicBezTo>
                      <a:pt x="53972" y="118420"/>
                      <a:pt x="54543" y="117539"/>
                      <a:pt x="55139" y="116598"/>
                    </a:cubicBezTo>
                    <a:cubicBezTo>
                      <a:pt x="51579" y="114217"/>
                      <a:pt x="47900" y="112229"/>
                      <a:pt x="44983" y="108728"/>
                    </a:cubicBezTo>
                    <a:lnTo>
                      <a:pt x="44983" y="108728"/>
                    </a:lnTo>
                    <a:cubicBezTo>
                      <a:pt x="48828" y="110991"/>
                      <a:pt x="52353" y="113062"/>
                      <a:pt x="55877" y="115146"/>
                    </a:cubicBezTo>
                    <a:lnTo>
                      <a:pt x="56222" y="114836"/>
                    </a:lnTo>
                    <a:cubicBezTo>
                      <a:pt x="56032" y="114467"/>
                      <a:pt x="55913" y="114003"/>
                      <a:pt x="55627" y="113753"/>
                    </a:cubicBezTo>
                    <a:cubicBezTo>
                      <a:pt x="54722" y="113003"/>
                      <a:pt x="53770" y="112276"/>
                      <a:pt x="52781" y="111645"/>
                    </a:cubicBezTo>
                    <a:cubicBezTo>
                      <a:pt x="49174" y="109324"/>
                      <a:pt x="46019" y="106502"/>
                      <a:pt x="43316" y="103180"/>
                    </a:cubicBezTo>
                    <a:cubicBezTo>
                      <a:pt x="43090" y="102894"/>
                      <a:pt x="42947" y="102537"/>
                      <a:pt x="42756" y="102216"/>
                    </a:cubicBezTo>
                    <a:cubicBezTo>
                      <a:pt x="42804" y="102192"/>
                      <a:pt x="42863" y="102168"/>
                      <a:pt x="42923" y="102144"/>
                    </a:cubicBezTo>
                    <a:cubicBezTo>
                      <a:pt x="44530" y="103442"/>
                      <a:pt x="46150" y="104728"/>
                      <a:pt x="47769" y="106026"/>
                    </a:cubicBezTo>
                    <a:lnTo>
                      <a:pt x="47959" y="105859"/>
                    </a:lnTo>
                    <a:cubicBezTo>
                      <a:pt x="47805" y="105573"/>
                      <a:pt x="47650" y="105288"/>
                      <a:pt x="47483" y="105002"/>
                    </a:cubicBezTo>
                    <a:cubicBezTo>
                      <a:pt x="47543" y="104930"/>
                      <a:pt x="47590" y="104871"/>
                      <a:pt x="47650" y="104811"/>
                    </a:cubicBezTo>
                    <a:cubicBezTo>
                      <a:pt x="51174" y="107181"/>
                      <a:pt x="54686" y="109562"/>
                      <a:pt x="58294" y="111991"/>
                    </a:cubicBezTo>
                    <a:cubicBezTo>
                      <a:pt x="59723" y="107657"/>
                      <a:pt x="61116" y="103537"/>
                      <a:pt x="62414" y="99382"/>
                    </a:cubicBezTo>
                    <a:cubicBezTo>
                      <a:pt x="62973" y="97608"/>
                      <a:pt x="63735" y="96001"/>
                      <a:pt x="64926" y="94560"/>
                    </a:cubicBezTo>
                    <a:cubicBezTo>
                      <a:pt x="66045" y="93203"/>
                      <a:pt x="67486" y="92786"/>
                      <a:pt x="69343" y="92715"/>
                    </a:cubicBezTo>
                    <a:lnTo>
                      <a:pt x="69343" y="92715"/>
                    </a:lnTo>
                    <a:cubicBezTo>
                      <a:pt x="69295" y="98775"/>
                      <a:pt x="67783" y="104430"/>
                      <a:pt x="66033" y="110276"/>
                    </a:cubicBezTo>
                    <a:cubicBezTo>
                      <a:pt x="66319" y="109883"/>
                      <a:pt x="66485" y="109681"/>
                      <a:pt x="66628" y="109455"/>
                    </a:cubicBezTo>
                    <a:cubicBezTo>
                      <a:pt x="69938" y="103859"/>
                      <a:pt x="71177" y="97787"/>
                      <a:pt x="70772" y="91345"/>
                    </a:cubicBezTo>
                    <a:cubicBezTo>
                      <a:pt x="70688" y="90012"/>
                      <a:pt x="69914" y="89024"/>
                      <a:pt x="68819" y="88333"/>
                    </a:cubicBezTo>
                    <a:cubicBezTo>
                      <a:pt x="61592" y="83761"/>
                      <a:pt x="54532" y="78927"/>
                      <a:pt x="46840" y="75093"/>
                    </a:cubicBezTo>
                    <a:cubicBezTo>
                      <a:pt x="40982" y="72164"/>
                      <a:pt x="35267" y="68914"/>
                      <a:pt x="29505" y="65759"/>
                    </a:cubicBezTo>
                    <a:cubicBezTo>
                      <a:pt x="28195" y="65044"/>
                      <a:pt x="27171" y="63961"/>
                      <a:pt x="27159" y="62330"/>
                    </a:cubicBezTo>
                    <a:cubicBezTo>
                      <a:pt x="27135" y="58246"/>
                      <a:pt x="27147" y="54162"/>
                      <a:pt x="27147" y="49745"/>
                    </a:cubicBezTo>
                    <a:cubicBezTo>
                      <a:pt x="27457" y="49447"/>
                      <a:pt x="28004" y="48852"/>
                      <a:pt x="28635" y="48364"/>
                    </a:cubicBezTo>
                    <a:cubicBezTo>
                      <a:pt x="31719" y="46042"/>
                      <a:pt x="34803" y="43744"/>
                      <a:pt x="37899" y="41434"/>
                    </a:cubicBezTo>
                    <a:cubicBezTo>
                      <a:pt x="38470" y="41018"/>
                      <a:pt x="39053" y="40589"/>
                      <a:pt x="39625" y="40160"/>
                    </a:cubicBezTo>
                    <a:cubicBezTo>
                      <a:pt x="43209" y="37493"/>
                      <a:pt x="46602" y="34648"/>
                      <a:pt x="49209" y="30981"/>
                    </a:cubicBezTo>
                    <a:cubicBezTo>
                      <a:pt x="49224" y="30962"/>
                      <a:pt x="49255" y="30956"/>
                      <a:pt x="49296" y="30956"/>
                    </a:cubicBezTo>
                    <a:cubicBezTo>
                      <a:pt x="49358" y="30956"/>
                      <a:pt x="49440" y="30969"/>
                      <a:pt x="49519" y="30969"/>
                    </a:cubicBezTo>
                    <a:cubicBezTo>
                      <a:pt x="49841" y="32314"/>
                      <a:pt x="49710" y="33898"/>
                      <a:pt x="51424" y="34957"/>
                    </a:cubicBezTo>
                    <a:cubicBezTo>
                      <a:pt x="51424" y="33791"/>
                      <a:pt x="51484" y="32921"/>
                      <a:pt x="51412" y="32076"/>
                    </a:cubicBezTo>
                    <a:cubicBezTo>
                      <a:pt x="51305" y="30993"/>
                      <a:pt x="52162" y="30528"/>
                      <a:pt x="52674" y="29838"/>
                    </a:cubicBezTo>
                    <a:cubicBezTo>
                      <a:pt x="52734" y="29754"/>
                      <a:pt x="52722" y="29623"/>
                      <a:pt x="52746" y="29528"/>
                    </a:cubicBezTo>
                    <a:cubicBezTo>
                      <a:pt x="53674" y="26599"/>
                      <a:pt x="56294" y="25051"/>
                      <a:pt x="57996" y="22754"/>
                    </a:cubicBezTo>
                    <a:cubicBezTo>
                      <a:pt x="58092" y="22801"/>
                      <a:pt x="58199" y="22861"/>
                      <a:pt x="58294" y="22908"/>
                    </a:cubicBezTo>
                    <a:cubicBezTo>
                      <a:pt x="57782" y="24647"/>
                      <a:pt x="57270" y="26385"/>
                      <a:pt x="56770" y="28111"/>
                    </a:cubicBezTo>
                    <a:cubicBezTo>
                      <a:pt x="56889" y="28159"/>
                      <a:pt x="57008" y="28195"/>
                      <a:pt x="57127" y="28242"/>
                    </a:cubicBezTo>
                    <a:cubicBezTo>
                      <a:pt x="57365" y="27778"/>
                      <a:pt x="57580" y="27314"/>
                      <a:pt x="57853" y="26873"/>
                    </a:cubicBezTo>
                    <a:cubicBezTo>
                      <a:pt x="59306" y="24420"/>
                      <a:pt x="60735" y="21956"/>
                      <a:pt x="62259" y="19551"/>
                    </a:cubicBezTo>
                    <a:cubicBezTo>
                      <a:pt x="62640" y="18955"/>
                      <a:pt x="63283" y="18420"/>
                      <a:pt x="63938" y="18146"/>
                    </a:cubicBezTo>
                    <a:cubicBezTo>
                      <a:pt x="64319" y="17979"/>
                      <a:pt x="64676" y="17789"/>
                      <a:pt x="65021" y="17586"/>
                    </a:cubicBezTo>
                    <a:cubicBezTo>
                      <a:pt x="66831" y="16539"/>
                      <a:pt x="68140" y="15026"/>
                      <a:pt x="69212" y="13157"/>
                    </a:cubicBezTo>
                    <a:cubicBezTo>
                      <a:pt x="70534" y="10895"/>
                      <a:pt x="70950" y="8692"/>
                      <a:pt x="70284" y="6085"/>
                    </a:cubicBezTo>
                    <a:cubicBezTo>
                      <a:pt x="69772" y="4085"/>
                      <a:pt x="69379" y="2049"/>
                      <a:pt x="690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39"/>
              <p:cNvSpPr/>
              <p:nvPr/>
            </p:nvSpPr>
            <p:spPr>
              <a:xfrm>
                <a:off x="2921175" y="3734225"/>
                <a:ext cx="211075" cy="800725"/>
              </a:xfrm>
              <a:custGeom>
                <a:rect b="b" l="l" r="r" t="t"/>
                <a:pathLst>
                  <a:path extrusionOk="0" h="32029" w="8443">
                    <a:moveTo>
                      <a:pt x="1192" y="28825"/>
                    </a:moveTo>
                    <a:cubicBezTo>
                      <a:pt x="1311" y="28837"/>
                      <a:pt x="1430" y="28861"/>
                      <a:pt x="1549" y="28885"/>
                    </a:cubicBezTo>
                    <a:cubicBezTo>
                      <a:pt x="1584" y="28980"/>
                      <a:pt x="1608" y="29075"/>
                      <a:pt x="1632" y="29171"/>
                    </a:cubicBezTo>
                    <a:cubicBezTo>
                      <a:pt x="1727" y="29468"/>
                      <a:pt x="1823" y="29802"/>
                      <a:pt x="1930" y="30194"/>
                    </a:cubicBezTo>
                    <a:cubicBezTo>
                      <a:pt x="1727" y="30278"/>
                      <a:pt x="1525" y="30361"/>
                      <a:pt x="1334" y="30433"/>
                    </a:cubicBezTo>
                    <a:cubicBezTo>
                      <a:pt x="1299" y="30445"/>
                      <a:pt x="1263" y="30456"/>
                      <a:pt x="1239" y="30468"/>
                    </a:cubicBezTo>
                    <a:cubicBezTo>
                      <a:pt x="965" y="30575"/>
                      <a:pt x="703" y="30683"/>
                      <a:pt x="465" y="30778"/>
                    </a:cubicBezTo>
                    <a:cubicBezTo>
                      <a:pt x="727" y="30064"/>
                      <a:pt x="965" y="29444"/>
                      <a:pt x="1192" y="28825"/>
                    </a:cubicBezTo>
                    <a:close/>
                    <a:moveTo>
                      <a:pt x="1" y="0"/>
                    </a:moveTo>
                    <a:lnTo>
                      <a:pt x="1" y="929"/>
                    </a:lnTo>
                    <a:cubicBezTo>
                      <a:pt x="1811" y="2191"/>
                      <a:pt x="3597" y="3465"/>
                      <a:pt x="5406" y="4727"/>
                    </a:cubicBezTo>
                    <a:cubicBezTo>
                      <a:pt x="6073" y="5191"/>
                      <a:pt x="6561" y="5918"/>
                      <a:pt x="7121" y="6525"/>
                    </a:cubicBezTo>
                    <a:cubicBezTo>
                      <a:pt x="6990" y="6549"/>
                      <a:pt x="6847" y="6584"/>
                      <a:pt x="6704" y="6608"/>
                    </a:cubicBezTo>
                    <a:cubicBezTo>
                      <a:pt x="5204" y="11930"/>
                      <a:pt x="3704" y="17252"/>
                      <a:pt x="2204" y="22586"/>
                    </a:cubicBezTo>
                    <a:cubicBezTo>
                      <a:pt x="2025" y="21289"/>
                      <a:pt x="2037" y="20003"/>
                      <a:pt x="2168" y="18741"/>
                    </a:cubicBezTo>
                    <a:cubicBezTo>
                      <a:pt x="2501" y="15633"/>
                      <a:pt x="2168" y="12609"/>
                      <a:pt x="1001" y="9716"/>
                    </a:cubicBezTo>
                    <a:cubicBezTo>
                      <a:pt x="739" y="9049"/>
                      <a:pt x="418" y="8394"/>
                      <a:pt x="1" y="7787"/>
                    </a:cubicBezTo>
                    <a:lnTo>
                      <a:pt x="1" y="32028"/>
                    </a:lnTo>
                    <a:cubicBezTo>
                      <a:pt x="72" y="31838"/>
                      <a:pt x="132" y="31659"/>
                      <a:pt x="203" y="31492"/>
                    </a:cubicBezTo>
                    <a:cubicBezTo>
                      <a:pt x="453" y="31445"/>
                      <a:pt x="703" y="31397"/>
                      <a:pt x="942" y="31349"/>
                    </a:cubicBezTo>
                    <a:cubicBezTo>
                      <a:pt x="1346" y="31266"/>
                      <a:pt x="1727" y="31171"/>
                      <a:pt x="2096" y="31076"/>
                    </a:cubicBezTo>
                    <a:cubicBezTo>
                      <a:pt x="3478" y="30695"/>
                      <a:pt x="4692" y="30230"/>
                      <a:pt x="5656" y="29766"/>
                    </a:cubicBezTo>
                    <a:cubicBezTo>
                      <a:pt x="6549" y="29337"/>
                      <a:pt x="7252" y="28932"/>
                      <a:pt x="7716" y="28635"/>
                    </a:cubicBezTo>
                    <a:cubicBezTo>
                      <a:pt x="8192" y="28337"/>
                      <a:pt x="8442" y="28147"/>
                      <a:pt x="8442" y="28147"/>
                    </a:cubicBezTo>
                    <a:lnTo>
                      <a:pt x="8442" y="28147"/>
                    </a:lnTo>
                    <a:cubicBezTo>
                      <a:pt x="5966" y="28742"/>
                      <a:pt x="3751" y="29516"/>
                      <a:pt x="1989" y="30183"/>
                    </a:cubicBezTo>
                    <a:cubicBezTo>
                      <a:pt x="3180" y="22574"/>
                      <a:pt x="6252" y="15586"/>
                      <a:pt x="7311" y="8097"/>
                    </a:cubicBezTo>
                    <a:cubicBezTo>
                      <a:pt x="7585" y="6168"/>
                      <a:pt x="7442" y="5239"/>
                      <a:pt x="5799" y="4060"/>
                    </a:cubicBezTo>
                    <a:cubicBezTo>
                      <a:pt x="3882" y="2691"/>
                      <a:pt x="1954" y="1334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39"/>
              <p:cNvSpPr/>
              <p:nvPr/>
            </p:nvSpPr>
            <p:spPr>
              <a:xfrm>
                <a:off x="4149900" y="1088650"/>
                <a:ext cx="224775" cy="192625"/>
              </a:xfrm>
              <a:custGeom>
                <a:rect b="b" l="l" r="r" t="t"/>
                <a:pathLst>
                  <a:path extrusionOk="0" h="7705" w="8991">
                    <a:moveTo>
                      <a:pt x="7145" y="1"/>
                    </a:moveTo>
                    <a:cubicBezTo>
                      <a:pt x="4811" y="2561"/>
                      <a:pt x="2418" y="5097"/>
                      <a:pt x="1" y="7704"/>
                    </a:cubicBezTo>
                    <a:cubicBezTo>
                      <a:pt x="3418" y="5644"/>
                      <a:pt x="6347" y="3156"/>
                      <a:pt x="8800" y="227"/>
                    </a:cubicBezTo>
                    <a:cubicBezTo>
                      <a:pt x="8859" y="156"/>
                      <a:pt x="8919" y="72"/>
                      <a:pt x="89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39"/>
              <p:cNvSpPr/>
              <p:nvPr/>
            </p:nvSpPr>
            <p:spPr>
              <a:xfrm>
                <a:off x="4741350" y="1088650"/>
                <a:ext cx="21150" cy="32175"/>
              </a:xfrm>
              <a:custGeom>
                <a:rect b="b" l="l" r="r" t="t"/>
                <a:pathLst>
                  <a:path extrusionOk="0" h="1287" w="846">
                    <a:moveTo>
                      <a:pt x="1" y="1"/>
                    </a:moveTo>
                    <a:cubicBezTo>
                      <a:pt x="251" y="429"/>
                      <a:pt x="536" y="870"/>
                      <a:pt x="846" y="1287"/>
                    </a:cubicBezTo>
                    <a:lnTo>
                      <a:pt x="8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39"/>
              <p:cNvSpPr/>
              <p:nvPr/>
            </p:nvSpPr>
            <p:spPr>
              <a:xfrm>
                <a:off x="4619025" y="1410725"/>
                <a:ext cx="143475" cy="120575"/>
              </a:xfrm>
              <a:custGeom>
                <a:rect b="b" l="l" r="r" t="t"/>
                <a:pathLst>
                  <a:path extrusionOk="0" h="4823" w="5739">
                    <a:moveTo>
                      <a:pt x="5739" y="0"/>
                    </a:moveTo>
                    <a:cubicBezTo>
                      <a:pt x="4679" y="1667"/>
                      <a:pt x="3167" y="3096"/>
                      <a:pt x="1286" y="4120"/>
                    </a:cubicBezTo>
                    <a:cubicBezTo>
                      <a:pt x="1012" y="4263"/>
                      <a:pt x="750" y="4418"/>
                      <a:pt x="476" y="4560"/>
                    </a:cubicBezTo>
                    <a:cubicBezTo>
                      <a:pt x="322" y="4656"/>
                      <a:pt x="167" y="4739"/>
                      <a:pt x="0" y="4822"/>
                    </a:cubicBezTo>
                    <a:cubicBezTo>
                      <a:pt x="2286" y="4810"/>
                      <a:pt x="4251" y="4048"/>
                      <a:pt x="5739" y="2548"/>
                    </a:cubicBezTo>
                    <a:lnTo>
                      <a:pt x="57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39"/>
              <p:cNvSpPr/>
              <p:nvPr/>
            </p:nvSpPr>
            <p:spPr>
              <a:xfrm>
                <a:off x="3341775" y="3035325"/>
                <a:ext cx="49125" cy="614675"/>
              </a:xfrm>
              <a:custGeom>
                <a:rect b="b" l="l" r="r" t="t"/>
                <a:pathLst>
                  <a:path extrusionOk="0" h="24587" w="1965">
                    <a:moveTo>
                      <a:pt x="1965" y="0"/>
                    </a:moveTo>
                    <a:lnTo>
                      <a:pt x="1965" y="0"/>
                    </a:lnTo>
                    <a:cubicBezTo>
                      <a:pt x="905" y="8109"/>
                      <a:pt x="0" y="16229"/>
                      <a:pt x="560" y="24587"/>
                    </a:cubicBezTo>
                    <a:cubicBezTo>
                      <a:pt x="1036" y="16264"/>
                      <a:pt x="1501" y="8132"/>
                      <a:pt x="19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39"/>
              <p:cNvSpPr/>
              <p:nvPr/>
            </p:nvSpPr>
            <p:spPr>
              <a:xfrm>
                <a:off x="3645675" y="4313750"/>
                <a:ext cx="303950" cy="71600"/>
              </a:xfrm>
              <a:custGeom>
                <a:rect b="b" l="l" r="r" t="t"/>
                <a:pathLst>
                  <a:path extrusionOk="0" h="2864" w="12158">
                    <a:moveTo>
                      <a:pt x="12157" y="1"/>
                    </a:moveTo>
                    <a:cubicBezTo>
                      <a:pt x="7978" y="834"/>
                      <a:pt x="4085" y="1596"/>
                      <a:pt x="1" y="2406"/>
                    </a:cubicBezTo>
                    <a:cubicBezTo>
                      <a:pt x="1311" y="2706"/>
                      <a:pt x="2579" y="2864"/>
                      <a:pt x="3813" y="2864"/>
                    </a:cubicBezTo>
                    <a:cubicBezTo>
                      <a:pt x="6739" y="2864"/>
                      <a:pt x="9477" y="1977"/>
                      <a:pt x="121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39"/>
              <p:cNvSpPr/>
              <p:nvPr/>
            </p:nvSpPr>
            <p:spPr>
              <a:xfrm>
                <a:off x="2921175" y="2581100"/>
                <a:ext cx="536700" cy="347975"/>
              </a:xfrm>
              <a:custGeom>
                <a:rect b="b" l="l" r="r" t="t"/>
                <a:pathLst>
                  <a:path extrusionOk="0" h="13919" w="21468">
                    <a:moveTo>
                      <a:pt x="21218" y="1"/>
                    </a:moveTo>
                    <a:cubicBezTo>
                      <a:pt x="17848" y="2084"/>
                      <a:pt x="14384" y="4025"/>
                      <a:pt x="11229" y="6430"/>
                    </a:cubicBezTo>
                    <a:cubicBezTo>
                      <a:pt x="8693" y="7871"/>
                      <a:pt x="6407" y="9276"/>
                      <a:pt x="4478" y="10514"/>
                    </a:cubicBezTo>
                    <a:cubicBezTo>
                      <a:pt x="2656" y="11681"/>
                      <a:pt x="1144" y="12705"/>
                      <a:pt x="1" y="13490"/>
                    </a:cubicBezTo>
                    <a:lnTo>
                      <a:pt x="1" y="13919"/>
                    </a:lnTo>
                    <a:cubicBezTo>
                      <a:pt x="882" y="13443"/>
                      <a:pt x="1751" y="12966"/>
                      <a:pt x="2597" y="12502"/>
                    </a:cubicBezTo>
                    <a:cubicBezTo>
                      <a:pt x="7145" y="9978"/>
                      <a:pt x="11181" y="7573"/>
                      <a:pt x="14312" y="5644"/>
                    </a:cubicBezTo>
                    <a:cubicBezTo>
                      <a:pt x="18539" y="3037"/>
                      <a:pt x="21122" y="1287"/>
                      <a:pt x="21123" y="1286"/>
                    </a:cubicBezTo>
                    <a:lnTo>
                      <a:pt x="21123" y="1286"/>
                    </a:lnTo>
                    <a:cubicBezTo>
                      <a:pt x="19801" y="1906"/>
                      <a:pt x="18515" y="2537"/>
                      <a:pt x="17253" y="3180"/>
                    </a:cubicBezTo>
                    <a:cubicBezTo>
                      <a:pt x="18658" y="2239"/>
                      <a:pt x="20063" y="1298"/>
                      <a:pt x="21468" y="370"/>
                    </a:cubicBezTo>
                    <a:cubicBezTo>
                      <a:pt x="21385" y="239"/>
                      <a:pt x="21301" y="120"/>
                      <a:pt x="212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39"/>
              <p:cNvSpPr/>
              <p:nvPr/>
            </p:nvSpPr>
            <p:spPr>
              <a:xfrm>
                <a:off x="3381950" y="1329450"/>
                <a:ext cx="87250" cy="171175"/>
              </a:xfrm>
              <a:custGeom>
                <a:rect b="b" l="l" r="r" t="t"/>
                <a:pathLst>
                  <a:path extrusionOk="0" h="6847" w="3490">
                    <a:moveTo>
                      <a:pt x="1227" y="1"/>
                    </a:moveTo>
                    <a:cubicBezTo>
                      <a:pt x="1144" y="60"/>
                      <a:pt x="1049" y="108"/>
                      <a:pt x="953" y="168"/>
                    </a:cubicBezTo>
                    <a:cubicBezTo>
                      <a:pt x="1334" y="1370"/>
                      <a:pt x="1715" y="2573"/>
                      <a:pt x="2120" y="3859"/>
                    </a:cubicBezTo>
                    <a:cubicBezTo>
                      <a:pt x="1394" y="4811"/>
                      <a:pt x="703" y="5728"/>
                      <a:pt x="1" y="6645"/>
                    </a:cubicBezTo>
                    <a:lnTo>
                      <a:pt x="227" y="6847"/>
                    </a:lnTo>
                    <a:cubicBezTo>
                      <a:pt x="965" y="6335"/>
                      <a:pt x="1739" y="5859"/>
                      <a:pt x="2442" y="5287"/>
                    </a:cubicBezTo>
                    <a:cubicBezTo>
                      <a:pt x="3108" y="4751"/>
                      <a:pt x="3489" y="3989"/>
                      <a:pt x="3073" y="3156"/>
                    </a:cubicBezTo>
                    <a:cubicBezTo>
                      <a:pt x="2537" y="2073"/>
                      <a:pt x="1858" y="1049"/>
                      <a:pt x="1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39"/>
              <p:cNvSpPr/>
              <p:nvPr/>
            </p:nvSpPr>
            <p:spPr>
              <a:xfrm>
                <a:off x="2946475" y="1870000"/>
                <a:ext cx="165225" cy="45600"/>
              </a:xfrm>
              <a:custGeom>
                <a:rect b="b" l="l" r="r" t="t"/>
                <a:pathLst>
                  <a:path extrusionOk="0" h="1824" w="6609">
                    <a:moveTo>
                      <a:pt x="72" y="1"/>
                    </a:moveTo>
                    <a:cubicBezTo>
                      <a:pt x="49" y="96"/>
                      <a:pt x="25" y="191"/>
                      <a:pt x="1" y="286"/>
                    </a:cubicBezTo>
                    <a:cubicBezTo>
                      <a:pt x="1620" y="775"/>
                      <a:pt x="3239" y="1298"/>
                      <a:pt x="4883" y="1739"/>
                    </a:cubicBezTo>
                    <a:cubicBezTo>
                      <a:pt x="5068" y="1790"/>
                      <a:pt x="5254" y="1823"/>
                      <a:pt x="5433" y="1823"/>
                    </a:cubicBezTo>
                    <a:cubicBezTo>
                      <a:pt x="5923" y="1823"/>
                      <a:pt x="6365" y="1576"/>
                      <a:pt x="6609" y="775"/>
                    </a:cubicBezTo>
                    <a:cubicBezTo>
                      <a:pt x="4382" y="513"/>
                      <a:pt x="2227" y="251"/>
                      <a:pt x="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39"/>
              <p:cNvSpPr/>
              <p:nvPr/>
            </p:nvSpPr>
            <p:spPr>
              <a:xfrm>
                <a:off x="3243250" y="1894700"/>
                <a:ext cx="139925" cy="32125"/>
              </a:xfrm>
              <a:custGeom>
                <a:rect b="b" l="l" r="r" t="t"/>
                <a:pathLst>
                  <a:path extrusionOk="0" h="1285" w="5597">
                    <a:moveTo>
                      <a:pt x="5596" y="1"/>
                    </a:moveTo>
                    <a:cubicBezTo>
                      <a:pt x="393" y="132"/>
                      <a:pt x="358" y="144"/>
                      <a:pt x="1" y="1180"/>
                    </a:cubicBezTo>
                    <a:cubicBezTo>
                      <a:pt x="335" y="1251"/>
                      <a:pt x="708" y="1285"/>
                      <a:pt x="1104" y="1285"/>
                    </a:cubicBezTo>
                    <a:cubicBezTo>
                      <a:pt x="2568" y="1285"/>
                      <a:pt x="4341" y="816"/>
                      <a:pt x="55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39"/>
              <p:cNvSpPr/>
              <p:nvPr/>
            </p:nvSpPr>
            <p:spPr>
              <a:xfrm>
                <a:off x="2968225" y="2729025"/>
                <a:ext cx="384575" cy="232800"/>
              </a:xfrm>
              <a:custGeom>
                <a:rect b="b" l="l" r="r" t="t"/>
                <a:pathLst>
                  <a:path extrusionOk="0" h="9312" w="15383">
                    <a:moveTo>
                      <a:pt x="15383" y="1"/>
                    </a:moveTo>
                    <a:cubicBezTo>
                      <a:pt x="12811" y="965"/>
                      <a:pt x="10418" y="2144"/>
                      <a:pt x="8335" y="3347"/>
                    </a:cubicBezTo>
                    <a:cubicBezTo>
                      <a:pt x="6822" y="4228"/>
                      <a:pt x="5453" y="5109"/>
                      <a:pt x="4310" y="5918"/>
                    </a:cubicBezTo>
                    <a:cubicBezTo>
                      <a:pt x="2953" y="6871"/>
                      <a:pt x="1869" y="7728"/>
                      <a:pt x="1131" y="8335"/>
                    </a:cubicBezTo>
                    <a:cubicBezTo>
                      <a:pt x="405" y="8943"/>
                      <a:pt x="0" y="9312"/>
                      <a:pt x="0" y="9312"/>
                    </a:cubicBezTo>
                    <a:cubicBezTo>
                      <a:pt x="3822" y="7192"/>
                      <a:pt x="7263" y="5133"/>
                      <a:pt x="9930" y="3478"/>
                    </a:cubicBezTo>
                    <a:cubicBezTo>
                      <a:pt x="10263" y="3275"/>
                      <a:pt x="10585" y="3073"/>
                      <a:pt x="10894" y="2882"/>
                    </a:cubicBezTo>
                    <a:cubicBezTo>
                      <a:pt x="12287" y="2013"/>
                      <a:pt x="13407" y="1299"/>
                      <a:pt x="14180" y="799"/>
                    </a:cubicBezTo>
                    <a:cubicBezTo>
                      <a:pt x="14954" y="287"/>
                      <a:pt x="15383" y="1"/>
                      <a:pt x="15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39"/>
              <p:cNvSpPr/>
              <p:nvPr/>
            </p:nvSpPr>
            <p:spPr>
              <a:xfrm>
                <a:off x="3815050" y="1088650"/>
                <a:ext cx="198550" cy="87250"/>
              </a:xfrm>
              <a:custGeom>
                <a:rect b="b" l="l" r="r" t="t"/>
                <a:pathLst>
                  <a:path extrusionOk="0" h="3490" w="7942">
                    <a:moveTo>
                      <a:pt x="7132" y="1"/>
                    </a:moveTo>
                    <a:cubicBezTo>
                      <a:pt x="6180" y="406"/>
                      <a:pt x="5299" y="810"/>
                      <a:pt x="4501" y="1191"/>
                    </a:cubicBezTo>
                    <a:cubicBezTo>
                      <a:pt x="3763" y="1537"/>
                      <a:pt x="3096" y="1870"/>
                      <a:pt x="2501" y="2156"/>
                    </a:cubicBezTo>
                    <a:cubicBezTo>
                      <a:pt x="1739" y="2549"/>
                      <a:pt x="1108" y="2870"/>
                      <a:pt x="679" y="3108"/>
                    </a:cubicBezTo>
                    <a:cubicBezTo>
                      <a:pt x="239" y="3335"/>
                      <a:pt x="0" y="3489"/>
                      <a:pt x="0" y="3489"/>
                    </a:cubicBezTo>
                    <a:cubicBezTo>
                      <a:pt x="1846" y="3335"/>
                      <a:pt x="3525" y="2751"/>
                      <a:pt x="4870" y="2072"/>
                    </a:cubicBezTo>
                    <a:cubicBezTo>
                      <a:pt x="5406" y="1811"/>
                      <a:pt x="5882" y="1525"/>
                      <a:pt x="6299" y="1251"/>
                    </a:cubicBezTo>
                    <a:cubicBezTo>
                      <a:pt x="7013" y="787"/>
                      <a:pt x="7561" y="334"/>
                      <a:pt x="79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39"/>
              <p:cNvSpPr/>
              <p:nvPr/>
            </p:nvSpPr>
            <p:spPr>
              <a:xfrm>
                <a:off x="3999900" y="1088650"/>
                <a:ext cx="183075" cy="90525"/>
              </a:xfrm>
              <a:custGeom>
                <a:rect b="b" l="l" r="r" t="t"/>
                <a:pathLst>
                  <a:path extrusionOk="0" h="3621" w="7323">
                    <a:moveTo>
                      <a:pt x="5858" y="1"/>
                    </a:moveTo>
                    <a:cubicBezTo>
                      <a:pt x="2262" y="1656"/>
                      <a:pt x="0" y="3620"/>
                      <a:pt x="0" y="3620"/>
                    </a:cubicBezTo>
                    <a:cubicBezTo>
                      <a:pt x="3191" y="2692"/>
                      <a:pt x="5799" y="1084"/>
                      <a:pt x="73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39"/>
              <p:cNvSpPr/>
              <p:nvPr/>
            </p:nvSpPr>
            <p:spPr>
              <a:xfrm>
                <a:off x="4209750" y="1088650"/>
                <a:ext cx="90200" cy="57475"/>
              </a:xfrm>
              <a:custGeom>
                <a:rect b="b" l="l" r="r" t="t"/>
                <a:pathLst>
                  <a:path extrusionOk="0" h="2299" w="3608">
                    <a:moveTo>
                      <a:pt x="2703" y="1"/>
                    </a:moveTo>
                    <a:cubicBezTo>
                      <a:pt x="834" y="834"/>
                      <a:pt x="0" y="2299"/>
                      <a:pt x="0" y="2299"/>
                    </a:cubicBezTo>
                    <a:cubicBezTo>
                      <a:pt x="1977" y="1953"/>
                      <a:pt x="3131" y="656"/>
                      <a:pt x="36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64" name="Google Shape;1064;p39"/>
          <p:cNvSpPr/>
          <p:nvPr/>
        </p:nvSpPr>
        <p:spPr>
          <a:xfrm flipH="1">
            <a:off x="8210585" y="4290625"/>
            <a:ext cx="1308300" cy="1812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39"/>
          <p:cNvSpPr txBox="1"/>
          <p:nvPr/>
        </p:nvSpPr>
        <p:spPr>
          <a:xfrm>
            <a:off x="1744925" y="3995150"/>
            <a:ext cx="61017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ctor"/>
              <a:buChar char="●"/>
            </a:pP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Los animes modernos están en general mejor valorados. </a:t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ctor"/>
              <a:buChar char="●"/>
            </a:pP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Hay animes antiguos que destacan bastante sobre el resto.</a:t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ctor"/>
              <a:buChar char="●"/>
            </a:pP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Pandemia mundial (años 2019-2020) , crisis (2008) terremoto (2011).</a:t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pic>
        <p:nvPicPr>
          <p:cNvPr id="1066" name="Google Shape;1066;p39" title="Captura de pantalla 2025-10-23 1628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875" y="967625"/>
            <a:ext cx="6397501" cy="3168449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39"/>
          <p:cNvSpPr txBox="1"/>
          <p:nvPr/>
        </p:nvSpPr>
        <p:spPr>
          <a:xfrm>
            <a:off x="260700" y="1272950"/>
            <a:ext cx="11508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Según aumenta el número, aumenta la calidad media.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40"/>
          <p:cNvSpPr/>
          <p:nvPr/>
        </p:nvSpPr>
        <p:spPr>
          <a:xfrm>
            <a:off x="1830125" y="4573900"/>
            <a:ext cx="4224000" cy="881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40"/>
          <p:cNvSpPr txBox="1"/>
          <p:nvPr>
            <p:ph idx="1" type="subTitle"/>
          </p:nvPr>
        </p:nvSpPr>
        <p:spPr>
          <a:xfrm flipH="1">
            <a:off x="5117525" y="1722925"/>
            <a:ext cx="3586500" cy="10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¿Cómo evolucionaron los diferentes géneros a lo largo del tiempo?</a:t>
            </a:r>
            <a:endParaRPr b="1" sz="2100"/>
          </a:p>
        </p:txBody>
      </p:sp>
      <p:sp>
        <p:nvSpPr>
          <p:cNvPr id="1074" name="Google Shape;1074;p40"/>
          <p:cNvSpPr txBox="1"/>
          <p:nvPr>
            <p:ph idx="2" type="title"/>
          </p:nvPr>
        </p:nvSpPr>
        <p:spPr>
          <a:xfrm flipH="1">
            <a:off x="4629125" y="135900"/>
            <a:ext cx="4303500" cy="1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/>
              <a:t>Análisis:</a:t>
            </a:r>
            <a:endParaRPr sz="6600"/>
          </a:p>
        </p:txBody>
      </p:sp>
      <p:grpSp>
        <p:nvGrpSpPr>
          <p:cNvPr id="1075" name="Google Shape;1075;p40"/>
          <p:cNvGrpSpPr/>
          <p:nvPr/>
        </p:nvGrpSpPr>
        <p:grpSpPr>
          <a:xfrm>
            <a:off x="458996" y="929692"/>
            <a:ext cx="3461397" cy="1183360"/>
            <a:chOff x="2840225" y="2669500"/>
            <a:chExt cx="1515100" cy="517950"/>
          </a:xfrm>
        </p:grpSpPr>
        <p:sp>
          <p:nvSpPr>
            <p:cNvPr id="1076" name="Google Shape;1076;p40"/>
            <p:cNvSpPr/>
            <p:nvPr/>
          </p:nvSpPr>
          <p:spPr>
            <a:xfrm>
              <a:off x="3958525" y="2987700"/>
              <a:ext cx="117600" cy="127425"/>
            </a:xfrm>
            <a:custGeom>
              <a:rect b="b" l="l" r="r" t="t"/>
              <a:pathLst>
                <a:path extrusionOk="0" h="5097" w="4704">
                  <a:moveTo>
                    <a:pt x="4703" y="0"/>
                  </a:moveTo>
                  <a:cubicBezTo>
                    <a:pt x="1358" y="4001"/>
                    <a:pt x="524" y="4513"/>
                    <a:pt x="0" y="5096"/>
                  </a:cubicBezTo>
                  <a:cubicBezTo>
                    <a:pt x="167" y="5013"/>
                    <a:pt x="322" y="4918"/>
                    <a:pt x="453" y="4787"/>
                  </a:cubicBezTo>
                  <a:cubicBezTo>
                    <a:pt x="1393" y="3810"/>
                    <a:pt x="2310" y="2810"/>
                    <a:pt x="3239" y="1810"/>
                  </a:cubicBezTo>
                  <a:cubicBezTo>
                    <a:pt x="3775" y="1239"/>
                    <a:pt x="4263" y="632"/>
                    <a:pt x="47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40"/>
            <p:cNvSpPr/>
            <p:nvPr/>
          </p:nvSpPr>
          <p:spPr>
            <a:xfrm>
              <a:off x="3919225" y="3157950"/>
              <a:ext cx="14600" cy="29500"/>
            </a:xfrm>
            <a:custGeom>
              <a:rect b="b" l="l" r="r" t="t"/>
              <a:pathLst>
                <a:path extrusionOk="0" h="1180" w="584">
                  <a:moveTo>
                    <a:pt x="584" y="1"/>
                  </a:moveTo>
                  <a:cubicBezTo>
                    <a:pt x="417" y="322"/>
                    <a:pt x="239" y="703"/>
                    <a:pt x="1" y="1180"/>
                  </a:cubicBezTo>
                  <a:lnTo>
                    <a:pt x="155" y="1180"/>
                  </a:lnTo>
                  <a:cubicBezTo>
                    <a:pt x="322" y="799"/>
                    <a:pt x="465" y="406"/>
                    <a:pt x="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40"/>
            <p:cNvSpPr/>
            <p:nvPr/>
          </p:nvSpPr>
          <p:spPr>
            <a:xfrm>
              <a:off x="3387025" y="2699875"/>
              <a:ext cx="77700" cy="41100"/>
            </a:xfrm>
            <a:custGeom>
              <a:rect b="b" l="l" r="r" t="t"/>
              <a:pathLst>
                <a:path extrusionOk="0" h="1644" w="3108">
                  <a:moveTo>
                    <a:pt x="405" y="0"/>
                  </a:moveTo>
                  <a:lnTo>
                    <a:pt x="405" y="0"/>
                  </a:lnTo>
                  <a:cubicBezTo>
                    <a:pt x="250" y="119"/>
                    <a:pt x="131" y="214"/>
                    <a:pt x="0" y="310"/>
                  </a:cubicBezTo>
                  <a:cubicBezTo>
                    <a:pt x="905" y="762"/>
                    <a:pt x="1774" y="1191"/>
                    <a:pt x="2667" y="1643"/>
                  </a:cubicBezTo>
                  <a:cubicBezTo>
                    <a:pt x="2822" y="1262"/>
                    <a:pt x="2953" y="941"/>
                    <a:pt x="3108" y="560"/>
                  </a:cubicBezTo>
                  <a:cubicBezTo>
                    <a:pt x="2322" y="369"/>
                    <a:pt x="1584" y="203"/>
                    <a:pt x="834" y="24"/>
                  </a:cubicBezTo>
                  <a:cubicBezTo>
                    <a:pt x="785" y="11"/>
                    <a:pt x="739" y="4"/>
                    <a:pt x="697" y="4"/>
                  </a:cubicBezTo>
                  <a:cubicBezTo>
                    <a:pt x="585" y="4"/>
                    <a:pt x="495" y="51"/>
                    <a:pt x="417" y="155"/>
                  </a:cubicBezTo>
                  <a:cubicBezTo>
                    <a:pt x="417" y="167"/>
                    <a:pt x="393" y="167"/>
                    <a:pt x="369" y="167"/>
                  </a:cubicBezTo>
                  <a:cubicBezTo>
                    <a:pt x="381" y="131"/>
                    <a:pt x="393" y="84"/>
                    <a:pt x="4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40"/>
            <p:cNvSpPr/>
            <p:nvPr/>
          </p:nvSpPr>
          <p:spPr>
            <a:xfrm>
              <a:off x="3356650" y="2725275"/>
              <a:ext cx="94975" cy="27900"/>
            </a:xfrm>
            <a:custGeom>
              <a:rect b="b" l="l" r="r" t="t"/>
              <a:pathLst>
                <a:path extrusionOk="0" h="1116" w="3799">
                  <a:moveTo>
                    <a:pt x="494" y="0"/>
                  </a:moveTo>
                  <a:cubicBezTo>
                    <a:pt x="310" y="0"/>
                    <a:pt x="122" y="91"/>
                    <a:pt x="1" y="306"/>
                  </a:cubicBezTo>
                  <a:cubicBezTo>
                    <a:pt x="1263" y="425"/>
                    <a:pt x="2501" y="508"/>
                    <a:pt x="3644" y="1115"/>
                  </a:cubicBezTo>
                  <a:cubicBezTo>
                    <a:pt x="3799" y="961"/>
                    <a:pt x="3775" y="865"/>
                    <a:pt x="3596" y="818"/>
                  </a:cubicBezTo>
                  <a:cubicBezTo>
                    <a:pt x="2608" y="544"/>
                    <a:pt x="1632" y="258"/>
                    <a:pt x="644" y="20"/>
                  </a:cubicBezTo>
                  <a:cubicBezTo>
                    <a:pt x="595" y="7"/>
                    <a:pt x="545" y="0"/>
                    <a:pt x="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40"/>
            <p:cNvSpPr/>
            <p:nvPr/>
          </p:nvSpPr>
          <p:spPr>
            <a:xfrm>
              <a:off x="3205150" y="2670850"/>
              <a:ext cx="575100" cy="516600"/>
            </a:xfrm>
            <a:custGeom>
              <a:rect b="b" l="l" r="r" t="t"/>
              <a:pathLst>
                <a:path extrusionOk="0" h="20664" w="23004">
                  <a:moveTo>
                    <a:pt x="5180" y="8198"/>
                  </a:moveTo>
                  <a:cubicBezTo>
                    <a:pt x="6287" y="8388"/>
                    <a:pt x="7406" y="8579"/>
                    <a:pt x="8513" y="8769"/>
                  </a:cubicBezTo>
                  <a:cubicBezTo>
                    <a:pt x="8513" y="8805"/>
                    <a:pt x="8513" y="8829"/>
                    <a:pt x="8513" y="8853"/>
                  </a:cubicBezTo>
                  <a:cubicBezTo>
                    <a:pt x="7740" y="8745"/>
                    <a:pt x="6966" y="8638"/>
                    <a:pt x="6192" y="8531"/>
                  </a:cubicBezTo>
                  <a:cubicBezTo>
                    <a:pt x="6180" y="8531"/>
                    <a:pt x="6180" y="8543"/>
                    <a:pt x="6180" y="8555"/>
                  </a:cubicBezTo>
                  <a:cubicBezTo>
                    <a:pt x="6513" y="8638"/>
                    <a:pt x="6847" y="8734"/>
                    <a:pt x="7180" y="8817"/>
                  </a:cubicBezTo>
                  <a:cubicBezTo>
                    <a:pt x="7078" y="8821"/>
                    <a:pt x="6976" y="8823"/>
                    <a:pt x="6875" y="8823"/>
                  </a:cubicBezTo>
                  <a:cubicBezTo>
                    <a:pt x="6125" y="8823"/>
                    <a:pt x="5394" y="8701"/>
                    <a:pt x="4692" y="8376"/>
                  </a:cubicBezTo>
                  <a:lnTo>
                    <a:pt x="4692" y="8376"/>
                  </a:lnTo>
                  <a:cubicBezTo>
                    <a:pt x="5025" y="8400"/>
                    <a:pt x="5346" y="8424"/>
                    <a:pt x="5668" y="8448"/>
                  </a:cubicBezTo>
                  <a:cubicBezTo>
                    <a:pt x="5680" y="8436"/>
                    <a:pt x="5680" y="8424"/>
                    <a:pt x="5680" y="8412"/>
                  </a:cubicBezTo>
                  <a:cubicBezTo>
                    <a:pt x="5513" y="8364"/>
                    <a:pt x="5335" y="8305"/>
                    <a:pt x="5168" y="8245"/>
                  </a:cubicBezTo>
                  <a:cubicBezTo>
                    <a:pt x="5168" y="8233"/>
                    <a:pt x="5180" y="8222"/>
                    <a:pt x="5180" y="8198"/>
                  </a:cubicBezTo>
                  <a:close/>
                  <a:moveTo>
                    <a:pt x="3453" y="9567"/>
                  </a:moveTo>
                  <a:lnTo>
                    <a:pt x="4334" y="9805"/>
                  </a:lnTo>
                  <a:cubicBezTo>
                    <a:pt x="4037" y="9734"/>
                    <a:pt x="3739" y="9662"/>
                    <a:pt x="3453" y="9567"/>
                  </a:cubicBezTo>
                  <a:close/>
                  <a:moveTo>
                    <a:pt x="3263" y="9555"/>
                  </a:moveTo>
                  <a:cubicBezTo>
                    <a:pt x="3403" y="9595"/>
                    <a:pt x="4029" y="9862"/>
                    <a:pt x="4290" y="9862"/>
                  </a:cubicBezTo>
                  <a:cubicBezTo>
                    <a:pt x="4340" y="9862"/>
                    <a:pt x="4377" y="9852"/>
                    <a:pt x="4394" y="9829"/>
                  </a:cubicBezTo>
                  <a:lnTo>
                    <a:pt x="4334" y="9805"/>
                  </a:lnTo>
                  <a:lnTo>
                    <a:pt x="4334" y="9805"/>
                  </a:lnTo>
                  <a:cubicBezTo>
                    <a:pt x="5345" y="10050"/>
                    <a:pt x="6373" y="10172"/>
                    <a:pt x="7410" y="10172"/>
                  </a:cubicBezTo>
                  <a:cubicBezTo>
                    <a:pt x="7583" y="10172"/>
                    <a:pt x="7757" y="10169"/>
                    <a:pt x="7930" y="10162"/>
                  </a:cubicBezTo>
                  <a:cubicBezTo>
                    <a:pt x="7972" y="10159"/>
                    <a:pt x="8016" y="10157"/>
                    <a:pt x="8060" y="10157"/>
                  </a:cubicBezTo>
                  <a:cubicBezTo>
                    <a:pt x="8193" y="10157"/>
                    <a:pt x="8332" y="10177"/>
                    <a:pt x="8430" y="10258"/>
                  </a:cubicBezTo>
                  <a:cubicBezTo>
                    <a:pt x="8644" y="10424"/>
                    <a:pt x="8597" y="10758"/>
                    <a:pt x="8525" y="11008"/>
                  </a:cubicBezTo>
                  <a:cubicBezTo>
                    <a:pt x="8192" y="12127"/>
                    <a:pt x="7716" y="13210"/>
                    <a:pt x="7097" y="14210"/>
                  </a:cubicBezTo>
                  <a:cubicBezTo>
                    <a:pt x="6906" y="14508"/>
                    <a:pt x="6680" y="14830"/>
                    <a:pt x="6335" y="14949"/>
                  </a:cubicBezTo>
                  <a:cubicBezTo>
                    <a:pt x="6229" y="14988"/>
                    <a:pt x="6124" y="15006"/>
                    <a:pt x="6022" y="15006"/>
                  </a:cubicBezTo>
                  <a:cubicBezTo>
                    <a:pt x="5408" y="15006"/>
                    <a:pt x="4861" y="14363"/>
                    <a:pt x="4525" y="13782"/>
                  </a:cubicBezTo>
                  <a:cubicBezTo>
                    <a:pt x="4096" y="13020"/>
                    <a:pt x="3727" y="12234"/>
                    <a:pt x="3406" y="11436"/>
                  </a:cubicBezTo>
                  <a:cubicBezTo>
                    <a:pt x="3156" y="10829"/>
                    <a:pt x="2953" y="10127"/>
                    <a:pt x="3263" y="9555"/>
                  </a:cubicBezTo>
                  <a:close/>
                  <a:moveTo>
                    <a:pt x="15907" y="13282"/>
                  </a:moveTo>
                  <a:cubicBezTo>
                    <a:pt x="16491" y="13984"/>
                    <a:pt x="17003" y="14746"/>
                    <a:pt x="17443" y="15544"/>
                  </a:cubicBezTo>
                  <a:cubicBezTo>
                    <a:pt x="17503" y="15663"/>
                    <a:pt x="17574" y="15794"/>
                    <a:pt x="17538" y="15925"/>
                  </a:cubicBezTo>
                  <a:cubicBezTo>
                    <a:pt x="17515" y="16020"/>
                    <a:pt x="17443" y="16092"/>
                    <a:pt x="17372" y="16163"/>
                  </a:cubicBezTo>
                  <a:cubicBezTo>
                    <a:pt x="16800" y="16723"/>
                    <a:pt x="16086" y="17139"/>
                    <a:pt x="15324" y="17389"/>
                  </a:cubicBezTo>
                  <a:lnTo>
                    <a:pt x="15598" y="17246"/>
                  </a:lnTo>
                  <a:cubicBezTo>
                    <a:pt x="15693" y="15925"/>
                    <a:pt x="15800" y="14603"/>
                    <a:pt x="15907" y="13282"/>
                  </a:cubicBezTo>
                  <a:close/>
                  <a:moveTo>
                    <a:pt x="14657" y="10448"/>
                  </a:moveTo>
                  <a:cubicBezTo>
                    <a:pt x="14657" y="12901"/>
                    <a:pt x="14657" y="15353"/>
                    <a:pt x="14657" y="17830"/>
                  </a:cubicBezTo>
                  <a:cubicBezTo>
                    <a:pt x="14550" y="17639"/>
                    <a:pt x="14455" y="17461"/>
                    <a:pt x="14359" y="17282"/>
                  </a:cubicBezTo>
                  <a:cubicBezTo>
                    <a:pt x="14169" y="16961"/>
                    <a:pt x="14002" y="16615"/>
                    <a:pt x="13800" y="16294"/>
                  </a:cubicBezTo>
                  <a:cubicBezTo>
                    <a:pt x="13466" y="15758"/>
                    <a:pt x="13419" y="15187"/>
                    <a:pt x="13574" y="14591"/>
                  </a:cubicBezTo>
                  <a:cubicBezTo>
                    <a:pt x="13705" y="14127"/>
                    <a:pt x="13824" y="13651"/>
                    <a:pt x="13919" y="13186"/>
                  </a:cubicBezTo>
                  <a:cubicBezTo>
                    <a:pt x="14086" y="12448"/>
                    <a:pt x="14228" y="11698"/>
                    <a:pt x="14395" y="10972"/>
                  </a:cubicBezTo>
                  <a:cubicBezTo>
                    <a:pt x="14443" y="10781"/>
                    <a:pt x="14538" y="10615"/>
                    <a:pt x="14609" y="10448"/>
                  </a:cubicBezTo>
                  <a:close/>
                  <a:moveTo>
                    <a:pt x="17416" y="1"/>
                  </a:moveTo>
                  <a:cubicBezTo>
                    <a:pt x="17314" y="1"/>
                    <a:pt x="17234" y="10"/>
                    <a:pt x="17181" y="30"/>
                  </a:cubicBezTo>
                  <a:cubicBezTo>
                    <a:pt x="16479" y="1459"/>
                    <a:pt x="15741" y="2876"/>
                    <a:pt x="14990" y="4281"/>
                  </a:cubicBezTo>
                  <a:cubicBezTo>
                    <a:pt x="14693" y="4816"/>
                    <a:pt x="14276" y="5269"/>
                    <a:pt x="13955" y="5805"/>
                  </a:cubicBezTo>
                  <a:cubicBezTo>
                    <a:pt x="13312" y="6888"/>
                    <a:pt x="12585" y="7900"/>
                    <a:pt x="11776" y="8876"/>
                  </a:cubicBezTo>
                  <a:cubicBezTo>
                    <a:pt x="11502" y="9210"/>
                    <a:pt x="11192" y="9519"/>
                    <a:pt x="10895" y="9841"/>
                  </a:cubicBezTo>
                  <a:cubicBezTo>
                    <a:pt x="10859" y="9829"/>
                    <a:pt x="10823" y="9817"/>
                    <a:pt x="10799" y="9805"/>
                  </a:cubicBezTo>
                  <a:cubicBezTo>
                    <a:pt x="10990" y="9341"/>
                    <a:pt x="11192" y="8888"/>
                    <a:pt x="11383" y="8436"/>
                  </a:cubicBezTo>
                  <a:cubicBezTo>
                    <a:pt x="11383" y="8436"/>
                    <a:pt x="11383" y="8436"/>
                    <a:pt x="11383" y="8424"/>
                  </a:cubicBezTo>
                  <a:cubicBezTo>
                    <a:pt x="11371" y="8424"/>
                    <a:pt x="11359" y="8412"/>
                    <a:pt x="11335" y="8400"/>
                  </a:cubicBezTo>
                  <a:lnTo>
                    <a:pt x="10954" y="9043"/>
                  </a:lnTo>
                  <a:cubicBezTo>
                    <a:pt x="11085" y="8698"/>
                    <a:pt x="11228" y="8353"/>
                    <a:pt x="11371" y="8007"/>
                  </a:cubicBezTo>
                  <a:lnTo>
                    <a:pt x="11371" y="8007"/>
                  </a:lnTo>
                  <a:cubicBezTo>
                    <a:pt x="11264" y="8114"/>
                    <a:pt x="11157" y="8198"/>
                    <a:pt x="11026" y="8269"/>
                  </a:cubicBezTo>
                  <a:cubicBezTo>
                    <a:pt x="10740" y="8436"/>
                    <a:pt x="10395" y="8472"/>
                    <a:pt x="10073" y="8483"/>
                  </a:cubicBezTo>
                  <a:cubicBezTo>
                    <a:pt x="9905" y="8490"/>
                    <a:pt x="9738" y="8494"/>
                    <a:pt x="9570" y="8494"/>
                  </a:cubicBezTo>
                  <a:cubicBezTo>
                    <a:pt x="8274" y="8494"/>
                    <a:pt x="6983" y="8292"/>
                    <a:pt x="5739" y="7912"/>
                  </a:cubicBezTo>
                  <a:lnTo>
                    <a:pt x="5739" y="7912"/>
                  </a:lnTo>
                  <a:cubicBezTo>
                    <a:pt x="5918" y="7972"/>
                    <a:pt x="6085" y="8031"/>
                    <a:pt x="6263" y="8079"/>
                  </a:cubicBezTo>
                  <a:cubicBezTo>
                    <a:pt x="6656" y="8198"/>
                    <a:pt x="7061" y="8305"/>
                    <a:pt x="7442" y="8412"/>
                  </a:cubicBezTo>
                  <a:cubicBezTo>
                    <a:pt x="5513" y="8305"/>
                    <a:pt x="3811" y="7626"/>
                    <a:pt x="2382" y="6317"/>
                  </a:cubicBezTo>
                  <a:cubicBezTo>
                    <a:pt x="2275" y="6257"/>
                    <a:pt x="2179" y="6186"/>
                    <a:pt x="2084" y="6114"/>
                  </a:cubicBezTo>
                  <a:cubicBezTo>
                    <a:pt x="2072" y="6138"/>
                    <a:pt x="2060" y="6162"/>
                    <a:pt x="2048" y="6186"/>
                  </a:cubicBezTo>
                  <a:cubicBezTo>
                    <a:pt x="2227" y="6340"/>
                    <a:pt x="2394" y="6507"/>
                    <a:pt x="2560" y="6674"/>
                  </a:cubicBezTo>
                  <a:cubicBezTo>
                    <a:pt x="2548" y="6698"/>
                    <a:pt x="2525" y="6709"/>
                    <a:pt x="2513" y="6733"/>
                  </a:cubicBezTo>
                  <a:cubicBezTo>
                    <a:pt x="1679" y="6031"/>
                    <a:pt x="858" y="5328"/>
                    <a:pt x="1" y="4602"/>
                  </a:cubicBezTo>
                  <a:lnTo>
                    <a:pt x="1" y="4602"/>
                  </a:lnTo>
                  <a:cubicBezTo>
                    <a:pt x="536" y="8769"/>
                    <a:pt x="1191" y="12913"/>
                    <a:pt x="1989" y="17032"/>
                  </a:cubicBezTo>
                  <a:cubicBezTo>
                    <a:pt x="2203" y="18092"/>
                    <a:pt x="2417" y="19151"/>
                    <a:pt x="2739" y="20175"/>
                  </a:cubicBezTo>
                  <a:cubicBezTo>
                    <a:pt x="2787" y="20342"/>
                    <a:pt x="2846" y="20497"/>
                    <a:pt x="2906" y="20664"/>
                  </a:cubicBezTo>
                  <a:lnTo>
                    <a:pt x="22980" y="20664"/>
                  </a:lnTo>
                  <a:cubicBezTo>
                    <a:pt x="22980" y="20616"/>
                    <a:pt x="22991" y="20568"/>
                    <a:pt x="22991" y="20533"/>
                  </a:cubicBezTo>
                  <a:cubicBezTo>
                    <a:pt x="23003" y="20211"/>
                    <a:pt x="22432" y="9031"/>
                    <a:pt x="22111" y="9031"/>
                  </a:cubicBezTo>
                  <a:cubicBezTo>
                    <a:pt x="22111" y="9031"/>
                    <a:pt x="22111" y="9031"/>
                    <a:pt x="22110" y="9031"/>
                  </a:cubicBezTo>
                  <a:cubicBezTo>
                    <a:pt x="21988" y="9037"/>
                    <a:pt x="21869" y="9039"/>
                    <a:pt x="21755" y="9039"/>
                  </a:cubicBezTo>
                  <a:cubicBezTo>
                    <a:pt x="18816" y="9039"/>
                    <a:pt x="18428" y="7302"/>
                    <a:pt x="19253" y="5102"/>
                  </a:cubicBezTo>
                  <a:lnTo>
                    <a:pt x="19253" y="5102"/>
                  </a:lnTo>
                  <a:cubicBezTo>
                    <a:pt x="18979" y="5281"/>
                    <a:pt x="18705" y="5471"/>
                    <a:pt x="18431" y="5638"/>
                  </a:cubicBezTo>
                  <a:cubicBezTo>
                    <a:pt x="18396" y="5614"/>
                    <a:pt x="18372" y="5590"/>
                    <a:pt x="18348" y="5566"/>
                  </a:cubicBezTo>
                  <a:cubicBezTo>
                    <a:pt x="18455" y="5412"/>
                    <a:pt x="18550" y="5221"/>
                    <a:pt x="18693" y="5114"/>
                  </a:cubicBezTo>
                  <a:cubicBezTo>
                    <a:pt x="18979" y="4876"/>
                    <a:pt x="19253" y="4650"/>
                    <a:pt x="19539" y="4423"/>
                  </a:cubicBezTo>
                  <a:cubicBezTo>
                    <a:pt x="19622" y="4257"/>
                    <a:pt x="19705" y="4090"/>
                    <a:pt x="19789" y="3911"/>
                  </a:cubicBezTo>
                  <a:lnTo>
                    <a:pt x="19789" y="3911"/>
                  </a:lnTo>
                  <a:cubicBezTo>
                    <a:pt x="19682" y="3959"/>
                    <a:pt x="19574" y="4007"/>
                    <a:pt x="19467" y="4054"/>
                  </a:cubicBezTo>
                  <a:cubicBezTo>
                    <a:pt x="19610" y="3935"/>
                    <a:pt x="19753" y="3816"/>
                    <a:pt x="19908" y="3709"/>
                  </a:cubicBezTo>
                  <a:cubicBezTo>
                    <a:pt x="20217" y="3126"/>
                    <a:pt x="20598" y="2542"/>
                    <a:pt x="21003" y="1959"/>
                  </a:cubicBezTo>
                  <a:lnTo>
                    <a:pt x="21003" y="1959"/>
                  </a:lnTo>
                  <a:cubicBezTo>
                    <a:pt x="20265" y="2304"/>
                    <a:pt x="19527" y="2685"/>
                    <a:pt x="18800" y="3114"/>
                  </a:cubicBezTo>
                  <a:cubicBezTo>
                    <a:pt x="19170" y="2614"/>
                    <a:pt x="19562" y="2173"/>
                    <a:pt x="20074" y="1876"/>
                  </a:cubicBezTo>
                  <a:cubicBezTo>
                    <a:pt x="20634" y="1566"/>
                    <a:pt x="21194" y="1268"/>
                    <a:pt x="21753" y="959"/>
                  </a:cubicBezTo>
                  <a:cubicBezTo>
                    <a:pt x="21753" y="959"/>
                    <a:pt x="18454" y="1"/>
                    <a:pt x="1741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40"/>
            <p:cNvSpPr/>
            <p:nvPr/>
          </p:nvSpPr>
          <p:spPr>
            <a:xfrm>
              <a:off x="3464700" y="2669800"/>
              <a:ext cx="91400" cy="133075"/>
            </a:xfrm>
            <a:custGeom>
              <a:rect b="b" l="l" r="r" t="t"/>
              <a:pathLst>
                <a:path extrusionOk="0" h="5323" w="3656">
                  <a:moveTo>
                    <a:pt x="2608" y="1"/>
                  </a:moveTo>
                  <a:cubicBezTo>
                    <a:pt x="2013" y="1132"/>
                    <a:pt x="1322" y="2227"/>
                    <a:pt x="537" y="3263"/>
                  </a:cubicBezTo>
                  <a:cubicBezTo>
                    <a:pt x="679" y="3370"/>
                    <a:pt x="822" y="3465"/>
                    <a:pt x="965" y="3572"/>
                  </a:cubicBezTo>
                  <a:cubicBezTo>
                    <a:pt x="953" y="3596"/>
                    <a:pt x="941" y="3620"/>
                    <a:pt x="918" y="3644"/>
                  </a:cubicBezTo>
                  <a:cubicBezTo>
                    <a:pt x="763" y="3584"/>
                    <a:pt x="596" y="3477"/>
                    <a:pt x="441" y="3477"/>
                  </a:cubicBezTo>
                  <a:cubicBezTo>
                    <a:pt x="298" y="3489"/>
                    <a:pt x="167" y="3608"/>
                    <a:pt x="1" y="3692"/>
                  </a:cubicBezTo>
                  <a:cubicBezTo>
                    <a:pt x="584" y="4215"/>
                    <a:pt x="1132" y="4692"/>
                    <a:pt x="1680" y="5180"/>
                  </a:cubicBezTo>
                  <a:cubicBezTo>
                    <a:pt x="1739" y="5227"/>
                    <a:pt x="1799" y="5275"/>
                    <a:pt x="1858" y="5323"/>
                  </a:cubicBezTo>
                  <a:cubicBezTo>
                    <a:pt x="1894" y="5251"/>
                    <a:pt x="1930" y="5180"/>
                    <a:pt x="1953" y="5108"/>
                  </a:cubicBezTo>
                  <a:cubicBezTo>
                    <a:pt x="2584" y="3430"/>
                    <a:pt x="3180" y="1727"/>
                    <a:pt x="365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40"/>
            <p:cNvSpPr/>
            <p:nvPr/>
          </p:nvSpPr>
          <p:spPr>
            <a:xfrm>
              <a:off x="3307550" y="2753150"/>
              <a:ext cx="35150" cy="4200"/>
            </a:xfrm>
            <a:custGeom>
              <a:rect b="b" l="l" r="r" t="t"/>
              <a:pathLst>
                <a:path extrusionOk="0" h="168" w="1406">
                  <a:moveTo>
                    <a:pt x="1369" y="0"/>
                  </a:moveTo>
                  <a:cubicBezTo>
                    <a:pt x="917" y="48"/>
                    <a:pt x="465" y="84"/>
                    <a:pt x="0" y="131"/>
                  </a:cubicBezTo>
                  <a:cubicBezTo>
                    <a:pt x="453" y="131"/>
                    <a:pt x="905" y="143"/>
                    <a:pt x="1358" y="167"/>
                  </a:cubicBezTo>
                  <a:cubicBezTo>
                    <a:pt x="1369" y="155"/>
                    <a:pt x="1393" y="131"/>
                    <a:pt x="1405" y="119"/>
                  </a:cubicBezTo>
                  <a:lnTo>
                    <a:pt x="13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40"/>
            <p:cNvSpPr/>
            <p:nvPr/>
          </p:nvSpPr>
          <p:spPr>
            <a:xfrm>
              <a:off x="3183725" y="2769225"/>
              <a:ext cx="325" cy="2100"/>
            </a:xfrm>
            <a:custGeom>
              <a:rect b="b" l="l" r="r" t="t"/>
              <a:pathLst>
                <a:path extrusionOk="0" h="84" w="13">
                  <a:moveTo>
                    <a:pt x="0" y="0"/>
                  </a:moveTo>
                  <a:cubicBezTo>
                    <a:pt x="0" y="24"/>
                    <a:pt x="12" y="60"/>
                    <a:pt x="12" y="84"/>
                  </a:cubicBezTo>
                  <a:lnTo>
                    <a:pt x="12" y="12"/>
                  </a:lnTo>
                  <a:cubicBezTo>
                    <a:pt x="12" y="12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C5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40"/>
            <p:cNvSpPr/>
            <p:nvPr/>
          </p:nvSpPr>
          <p:spPr>
            <a:xfrm>
              <a:off x="3181925" y="2700175"/>
              <a:ext cx="23850" cy="27400"/>
            </a:xfrm>
            <a:custGeom>
              <a:rect b="b" l="l" r="r" t="t"/>
              <a:pathLst>
                <a:path extrusionOk="0" h="1096" w="954">
                  <a:moveTo>
                    <a:pt x="882" y="0"/>
                  </a:moveTo>
                  <a:cubicBezTo>
                    <a:pt x="596" y="333"/>
                    <a:pt x="298" y="667"/>
                    <a:pt x="1" y="988"/>
                  </a:cubicBezTo>
                  <a:cubicBezTo>
                    <a:pt x="48" y="1024"/>
                    <a:pt x="84" y="1060"/>
                    <a:pt x="120" y="1095"/>
                  </a:cubicBezTo>
                  <a:cubicBezTo>
                    <a:pt x="394" y="750"/>
                    <a:pt x="679" y="405"/>
                    <a:pt x="953" y="72"/>
                  </a:cubicBezTo>
                  <a:cubicBezTo>
                    <a:pt x="930" y="48"/>
                    <a:pt x="906" y="24"/>
                    <a:pt x="8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40"/>
            <p:cNvSpPr/>
            <p:nvPr/>
          </p:nvSpPr>
          <p:spPr>
            <a:xfrm>
              <a:off x="3929650" y="2669800"/>
              <a:ext cx="425675" cy="517650"/>
            </a:xfrm>
            <a:custGeom>
              <a:rect b="b" l="l" r="r" t="t"/>
              <a:pathLst>
                <a:path extrusionOk="0" h="20706" w="17027">
                  <a:moveTo>
                    <a:pt x="6751" y="1"/>
                  </a:moveTo>
                  <a:cubicBezTo>
                    <a:pt x="6668" y="441"/>
                    <a:pt x="6513" y="882"/>
                    <a:pt x="6406" y="1322"/>
                  </a:cubicBezTo>
                  <a:cubicBezTo>
                    <a:pt x="6930" y="1501"/>
                    <a:pt x="7406" y="1810"/>
                    <a:pt x="7585" y="2346"/>
                  </a:cubicBezTo>
                  <a:cubicBezTo>
                    <a:pt x="7799" y="3001"/>
                    <a:pt x="7978" y="3680"/>
                    <a:pt x="8061" y="4370"/>
                  </a:cubicBezTo>
                  <a:cubicBezTo>
                    <a:pt x="8228" y="5728"/>
                    <a:pt x="8299" y="7097"/>
                    <a:pt x="8156" y="8478"/>
                  </a:cubicBezTo>
                  <a:cubicBezTo>
                    <a:pt x="8073" y="9299"/>
                    <a:pt x="7870" y="10085"/>
                    <a:pt x="7466" y="10811"/>
                  </a:cubicBezTo>
                  <a:cubicBezTo>
                    <a:pt x="6644" y="12264"/>
                    <a:pt x="5703" y="13621"/>
                    <a:pt x="4549" y="14824"/>
                  </a:cubicBezTo>
                  <a:cubicBezTo>
                    <a:pt x="3691" y="15729"/>
                    <a:pt x="2858" y="16634"/>
                    <a:pt x="1989" y="17527"/>
                  </a:cubicBezTo>
                  <a:cubicBezTo>
                    <a:pt x="1762" y="17753"/>
                    <a:pt x="1477" y="17931"/>
                    <a:pt x="1191" y="18098"/>
                  </a:cubicBezTo>
                  <a:cubicBezTo>
                    <a:pt x="1136" y="18125"/>
                    <a:pt x="1054" y="18173"/>
                    <a:pt x="976" y="18173"/>
                  </a:cubicBezTo>
                  <a:cubicBezTo>
                    <a:pt x="952" y="18173"/>
                    <a:pt x="928" y="18169"/>
                    <a:pt x="905" y="18158"/>
                  </a:cubicBezTo>
                  <a:cubicBezTo>
                    <a:pt x="810" y="18289"/>
                    <a:pt x="715" y="18455"/>
                    <a:pt x="596" y="18658"/>
                  </a:cubicBezTo>
                  <a:cubicBezTo>
                    <a:pt x="512" y="18932"/>
                    <a:pt x="429" y="19205"/>
                    <a:pt x="369" y="19491"/>
                  </a:cubicBezTo>
                  <a:cubicBezTo>
                    <a:pt x="274" y="19908"/>
                    <a:pt x="143" y="20313"/>
                    <a:pt x="0" y="20706"/>
                  </a:cubicBezTo>
                  <a:lnTo>
                    <a:pt x="17026" y="20706"/>
                  </a:lnTo>
                  <a:lnTo>
                    <a:pt x="17026" y="1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40"/>
            <p:cNvSpPr/>
            <p:nvPr/>
          </p:nvSpPr>
          <p:spPr>
            <a:xfrm>
              <a:off x="2840225" y="2669800"/>
              <a:ext cx="402450" cy="517650"/>
            </a:xfrm>
            <a:custGeom>
              <a:rect b="b" l="l" r="r" t="t"/>
              <a:pathLst>
                <a:path extrusionOk="0" h="20706" w="16098">
                  <a:moveTo>
                    <a:pt x="15295" y="17809"/>
                  </a:moveTo>
                  <a:lnTo>
                    <a:pt x="15295" y="17809"/>
                  </a:lnTo>
                  <a:cubicBezTo>
                    <a:pt x="15294" y="17809"/>
                    <a:pt x="15295" y="17816"/>
                    <a:pt x="15299" y="17834"/>
                  </a:cubicBezTo>
                  <a:lnTo>
                    <a:pt x="15299" y="17834"/>
                  </a:lnTo>
                  <a:cubicBezTo>
                    <a:pt x="15298" y="17819"/>
                    <a:pt x="15295" y="17809"/>
                    <a:pt x="15295" y="17809"/>
                  </a:cubicBezTo>
                  <a:close/>
                  <a:moveTo>
                    <a:pt x="0" y="1"/>
                  </a:moveTo>
                  <a:lnTo>
                    <a:pt x="0" y="20706"/>
                  </a:lnTo>
                  <a:lnTo>
                    <a:pt x="16098" y="20706"/>
                  </a:lnTo>
                  <a:cubicBezTo>
                    <a:pt x="15788" y="19955"/>
                    <a:pt x="15562" y="19158"/>
                    <a:pt x="15407" y="18324"/>
                  </a:cubicBezTo>
                  <a:cubicBezTo>
                    <a:pt x="15383" y="18170"/>
                    <a:pt x="15336" y="18003"/>
                    <a:pt x="15300" y="17848"/>
                  </a:cubicBezTo>
                  <a:cubicBezTo>
                    <a:pt x="15300" y="17844"/>
                    <a:pt x="15300" y="17840"/>
                    <a:pt x="15300" y="17836"/>
                  </a:cubicBezTo>
                  <a:lnTo>
                    <a:pt x="15300" y="17836"/>
                  </a:lnTo>
                  <a:cubicBezTo>
                    <a:pt x="15300" y="17836"/>
                    <a:pt x="15300" y="17836"/>
                    <a:pt x="15300" y="17836"/>
                  </a:cubicBezTo>
                  <a:cubicBezTo>
                    <a:pt x="15300" y="17835"/>
                    <a:pt x="15300" y="17834"/>
                    <a:pt x="15299" y="17834"/>
                  </a:cubicBezTo>
                  <a:lnTo>
                    <a:pt x="15299" y="17834"/>
                  </a:lnTo>
                  <a:cubicBezTo>
                    <a:pt x="15299" y="17834"/>
                    <a:pt x="15299" y="17835"/>
                    <a:pt x="15300" y="17836"/>
                  </a:cubicBezTo>
                  <a:lnTo>
                    <a:pt x="15300" y="17836"/>
                  </a:lnTo>
                  <a:cubicBezTo>
                    <a:pt x="15038" y="17741"/>
                    <a:pt x="14812" y="17705"/>
                    <a:pt x="14621" y="17598"/>
                  </a:cubicBezTo>
                  <a:cubicBezTo>
                    <a:pt x="14443" y="17503"/>
                    <a:pt x="14264" y="17348"/>
                    <a:pt x="14121" y="17193"/>
                  </a:cubicBezTo>
                  <a:cubicBezTo>
                    <a:pt x="12823" y="15693"/>
                    <a:pt x="11478" y="14229"/>
                    <a:pt x="10252" y="12669"/>
                  </a:cubicBezTo>
                  <a:cubicBezTo>
                    <a:pt x="9609" y="11847"/>
                    <a:pt x="9133" y="10883"/>
                    <a:pt x="8621" y="9966"/>
                  </a:cubicBezTo>
                  <a:cubicBezTo>
                    <a:pt x="8251" y="9311"/>
                    <a:pt x="8132" y="8573"/>
                    <a:pt x="8121" y="7835"/>
                  </a:cubicBezTo>
                  <a:cubicBezTo>
                    <a:pt x="8109" y="6835"/>
                    <a:pt x="8109" y="5823"/>
                    <a:pt x="8204" y="4823"/>
                  </a:cubicBezTo>
                  <a:cubicBezTo>
                    <a:pt x="8323" y="3692"/>
                    <a:pt x="8561" y="2572"/>
                    <a:pt x="8740" y="1441"/>
                  </a:cubicBezTo>
                  <a:cubicBezTo>
                    <a:pt x="8752" y="1346"/>
                    <a:pt x="8763" y="1227"/>
                    <a:pt x="8728" y="1144"/>
                  </a:cubicBezTo>
                  <a:cubicBezTo>
                    <a:pt x="8573" y="763"/>
                    <a:pt x="8418" y="382"/>
                    <a:pt x="8263" y="1"/>
                  </a:cubicBezTo>
                  <a:lnTo>
                    <a:pt x="8001" y="1"/>
                  </a:lnTo>
                  <a:cubicBezTo>
                    <a:pt x="8156" y="739"/>
                    <a:pt x="8311" y="1477"/>
                    <a:pt x="8466" y="2203"/>
                  </a:cubicBezTo>
                  <a:cubicBezTo>
                    <a:pt x="8442" y="2215"/>
                    <a:pt x="8430" y="2215"/>
                    <a:pt x="8406" y="2215"/>
                  </a:cubicBezTo>
                  <a:cubicBezTo>
                    <a:pt x="8335" y="2013"/>
                    <a:pt x="8251" y="1810"/>
                    <a:pt x="8168" y="1620"/>
                  </a:cubicBezTo>
                  <a:cubicBezTo>
                    <a:pt x="7954" y="1084"/>
                    <a:pt x="7751" y="548"/>
                    <a:pt x="7549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40"/>
            <p:cNvSpPr/>
            <p:nvPr/>
          </p:nvSpPr>
          <p:spPr>
            <a:xfrm>
              <a:off x="3279850" y="2686100"/>
              <a:ext cx="98275" cy="28975"/>
            </a:xfrm>
            <a:custGeom>
              <a:rect b="b" l="l" r="r" t="t"/>
              <a:pathLst>
                <a:path extrusionOk="0" h="1159" w="3931">
                  <a:moveTo>
                    <a:pt x="1737" y="0"/>
                  </a:moveTo>
                  <a:cubicBezTo>
                    <a:pt x="1679" y="0"/>
                    <a:pt x="1622" y="22"/>
                    <a:pt x="1573" y="51"/>
                  </a:cubicBezTo>
                  <a:cubicBezTo>
                    <a:pt x="1049" y="384"/>
                    <a:pt x="525" y="718"/>
                    <a:pt x="1" y="1063"/>
                  </a:cubicBezTo>
                  <a:cubicBezTo>
                    <a:pt x="13" y="1099"/>
                    <a:pt x="13" y="1135"/>
                    <a:pt x="25" y="1158"/>
                  </a:cubicBezTo>
                  <a:cubicBezTo>
                    <a:pt x="882" y="1063"/>
                    <a:pt x="1739" y="956"/>
                    <a:pt x="2597" y="861"/>
                  </a:cubicBezTo>
                  <a:cubicBezTo>
                    <a:pt x="2788" y="839"/>
                    <a:pt x="2979" y="799"/>
                    <a:pt x="3170" y="799"/>
                  </a:cubicBezTo>
                  <a:cubicBezTo>
                    <a:pt x="3193" y="799"/>
                    <a:pt x="3216" y="800"/>
                    <a:pt x="3239" y="801"/>
                  </a:cubicBezTo>
                  <a:cubicBezTo>
                    <a:pt x="3271" y="804"/>
                    <a:pt x="3302" y="806"/>
                    <a:pt x="3331" y="806"/>
                  </a:cubicBezTo>
                  <a:cubicBezTo>
                    <a:pt x="3630" y="806"/>
                    <a:pt x="3800" y="641"/>
                    <a:pt x="3930" y="337"/>
                  </a:cubicBezTo>
                  <a:cubicBezTo>
                    <a:pt x="3204" y="218"/>
                    <a:pt x="2489" y="111"/>
                    <a:pt x="1775" y="3"/>
                  </a:cubicBezTo>
                  <a:cubicBezTo>
                    <a:pt x="1762" y="1"/>
                    <a:pt x="1750" y="0"/>
                    <a:pt x="1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40"/>
            <p:cNvSpPr/>
            <p:nvPr/>
          </p:nvSpPr>
          <p:spPr>
            <a:xfrm>
              <a:off x="3373325" y="2669800"/>
              <a:ext cx="19375" cy="4475"/>
            </a:xfrm>
            <a:custGeom>
              <a:rect b="b" l="l" r="r" t="t"/>
              <a:pathLst>
                <a:path extrusionOk="0" h="179" w="775">
                  <a:moveTo>
                    <a:pt x="1" y="1"/>
                  </a:moveTo>
                  <a:cubicBezTo>
                    <a:pt x="155" y="48"/>
                    <a:pt x="310" y="96"/>
                    <a:pt x="465" y="155"/>
                  </a:cubicBezTo>
                  <a:cubicBezTo>
                    <a:pt x="509" y="170"/>
                    <a:pt x="546" y="178"/>
                    <a:pt x="579" y="178"/>
                  </a:cubicBezTo>
                  <a:cubicBezTo>
                    <a:pt x="652" y="178"/>
                    <a:pt x="701" y="139"/>
                    <a:pt x="751" y="48"/>
                  </a:cubicBezTo>
                  <a:cubicBezTo>
                    <a:pt x="763" y="24"/>
                    <a:pt x="774" y="13"/>
                    <a:pt x="774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40"/>
            <p:cNvSpPr/>
            <p:nvPr/>
          </p:nvSpPr>
          <p:spPr>
            <a:xfrm>
              <a:off x="3415600" y="2669800"/>
              <a:ext cx="61925" cy="30400"/>
            </a:xfrm>
            <a:custGeom>
              <a:rect b="b" l="l" r="r" t="t"/>
              <a:pathLst>
                <a:path extrusionOk="0" h="1216" w="2477">
                  <a:moveTo>
                    <a:pt x="619" y="1"/>
                  </a:moveTo>
                  <a:cubicBezTo>
                    <a:pt x="429" y="191"/>
                    <a:pt x="215" y="382"/>
                    <a:pt x="0" y="560"/>
                  </a:cubicBezTo>
                  <a:cubicBezTo>
                    <a:pt x="750" y="798"/>
                    <a:pt x="1405" y="1001"/>
                    <a:pt x="2072" y="1215"/>
                  </a:cubicBezTo>
                  <a:cubicBezTo>
                    <a:pt x="2203" y="810"/>
                    <a:pt x="2334" y="405"/>
                    <a:pt x="2477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40"/>
            <p:cNvSpPr/>
            <p:nvPr/>
          </p:nvSpPr>
          <p:spPr>
            <a:xfrm>
              <a:off x="3214375" y="2722075"/>
              <a:ext cx="29500" cy="11300"/>
            </a:xfrm>
            <a:custGeom>
              <a:rect b="b" l="l" r="r" t="t"/>
              <a:pathLst>
                <a:path extrusionOk="0" h="452" w="1180">
                  <a:moveTo>
                    <a:pt x="863" y="1"/>
                  </a:moveTo>
                  <a:cubicBezTo>
                    <a:pt x="545" y="1"/>
                    <a:pt x="233" y="41"/>
                    <a:pt x="1" y="362"/>
                  </a:cubicBezTo>
                  <a:cubicBezTo>
                    <a:pt x="239" y="389"/>
                    <a:pt x="473" y="452"/>
                    <a:pt x="691" y="452"/>
                  </a:cubicBezTo>
                  <a:cubicBezTo>
                    <a:pt x="866" y="452"/>
                    <a:pt x="1031" y="411"/>
                    <a:pt x="1179" y="279"/>
                  </a:cubicBezTo>
                  <a:lnTo>
                    <a:pt x="1179" y="5"/>
                  </a:lnTo>
                  <a:cubicBezTo>
                    <a:pt x="1075" y="5"/>
                    <a:pt x="969" y="1"/>
                    <a:pt x="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40"/>
            <p:cNvSpPr/>
            <p:nvPr/>
          </p:nvSpPr>
          <p:spPr>
            <a:xfrm>
              <a:off x="3223600" y="2677850"/>
              <a:ext cx="37525" cy="40500"/>
            </a:xfrm>
            <a:custGeom>
              <a:rect b="b" l="l" r="r" t="t"/>
              <a:pathLst>
                <a:path extrusionOk="0" h="1620" w="1501">
                  <a:moveTo>
                    <a:pt x="1501" y="0"/>
                  </a:moveTo>
                  <a:cubicBezTo>
                    <a:pt x="1001" y="536"/>
                    <a:pt x="501" y="1072"/>
                    <a:pt x="1" y="1619"/>
                  </a:cubicBezTo>
                  <a:cubicBezTo>
                    <a:pt x="644" y="1203"/>
                    <a:pt x="1168" y="691"/>
                    <a:pt x="15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40"/>
            <p:cNvSpPr/>
            <p:nvPr/>
          </p:nvSpPr>
          <p:spPr>
            <a:xfrm>
              <a:off x="3231950" y="2677850"/>
              <a:ext cx="44650" cy="41675"/>
            </a:xfrm>
            <a:custGeom>
              <a:rect b="b" l="l" r="r" t="t"/>
              <a:pathLst>
                <a:path extrusionOk="0" h="1667" w="1786">
                  <a:moveTo>
                    <a:pt x="1667" y="0"/>
                  </a:moveTo>
                  <a:cubicBezTo>
                    <a:pt x="1369" y="238"/>
                    <a:pt x="1215" y="607"/>
                    <a:pt x="929" y="857"/>
                  </a:cubicBezTo>
                  <a:cubicBezTo>
                    <a:pt x="631" y="1119"/>
                    <a:pt x="333" y="1369"/>
                    <a:pt x="0" y="1667"/>
                  </a:cubicBezTo>
                  <a:cubicBezTo>
                    <a:pt x="405" y="1643"/>
                    <a:pt x="774" y="1655"/>
                    <a:pt x="1012" y="1286"/>
                  </a:cubicBezTo>
                  <a:cubicBezTo>
                    <a:pt x="1262" y="893"/>
                    <a:pt x="1524" y="512"/>
                    <a:pt x="1786" y="119"/>
                  </a:cubicBezTo>
                  <a:cubicBezTo>
                    <a:pt x="1750" y="83"/>
                    <a:pt x="1703" y="36"/>
                    <a:pt x="16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40"/>
            <p:cNvSpPr/>
            <p:nvPr/>
          </p:nvSpPr>
          <p:spPr>
            <a:xfrm>
              <a:off x="3257825" y="2720100"/>
              <a:ext cx="97975" cy="12300"/>
            </a:xfrm>
            <a:custGeom>
              <a:rect b="b" l="l" r="r" t="t"/>
              <a:pathLst>
                <a:path extrusionOk="0" h="492" w="3919">
                  <a:moveTo>
                    <a:pt x="525" y="1"/>
                  </a:moveTo>
                  <a:cubicBezTo>
                    <a:pt x="346" y="1"/>
                    <a:pt x="180" y="108"/>
                    <a:pt x="1" y="167"/>
                  </a:cubicBezTo>
                  <a:cubicBezTo>
                    <a:pt x="1" y="215"/>
                    <a:pt x="13" y="251"/>
                    <a:pt x="13" y="287"/>
                  </a:cubicBezTo>
                  <a:cubicBezTo>
                    <a:pt x="620" y="346"/>
                    <a:pt x="1215" y="417"/>
                    <a:pt x="1811" y="453"/>
                  </a:cubicBezTo>
                  <a:cubicBezTo>
                    <a:pt x="2055" y="471"/>
                    <a:pt x="2302" y="471"/>
                    <a:pt x="2549" y="471"/>
                  </a:cubicBezTo>
                  <a:cubicBezTo>
                    <a:pt x="2796" y="471"/>
                    <a:pt x="3043" y="471"/>
                    <a:pt x="3287" y="489"/>
                  </a:cubicBezTo>
                  <a:cubicBezTo>
                    <a:pt x="3309" y="491"/>
                    <a:pt x="3330" y="492"/>
                    <a:pt x="3350" y="492"/>
                  </a:cubicBezTo>
                  <a:cubicBezTo>
                    <a:pt x="3609" y="492"/>
                    <a:pt x="3763" y="353"/>
                    <a:pt x="3918" y="132"/>
                  </a:cubicBezTo>
                  <a:cubicBezTo>
                    <a:pt x="3859" y="120"/>
                    <a:pt x="3823" y="96"/>
                    <a:pt x="3787" y="96"/>
                  </a:cubicBezTo>
                  <a:cubicBezTo>
                    <a:pt x="2704" y="60"/>
                    <a:pt x="1608" y="13"/>
                    <a:pt x="5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40"/>
            <p:cNvSpPr/>
            <p:nvPr/>
          </p:nvSpPr>
          <p:spPr>
            <a:xfrm>
              <a:off x="3665475" y="2769225"/>
              <a:ext cx="308550" cy="418225"/>
            </a:xfrm>
            <a:custGeom>
              <a:rect b="b" l="l" r="r" t="t"/>
              <a:pathLst>
                <a:path extrusionOk="0" h="16729" w="12342">
                  <a:moveTo>
                    <a:pt x="7543" y="0"/>
                  </a:moveTo>
                  <a:cubicBezTo>
                    <a:pt x="7507" y="0"/>
                    <a:pt x="7484" y="12"/>
                    <a:pt x="7472" y="24"/>
                  </a:cubicBezTo>
                  <a:cubicBezTo>
                    <a:pt x="7603" y="286"/>
                    <a:pt x="7757" y="548"/>
                    <a:pt x="7853" y="822"/>
                  </a:cubicBezTo>
                  <a:cubicBezTo>
                    <a:pt x="8317" y="2191"/>
                    <a:pt x="7638" y="3513"/>
                    <a:pt x="6293" y="4013"/>
                  </a:cubicBezTo>
                  <a:cubicBezTo>
                    <a:pt x="5980" y="4129"/>
                    <a:pt x="5639" y="4183"/>
                    <a:pt x="5295" y="4183"/>
                  </a:cubicBezTo>
                  <a:cubicBezTo>
                    <a:pt x="4261" y="4183"/>
                    <a:pt x="3203" y="3694"/>
                    <a:pt x="2828" y="2917"/>
                  </a:cubicBezTo>
                  <a:cubicBezTo>
                    <a:pt x="2507" y="2251"/>
                    <a:pt x="2400" y="1596"/>
                    <a:pt x="2662" y="905"/>
                  </a:cubicBezTo>
                  <a:cubicBezTo>
                    <a:pt x="2757" y="655"/>
                    <a:pt x="2864" y="405"/>
                    <a:pt x="2971" y="96"/>
                  </a:cubicBezTo>
                  <a:lnTo>
                    <a:pt x="2971" y="96"/>
                  </a:lnTo>
                  <a:cubicBezTo>
                    <a:pt x="2459" y="334"/>
                    <a:pt x="1935" y="548"/>
                    <a:pt x="1435" y="810"/>
                  </a:cubicBezTo>
                  <a:cubicBezTo>
                    <a:pt x="1233" y="929"/>
                    <a:pt x="1030" y="1048"/>
                    <a:pt x="840" y="1179"/>
                  </a:cubicBezTo>
                  <a:cubicBezTo>
                    <a:pt x="1" y="3374"/>
                    <a:pt x="405" y="5115"/>
                    <a:pt x="3369" y="5115"/>
                  </a:cubicBezTo>
                  <a:cubicBezTo>
                    <a:pt x="3475" y="5115"/>
                    <a:pt x="3585" y="5113"/>
                    <a:pt x="3697" y="5108"/>
                  </a:cubicBezTo>
                  <a:cubicBezTo>
                    <a:pt x="3697" y="5072"/>
                    <a:pt x="3697" y="5049"/>
                    <a:pt x="3686" y="5025"/>
                  </a:cubicBezTo>
                  <a:cubicBezTo>
                    <a:pt x="4840" y="4858"/>
                    <a:pt x="5995" y="4691"/>
                    <a:pt x="7138" y="4525"/>
                  </a:cubicBezTo>
                  <a:cubicBezTo>
                    <a:pt x="7150" y="4537"/>
                    <a:pt x="7150" y="4548"/>
                    <a:pt x="7150" y="4560"/>
                  </a:cubicBezTo>
                  <a:lnTo>
                    <a:pt x="6603" y="4727"/>
                  </a:lnTo>
                  <a:cubicBezTo>
                    <a:pt x="6603" y="4739"/>
                    <a:pt x="6603" y="4763"/>
                    <a:pt x="6603" y="4775"/>
                  </a:cubicBezTo>
                  <a:cubicBezTo>
                    <a:pt x="6936" y="4751"/>
                    <a:pt x="7269" y="4727"/>
                    <a:pt x="7615" y="4715"/>
                  </a:cubicBezTo>
                  <a:lnTo>
                    <a:pt x="7615" y="4715"/>
                  </a:lnTo>
                  <a:cubicBezTo>
                    <a:pt x="6769" y="5096"/>
                    <a:pt x="5876" y="5144"/>
                    <a:pt x="4971" y="5144"/>
                  </a:cubicBezTo>
                  <a:cubicBezTo>
                    <a:pt x="5138" y="5096"/>
                    <a:pt x="5317" y="5037"/>
                    <a:pt x="5483" y="4989"/>
                  </a:cubicBezTo>
                  <a:cubicBezTo>
                    <a:pt x="5662" y="4953"/>
                    <a:pt x="5841" y="4918"/>
                    <a:pt x="6019" y="4846"/>
                  </a:cubicBezTo>
                  <a:lnTo>
                    <a:pt x="6019" y="4846"/>
                  </a:lnTo>
                  <a:cubicBezTo>
                    <a:pt x="5245" y="4929"/>
                    <a:pt x="4471" y="5013"/>
                    <a:pt x="3697" y="5108"/>
                  </a:cubicBezTo>
                  <a:cubicBezTo>
                    <a:pt x="3698" y="5108"/>
                    <a:pt x="3698" y="5108"/>
                    <a:pt x="3698" y="5108"/>
                  </a:cubicBezTo>
                  <a:cubicBezTo>
                    <a:pt x="4019" y="5108"/>
                    <a:pt x="4590" y="16288"/>
                    <a:pt x="4578" y="16598"/>
                  </a:cubicBezTo>
                  <a:lnTo>
                    <a:pt x="4567" y="16729"/>
                  </a:lnTo>
                  <a:lnTo>
                    <a:pt x="10151" y="16729"/>
                  </a:lnTo>
                  <a:cubicBezTo>
                    <a:pt x="10377" y="16264"/>
                    <a:pt x="10567" y="15871"/>
                    <a:pt x="10722" y="15550"/>
                  </a:cubicBezTo>
                  <a:cubicBezTo>
                    <a:pt x="10889" y="14990"/>
                    <a:pt x="11008" y="14419"/>
                    <a:pt x="11091" y="13835"/>
                  </a:cubicBezTo>
                  <a:cubicBezTo>
                    <a:pt x="11234" y="12859"/>
                    <a:pt x="11317" y="11883"/>
                    <a:pt x="11401" y="10895"/>
                  </a:cubicBezTo>
                  <a:cubicBezTo>
                    <a:pt x="11425" y="10573"/>
                    <a:pt x="11317" y="10228"/>
                    <a:pt x="11365" y="9906"/>
                  </a:cubicBezTo>
                  <a:cubicBezTo>
                    <a:pt x="11496" y="9001"/>
                    <a:pt x="11675" y="8097"/>
                    <a:pt x="11853" y="7192"/>
                  </a:cubicBezTo>
                  <a:cubicBezTo>
                    <a:pt x="11913" y="6894"/>
                    <a:pt x="12020" y="6620"/>
                    <a:pt x="12103" y="6323"/>
                  </a:cubicBezTo>
                  <a:lnTo>
                    <a:pt x="12008" y="6287"/>
                  </a:lnTo>
                  <a:cubicBezTo>
                    <a:pt x="11948" y="6418"/>
                    <a:pt x="11865" y="6549"/>
                    <a:pt x="11841" y="6680"/>
                  </a:cubicBezTo>
                  <a:cubicBezTo>
                    <a:pt x="11615" y="7882"/>
                    <a:pt x="11401" y="9097"/>
                    <a:pt x="11175" y="10299"/>
                  </a:cubicBezTo>
                  <a:cubicBezTo>
                    <a:pt x="11163" y="10263"/>
                    <a:pt x="11151" y="10240"/>
                    <a:pt x="11139" y="10228"/>
                  </a:cubicBezTo>
                  <a:cubicBezTo>
                    <a:pt x="11115" y="10466"/>
                    <a:pt x="11079" y="10716"/>
                    <a:pt x="11032" y="11025"/>
                  </a:cubicBezTo>
                  <a:cubicBezTo>
                    <a:pt x="10948" y="9573"/>
                    <a:pt x="11198" y="8239"/>
                    <a:pt x="11544" y="6906"/>
                  </a:cubicBezTo>
                  <a:cubicBezTo>
                    <a:pt x="11520" y="6894"/>
                    <a:pt x="11496" y="6870"/>
                    <a:pt x="11460" y="6858"/>
                  </a:cubicBezTo>
                  <a:cubicBezTo>
                    <a:pt x="11127" y="7287"/>
                    <a:pt x="10782" y="7716"/>
                    <a:pt x="10436" y="8156"/>
                  </a:cubicBezTo>
                  <a:cubicBezTo>
                    <a:pt x="10424" y="8120"/>
                    <a:pt x="10413" y="8097"/>
                    <a:pt x="10413" y="8097"/>
                  </a:cubicBezTo>
                  <a:cubicBezTo>
                    <a:pt x="10782" y="7620"/>
                    <a:pt x="10841" y="7049"/>
                    <a:pt x="10960" y="6489"/>
                  </a:cubicBezTo>
                  <a:cubicBezTo>
                    <a:pt x="11186" y="5465"/>
                    <a:pt x="11484" y="4453"/>
                    <a:pt x="11746" y="3429"/>
                  </a:cubicBezTo>
                  <a:cubicBezTo>
                    <a:pt x="11937" y="2667"/>
                    <a:pt x="12115" y="1905"/>
                    <a:pt x="12306" y="1131"/>
                  </a:cubicBezTo>
                  <a:cubicBezTo>
                    <a:pt x="12329" y="1036"/>
                    <a:pt x="12329" y="941"/>
                    <a:pt x="12341" y="762"/>
                  </a:cubicBezTo>
                  <a:lnTo>
                    <a:pt x="12341" y="762"/>
                  </a:lnTo>
                  <a:cubicBezTo>
                    <a:pt x="12151" y="929"/>
                    <a:pt x="12008" y="1036"/>
                    <a:pt x="11865" y="1143"/>
                  </a:cubicBezTo>
                  <a:cubicBezTo>
                    <a:pt x="11091" y="1762"/>
                    <a:pt x="10329" y="2370"/>
                    <a:pt x="9567" y="2989"/>
                  </a:cubicBezTo>
                  <a:cubicBezTo>
                    <a:pt x="8377" y="3965"/>
                    <a:pt x="7007" y="4489"/>
                    <a:pt x="5495" y="4632"/>
                  </a:cubicBezTo>
                  <a:cubicBezTo>
                    <a:pt x="5329" y="4644"/>
                    <a:pt x="5174" y="4668"/>
                    <a:pt x="5007" y="4691"/>
                  </a:cubicBezTo>
                  <a:cubicBezTo>
                    <a:pt x="4983" y="4691"/>
                    <a:pt x="4948" y="4691"/>
                    <a:pt x="4852" y="4679"/>
                  </a:cubicBezTo>
                  <a:cubicBezTo>
                    <a:pt x="5221" y="4584"/>
                    <a:pt x="5543" y="4489"/>
                    <a:pt x="5852" y="4418"/>
                  </a:cubicBezTo>
                  <a:cubicBezTo>
                    <a:pt x="6591" y="4251"/>
                    <a:pt x="7245" y="3953"/>
                    <a:pt x="7853" y="3477"/>
                  </a:cubicBezTo>
                  <a:cubicBezTo>
                    <a:pt x="9174" y="2441"/>
                    <a:pt x="10532" y="1453"/>
                    <a:pt x="11877" y="453"/>
                  </a:cubicBezTo>
                  <a:cubicBezTo>
                    <a:pt x="11972" y="381"/>
                    <a:pt x="12056" y="298"/>
                    <a:pt x="12222" y="155"/>
                  </a:cubicBezTo>
                  <a:lnTo>
                    <a:pt x="10234" y="155"/>
                  </a:lnTo>
                  <a:cubicBezTo>
                    <a:pt x="10210" y="274"/>
                    <a:pt x="10174" y="429"/>
                    <a:pt x="10139" y="631"/>
                  </a:cubicBezTo>
                  <a:cubicBezTo>
                    <a:pt x="10127" y="429"/>
                    <a:pt x="10115" y="262"/>
                    <a:pt x="10103" y="107"/>
                  </a:cubicBezTo>
                  <a:cubicBezTo>
                    <a:pt x="10091" y="96"/>
                    <a:pt x="10067" y="96"/>
                    <a:pt x="10043" y="96"/>
                  </a:cubicBezTo>
                  <a:cubicBezTo>
                    <a:pt x="10008" y="143"/>
                    <a:pt x="9984" y="203"/>
                    <a:pt x="9948" y="262"/>
                  </a:cubicBezTo>
                  <a:cubicBezTo>
                    <a:pt x="9948" y="262"/>
                    <a:pt x="9936" y="262"/>
                    <a:pt x="9924" y="250"/>
                  </a:cubicBezTo>
                  <a:cubicBezTo>
                    <a:pt x="9853" y="191"/>
                    <a:pt x="9793" y="96"/>
                    <a:pt x="9722" y="84"/>
                  </a:cubicBezTo>
                  <a:cubicBezTo>
                    <a:pt x="8996" y="48"/>
                    <a:pt x="8269" y="24"/>
                    <a:pt x="754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40"/>
            <p:cNvSpPr/>
            <p:nvPr/>
          </p:nvSpPr>
          <p:spPr>
            <a:xfrm>
              <a:off x="3920125" y="2730625"/>
              <a:ext cx="39300" cy="11525"/>
            </a:xfrm>
            <a:custGeom>
              <a:rect b="b" l="l" r="r" t="t"/>
              <a:pathLst>
                <a:path extrusionOk="0" h="461" w="1572">
                  <a:moveTo>
                    <a:pt x="741" y="1"/>
                  </a:moveTo>
                  <a:cubicBezTo>
                    <a:pt x="513" y="1"/>
                    <a:pt x="284" y="8"/>
                    <a:pt x="60" y="8"/>
                  </a:cubicBezTo>
                  <a:cubicBezTo>
                    <a:pt x="36" y="44"/>
                    <a:pt x="24" y="92"/>
                    <a:pt x="0" y="127"/>
                  </a:cubicBezTo>
                  <a:cubicBezTo>
                    <a:pt x="60" y="173"/>
                    <a:pt x="125" y="189"/>
                    <a:pt x="194" y="189"/>
                  </a:cubicBezTo>
                  <a:cubicBezTo>
                    <a:pt x="346" y="189"/>
                    <a:pt x="520" y="113"/>
                    <a:pt x="709" y="113"/>
                  </a:cubicBezTo>
                  <a:cubicBezTo>
                    <a:pt x="727" y="113"/>
                    <a:pt x="744" y="114"/>
                    <a:pt x="762" y="116"/>
                  </a:cubicBezTo>
                  <a:cubicBezTo>
                    <a:pt x="500" y="235"/>
                    <a:pt x="298" y="318"/>
                    <a:pt x="96" y="401"/>
                  </a:cubicBezTo>
                  <a:cubicBezTo>
                    <a:pt x="107" y="425"/>
                    <a:pt x="107" y="437"/>
                    <a:pt x="119" y="461"/>
                  </a:cubicBezTo>
                  <a:lnTo>
                    <a:pt x="1524" y="461"/>
                  </a:lnTo>
                  <a:cubicBezTo>
                    <a:pt x="1536" y="437"/>
                    <a:pt x="1560" y="401"/>
                    <a:pt x="1572" y="366"/>
                  </a:cubicBezTo>
                  <a:cubicBezTo>
                    <a:pt x="1465" y="247"/>
                    <a:pt x="1370" y="44"/>
                    <a:pt x="1250" y="20"/>
                  </a:cubicBezTo>
                  <a:cubicBezTo>
                    <a:pt x="1082" y="5"/>
                    <a:pt x="912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40"/>
            <p:cNvSpPr/>
            <p:nvPr/>
          </p:nvSpPr>
          <p:spPr>
            <a:xfrm>
              <a:off x="3949000" y="2712550"/>
              <a:ext cx="179500" cy="407625"/>
            </a:xfrm>
            <a:custGeom>
              <a:rect b="b" l="l" r="r" t="t"/>
              <a:pathLst>
                <a:path extrusionOk="0" h="16305" w="7180">
                  <a:moveTo>
                    <a:pt x="5002" y="2204"/>
                  </a:moveTo>
                  <a:cubicBezTo>
                    <a:pt x="5155" y="2204"/>
                    <a:pt x="5292" y="2293"/>
                    <a:pt x="5370" y="2470"/>
                  </a:cubicBezTo>
                  <a:cubicBezTo>
                    <a:pt x="5549" y="2839"/>
                    <a:pt x="5715" y="3232"/>
                    <a:pt x="5751" y="3625"/>
                  </a:cubicBezTo>
                  <a:cubicBezTo>
                    <a:pt x="5834" y="4518"/>
                    <a:pt x="5858" y="5422"/>
                    <a:pt x="5882" y="6315"/>
                  </a:cubicBezTo>
                  <a:cubicBezTo>
                    <a:pt x="5894" y="6982"/>
                    <a:pt x="5632" y="7554"/>
                    <a:pt x="5322" y="8113"/>
                  </a:cubicBezTo>
                  <a:cubicBezTo>
                    <a:pt x="4417" y="9721"/>
                    <a:pt x="3358" y="11209"/>
                    <a:pt x="2239" y="12673"/>
                  </a:cubicBezTo>
                  <a:cubicBezTo>
                    <a:pt x="2131" y="12816"/>
                    <a:pt x="2024" y="12959"/>
                    <a:pt x="1858" y="13078"/>
                  </a:cubicBezTo>
                  <a:cubicBezTo>
                    <a:pt x="1905" y="12995"/>
                    <a:pt x="1953" y="12911"/>
                    <a:pt x="2000" y="12828"/>
                  </a:cubicBezTo>
                  <a:cubicBezTo>
                    <a:pt x="2715" y="11721"/>
                    <a:pt x="3453" y="10625"/>
                    <a:pt x="4144" y="9494"/>
                  </a:cubicBezTo>
                  <a:cubicBezTo>
                    <a:pt x="5739" y="6875"/>
                    <a:pt x="5608" y="7030"/>
                    <a:pt x="5453" y="3863"/>
                  </a:cubicBezTo>
                  <a:cubicBezTo>
                    <a:pt x="5429" y="3482"/>
                    <a:pt x="5322" y="3101"/>
                    <a:pt x="5203" y="2732"/>
                  </a:cubicBezTo>
                  <a:cubicBezTo>
                    <a:pt x="5145" y="2555"/>
                    <a:pt x="5079" y="2472"/>
                    <a:pt x="4990" y="2472"/>
                  </a:cubicBezTo>
                  <a:cubicBezTo>
                    <a:pt x="4917" y="2472"/>
                    <a:pt x="4828" y="2529"/>
                    <a:pt x="4715" y="2636"/>
                  </a:cubicBezTo>
                  <a:cubicBezTo>
                    <a:pt x="4298" y="3053"/>
                    <a:pt x="4167" y="3601"/>
                    <a:pt x="4025" y="4137"/>
                  </a:cubicBezTo>
                  <a:cubicBezTo>
                    <a:pt x="3917" y="4553"/>
                    <a:pt x="3751" y="4958"/>
                    <a:pt x="3596" y="5363"/>
                  </a:cubicBezTo>
                  <a:cubicBezTo>
                    <a:pt x="3524" y="5530"/>
                    <a:pt x="3501" y="5661"/>
                    <a:pt x="3584" y="5851"/>
                  </a:cubicBezTo>
                  <a:cubicBezTo>
                    <a:pt x="3917" y="6565"/>
                    <a:pt x="4001" y="7316"/>
                    <a:pt x="3763" y="8089"/>
                  </a:cubicBezTo>
                  <a:cubicBezTo>
                    <a:pt x="3727" y="8197"/>
                    <a:pt x="3667" y="8292"/>
                    <a:pt x="3632" y="8387"/>
                  </a:cubicBezTo>
                  <a:cubicBezTo>
                    <a:pt x="3715" y="7542"/>
                    <a:pt x="3608" y="6744"/>
                    <a:pt x="3417" y="5934"/>
                  </a:cubicBezTo>
                  <a:cubicBezTo>
                    <a:pt x="3370" y="5934"/>
                    <a:pt x="3334" y="5923"/>
                    <a:pt x="3286" y="5923"/>
                  </a:cubicBezTo>
                  <a:cubicBezTo>
                    <a:pt x="3167" y="6423"/>
                    <a:pt x="3024" y="6911"/>
                    <a:pt x="2929" y="7411"/>
                  </a:cubicBezTo>
                  <a:cubicBezTo>
                    <a:pt x="2905" y="7530"/>
                    <a:pt x="3024" y="7661"/>
                    <a:pt x="3060" y="7780"/>
                  </a:cubicBezTo>
                  <a:cubicBezTo>
                    <a:pt x="3203" y="8280"/>
                    <a:pt x="3179" y="8768"/>
                    <a:pt x="2941" y="9256"/>
                  </a:cubicBezTo>
                  <a:lnTo>
                    <a:pt x="2941" y="7685"/>
                  </a:lnTo>
                  <a:lnTo>
                    <a:pt x="2846" y="7673"/>
                  </a:lnTo>
                  <a:cubicBezTo>
                    <a:pt x="2655" y="8387"/>
                    <a:pt x="2393" y="9101"/>
                    <a:pt x="2632" y="9863"/>
                  </a:cubicBezTo>
                  <a:cubicBezTo>
                    <a:pt x="2929" y="10828"/>
                    <a:pt x="2572" y="11614"/>
                    <a:pt x="1953" y="12376"/>
                  </a:cubicBezTo>
                  <a:cubicBezTo>
                    <a:pt x="2084" y="11959"/>
                    <a:pt x="2239" y="11590"/>
                    <a:pt x="2310" y="11209"/>
                  </a:cubicBezTo>
                  <a:cubicBezTo>
                    <a:pt x="2370" y="10876"/>
                    <a:pt x="2405" y="10518"/>
                    <a:pt x="2322" y="10209"/>
                  </a:cubicBezTo>
                  <a:cubicBezTo>
                    <a:pt x="2143" y="9459"/>
                    <a:pt x="2203" y="8732"/>
                    <a:pt x="2417" y="8030"/>
                  </a:cubicBezTo>
                  <a:cubicBezTo>
                    <a:pt x="2858" y="6577"/>
                    <a:pt x="3334" y="5137"/>
                    <a:pt x="3810" y="3708"/>
                  </a:cubicBezTo>
                  <a:cubicBezTo>
                    <a:pt x="3905" y="3410"/>
                    <a:pt x="4048" y="3113"/>
                    <a:pt x="4203" y="2839"/>
                  </a:cubicBezTo>
                  <a:cubicBezTo>
                    <a:pt x="4322" y="2648"/>
                    <a:pt x="4501" y="2470"/>
                    <a:pt x="4679" y="2327"/>
                  </a:cubicBezTo>
                  <a:cubicBezTo>
                    <a:pt x="4785" y="2245"/>
                    <a:pt x="4897" y="2204"/>
                    <a:pt x="5002" y="2204"/>
                  </a:cubicBezTo>
                  <a:close/>
                  <a:moveTo>
                    <a:pt x="5576" y="0"/>
                  </a:moveTo>
                  <a:cubicBezTo>
                    <a:pt x="5436" y="0"/>
                    <a:pt x="5298" y="54"/>
                    <a:pt x="5168" y="172"/>
                  </a:cubicBezTo>
                  <a:cubicBezTo>
                    <a:pt x="4989" y="338"/>
                    <a:pt x="4787" y="493"/>
                    <a:pt x="4656" y="696"/>
                  </a:cubicBezTo>
                  <a:cubicBezTo>
                    <a:pt x="4013" y="1624"/>
                    <a:pt x="3394" y="2553"/>
                    <a:pt x="2774" y="3494"/>
                  </a:cubicBezTo>
                  <a:cubicBezTo>
                    <a:pt x="2691" y="3625"/>
                    <a:pt x="2679" y="3779"/>
                    <a:pt x="2643" y="3934"/>
                  </a:cubicBezTo>
                  <a:cubicBezTo>
                    <a:pt x="2096" y="6387"/>
                    <a:pt x="1536" y="8828"/>
                    <a:pt x="1000" y="11280"/>
                  </a:cubicBezTo>
                  <a:cubicBezTo>
                    <a:pt x="655" y="12888"/>
                    <a:pt x="346" y="14495"/>
                    <a:pt x="12" y="16114"/>
                  </a:cubicBezTo>
                  <a:cubicBezTo>
                    <a:pt x="0" y="16174"/>
                    <a:pt x="12" y="16245"/>
                    <a:pt x="24" y="16305"/>
                  </a:cubicBezTo>
                  <a:cubicBezTo>
                    <a:pt x="143" y="16233"/>
                    <a:pt x="262" y="16174"/>
                    <a:pt x="381" y="16102"/>
                  </a:cubicBezTo>
                  <a:cubicBezTo>
                    <a:pt x="905" y="15519"/>
                    <a:pt x="1739" y="15007"/>
                    <a:pt x="5084" y="11006"/>
                  </a:cubicBezTo>
                  <a:cubicBezTo>
                    <a:pt x="5620" y="10256"/>
                    <a:pt x="6084" y="9459"/>
                    <a:pt x="6513" y="8637"/>
                  </a:cubicBezTo>
                  <a:cubicBezTo>
                    <a:pt x="6692" y="8292"/>
                    <a:pt x="6823" y="7899"/>
                    <a:pt x="6894" y="7506"/>
                  </a:cubicBezTo>
                  <a:cubicBezTo>
                    <a:pt x="7180" y="6065"/>
                    <a:pt x="7156" y="4601"/>
                    <a:pt x="6989" y="3136"/>
                  </a:cubicBezTo>
                  <a:cubicBezTo>
                    <a:pt x="6906" y="2458"/>
                    <a:pt x="6787" y="1779"/>
                    <a:pt x="6644" y="1112"/>
                  </a:cubicBezTo>
                  <a:cubicBezTo>
                    <a:pt x="6561" y="708"/>
                    <a:pt x="6334" y="362"/>
                    <a:pt x="5965" y="124"/>
                  </a:cubicBezTo>
                  <a:cubicBezTo>
                    <a:pt x="5835" y="45"/>
                    <a:pt x="5704" y="0"/>
                    <a:pt x="55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40"/>
            <p:cNvSpPr/>
            <p:nvPr/>
          </p:nvSpPr>
          <p:spPr>
            <a:xfrm>
              <a:off x="3909400" y="2669800"/>
              <a:ext cx="45875" cy="59850"/>
            </a:xfrm>
            <a:custGeom>
              <a:rect b="b" l="l" r="r" t="t"/>
              <a:pathLst>
                <a:path extrusionOk="0" h="2394" w="1835">
                  <a:moveTo>
                    <a:pt x="1" y="1"/>
                  </a:moveTo>
                  <a:cubicBezTo>
                    <a:pt x="144" y="775"/>
                    <a:pt x="286" y="1525"/>
                    <a:pt x="441" y="2287"/>
                  </a:cubicBezTo>
                  <a:cubicBezTo>
                    <a:pt x="882" y="2322"/>
                    <a:pt x="1322" y="2358"/>
                    <a:pt x="1834" y="2394"/>
                  </a:cubicBezTo>
                  <a:cubicBezTo>
                    <a:pt x="1537" y="1572"/>
                    <a:pt x="1251" y="786"/>
                    <a:pt x="97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40"/>
            <p:cNvSpPr/>
            <p:nvPr/>
          </p:nvSpPr>
          <p:spPr>
            <a:xfrm>
              <a:off x="3805525" y="2821650"/>
              <a:ext cx="41150" cy="32875"/>
            </a:xfrm>
            <a:custGeom>
              <a:rect b="b" l="l" r="r" t="t"/>
              <a:pathLst>
                <a:path extrusionOk="0" h="1315" w="1646">
                  <a:moveTo>
                    <a:pt x="1505" y="1"/>
                  </a:moveTo>
                  <a:cubicBezTo>
                    <a:pt x="1504" y="1"/>
                    <a:pt x="1506" y="4"/>
                    <a:pt x="1513" y="11"/>
                  </a:cubicBezTo>
                  <a:cubicBezTo>
                    <a:pt x="1072" y="261"/>
                    <a:pt x="679" y="487"/>
                    <a:pt x="274" y="713"/>
                  </a:cubicBezTo>
                  <a:cubicBezTo>
                    <a:pt x="227" y="749"/>
                    <a:pt x="155" y="773"/>
                    <a:pt x="131" y="820"/>
                  </a:cubicBezTo>
                  <a:cubicBezTo>
                    <a:pt x="72" y="904"/>
                    <a:pt x="0" y="1011"/>
                    <a:pt x="24" y="1082"/>
                  </a:cubicBezTo>
                  <a:cubicBezTo>
                    <a:pt x="48" y="1178"/>
                    <a:pt x="155" y="1273"/>
                    <a:pt x="250" y="1297"/>
                  </a:cubicBezTo>
                  <a:cubicBezTo>
                    <a:pt x="293" y="1309"/>
                    <a:pt x="337" y="1315"/>
                    <a:pt x="383" y="1315"/>
                  </a:cubicBezTo>
                  <a:cubicBezTo>
                    <a:pt x="917" y="1315"/>
                    <a:pt x="1645" y="528"/>
                    <a:pt x="1524" y="35"/>
                  </a:cubicBezTo>
                  <a:cubicBezTo>
                    <a:pt x="1524" y="18"/>
                    <a:pt x="1507" y="1"/>
                    <a:pt x="15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40"/>
            <p:cNvSpPr/>
            <p:nvPr/>
          </p:nvSpPr>
          <p:spPr>
            <a:xfrm>
              <a:off x="3793325" y="2669800"/>
              <a:ext cx="1500" cy="625"/>
            </a:xfrm>
            <a:custGeom>
              <a:rect b="b" l="l" r="r" t="t"/>
              <a:pathLst>
                <a:path extrusionOk="0" h="25" w="60">
                  <a:moveTo>
                    <a:pt x="0" y="1"/>
                  </a:moveTo>
                  <a:lnTo>
                    <a:pt x="0" y="24"/>
                  </a:lnTo>
                  <a:cubicBezTo>
                    <a:pt x="12" y="13"/>
                    <a:pt x="36" y="13"/>
                    <a:pt x="60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40"/>
            <p:cNvSpPr/>
            <p:nvPr/>
          </p:nvSpPr>
          <p:spPr>
            <a:xfrm>
              <a:off x="3751050" y="2774875"/>
              <a:ext cx="29200" cy="28600"/>
            </a:xfrm>
            <a:custGeom>
              <a:rect b="b" l="l" r="r" t="t"/>
              <a:pathLst>
                <a:path extrusionOk="0" h="1144" w="1168">
                  <a:moveTo>
                    <a:pt x="584" y="1"/>
                  </a:moveTo>
                  <a:cubicBezTo>
                    <a:pt x="274" y="1"/>
                    <a:pt x="1" y="298"/>
                    <a:pt x="1" y="620"/>
                  </a:cubicBezTo>
                  <a:cubicBezTo>
                    <a:pt x="1" y="917"/>
                    <a:pt x="215" y="1144"/>
                    <a:pt x="524" y="1144"/>
                  </a:cubicBezTo>
                  <a:cubicBezTo>
                    <a:pt x="531" y="1144"/>
                    <a:pt x="537" y="1144"/>
                    <a:pt x="543" y="1144"/>
                  </a:cubicBezTo>
                  <a:cubicBezTo>
                    <a:pt x="846" y="1144"/>
                    <a:pt x="1144" y="863"/>
                    <a:pt x="1155" y="560"/>
                  </a:cubicBezTo>
                  <a:cubicBezTo>
                    <a:pt x="1167" y="251"/>
                    <a:pt x="917" y="12"/>
                    <a:pt x="5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40"/>
            <p:cNvSpPr/>
            <p:nvPr/>
          </p:nvSpPr>
          <p:spPr>
            <a:xfrm>
              <a:off x="3944525" y="3120750"/>
              <a:ext cx="7775" cy="15500"/>
            </a:xfrm>
            <a:custGeom>
              <a:rect b="b" l="l" r="r" t="t"/>
              <a:pathLst>
                <a:path extrusionOk="0" h="620" w="311">
                  <a:moveTo>
                    <a:pt x="203" y="1"/>
                  </a:moveTo>
                  <a:cubicBezTo>
                    <a:pt x="144" y="203"/>
                    <a:pt x="72" y="417"/>
                    <a:pt x="1" y="620"/>
                  </a:cubicBezTo>
                  <a:cubicBezTo>
                    <a:pt x="120" y="417"/>
                    <a:pt x="215" y="251"/>
                    <a:pt x="310" y="120"/>
                  </a:cubicBezTo>
                  <a:cubicBezTo>
                    <a:pt x="263" y="96"/>
                    <a:pt x="227" y="60"/>
                    <a:pt x="203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40"/>
            <p:cNvSpPr/>
            <p:nvPr/>
          </p:nvSpPr>
          <p:spPr>
            <a:xfrm>
              <a:off x="3693600" y="2729350"/>
              <a:ext cx="210775" cy="52100"/>
            </a:xfrm>
            <a:custGeom>
              <a:rect b="b" l="l" r="r" t="t"/>
              <a:pathLst>
                <a:path extrusionOk="0" h="2084" w="8431">
                  <a:moveTo>
                    <a:pt x="6833" y="0"/>
                  </a:moveTo>
                  <a:cubicBezTo>
                    <a:pt x="4718" y="0"/>
                    <a:pt x="2648" y="236"/>
                    <a:pt x="727" y="1345"/>
                  </a:cubicBezTo>
                  <a:cubicBezTo>
                    <a:pt x="572" y="1429"/>
                    <a:pt x="417" y="1512"/>
                    <a:pt x="251" y="1583"/>
                  </a:cubicBezTo>
                  <a:cubicBezTo>
                    <a:pt x="167" y="1750"/>
                    <a:pt x="84" y="1917"/>
                    <a:pt x="1" y="2083"/>
                  </a:cubicBezTo>
                  <a:cubicBezTo>
                    <a:pt x="227" y="1917"/>
                    <a:pt x="441" y="1750"/>
                    <a:pt x="679" y="1583"/>
                  </a:cubicBezTo>
                  <a:cubicBezTo>
                    <a:pt x="1453" y="1060"/>
                    <a:pt x="2322" y="690"/>
                    <a:pt x="3251" y="571"/>
                  </a:cubicBezTo>
                  <a:cubicBezTo>
                    <a:pt x="4192" y="464"/>
                    <a:pt x="5132" y="428"/>
                    <a:pt x="6073" y="393"/>
                  </a:cubicBezTo>
                  <a:cubicBezTo>
                    <a:pt x="6267" y="385"/>
                    <a:pt x="6462" y="382"/>
                    <a:pt x="6656" y="382"/>
                  </a:cubicBezTo>
                  <a:cubicBezTo>
                    <a:pt x="7045" y="382"/>
                    <a:pt x="7434" y="393"/>
                    <a:pt x="7823" y="393"/>
                  </a:cubicBezTo>
                  <a:cubicBezTo>
                    <a:pt x="8014" y="393"/>
                    <a:pt x="8204" y="357"/>
                    <a:pt x="8395" y="333"/>
                  </a:cubicBezTo>
                  <a:cubicBezTo>
                    <a:pt x="8430" y="83"/>
                    <a:pt x="8287" y="24"/>
                    <a:pt x="8121" y="24"/>
                  </a:cubicBezTo>
                  <a:cubicBezTo>
                    <a:pt x="7690" y="10"/>
                    <a:pt x="7261" y="0"/>
                    <a:pt x="68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40"/>
            <p:cNvSpPr/>
            <p:nvPr/>
          </p:nvSpPr>
          <p:spPr>
            <a:xfrm>
              <a:off x="3489700" y="288142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ubicBezTo>
                    <a:pt x="1" y="13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40"/>
            <p:cNvSpPr/>
            <p:nvPr/>
          </p:nvSpPr>
          <p:spPr>
            <a:xfrm>
              <a:off x="3702825" y="2669800"/>
              <a:ext cx="198875" cy="93800"/>
            </a:xfrm>
            <a:custGeom>
              <a:rect b="b" l="l" r="r" t="t"/>
              <a:pathLst>
                <a:path extrusionOk="0" h="3752" w="7955">
                  <a:moveTo>
                    <a:pt x="6168" y="1"/>
                  </a:moveTo>
                  <a:cubicBezTo>
                    <a:pt x="4466" y="632"/>
                    <a:pt x="2751" y="1239"/>
                    <a:pt x="1108" y="2001"/>
                  </a:cubicBezTo>
                  <a:cubicBezTo>
                    <a:pt x="691" y="2584"/>
                    <a:pt x="310" y="3180"/>
                    <a:pt x="1" y="3751"/>
                  </a:cubicBezTo>
                  <a:cubicBezTo>
                    <a:pt x="739" y="3203"/>
                    <a:pt x="1560" y="2787"/>
                    <a:pt x="2442" y="2560"/>
                  </a:cubicBezTo>
                  <a:cubicBezTo>
                    <a:pt x="3501" y="2299"/>
                    <a:pt x="4608" y="2179"/>
                    <a:pt x="5490" y="2025"/>
                  </a:cubicBezTo>
                  <a:cubicBezTo>
                    <a:pt x="5225" y="1982"/>
                    <a:pt x="4953" y="1961"/>
                    <a:pt x="4675" y="1961"/>
                  </a:cubicBezTo>
                  <a:cubicBezTo>
                    <a:pt x="3715" y="1961"/>
                    <a:pt x="2689" y="2207"/>
                    <a:pt x="1691" y="2632"/>
                  </a:cubicBezTo>
                  <a:cubicBezTo>
                    <a:pt x="2346" y="2227"/>
                    <a:pt x="3037" y="1965"/>
                    <a:pt x="3775" y="1858"/>
                  </a:cubicBezTo>
                  <a:cubicBezTo>
                    <a:pt x="4069" y="1818"/>
                    <a:pt x="4361" y="1800"/>
                    <a:pt x="4650" y="1800"/>
                  </a:cubicBezTo>
                  <a:cubicBezTo>
                    <a:pt x="5475" y="1800"/>
                    <a:pt x="6286" y="1944"/>
                    <a:pt x="7097" y="2120"/>
                  </a:cubicBezTo>
                  <a:cubicBezTo>
                    <a:pt x="7359" y="2179"/>
                    <a:pt x="7621" y="2203"/>
                    <a:pt x="7954" y="2263"/>
                  </a:cubicBezTo>
                  <a:cubicBezTo>
                    <a:pt x="7680" y="1477"/>
                    <a:pt x="7418" y="751"/>
                    <a:pt x="7145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40"/>
            <p:cNvSpPr/>
            <p:nvPr/>
          </p:nvSpPr>
          <p:spPr>
            <a:xfrm>
              <a:off x="3573050" y="2669800"/>
              <a:ext cx="15800" cy="35450"/>
            </a:xfrm>
            <a:custGeom>
              <a:rect b="b" l="l" r="r" t="t"/>
              <a:pathLst>
                <a:path extrusionOk="0" h="1418" w="632">
                  <a:moveTo>
                    <a:pt x="203" y="1"/>
                  </a:moveTo>
                  <a:cubicBezTo>
                    <a:pt x="155" y="203"/>
                    <a:pt x="108" y="394"/>
                    <a:pt x="60" y="584"/>
                  </a:cubicBezTo>
                  <a:cubicBezTo>
                    <a:pt x="72" y="596"/>
                    <a:pt x="84" y="596"/>
                    <a:pt x="84" y="596"/>
                  </a:cubicBezTo>
                  <a:cubicBezTo>
                    <a:pt x="144" y="489"/>
                    <a:pt x="203" y="370"/>
                    <a:pt x="263" y="251"/>
                  </a:cubicBezTo>
                  <a:cubicBezTo>
                    <a:pt x="286" y="263"/>
                    <a:pt x="310" y="263"/>
                    <a:pt x="334" y="274"/>
                  </a:cubicBezTo>
                  <a:cubicBezTo>
                    <a:pt x="227" y="644"/>
                    <a:pt x="108" y="1025"/>
                    <a:pt x="1" y="1406"/>
                  </a:cubicBezTo>
                  <a:cubicBezTo>
                    <a:pt x="13" y="1406"/>
                    <a:pt x="24" y="1406"/>
                    <a:pt x="36" y="1417"/>
                  </a:cubicBezTo>
                  <a:cubicBezTo>
                    <a:pt x="239" y="941"/>
                    <a:pt x="441" y="477"/>
                    <a:pt x="632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40"/>
            <p:cNvSpPr/>
            <p:nvPr/>
          </p:nvSpPr>
          <p:spPr>
            <a:xfrm>
              <a:off x="4041850" y="2669800"/>
              <a:ext cx="4800" cy="24725"/>
            </a:xfrm>
            <a:custGeom>
              <a:rect b="b" l="l" r="r" t="t"/>
              <a:pathLst>
                <a:path extrusionOk="0" h="989" w="192">
                  <a:moveTo>
                    <a:pt x="49" y="1"/>
                  </a:moveTo>
                  <a:cubicBezTo>
                    <a:pt x="37" y="334"/>
                    <a:pt x="13" y="655"/>
                    <a:pt x="1" y="989"/>
                  </a:cubicBezTo>
                  <a:lnTo>
                    <a:pt x="13" y="989"/>
                  </a:lnTo>
                  <a:cubicBezTo>
                    <a:pt x="72" y="655"/>
                    <a:pt x="132" y="334"/>
                    <a:pt x="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40"/>
            <p:cNvSpPr/>
            <p:nvPr/>
          </p:nvSpPr>
          <p:spPr>
            <a:xfrm>
              <a:off x="4020425" y="2669800"/>
              <a:ext cx="14025" cy="44675"/>
            </a:xfrm>
            <a:custGeom>
              <a:rect b="b" l="l" r="r" t="t"/>
              <a:pathLst>
                <a:path extrusionOk="0" h="1787" w="561">
                  <a:moveTo>
                    <a:pt x="251" y="1"/>
                  </a:moveTo>
                  <a:cubicBezTo>
                    <a:pt x="167" y="596"/>
                    <a:pt x="84" y="1191"/>
                    <a:pt x="1" y="1787"/>
                  </a:cubicBezTo>
                  <a:lnTo>
                    <a:pt x="25" y="1787"/>
                  </a:lnTo>
                  <a:cubicBezTo>
                    <a:pt x="120" y="1453"/>
                    <a:pt x="215" y="1120"/>
                    <a:pt x="322" y="751"/>
                  </a:cubicBezTo>
                  <a:cubicBezTo>
                    <a:pt x="346" y="810"/>
                    <a:pt x="358" y="834"/>
                    <a:pt x="382" y="929"/>
                  </a:cubicBezTo>
                  <a:cubicBezTo>
                    <a:pt x="441" y="608"/>
                    <a:pt x="501" y="310"/>
                    <a:pt x="560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40"/>
            <p:cNvSpPr/>
            <p:nvPr/>
          </p:nvSpPr>
          <p:spPr>
            <a:xfrm>
              <a:off x="3586150" y="2669800"/>
              <a:ext cx="17300" cy="29200"/>
            </a:xfrm>
            <a:custGeom>
              <a:rect b="b" l="l" r="r" t="t"/>
              <a:pathLst>
                <a:path extrusionOk="0" h="1168" w="692">
                  <a:moveTo>
                    <a:pt x="274" y="1"/>
                  </a:moveTo>
                  <a:cubicBezTo>
                    <a:pt x="227" y="120"/>
                    <a:pt x="179" y="239"/>
                    <a:pt x="143" y="346"/>
                  </a:cubicBezTo>
                  <a:cubicBezTo>
                    <a:pt x="155" y="358"/>
                    <a:pt x="167" y="370"/>
                    <a:pt x="179" y="382"/>
                  </a:cubicBezTo>
                  <a:cubicBezTo>
                    <a:pt x="251" y="286"/>
                    <a:pt x="334" y="191"/>
                    <a:pt x="405" y="108"/>
                  </a:cubicBezTo>
                  <a:cubicBezTo>
                    <a:pt x="417" y="108"/>
                    <a:pt x="429" y="120"/>
                    <a:pt x="441" y="120"/>
                  </a:cubicBezTo>
                  <a:cubicBezTo>
                    <a:pt x="298" y="465"/>
                    <a:pt x="155" y="810"/>
                    <a:pt x="1" y="1156"/>
                  </a:cubicBezTo>
                  <a:cubicBezTo>
                    <a:pt x="12" y="1156"/>
                    <a:pt x="24" y="1156"/>
                    <a:pt x="36" y="1167"/>
                  </a:cubicBezTo>
                  <a:cubicBezTo>
                    <a:pt x="251" y="775"/>
                    <a:pt x="465" y="394"/>
                    <a:pt x="69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40"/>
            <p:cNvSpPr/>
            <p:nvPr/>
          </p:nvSpPr>
          <p:spPr>
            <a:xfrm>
              <a:off x="3601925" y="2669800"/>
              <a:ext cx="17575" cy="24725"/>
            </a:xfrm>
            <a:custGeom>
              <a:rect b="b" l="l" r="r" t="t"/>
              <a:pathLst>
                <a:path extrusionOk="0" h="989" w="703">
                  <a:moveTo>
                    <a:pt x="346" y="1"/>
                  </a:moveTo>
                  <a:cubicBezTo>
                    <a:pt x="239" y="322"/>
                    <a:pt x="120" y="644"/>
                    <a:pt x="1" y="989"/>
                  </a:cubicBezTo>
                  <a:cubicBezTo>
                    <a:pt x="72" y="870"/>
                    <a:pt x="108" y="810"/>
                    <a:pt x="155" y="763"/>
                  </a:cubicBezTo>
                  <a:cubicBezTo>
                    <a:pt x="370" y="525"/>
                    <a:pt x="548" y="274"/>
                    <a:pt x="70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40"/>
            <p:cNvSpPr/>
            <p:nvPr/>
          </p:nvSpPr>
          <p:spPr>
            <a:xfrm>
              <a:off x="4005250" y="2669800"/>
              <a:ext cx="13125" cy="37225"/>
            </a:xfrm>
            <a:custGeom>
              <a:rect b="b" l="l" r="r" t="t"/>
              <a:pathLst>
                <a:path extrusionOk="0" h="1489" w="525">
                  <a:moveTo>
                    <a:pt x="48" y="1"/>
                  </a:moveTo>
                  <a:cubicBezTo>
                    <a:pt x="36" y="358"/>
                    <a:pt x="12" y="727"/>
                    <a:pt x="1" y="1084"/>
                  </a:cubicBezTo>
                  <a:cubicBezTo>
                    <a:pt x="48" y="894"/>
                    <a:pt x="84" y="727"/>
                    <a:pt x="120" y="560"/>
                  </a:cubicBezTo>
                  <a:lnTo>
                    <a:pt x="143" y="560"/>
                  </a:lnTo>
                  <a:lnTo>
                    <a:pt x="143" y="1477"/>
                  </a:lnTo>
                  <a:cubicBezTo>
                    <a:pt x="167" y="1477"/>
                    <a:pt x="191" y="1477"/>
                    <a:pt x="215" y="1489"/>
                  </a:cubicBezTo>
                  <a:lnTo>
                    <a:pt x="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40"/>
            <p:cNvSpPr/>
            <p:nvPr/>
          </p:nvSpPr>
          <p:spPr>
            <a:xfrm>
              <a:off x="3634675" y="2669800"/>
              <a:ext cx="152725" cy="25025"/>
            </a:xfrm>
            <a:custGeom>
              <a:rect b="b" l="l" r="r" t="t"/>
              <a:pathLst>
                <a:path extrusionOk="0" h="1001" w="6109">
                  <a:moveTo>
                    <a:pt x="36" y="1"/>
                  </a:moveTo>
                  <a:lnTo>
                    <a:pt x="0" y="72"/>
                  </a:lnTo>
                  <a:cubicBezTo>
                    <a:pt x="54" y="52"/>
                    <a:pt x="135" y="43"/>
                    <a:pt x="238" y="43"/>
                  </a:cubicBezTo>
                  <a:cubicBezTo>
                    <a:pt x="1283" y="43"/>
                    <a:pt x="4572" y="1001"/>
                    <a:pt x="4572" y="1001"/>
                  </a:cubicBezTo>
                  <a:cubicBezTo>
                    <a:pt x="5001" y="775"/>
                    <a:pt x="5429" y="536"/>
                    <a:pt x="5870" y="310"/>
                  </a:cubicBezTo>
                  <a:cubicBezTo>
                    <a:pt x="6025" y="227"/>
                    <a:pt x="6096" y="144"/>
                    <a:pt x="610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40"/>
            <p:cNvSpPr/>
            <p:nvPr/>
          </p:nvSpPr>
          <p:spPr>
            <a:xfrm>
              <a:off x="4054650" y="2669800"/>
              <a:ext cx="925" cy="3600"/>
            </a:xfrm>
            <a:custGeom>
              <a:rect b="b" l="l" r="r" t="t"/>
              <a:pathLst>
                <a:path extrusionOk="0" h="144" w="37">
                  <a:moveTo>
                    <a:pt x="13" y="1"/>
                  </a:moveTo>
                  <a:cubicBezTo>
                    <a:pt x="13" y="48"/>
                    <a:pt x="1" y="96"/>
                    <a:pt x="1" y="144"/>
                  </a:cubicBezTo>
                  <a:cubicBezTo>
                    <a:pt x="13" y="96"/>
                    <a:pt x="25" y="48"/>
                    <a:pt x="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40"/>
            <p:cNvSpPr/>
            <p:nvPr/>
          </p:nvSpPr>
          <p:spPr>
            <a:xfrm>
              <a:off x="3189975" y="2772800"/>
              <a:ext cx="87825" cy="414650"/>
            </a:xfrm>
            <a:custGeom>
              <a:rect b="b" l="l" r="r" t="t"/>
              <a:pathLst>
                <a:path extrusionOk="0" h="16586" w="3513">
                  <a:moveTo>
                    <a:pt x="0" y="0"/>
                  </a:moveTo>
                  <a:lnTo>
                    <a:pt x="0" y="0"/>
                  </a:lnTo>
                  <a:cubicBezTo>
                    <a:pt x="274" y="1738"/>
                    <a:pt x="536" y="3405"/>
                    <a:pt x="798" y="5072"/>
                  </a:cubicBezTo>
                  <a:lnTo>
                    <a:pt x="762" y="5072"/>
                  </a:lnTo>
                  <a:cubicBezTo>
                    <a:pt x="691" y="4703"/>
                    <a:pt x="608" y="4334"/>
                    <a:pt x="536" y="3953"/>
                  </a:cubicBezTo>
                  <a:lnTo>
                    <a:pt x="465" y="3965"/>
                  </a:lnTo>
                  <a:cubicBezTo>
                    <a:pt x="655" y="5132"/>
                    <a:pt x="846" y="6299"/>
                    <a:pt x="1048" y="7453"/>
                  </a:cubicBezTo>
                  <a:lnTo>
                    <a:pt x="1012" y="7465"/>
                  </a:lnTo>
                  <a:lnTo>
                    <a:pt x="643" y="6168"/>
                  </a:lnTo>
                  <a:cubicBezTo>
                    <a:pt x="619" y="6168"/>
                    <a:pt x="608" y="6168"/>
                    <a:pt x="584" y="6156"/>
                  </a:cubicBezTo>
                  <a:cubicBezTo>
                    <a:pt x="584" y="6251"/>
                    <a:pt x="572" y="6334"/>
                    <a:pt x="584" y="6418"/>
                  </a:cubicBezTo>
                  <a:cubicBezTo>
                    <a:pt x="881" y="8430"/>
                    <a:pt x="1179" y="10442"/>
                    <a:pt x="1477" y="12454"/>
                  </a:cubicBezTo>
                  <a:cubicBezTo>
                    <a:pt x="1608" y="13335"/>
                    <a:pt x="1715" y="14240"/>
                    <a:pt x="1881" y="15121"/>
                  </a:cubicBezTo>
                  <a:cubicBezTo>
                    <a:pt x="1977" y="15633"/>
                    <a:pt x="2132" y="16121"/>
                    <a:pt x="2346" y="16586"/>
                  </a:cubicBezTo>
                  <a:lnTo>
                    <a:pt x="3513" y="16586"/>
                  </a:lnTo>
                  <a:cubicBezTo>
                    <a:pt x="3453" y="16419"/>
                    <a:pt x="3394" y="16264"/>
                    <a:pt x="3346" y="16097"/>
                  </a:cubicBezTo>
                  <a:cubicBezTo>
                    <a:pt x="3024" y="15073"/>
                    <a:pt x="2810" y="14014"/>
                    <a:pt x="2596" y="12954"/>
                  </a:cubicBezTo>
                  <a:cubicBezTo>
                    <a:pt x="1798" y="8835"/>
                    <a:pt x="1143" y="4691"/>
                    <a:pt x="619" y="524"/>
                  </a:cubicBezTo>
                  <a:cubicBezTo>
                    <a:pt x="417" y="345"/>
                    <a:pt x="215" y="179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40"/>
            <p:cNvSpPr/>
            <p:nvPr/>
          </p:nvSpPr>
          <p:spPr>
            <a:xfrm>
              <a:off x="3184025" y="2769525"/>
              <a:ext cx="5675" cy="29475"/>
            </a:xfrm>
            <a:custGeom>
              <a:rect b="b" l="l" r="r" t="t"/>
              <a:pathLst>
                <a:path extrusionOk="0" h="1179" w="227">
                  <a:moveTo>
                    <a:pt x="0" y="0"/>
                  </a:moveTo>
                  <a:lnTo>
                    <a:pt x="0" y="72"/>
                  </a:lnTo>
                  <a:cubicBezTo>
                    <a:pt x="48" y="453"/>
                    <a:pt x="84" y="822"/>
                    <a:pt x="131" y="1179"/>
                  </a:cubicBezTo>
                  <a:cubicBezTo>
                    <a:pt x="226" y="548"/>
                    <a:pt x="179" y="167"/>
                    <a:pt x="0" y="0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40"/>
            <p:cNvSpPr/>
            <p:nvPr/>
          </p:nvSpPr>
          <p:spPr>
            <a:xfrm>
              <a:off x="3332850" y="2770125"/>
              <a:ext cx="29475" cy="31575"/>
            </a:xfrm>
            <a:custGeom>
              <a:rect b="b" l="l" r="r" t="t"/>
              <a:pathLst>
                <a:path extrusionOk="0" h="1263" w="1179">
                  <a:moveTo>
                    <a:pt x="619" y="0"/>
                  </a:moveTo>
                  <a:cubicBezTo>
                    <a:pt x="298" y="0"/>
                    <a:pt x="0" y="333"/>
                    <a:pt x="12" y="679"/>
                  </a:cubicBezTo>
                  <a:cubicBezTo>
                    <a:pt x="12" y="1000"/>
                    <a:pt x="274" y="1262"/>
                    <a:pt x="596" y="1262"/>
                  </a:cubicBezTo>
                  <a:cubicBezTo>
                    <a:pt x="603" y="1262"/>
                    <a:pt x="610" y="1262"/>
                    <a:pt x="617" y="1262"/>
                  </a:cubicBezTo>
                  <a:cubicBezTo>
                    <a:pt x="940" y="1262"/>
                    <a:pt x="1179" y="1004"/>
                    <a:pt x="1179" y="643"/>
                  </a:cubicBezTo>
                  <a:cubicBezTo>
                    <a:pt x="1179" y="274"/>
                    <a:pt x="941" y="0"/>
                    <a:pt x="6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40"/>
            <p:cNvSpPr/>
            <p:nvPr/>
          </p:nvSpPr>
          <p:spPr>
            <a:xfrm>
              <a:off x="3389400" y="2823575"/>
              <a:ext cx="38725" cy="27525"/>
            </a:xfrm>
            <a:custGeom>
              <a:rect b="b" l="l" r="r" t="t"/>
              <a:pathLst>
                <a:path extrusionOk="0" h="1101" w="1549">
                  <a:moveTo>
                    <a:pt x="1416" y="0"/>
                  </a:moveTo>
                  <a:cubicBezTo>
                    <a:pt x="1377" y="0"/>
                    <a:pt x="1336" y="9"/>
                    <a:pt x="1310" y="29"/>
                  </a:cubicBezTo>
                  <a:cubicBezTo>
                    <a:pt x="870" y="255"/>
                    <a:pt x="441" y="481"/>
                    <a:pt x="0" y="720"/>
                  </a:cubicBezTo>
                  <a:cubicBezTo>
                    <a:pt x="73" y="937"/>
                    <a:pt x="316" y="1100"/>
                    <a:pt x="574" y="1100"/>
                  </a:cubicBezTo>
                  <a:cubicBezTo>
                    <a:pt x="613" y="1100"/>
                    <a:pt x="652" y="1096"/>
                    <a:pt x="691" y="1089"/>
                  </a:cubicBezTo>
                  <a:cubicBezTo>
                    <a:pt x="1108" y="1005"/>
                    <a:pt x="1489" y="600"/>
                    <a:pt x="1548" y="172"/>
                  </a:cubicBezTo>
                  <a:cubicBezTo>
                    <a:pt x="1548" y="124"/>
                    <a:pt x="1536" y="29"/>
                    <a:pt x="1501" y="17"/>
                  </a:cubicBezTo>
                  <a:cubicBezTo>
                    <a:pt x="1479" y="6"/>
                    <a:pt x="1448" y="0"/>
                    <a:pt x="14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40"/>
            <p:cNvSpPr/>
            <p:nvPr/>
          </p:nvSpPr>
          <p:spPr>
            <a:xfrm>
              <a:off x="3506675" y="2799575"/>
              <a:ext cx="4500" cy="3900"/>
            </a:xfrm>
            <a:custGeom>
              <a:rect b="b" l="l" r="r" t="t"/>
              <a:pathLst>
                <a:path extrusionOk="0" h="156" w="180">
                  <a:moveTo>
                    <a:pt x="1" y="1"/>
                  </a:moveTo>
                  <a:lnTo>
                    <a:pt x="1" y="1"/>
                  </a:lnTo>
                  <a:cubicBezTo>
                    <a:pt x="48" y="48"/>
                    <a:pt x="108" y="96"/>
                    <a:pt x="167" y="156"/>
                  </a:cubicBezTo>
                  <a:cubicBezTo>
                    <a:pt x="167" y="144"/>
                    <a:pt x="179" y="144"/>
                    <a:pt x="179" y="132"/>
                  </a:cubicBezTo>
                  <a:cubicBezTo>
                    <a:pt x="120" y="84"/>
                    <a:pt x="60" y="48"/>
                    <a:pt x="1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3206050" y="2756425"/>
              <a:ext cx="303325" cy="126800"/>
            </a:xfrm>
            <a:custGeom>
              <a:rect b="b" l="l" r="r" t="t"/>
              <a:pathLst>
                <a:path extrusionOk="0" h="5072" w="12133">
                  <a:moveTo>
                    <a:pt x="4060" y="0"/>
                  </a:moveTo>
                  <a:cubicBezTo>
                    <a:pt x="2727" y="131"/>
                    <a:pt x="1381" y="250"/>
                    <a:pt x="0" y="381"/>
                  </a:cubicBezTo>
                  <a:cubicBezTo>
                    <a:pt x="119" y="512"/>
                    <a:pt x="191" y="608"/>
                    <a:pt x="286" y="679"/>
                  </a:cubicBezTo>
                  <a:cubicBezTo>
                    <a:pt x="1405" y="1584"/>
                    <a:pt x="2524" y="2501"/>
                    <a:pt x="3644" y="3417"/>
                  </a:cubicBezTo>
                  <a:cubicBezTo>
                    <a:pt x="4263" y="3917"/>
                    <a:pt x="4965" y="4239"/>
                    <a:pt x="5703" y="4489"/>
                  </a:cubicBezTo>
                  <a:cubicBezTo>
                    <a:pt x="6941" y="4877"/>
                    <a:pt x="8225" y="5071"/>
                    <a:pt x="9514" y="5071"/>
                  </a:cubicBezTo>
                  <a:cubicBezTo>
                    <a:pt x="9689" y="5071"/>
                    <a:pt x="9863" y="5068"/>
                    <a:pt x="10037" y="5060"/>
                  </a:cubicBezTo>
                  <a:cubicBezTo>
                    <a:pt x="10359" y="5049"/>
                    <a:pt x="10704" y="5013"/>
                    <a:pt x="10990" y="4858"/>
                  </a:cubicBezTo>
                  <a:cubicBezTo>
                    <a:pt x="11121" y="4787"/>
                    <a:pt x="11228" y="4691"/>
                    <a:pt x="11335" y="4584"/>
                  </a:cubicBezTo>
                  <a:cubicBezTo>
                    <a:pt x="11668" y="3763"/>
                    <a:pt x="11990" y="2941"/>
                    <a:pt x="12133" y="2048"/>
                  </a:cubicBezTo>
                  <a:cubicBezTo>
                    <a:pt x="11383" y="1631"/>
                    <a:pt x="10621" y="1203"/>
                    <a:pt x="9847" y="786"/>
                  </a:cubicBezTo>
                  <a:cubicBezTo>
                    <a:pt x="9823" y="774"/>
                    <a:pt x="9790" y="769"/>
                    <a:pt x="9754" y="769"/>
                  </a:cubicBezTo>
                  <a:cubicBezTo>
                    <a:pt x="9683" y="769"/>
                    <a:pt x="9601" y="790"/>
                    <a:pt x="9561" y="822"/>
                  </a:cubicBezTo>
                  <a:cubicBezTo>
                    <a:pt x="9501" y="881"/>
                    <a:pt x="9501" y="1024"/>
                    <a:pt x="9525" y="1120"/>
                  </a:cubicBezTo>
                  <a:cubicBezTo>
                    <a:pt x="9894" y="2310"/>
                    <a:pt x="9513" y="3406"/>
                    <a:pt x="8489" y="4108"/>
                  </a:cubicBezTo>
                  <a:cubicBezTo>
                    <a:pt x="8031" y="4428"/>
                    <a:pt x="7518" y="4585"/>
                    <a:pt x="7008" y="4585"/>
                  </a:cubicBezTo>
                  <a:cubicBezTo>
                    <a:pt x="6285" y="4585"/>
                    <a:pt x="5569" y="4270"/>
                    <a:pt x="5025" y="3656"/>
                  </a:cubicBezTo>
                  <a:cubicBezTo>
                    <a:pt x="4215" y="2751"/>
                    <a:pt x="4239" y="1310"/>
                    <a:pt x="5084" y="334"/>
                  </a:cubicBezTo>
                  <a:cubicBezTo>
                    <a:pt x="5179" y="227"/>
                    <a:pt x="5299" y="131"/>
                    <a:pt x="5418" y="36"/>
                  </a:cubicBezTo>
                  <a:cubicBezTo>
                    <a:pt x="4965" y="12"/>
                    <a:pt x="4513" y="12"/>
                    <a:pt x="40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3257250" y="2822500"/>
              <a:ext cx="7450" cy="6275"/>
            </a:xfrm>
            <a:custGeom>
              <a:rect b="b" l="l" r="r" t="t"/>
              <a:pathLst>
                <a:path extrusionOk="0" h="251" w="298">
                  <a:moveTo>
                    <a:pt x="36" y="1"/>
                  </a:moveTo>
                  <a:cubicBezTo>
                    <a:pt x="24" y="24"/>
                    <a:pt x="12" y="36"/>
                    <a:pt x="0" y="48"/>
                  </a:cubicBezTo>
                  <a:cubicBezTo>
                    <a:pt x="95" y="120"/>
                    <a:pt x="203" y="191"/>
                    <a:pt x="298" y="251"/>
                  </a:cubicBezTo>
                  <a:cubicBezTo>
                    <a:pt x="203" y="167"/>
                    <a:pt x="119" y="84"/>
                    <a:pt x="36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3944825" y="30267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40"/>
            <p:cNvSpPr/>
            <p:nvPr/>
          </p:nvSpPr>
          <p:spPr>
            <a:xfrm>
              <a:off x="3042625" y="2669800"/>
              <a:ext cx="592950" cy="517650"/>
            </a:xfrm>
            <a:custGeom>
              <a:rect b="b" l="l" r="r" t="t"/>
              <a:pathLst>
                <a:path extrusionOk="0" h="20706" w="23718">
                  <a:moveTo>
                    <a:pt x="11230" y="652"/>
                  </a:moveTo>
                  <a:cubicBezTo>
                    <a:pt x="11242" y="652"/>
                    <a:pt x="11253" y="653"/>
                    <a:pt x="11264" y="655"/>
                  </a:cubicBezTo>
                  <a:cubicBezTo>
                    <a:pt x="11978" y="763"/>
                    <a:pt x="12693" y="870"/>
                    <a:pt x="13419" y="989"/>
                  </a:cubicBezTo>
                  <a:cubicBezTo>
                    <a:pt x="13288" y="1283"/>
                    <a:pt x="13118" y="1458"/>
                    <a:pt x="12816" y="1458"/>
                  </a:cubicBezTo>
                  <a:cubicBezTo>
                    <a:pt x="12788" y="1458"/>
                    <a:pt x="12759" y="1456"/>
                    <a:pt x="12728" y="1453"/>
                  </a:cubicBezTo>
                  <a:cubicBezTo>
                    <a:pt x="12705" y="1452"/>
                    <a:pt x="12682" y="1451"/>
                    <a:pt x="12659" y="1451"/>
                  </a:cubicBezTo>
                  <a:cubicBezTo>
                    <a:pt x="12468" y="1451"/>
                    <a:pt x="12277" y="1491"/>
                    <a:pt x="12086" y="1513"/>
                  </a:cubicBezTo>
                  <a:cubicBezTo>
                    <a:pt x="11228" y="1608"/>
                    <a:pt x="10371" y="1715"/>
                    <a:pt x="9514" y="1810"/>
                  </a:cubicBezTo>
                  <a:cubicBezTo>
                    <a:pt x="9502" y="1775"/>
                    <a:pt x="9502" y="1751"/>
                    <a:pt x="9502" y="1715"/>
                  </a:cubicBezTo>
                  <a:cubicBezTo>
                    <a:pt x="10014" y="1370"/>
                    <a:pt x="10538" y="1036"/>
                    <a:pt x="11062" y="703"/>
                  </a:cubicBezTo>
                  <a:cubicBezTo>
                    <a:pt x="11111" y="674"/>
                    <a:pt x="11176" y="652"/>
                    <a:pt x="11230" y="652"/>
                  </a:cubicBezTo>
                  <a:close/>
                  <a:moveTo>
                    <a:pt x="8740" y="322"/>
                  </a:moveTo>
                  <a:lnTo>
                    <a:pt x="8740" y="322"/>
                  </a:lnTo>
                  <a:cubicBezTo>
                    <a:pt x="8407" y="1013"/>
                    <a:pt x="7883" y="1525"/>
                    <a:pt x="7240" y="1941"/>
                  </a:cubicBezTo>
                  <a:cubicBezTo>
                    <a:pt x="7740" y="1406"/>
                    <a:pt x="8240" y="858"/>
                    <a:pt x="8740" y="322"/>
                  </a:cubicBezTo>
                  <a:close/>
                  <a:moveTo>
                    <a:pt x="9240" y="322"/>
                  </a:moveTo>
                  <a:cubicBezTo>
                    <a:pt x="9276" y="358"/>
                    <a:pt x="9311" y="405"/>
                    <a:pt x="9359" y="441"/>
                  </a:cubicBezTo>
                  <a:cubicBezTo>
                    <a:pt x="9097" y="834"/>
                    <a:pt x="8835" y="1215"/>
                    <a:pt x="8585" y="1608"/>
                  </a:cubicBezTo>
                  <a:cubicBezTo>
                    <a:pt x="8347" y="1977"/>
                    <a:pt x="7978" y="1965"/>
                    <a:pt x="7573" y="1989"/>
                  </a:cubicBezTo>
                  <a:cubicBezTo>
                    <a:pt x="7906" y="1691"/>
                    <a:pt x="8204" y="1441"/>
                    <a:pt x="8502" y="1179"/>
                  </a:cubicBezTo>
                  <a:cubicBezTo>
                    <a:pt x="8788" y="929"/>
                    <a:pt x="8942" y="560"/>
                    <a:pt x="9240" y="322"/>
                  </a:cubicBezTo>
                  <a:close/>
                  <a:moveTo>
                    <a:pt x="6454" y="1215"/>
                  </a:moveTo>
                  <a:cubicBezTo>
                    <a:pt x="6478" y="1239"/>
                    <a:pt x="6502" y="1263"/>
                    <a:pt x="6537" y="1287"/>
                  </a:cubicBezTo>
                  <a:cubicBezTo>
                    <a:pt x="6251" y="1620"/>
                    <a:pt x="5978" y="1965"/>
                    <a:pt x="5692" y="2310"/>
                  </a:cubicBezTo>
                  <a:cubicBezTo>
                    <a:pt x="5656" y="2275"/>
                    <a:pt x="5620" y="2239"/>
                    <a:pt x="5585" y="2203"/>
                  </a:cubicBezTo>
                  <a:cubicBezTo>
                    <a:pt x="5870" y="1882"/>
                    <a:pt x="6168" y="1548"/>
                    <a:pt x="6454" y="1215"/>
                  </a:cubicBezTo>
                  <a:close/>
                  <a:moveTo>
                    <a:pt x="9133" y="2013"/>
                  </a:moveTo>
                  <a:cubicBezTo>
                    <a:pt x="10216" y="2025"/>
                    <a:pt x="11312" y="2072"/>
                    <a:pt x="12395" y="2096"/>
                  </a:cubicBezTo>
                  <a:cubicBezTo>
                    <a:pt x="12431" y="2108"/>
                    <a:pt x="12467" y="2120"/>
                    <a:pt x="12514" y="2144"/>
                  </a:cubicBezTo>
                  <a:cubicBezTo>
                    <a:pt x="12371" y="2365"/>
                    <a:pt x="12217" y="2504"/>
                    <a:pt x="11958" y="2504"/>
                  </a:cubicBezTo>
                  <a:cubicBezTo>
                    <a:pt x="11938" y="2504"/>
                    <a:pt x="11917" y="2503"/>
                    <a:pt x="11895" y="2501"/>
                  </a:cubicBezTo>
                  <a:cubicBezTo>
                    <a:pt x="11651" y="2483"/>
                    <a:pt x="11404" y="2483"/>
                    <a:pt x="11157" y="2483"/>
                  </a:cubicBezTo>
                  <a:cubicBezTo>
                    <a:pt x="10910" y="2483"/>
                    <a:pt x="10663" y="2483"/>
                    <a:pt x="10419" y="2465"/>
                  </a:cubicBezTo>
                  <a:cubicBezTo>
                    <a:pt x="9823" y="2429"/>
                    <a:pt x="9228" y="2358"/>
                    <a:pt x="8621" y="2299"/>
                  </a:cubicBezTo>
                  <a:cubicBezTo>
                    <a:pt x="8621" y="2263"/>
                    <a:pt x="8609" y="2215"/>
                    <a:pt x="8609" y="2179"/>
                  </a:cubicBezTo>
                  <a:cubicBezTo>
                    <a:pt x="8776" y="2120"/>
                    <a:pt x="8954" y="2013"/>
                    <a:pt x="9133" y="2013"/>
                  </a:cubicBezTo>
                  <a:close/>
                  <a:moveTo>
                    <a:pt x="7733" y="2092"/>
                  </a:moveTo>
                  <a:cubicBezTo>
                    <a:pt x="7839" y="2092"/>
                    <a:pt x="7945" y="2096"/>
                    <a:pt x="8049" y="2096"/>
                  </a:cubicBezTo>
                  <a:lnTo>
                    <a:pt x="8049" y="2370"/>
                  </a:lnTo>
                  <a:cubicBezTo>
                    <a:pt x="7901" y="2502"/>
                    <a:pt x="7736" y="2543"/>
                    <a:pt x="7561" y="2543"/>
                  </a:cubicBezTo>
                  <a:cubicBezTo>
                    <a:pt x="7343" y="2543"/>
                    <a:pt x="7109" y="2480"/>
                    <a:pt x="6871" y="2453"/>
                  </a:cubicBezTo>
                  <a:cubicBezTo>
                    <a:pt x="7103" y="2132"/>
                    <a:pt x="7415" y="2092"/>
                    <a:pt x="7733" y="2092"/>
                  </a:cubicBezTo>
                  <a:close/>
                  <a:moveTo>
                    <a:pt x="14181" y="1203"/>
                  </a:moveTo>
                  <a:cubicBezTo>
                    <a:pt x="14169" y="1287"/>
                    <a:pt x="14157" y="1334"/>
                    <a:pt x="14145" y="1370"/>
                  </a:cubicBezTo>
                  <a:cubicBezTo>
                    <a:pt x="14169" y="1370"/>
                    <a:pt x="14193" y="1370"/>
                    <a:pt x="14193" y="1358"/>
                  </a:cubicBezTo>
                  <a:cubicBezTo>
                    <a:pt x="14271" y="1254"/>
                    <a:pt x="14361" y="1207"/>
                    <a:pt x="14473" y="1207"/>
                  </a:cubicBezTo>
                  <a:cubicBezTo>
                    <a:pt x="14515" y="1207"/>
                    <a:pt x="14561" y="1214"/>
                    <a:pt x="14610" y="1227"/>
                  </a:cubicBezTo>
                  <a:cubicBezTo>
                    <a:pt x="15360" y="1406"/>
                    <a:pt x="16098" y="1572"/>
                    <a:pt x="16884" y="1763"/>
                  </a:cubicBezTo>
                  <a:cubicBezTo>
                    <a:pt x="16729" y="2132"/>
                    <a:pt x="16598" y="2465"/>
                    <a:pt x="16443" y="2846"/>
                  </a:cubicBezTo>
                  <a:cubicBezTo>
                    <a:pt x="15550" y="2394"/>
                    <a:pt x="14681" y="1965"/>
                    <a:pt x="13776" y="1513"/>
                  </a:cubicBezTo>
                  <a:cubicBezTo>
                    <a:pt x="13907" y="1417"/>
                    <a:pt x="14026" y="1322"/>
                    <a:pt x="14181" y="1203"/>
                  </a:cubicBezTo>
                  <a:close/>
                  <a:moveTo>
                    <a:pt x="13055" y="2219"/>
                  </a:moveTo>
                  <a:cubicBezTo>
                    <a:pt x="13106" y="2219"/>
                    <a:pt x="13156" y="2226"/>
                    <a:pt x="13205" y="2239"/>
                  </a:cubicBezTo>
                  <a:cubicBezTo>
                    <a:pt x="14193" y="2477"/>
                    <a:pt x="15169" y="2763"/>
                    <a:pt x="16157" y="3037"/>
                  </a:cubicBezTo>
                  <a:cubicBezTo>
                    <a:pt x="16336" y="3084"/>
                    <a:pt x="16360" y="3180"/>
                    <a:pt x="16205" y="3334"/>
                  </a:cubicBezTo>
                  <a:cubicBezTo>
                    <a:pt x="15062" y="2727"/>
                    <a:pt x="13824" y="2644"/>
                    <a:pt x="12562" y="2525"/>
                  </a:cubicBezTo>
                  <a:cubicBezTo>
                    <a:pt x="12683" y="2310"/>
                    <a:pt x="12871" y="2219"/>
                    <a:pt x="13055" y="2219"/>
                  </a:cubicBezTo>
                  <a:close/>
                  <a:moveTo>
                    <a:pt x="5644" y="3977"/>
                  </a:moveTo>
                  <a:cubicBezTo>
                    <a:pt x="5644" y="3977"/>
                    <a:pt x="5656" y="3989"/>
                    <a:pt x="5656" y="3989"/>
                  </a:cubicBezTo>
                  <a:cubicBezTo>
                    <a:pt x="5835" y="4156"/>
                    <a:pt x="5882" y="4537"/>
                    <a:pt x="5787" y="5168"/>
                  </a:cubicBezTo>
                  <a:cubicBezTo>
                    <a:pt x="5740" y="4811"/>
                    <a:pt x="5704" y="4442"/>
                    <a:pt x="5656" y="4061"/>
                  </a:cubicBezTo>
                  <a:cubicBezTo>
                    <a:pt x="5656" y="4037"/>
                    <a:pt x="5656" y="4001"/>
                    <a:pt x="5644" y="3977"/>
                  </a:cubicBezTo>
                  <a:close/>
                  <a:moveTo>
                    <a:pt x="12228" y="4013"/>
                  </a:moveTo>
                  <a:cubicBezTo>
                    <a:pt x="12550" y="4013"/>
                    <a:pt x="12788" y="4299"/>
                    <a:pt x="12788" y="4656"/>
                  </a:cubicBezTo>
                  <a:cubicBezTo>
                    <a:pt x="12788" y="5017"/>
                    <a:pt x="12549" y="5275"/>
                    <a:pt x="12226" y="5275"/>
                  </a:cubicBezTo>
                  <a:cubicBezTo>
                    <a:pt x="12219" y="5275"/>
                    <a:pt x="12212" y="5275"/>
                    <a:pt x="12205" y="5275"/>
                  </a:cubicBezTo>
                  <a:cubicBezTo>
                    <a:pt x="11883" y="5275"/>
                    <a:pt x="11621" y="5013"/>
                    <a:pt x="11621" y="4692"/>
                  </a:cubicBezTo>
                  <a:cubicBezTo>
                    <a:pt x="11609" y="4346"/>
                    <a:pt x="11907" y="4013"/>
                    <a:pt x="12228" y="4013"/>
                  </a:cubicBezTo>
                  <a:close/>
                  <a:moveTo>
                    <a:pt x="15276" y="6150"/>
                  </a:moveTo>
                  <a:cubicBezTo>
                    <a:pt x="15312" y="6150"/>
                    <a:pt x="15348" y="6156"/>
                    <a:pt x="15372" y="6168"/>
                  </a:cubicBezTo>
                  <a:cubicBezTo>
                    <a:pt x="15407" y="6180"/>
                    <a:pt x="15419" y="6275"/>
                    <a:pt x="15419" y="6323"/>
                  </a:cubicBezTo>
                  <a:cubicBezTo>
                    <a:pt x="15360" y="6751"/>
                    <a:pt x="14979" y="7144"/>
                    <a:pt x="14562" y="7240"/>
                  </a:cubicBezTo>
                  <a:cubicBezTo>
                    <a:pt x="14523" y="7247"/>
                    <a:pt x="14484" y="7251"/>
                    <a:pt x="14445" y="7251"/>
                  </a:cubicBezTo>
                  <a:cubicBezTo>
                    <a:pt x="14187" y="7251"/>
                    <a:pt x="13944" y="7088"/>
                    <a:pt x="13871" y="6871"/>
                  </a:cubicBezTo>
                  <a:cubicBezTo>
                    <a:pt x="14312" y="6632"/>
                    <a:pt x="14741" y="6394"/>
                    <a:pt x="15181" y="6168"/>
                  </a:cubicBezTo>
                  <a:cubicBezTo>
                    <a:pt x="15205" y="6156"/>
                    <a:pt x="15241" y="6150"/>
                    <a:pt x="15276" y="6150"/>
                  </a:cubicBezTo>
                  <a:close/>
                  <a:moveTo>
                    <a:pt x="155" y="1"/>
                  </a:moveTo>
                  <a:cubicBezTo>
                    <a:pt x="322" y="382"/>
                    <a:pt x="477" y="763"/>
                    <a:pt x="632" y="1144"/>
                  </a:cubicBezTo>
                  <a:cubicBezTo>
                    <a:pt x="667" y="1227"/>
                    <a:pt x="656" y="1346"/>
                    <a:pt x="644" y="1441"/>
                  </a:cubicBezTo>
                  <a:cubicBezTo>
                    <a:pt x="465" y="2572"/>
                    <a:pt x="227" y="3692"/>
                    <a:pt x="108" y="4823"/>
                  </a:cubicBezTo>
                  <a:cubicBezTo>
                    <a:pt x="13" y="5823"/>
                    <a:pt x="1" y="6835"/>
                    <a:pt x="25" y="7835"/>
                  </a:cubicBezTo>
                  <a:cubicBezTo>
                    <a:pt x="25" y="8573"/>
                    <a:pt x="144" y="9311"/>
                    <a:pt x="525" y="9966"/>
                  </a:cubicBezTo>
                  <a:cubicBezTo>
                    <a:pt x="1037" y="10883"/>
                    <a:pt x="1501" y="11847"/>
                    <a:pt x="2156" y="12669"/>
                  </a:cubicBezTo>
                  <a:cubicBezTo>
                    <a:pt x="3382" y="14229"/>
                    <a:pt x="4727" y="15693"/>
                    <a:pt x="6025" y="17193"/>
                  </a:cubicBezTo>
                  <a:cubicBezTo>
                    <a:pt x="6168" y="17348"/>
                    <a:pt x="6335" y="17491"/>
                    <a:pt x="6525" y="17598"/>
                  </a:cubicBezTo>
                  <a:cubicBezTo>
                    <a:pt x="6715" y="17705"/>
                    <a:pt x="6939" y="17740"/>
                    <a:pt x="7199" y="17834"/>
                  </a:cubicBezTo>
                  <a:lnTo>
                    <a:pt x="7199" y="17834"/>
                  </a:lnTo>
                  <a:cubicBezTo>
                    <a:pt x="7201" y="17839"/>
                    <a:pt x="7202" y="17843"/>
                    <a:pt x="7204" y="17848"/>
                  </a:cubicBezTo>
                  <a:cubicBezTo>
                    <a:pt x="7240" y="18003"/>
                    <a:pt x="7275" y="18158"/>
                    <a:pt x="7311" y="18324"/>
                  </a:cubicBezTo>
                  <a:cubicBezTo>
                    <a:pt x="7466" y="19158"/>
                    <a:pt x="7692" y="19955"/>
                    <a:pt x="7990" y="20706"/>
                  </a:cubicBezTo>
                  <a:lnTo>
                    <a:pt x="8240" y="20706"/>
                  </a:lnTo>
                  <a:cubicBezTo>
                    <a:pt x="8026" y="20241"/>
                    <a:pt x="7871" y="19753"/>
                    <a:pt x="7775" y="19241"/>
                  </a:cubicBezTo>
                  <a:cubicBezTo>
                    <a:pt x="7609" y="18360"/>
                    <a:pt x="7502" y="17455"/>
                    <a:pt x="7371" y="16574"/>
                  </a:cubicBezTo>
                  <a:cubicBezTo>
                    <a:pt x="7073" y="14562"/>
                    <a:pt x="6775" y="12550"/>
                    <a:pt x="6478" y="10538"/>
                  </a:cubicBezTo>
                  <a:cubicBezTo>
                    <a:pt x="6466" y="10454"/>
                    <a:pt x="6478" y="10371"/>
                    <a:pt x="6478" y="10276"/>
                  </a:cubicBezTo>
                  <a:cubicBezTo>
                    <a:pt x="6502" y="10288"/>
                    <a:pt x="6513" y="10288"/>
                    <a:pt x="6537" y="10288"/>
                  </a:cubicBezTo>
                  <a:lnTo>
                    <a:pt x="6906" y="11585"/>
                  </a:lnTo>
                  <a:lnTo>
                    <a:pt x="6942" y="11573"/>
                  </a:lnTo>
                  <a:cubicBezTo>
                    <a:pt x="6740" y="10419"/>
                    <a:pt x="6549" y="9252"/>
                    <a:pt x="6359" y="8085"/>
                  </a:cubicBezTo>
                  <a:lnTo>
                    <a:pt x="6430" y="8073"/>
                  </a:lnTo>
                  <a:cubicBezTo>
                    <a:pt x="6502" y="8454"/>
                    <a:pt x="6585" y="8823"/>
                    <a:pt x="6656" y="9192"/>
                  </a:cubicBezTo>
                  <a:lnTo>
                    <a:pt x="6692" y="9192"/>
                  </a:lnTo>
                  <a:cubicBezTo>
                    <a:pt x="6430" y="7525"/>
                    <a:pt x="6168" y="5858"/>
                    <a:pt x="5894" y="4120"/>
                  </a:cubicBezTo>
                  <a:lnTo>
                    <a:pt x="5894" y="4120"/>
                  </a:lnTo>
                  <a:cubicBezTo>
                    <a:pt x="6109" y="4299"/>
                    <a:pt x="6311" y="4465"/>
                    <a:pt x="6502" y="4644"/>
                  </a:cubicBezTo>
                  <a:cubicBezTo>
                    <a:pt x="7359" y="5370"/>
                    <a:pt x="8192" y="6073"/>
                    <a:pt x="9014" y="6775"/>
                  </a:cubicBezTo>
                  <a:cubicBezTo>
                    <a:pt x="9026" y="6751"/>
                    <a:pt x="9049" y="6740"/>
                    <a:pt x="9061" y="6716"/>
                  </a:cubicBezTo>
                  <a:cubicBezTo>
                    <a:pt x="8895" y="6549"/>
                    <a:pt x="8728" y="6382"/>
                    <a:pt x="8549" y="6228"/>
                  </a:cubicBezTo>
                  <a:cubicBezTo>
                    <a:pt x="8561" y="6204"/>
                    <a:pt x="8573" y="6180"/>
                    <a:pt x="8585" y="6156"/>
                  </a:cubicBezTo>
                  <a:cubicBezTo>
                    <a:pt x="8597" y="6144"/>
                    <a:pt x="8609" y="6132"/>
                    <a:pt x="8609" y="6109"/>
                  </a:cubicBezTo>
                  <a:cubicBezTo>
                    <a:pt x="8704" y="6192"/>
                    <a:pt x="8788" y="6275"/>
                    <a:pt x="8883" y="6359"/>
                  </a:cubicBezTo>
                  <a:cubicBezTo>
                    <a:pt x="10312" y="7668"/>
                    <a:pt x="12014" y="8347"/>
                    <a:pt x="13943" y="8454"/>
                  </a:cubicBezTo>
                  <a:cubicBezTo>
                    <a:pt x="13562" y="8347"/>
                    <a:pt x="13157" y="8240"/>
                    <a:pt x="12764" y="8121"/>
                  </a:cubicBezTo>
                  <a:cubicBezTo>
                    <a:pt x="12586" y="8073"/>
                    <a:pt x="12419" y="8014"/>
                    <a:pt x="12240" y="7954"/>
                  </a:cubicBezTo>
                  <a:cubicBezTo>
                    <a:pt x="11502" y="7704"/>
                    <a:pt x="10800" y="7382"/>
                    <a:pt x="10181" y="6871"/>
                  </a:cubicBezTo>
                  <a:cubicBezTo>
                    <a:pt x="9061" y="5966"/>
                    <a:pt x="7930" y="5049"/>
                    <a:pt x="6823" y="4144"/>
                  </a:cubicBezTo>
                  <a:cubicBezTo>
                    <a:pt x="6728" y="4061"/>
                    <a:pt x="6656" y="3977"/>
                    <a:pt x="6537" y="3846"/>
                  </a:cubicBezTo>
                  <a:cubicBezTo>
                    <a:pt x="7918" y="3715"/>
                    <a:pt x="9264" y="3596"/>
                    <a:pt x="10597" y="3465"/>
                  </a:cubicBezTo>
                  <a:lnTo>
                    <a:pt x="11966" y="3334"/>
                  </a:lnTo>
                  <a:lnTo>
                    <a:pt x="12002" y="3453"/>
                  </a:lnTo>
                  <a:cubicBezTo>
                    <a:pt x="11990" y="3465"/>
                    <a:pt x="11966" y="3477"/>
                    <a:pt x="11955" y="3501"/>
                  </a:cubicBezTo>
                  <a:cubicBezTo>
                    <a:pt x="11836" y="3596"/>
                    <a:pt x="11716" y="3692"/>
                    <a:pt x="11621" y="3799"/>
                  </a:cubicBezTo>
                  <a:cubicBezTo>
                    <a:pt x="10776" y="4775"/>
                    <a:pt x="10752" y="6216"/>
                    <a:pt x="11562" y="7121"/>
                  </a:cubicBezTo>
                  <a:cubicBezTo>
                    <a:pt x="12108" y="7730"/>
                    <a:pt x="12827" y="8047"/>
                    <a:pt x="13553" y="8047"/>
                  </a:cubicBezTo>
                  <a:cubicBezTo>
                    <a:pt x="14060" y="8047"/>
                    <a:pt x="14571" y="7892"/>
                    <a:pt x="15026" y="7573"/>
                  </a:cubicBezTo>
                  <a:cubicBezTo>
                    <a:pt x="16050" y="6871"/>
                    <a:pt x="16431" y="5763"/>
                    <a:pt x="16062" y="4573"/>
                  </a:cubicBezTo>
                  <a:cubicBezTo>
                    <a:pt x="16038" y="4489"/>
                    <a:pt x="16038" y="4346"/>
                    <a:pt x="16098" y="4287"/>
                  </a:cubicBezTo>
                  <a:cubicBezTo>
                    <a:pt x="16135" y="4250"/>
                    <a:pt x="16210" y="4231"/>
                    <a:pt x="16278" y="4231"/>
                  </a:cubicBezTo>
                  <a:cubicBezTo>
                    <a:pt x="16318" y="4231"/>
                    <a:pt x="16357" y="4238"/>
                    <a:pt x="16384" y="4251"/>
                  </a:cubicBezTo>
                  <a:cubicBezTo>
                    <a:pt x="17158" y="4668"/>
                    <a:pt x="17920" y="5096"/>
                    <a:pt x="18670" y="5513"/>
                  </a:cubicBezTo>
                  <a:cubicBezTo>
                    <a:pt x="18527" y="6406"/>
                    <a:pt x="18205" y="7228"/>
                    <a:pt x="17872" y="8049"/>
                  </a:cubicBezTo>
                  <a:cubicBezTo>
                    <a:pt x="17729" y="8395"/>
                    <a:pt x="17586" y="8740"/>
                    <a:pt x="17455" y="9085"/>
                  </a:cubicBezTo>
                  <a:lnTo>
                    <a:pt x="17836" y="8442"/>
                  </a:lnTo>
                  <a:cubicBezTo>
                    <a:pt x="17860" y="8454"/>
                    <a:pt x="17872" y="8454"/>
                    <a:pt x="17884" y="8466"/>
                  </a:cubicBezTo>
                  <a:cubicBezTo>
                    <a:pt x="17884" y="8466"/>
                    <a:pt x="17884" y="8478"/>
                    <a:pt x="17884" y="8478"/>
                  </a:cubicBezTo>
                  <a:cubicBezTo>
                    <a:pt x="17693" y="8930"/>
                    <a:pt x="17491" y="9383"/>
                    <a:pt x="17300" y="9835"/>
                  </a:cubicBezTo>
                  <a:cubicBezTo>
                    <a:pt x="17324" y="9859"/>
                    <a:pt x="17360" y="9871"/>
                    <a:pt x="17384" y="9883"/>
                  </a:cubicBezTo>
                  <a:cubicBezTo>
                    <a:pt x="17681" y="9561"/>
                    <a:pt x="18003" y="9252"/>
                    <a:pt x="18277" y="8918"/>
                  </a:cubicBezTo>
                  <a:cubicBezTo>
                    <a:pt x="19086" y="7942"/>
                    <a:pt x="19813" y="6930"/>
                    <a:pt x="20456" y="5847"/>
                  </a:cubicBezTo>
                  <a:cubicBezTo>
                    <a:pt x="20765" y="5311"/>
                    <a:pt x="21194" y="4858"/>
                    <a:pt x="21480" y="4311"/>
                  </a:cubicBezTo>
                  <a:cubicBezTo>
                    <a:pt x="22242" y="2918"/>
                    <a:pt x="22980" y="1501"/>
                    <a:pt x="23682" y="72"/>
                  </a:cubicBezTo>
                  <a:lnTo>
                    <a:pt x="23718" y="1"/>
                  </a:lnTo>
                  <a:lnTo>
                    <a:pt x="23075" y="1"/>
                  </a:lnTo>
                  <a:cubicBezTo>
                    <a:pt x="22920" y="274"/>
                    <a:pt x="22742" y="525"/>
                    <a:pt x="22527" y="763"/>
                  </a:cubicBezTo>
                  <a:cubicBezTo>
                    <a:pt x="22468" y="810"/>
                    <a:pt x="22444" y="870"/>
                    <a:pt x="22373" y="989"/>
                  </a:cubicBezTo>
                  <a:cubicBezTo>
                    <a:pt x="22492" y="644"/>
                    <a:pt x="22611" y="322"/>
                    <a:pt x="22718" y="1"/>
                  </a:cubicBezTo>
                  <a:lnTo>
                    <a:pt x="22432" y="1"/>
                  </a:lnTo>
                  <a:cubicBezTo>
                    <a:pt x="22206" y="382"/>
                    <a:pt x="21992" y="775"/>
                    <a:pt x="21777" y="1167"/>
                  </a:cubicBezTo>
                  <a:cubicBezTo>
                    <a:pt x="21765" y="1156"/>
                    <a:pt x="21753" y="1156"/>
                    <a:pt x="21742" y="1144"/>
                  </a:cubicBezTo>
                  <a:cubicBezTo>
                    <a:pt x="21884" y="810"/>
                    <a:pt x="22039" y="465"/>
                    <a:pt x="22182" y="120"/>
                  </a:cubicBezTo>
                  <a:cubicBezTo>
                    <a:pt x="22170" y="108"/>
                    <a:pt x="22158" y="108"/>
                    <a:pt x="22146" y="108"/>
                  </a:cubicBezTo>
                  <a:cubicBezTo>
                    <a:pt x="22075" y="191"/>
                    <a:pt x="21992" y="286"/>
                    <a:pt x="21920" y="382"/>
                  </a:cubicBezTo>
                  <a:cubicBezTo>
                    <a:pt x="21908" y="370"/>
                    <a:pt x="21896" y="358"/>
                    <a:pt x="21884" y="346"/>
                  </a:cubicBezTo>
                  <a:cubicBezTo>
                    <a:pt x="21920" y="227"/>
                    <a:pt x="21968" y="120"/>
                    <a:pt x="22015" y="1"/>
                  </a:cubicBezTo>
                  <a:lnTo>
                    <a:pt x="21849" y="1"/>
                  </a:lnTo>
                  <a:cubicBezTo>
                    <a:pt x="21646" y="465"/>
                    <a:pt x="21456" y="941"/>
                    <a:pt x="21253" y="1417"/>
                  </a:cubicBezTo>
                  <a:cubicBezTo>
                    <a:pt x="21241" y="1406"/>
                    <a:pt x="21230" y="1406"/>
                    <a:pt x="21218" y="1394"/>
                  </a:cubicBezTo>
                  <a:cubicBezTo>
                    <a:pt x="21325" y="1025"/>
                    <a:pt x="21444" y="644"/>
                    <a:pt x="21551" y="274"/>
                  </a:cubicBezTo>
                  <a:cubicBezTo>
                    <a:pt x="21527" y="263"/>
                    <a:pt x="21503" y="263"/>
                    <a:pt x="21480" y="251"/>
                  </a:cubicBezTo>
                  <a:cubicBezTo>
                    <a:pt x="21420" y="370"/>
                    <a:pt x="21361" y="477"/>
                    <a:pt x="21301" y="596"/>
                  </a:cubicBezTo>
                  <a:cubicBezTo>
                    <a:pt x="21289" y="596"/>
                    <a:pt x="21289" y="584"/>
                    <a:pt x="21277" y="584"/>
                  </a:cubicBezTo>
                  <a:cubicBezTo>
                    <a:pt x="21325" y="394"/>
                    <a:pt x="21372" y="191"/>
                    <a:pt x="21420" y="1"/>
                  </a:cubicBezTo>
                  <a:lnTo>
                    <a:pt x="20539" y="1"/>
                  </a:lnTo>
                  <a:cubicBezTo>
                    <a:pt x="20063" y="1727"/>
                    <a:pt x="19467" y="3430"/>
                    <a:pt x="18836" y="5108"/>
                  </a:cubicBezTo>
                  <a:cubicBezTo>
                    <a:pt x="18813" y="5180"/>
                    <a:pt x="18777" y="5239"/>
                    <a:pt x="18741" y="5323"/>
                  </a:cubicBezTo>
                  <a:cubicBezTo>
                    <a:pt x="18741" y="5323"/>
                    <a:pt x="18729" y="5335"/>
                    <a:pt x="18729" y="5335"/>
                  </a:cubicBezTo>
                  <a:lnTo>
                    <a:pt x="18563" y="5180"/>
                  </a:lnTo>
                  <a:cubicBezTo>
                    <a:pt x="18015" y="4692"/>
                    <a:pt x="17467" y="4215"/>
                    <a:pt x="16884" y="3692"/>
                  </a:cubicBezTo>
                  <a:cubicBezTo>
                    <a:pt x="17050" y="3608"/>
                    <a:pt x="17181" y="3477"/>
                    <a:pt x="17324" y="3477"/>
                  </a:cubicBezTo>
                  <a:cubicBezTo>
                    <a:pt x="17479" y="3477"/>
                    <a:pt x="17646" y="3584"/>
                    <a:pt x="17801" y="3644"/>
                  </a:cubicBezTo>
                  <a:cubicBezTo>
                    <a:pt x="17812" y="3620"/>
                    <a:pt x="17836" y="3596"/>
                    <a:pt x="17848" y="3572"/>
                  </a:cubicBezTo>
                  <a:cubicBezTo>
                    <a:pt x="17705" y="3465"/>
                    <a:pt x="17562" y="3370"/>
                    <a:pt x="17420" y="3263"/>
                  </a:cubicBezTo>
                  <a:cubicBezTo>
                    <a:pt x="18205" y="2227"/>
                    <a:pt x="18896" y="1132"/>
                    <a:pt x="19491" y="1"/>
                  </a:cubicBezTo>
                  <a:lnTo>
                    <a:pt x="17396" y="1"/>
                  </a:lnTo>
                  <a:cubicBezTo>
                    <a:pt x="17253" y="394"/>
                    <a:pt x="17122" y="798"/>
                    <a:pt x="16991" y="1203"/>
                  </a:cubicBezTo>
                  <a:cubicBezTo>
                    <a:pt x="16324" y="1001"/>
                    <a:pt x="15657" y="786"/>
                    <a:pt x="14919" y="548"/>
                  </a:cubicBezTo>
                  <a:cubicBezTo>
                    <a:pt x="15134" y="370"/>
                    <a:pt x="15336" y="191"/>
                    <a:pt x="15538" y="1"/>
                  </a:cubicBezTo>
                  <a:lnTo>
                    <a:pt x="14002" y="1"/>
                  </a:lnTo>
                  <a:cubicBezTo>
                    <a:pt x="14002" y="13"/>
                    <a:pt x="13991" y="24"/>
                    <a:pt x="13979" y="36"/>
                  </a:cubicBezTo>
                  <a:cubicBezTo>
                    <a:pt x="13931" y="132"/>
                    <a:pt x="13883" y="174"/>
                    <a:pt x="13815" y="174"/>
                  </a:cubicBezTo>
                  <a:cubicBezTo>
                    <a:pt x="13780" y="174"/>
                    <a:pt x="13741" y="163"/>
                    <a:pt x="13693" y="144"/>
                  </a:cubicBezTo>
                  <a:cubicBezTo>
                    <a:pt x="13538" y="96"/>
                    <a:pt x="13383" y="48"/>
                    <a:pt x="1321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40"/>
            <p:cNvSpPr/>
            <p:nvPr/>
          </p:nvSpPr>
          <p:spPr>
            <a:xfrm>
              <a:off x="3675450" y="2669800"/>
              <a:ext cx="181600" cy="78900"/>
            </a:xfrm>
            <a:custGeom>
              <a:rect b="b" l="l" r="r" t="t"/>
              <a:pathLst>
                <a:path extrusionOk="0" h="3156" w="7264">
                  <a:moveTo>
                    <a:pt x="4477" y="1"/>
                  </a:moveTo>
                  <a:cubicBezTo>
                    <a:pt x="4465" y="144"/>
                    <a:pt x="4394" y="227"/>
                    <a:pt x="4239" y="310"/>
                  </a:cubicBezTo>
                  <a:cubicBezTo>
                    <a:pt x="3798" y="536"/>
                    <a:pt x="3370" y="775"/>
                    <a:pt x="2941" y="1001"/>
                  </a:cubicBezTo>
                  <a:cubicBezTo>
                    <a:pt x="2382" y="1310"/>
                    <a:pt x="1822" y="1608"/>
                    <a:pt x="1274" y="1918"/>
                  </a:cubicBezTo>
                  <a:cubicBezTo>
                    <a:pt x="750" y="2215"/>
                    <a:pt x="358" y="2656"/>
                    <a:pt x="0" y="3156"/>
                  </a:cubicBezTo>
                  <a:cubicBezTo>
                    <a:pt x="715" y="2727"/>
                    <a:pt x="1453" y="2346"/>
                    <a:pt x="2203" y="2001"/>
                  </a:cubicBezTo>
                  <a:cubicBezTo>
                    <a:pt x="3846" y="1239"/>
                    <a:pt x="5561" y="632"/>
                    <a:pt x="7263" y="1"/>
                  </a:cubicBezTo>
                  <a:lnTo>
                    <a:pt x="4775" y="1"/>
                  </a:lnTo>
                  <a:cubicBezTo>
                    <a:pt x="4751" y="13"/>
                    <a:pt x="4727" y="13"/>
                    <a:pt x="4715" y="24"/>
                  </a:cubicBezTo>
                  <a:lnTo>
                    <a:pt x="471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3028950" y="2669800"/>
              <a:ext cx="22925" cy="55700"/>
            </a:xfrm>
            <a:custGeom>
              <a:rect b="b" l="l" r="r" t="t"/>
              <a:pathLst>
                <a:path extrusionOk="0" h="2228" w="917">
                  <a:moveTo>
                    <a:pt x="0" y="1"/>
                  </a:moveTo>
                  <a:cubicBezTo>
                    <a:pt x="202" y="548"/>
                    <a:pt x="405" y="1084"/>
                    <a:pt x="619" y="1620"/>
                  </a:cubicBezTo>
                  <a:cubicBezTo>
                    <a:pt x="702" y="1822"/>
                    <a:pt x="786" y="2025"/>
                    <a:pt x="857" y="2227"/>
                  </a:cubicBezTo>
                  <a:cubicBezTo>
                    <a:pt x="881" y="2215"/>
                    <a:pt x="893" y="2215"/>
                    <a:pt x="917" y="2203"/>
                  </a:cubicBezTo>
                  <a:cubicBezTo>
                    <a:pt x="762" y="1477"/>
                    <a:pt x="607" y="739"/>
                    <a:pt x="45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3663850" y="2669500"/>
              <a:ext cx="473275" cy="517950"/>
            </a:xfrm>
            <a:custGeom>
              <a:rect b="b" l="l" r="r" t="t"/>
              <a:pathLst>
                <a:path extrusionOk="0" h="20718" w="18931">
                  <a:moveTo>
                    <a:pt x="10992" y="2446"/>
                  </a:moveTo>
                  <a:cubicBezTo>
                    <a:pt x="11163" y="2446"/>
                    <a:pt x="11333" y="2450"/>
                    <a:pt x="11501" y="2465"/>
                  </a:cubicBezTo>
                  <a:cubicBezTo>
                    <a:pt x="11621" y="2489"/>
                    <a:pt x="11716" y="2692"/>
                    <a:pt x="11823" y="2811"/>
                  </a:cubicBezTo>
                  <a:cubicBezTo>
                    <a:pt x="11811" y="2846"/>
                    <a:pt x="11787" y="2882"/>
                    <a:pt x="11775" y="2906"/>
                  </a:cubicBezTo>
                  <a:lnTo>
                    <a:pt x="10370" y="2906"/>
                  </a:lnTo>
                  <a:cubicBezTo>
                    <a:pt x="10358" y="2882"/>
                    <a:pt x="10358" y="2870"/>
                    <a:pt x="10347" y="2846"/>
                  </a:cubicBezTo>
                  <a:cubicBezTo>
                    <a:pt x="10549" y="2763"/>
                    <a:pt x="10751" y="2680"/>
                    <a:pt x="11013" y="2561"/>
                  </a:cubicBezTo>
                  <a:cubicBezTo>
                    <a:pt x="10995" y="2559"/>
                    <a:pt x="10978" y="2558"/>
                    <a:pt x="10960" y="2558"/>
                  </a:cubicBezTo>
                  <a:cubicBezTo>
                    <a:pt x="10771" y="2558"/>
                    <a:pt x="10597" y="2634"/>
                    <a:pt x="10445" y="2634"/>
                  </a:cubicBezTo>
                  <a:cubicBezTo>
                    <a:pt x="10376" y="2634"/>
                    <a:pt x="10311" y="2618"/>
                    <a:pt x="10251" y="2572"/>
                  </a:cubicBezTo>
                  <a:cubicBezTo>
                    <a:pt x="10275" y="2537"/>
                    <a:pt x="10287" y="2489"/>
                    <a:pt x="10311" y="2453"/>
                  </a:cubicBezTo>
                  <a:cubicBezTo>
                    <a:pt x="10535" y="2453"/>
                    <a:pt x="10764" y="2446"/>
                    <a:pt x="10992" y="2446"/>
                  </a:cubicBezTo>
                  <a:close/>
                  <a:moveTo>
                    <a:pt x="4054" y="4227"/>
                  </a:moveTo>
                  <a:cubicBezTo>
                    <a:pt x="4060" y="4227"/>
                    <a:pt x="4066" y="4227"/>
                    <a:pt x="4072" y="4227"/>
                  </a:cubicBezTo>
                  <a:cubicBezTo>
                    <a:pt x="4405" y="4227"/>
                    <a:pt x="4655" y="4466"/>
                    <a:pt x="4643" y="4775"/>
                  </a:cubicBezTo>
                  <a:cubicBezTo>
                    <a:pt x="4632" y="5078"/>
                    <a:pt x="4334" y="5359"/>
                    <a:pt x="4031" y="5359"/>
                  </a:cubicBezTo>
                  <a:cubicBezTo>
                    <a:pt x="4025" y="5359"/>
                    <a:pt x="4019" y="5359"/>
                    <a:pt x="4012" y="5359"/>
                  </a:cubicBezTo>
                  <a:cubicBezTo>
                    <a:pt x="3703" y="5359"/>
                    <a:pt x="3489" y="5132"/>
                    <a:pt x="3489" y="4847"/>
                  </a:cubicBezTo>
                  <a:cubicBezTo>
                    <a:pt x="3489" y="4520"/>
                    <a:pt x="3752" y="4227"/>
                    <a:pt x="4054" y="4227"/>
                  </a:cubicBezTo>
                  <a:close/>
                  <a:moveTo>
                    <a:pt x="7172" y="6087"/>
                  </a:moveTo>
                  <a:cubicBezTo>
                    <a:pt x="7174" y="6087"/>
                    <a:pt x="7191" y="6104"/>
                    <a:pt x="7191" y="6121"/>
                  </a:cubicBezTo>
                  <a:cubicBezTo>
                    <a:pt x="7312" y="6614"/>
                    <a:pt x="6584" y="7401"/>
                    <a:pt x="6040" y="7401"/>
                  </a:cubicBezTo>
                  <a:cubicBezTo>
                    <a:pt x="5994" y="7401"/>
                    <a:pt x="5949" y="7395"/>
                    <a:pt x="5906" y="7383"/>
                  </a:cubicBezTo>
                  <a:cubicBezTo>
                    <a:pt x="5822" y="7359"/>
                    <a:pt x="5715" y="7252"/>
                    <a:pt x="5691" y="7168"/>
                  </a:cubicBezTo>
                  <a:cubicBezTo>
                    <a:pt x="5667" y="7097"/>
                    <a:pt x="5739" y="6990"/>
                    <a:pt x="5798" y="6906"/>
                  </a:cubicBezTo>
                  <a:cubicBezTo>
                    <a:pt x="5822" y="6859"/>
                    <a:pt x="5894" y="6835"/>
                    <a:pt x="5941" y="6799"/>
                  </a:cubicBezTo>
                  <a:cubicBezTo>
                    <a:pt x="6346" y="6573"/>
                    <a:pt x="6739" y="6347"/>
                    <a:pt x="7180" y="6097"/>
                  </a:cubicBezTo>
                  <a:cubicBezTo>
                    <a:pt x="7173" y="6090"/>
                    <a:pt x="7171" y="6087"/>
                    <a:pt x="7172" y="6087"/>
                  </a:cubicBezTo>
                  <a:close/>
                  <a:moveTo>
                    <a:pt x="16982" y="1722"/>
                  </a:moveTo>
                  <a:cubicBezTo>
                    <a:pt x="17110" y="1722"/>
                    <a:pt x="17241" y="1767"/>
                    <a:pt x="17371" y="1846"/>
                  </a:cubicBezTo>
                  <a:cubicBezTo>
                    <a:pt x="17740" y="2084"/>
                    <a:pt x="17967" y="2430"/>
                    <a:pt x="18050" y="2834"/>
                  </a:cubicBezTo>
                  <a:cubicBezTo>
                    <a:pt x="18193" y="3501"/>
                    <a:pt x="18312" y="4180"/>
                    <a:pt x="18395" y="4858"/>
                  </a:cubicBezTo>
                  <a:cubicBezTo>
                    <a:pt x="18562" y="6323"/>
                    <a:pt x="18586" y="7787"/>
                    <a:pt x="18300" y="9228"/>
                  </a:cubicBezTo>
                  <a:cubicBezTo>
                    <a:pt x="18229" y="9621"/>
                    <a:pt x="18098" y="10014"/>
                    <a:pt x="17919" y="10359"/>
                  </a:cubicBezTo>
                  <a:cubicBezTo>
                    <a:pt x="17490" y="11181"/>
                    <a:pt x="17026" y="11978"/>
                    <a:pt x="16490" y="12728"/>
                  </a:cubicBezTo>
                  <a:cubicBezTo>
                    <a:pt x="16050" y="13360"/>
                    <a:pt x="15562" y="13967"/>
                    <a:pt x="15026" y="14538"/>
                  </a:cubicBezTo>
                  <a:cubicBezTo>
                    <a:pt x="14097" y="15538"/>
                    <a:pt x="13180" y="16538"/>
                    <a:pt x="12240" y="17515"/>
                  </a:cubicBezTo>
                  <a:cubicBezTo>
                    <a:pt x="12109" y="17646"/>
                    <a:pt x="11954" y="17741"/>
                    <a:pt x="11787" y="17824"/>
                  </a:cubicBezTo>
                  <a:cubicBezTo>
                    <a:pt x="11668" y="17896"/>
                    <a:pt x="11549" y="17955"/>
                    <a:pt x="11430" y="18027"/>
                  </a:cubicBezTo>
                  <a:cubicBezTo>
                    <a:pt x="11418" y="17967"/>
                    <a:pt x="11406" y="17896"/>
                    <a:pt x="11418" y="17836"/>
                  </a:cubicBezTo>
                  <a:cubicBezTo>
                    <a:pt x="11752" y="16217"/>
                    <a:pt x="12061" y="14610"/>
                    <a:pt x="12406" y="13002"/>
                  </a:cubicBezTo>
                  <a:cubicBezTo>
                    <a:pt x="12942" y="10550"/>
                    <a:pt x="13502" y="8109"/>
                    <a:pt x="14049" y="5656"/>
                  </a:cubicBezTo>
                  <a:cubicBezTo>
                    <a:pt x="14085" y="5501"/>
                    <a:pt x="14109" y="5335"/>
                    <a:pt x="14180" y="5216"/>
                  </a:cubicBezTo>
                  <a:cubicBezTo>
                    <a:pt x="14800" y="4275"/>
                    <a:pt x="15419" y="3346"/>
                    <a:pt x="16062" y="2418"/>
                  </a:cubicBezTo>
                  <a:cubicBezTo>
                    <a:pt x="16193" y="2215"/>
                    <a:pt x="16395" y="2049"/>
                    <a:pt x="16574" y="1894"/>
                  </a:cubicBezTo>
                  <a:cubicBezTo>
                    <a:pt x="16704" y="1776"/>
                    <a:pt x="16842" y="1722"/>
                    <a:pt x="16982" y="1722"/>
                  </a:cubicBezTo>
                  <a:close/>
                  <a:moveTo>
                    <a:pt x="8704" y="1"/>
                  </a:moveTo>
                  <a:cubicBezTo>
                    <a:pt x="8965" y="763"/>
                    <a:pt x="9227" y="1477"/>
                    <a:pt x="9513" y="2263"/>
                  </a:cubicBezTo>
                  <a:cubicBezTo>
                    <a:pt x="9180" y="2215"/>
                    <a:pt x="8918" y="2191"/>
                    <a:pt x="8656" y="2132"/>
                  </a:cubicBezTo>
                  <a:cubicBezTo>
                    <a:pt x="7845" y="1956"/>
                    <a:pt x="7034" y="1812"/>
                    <a:pt x="6209" y="1812"/>
                  </a:cubicBezTo>
                  <a:cubicBezTo>
                    <a:pt x="5920" y="1812"/>
                    <a:pt x="5628" y="1830"/>
                    <a:pt x="5334" y="1870"/>
                  </a:cubicBezTo>
                  <a:cubicBezTo>
                    <a:pt x="4596" y="1977"/>
                    <a:pt x="3893" y="2239"/>
                    <a:pt x="3250" y="2644"/>
                  </a:cubicBezTo>
                  <a:cubicBezTo>
                    <a:pt x="4248" y="2219"/>
                    <a:pt x="5274" y="1973"/>
                    <a:pt x="6234" y="1973"/>
                  </a:cubicBezTo>
                  <a:cubicBezTo>
                    <a:pt x="6512" y="1973"/>
                    <a:pt x="6784" y="1994"/>
                    <a:pt x="7049" y="2037"/>
                  </a:cubicBezTo>
                  <a:cubicBezTo>
                    <a:pt x="6167" y="2191"/>
                    <a:pt x="5060" y="2311"/>
                    <a:pt x="4001" y="2572"/>
                  </a:cubicBezTo>
                  <a:cubicBezTo>
                    <a:pt x="3108" y="2799"/>
                    <a:pt x="2298" y="3215"/>
                    <a:pt x="1548" y="3763"/>
                  </a:cubicBezTo>
                  <a:cubicBezTo>
                    <a:pt x="1405" y="3870"/>
                    <a:pt x="1262" y="3989"/>
                    <a:pt x="1119" y="4108"/>
                  </a:cubicBezTo>
                  <a:cubicBezTo>
                    <a:pt x="1226" y="4061"/>
                    <a:pt x="1334" y="4013"/>
                    <a:pt x="1441" y="3977"/>
                  </a:cubicBezTo>
                  <a:cubicBezTo>
                    <a:pt x="1607" y="3906"/>
                    <a:pt x="1762" y="3823"/>
                    <a:pt x="1917" y="3739"/>
                  </a:cubicBezTo>
                  <a:cubicBezTo>
                    <a:pt x="3838" y="2630"/>
                    <a:pt x="5908" y="2394"/>
                    <a:pt x="8023" y="2394"/>
                  </a:cubicBezTo>
                  <a:cubicBezTo>
                    <a:pt x="8451" y="2394"/>
                    <a:pt x="8880" y="2404"/>
                    <a:pt x="9311" y="2418"/>
                  </a:cubicBezTo>
                  <a:cubicBezTo>
                    <a:pt x="9477" y="2430"/>
                    <a:pt x="9620" y="2489"/>
                    <a:pt x="9573" y="2727"/>
                  </a:cubicBezTo>
                  <a:cubicBezTo>
                    <a:pt x="9394" y="2751"/>
                    <a:pt x="9204" y="2787"/>
                    <a:pt x="9013" y="2787"/>
                  </a:cubicBezTo>
                  <a:cubicBezTo>
                    <a:pt x="8624" y="2787"/>
                    <a:pt x="8235" y="2776"/>
                    <a:pt x="7846" y="2776"/>
                  </a:cubicBezTo>
                  <a:cubicBezTo>
                    <a:pt x="7652" y="2776"/>
                    <a:pt x="7457" y="2779"/>
                    <a:pt x="7263" y="2787"/>
                  </a:cubicBezTo>
                  <a:cubicBezTo>
                    <a:pt x="6322" y="2822"/>
                    <a:pt x="5382" y="2858"/>
                    <a:pt x="4441" y="2965"/>
                  </a:cubicBezTo>
                  <a:cubicBezTo>
                    <a:pt x="3512" y="3084"/>
                    <a:pt x="2643" y="3454"/>
                    <a:pt x="1869" y="3977"/>
                  </a:cubicBezTo>
                  <a:cubicBezTo>
                    <a:pt x="1631" y="4132"/>
                    <a:pt x="1417" y="4311"/>
                    <a:pt x="1191" y="4477"/>
                  </a:cubicBezTo>
                  <a:cubicBezTo>
                    <a:pt x="905" y="4704"/>
                    <a:pt x="619" y="4930"/>
                    <a:pt x="345" y="5168"/>
                  </a:cubicBezTo>
                  <a:cubicBezTo>
                    <a:pt x="202" y="5275"/>
                    <a:pt x="107" y="5466"/>
                    <a:pt x="0" y="5620"/>
                  </a:cubicBezTo>
                  <a:cubicBezTo>
                    <a:pt x="24" y="5644"/>
                    <a:pt x="48" y="5668"/>
                    <a:pt x="71" y="5692"/>
                  </a:cubicBezTo>
                  <a:cubicBezTo>
                    <a:pt x="357" y="5525"/>
                    <a:pt x="619" y="5335"/>
                    <a:pt x="905" y="5156"/>
                  </a:cubicBezTo>
                  <a:cubicBezTo>
                    <a:pt x="1095" y="5025"/>
                    <a:pt x="1298" y="4906"/>
                    <a:pt x="1500" y="4799"/>
                  </a:cubicBezTo>
                  <a:cubicBezTo>
                    <a:pt x="2000" y="4525"/>
                    <a:pt x="2524" y="4323"/>
                    <a:pt x="3036" y="4085"/>
                  </a:cubicBezTo>
                  <a:lnTo>
                    <a:pt x="3036" y="4085"/>
                  </a:lnTo>
                  <a:cubicBezTo>
                    <a:pt x="2929" y="4382"/>
                    <a:pt x="2822" y="4632"/>
                    <a:pt x="2727" y="4882"/>
                  </a:cubicBezTo>
                  <a:cubicBezTo>
                    <a:pt x="2465" y="5585"/>
                    <a:pt x="2572" y="6240"/>
                    <a:pt x="2893" y="6906"/>
                  </a:cubicBezTo>
                  <a:cubicBezTo>
                    <a:pt x="3269" y="7676"/>
                    <a:pt x="4332" y="8170"/>
                    <a:pt x="5368" y="8170"/>
                  </a:cubicBezTo>
                  <a:cubicBezTo>
                    <a:pt x="5710" y="8170"/>
                    <a:pt x="6048" y="8117"/>
                    <a:pt x="6358" y="8002"/>
                  </a:cubicBezTo>
                  <a:cubicBezTo>
                    <a:pt x="7703" y="7490"/>
                    <a:pt x="8382" y="6168"/>
                    <a:pt x="7918" y="4799"/>
                  </a:cubicBezTo>
                  <a:cubicBezTo>
                    <a:pt x="7822" y="4525"/>
                    <a:pt x="7668" y="4275"/>
                    <a:pt x="7537" y="4001"/>
                  </a:cubicBezTo>
                  <a:cubicBezTo>
                    <a:pt x="7549" y="4001"/>
                    <a:pt x="7572" y="3977"/>
                    <a:pt x="7608" y="3977"/>
                  </a:cubicBezTo>
                  <a:cubicBezTo>
                    <a:pt x="8334" y="4001"/>
                    <a:pt x="9061" y="4037"/>
                    <a:pt x="9787" y="4073"/>
                  </a:cubicBezTo>
                  <a:cubicBezTo>
                    <a:pt x="9858" y="4073"/>
                    <a:pt x="9918" y="4180"/>
                    <a:pt x="9989" y="4239"/>
                  </a:cubicBezTo>
                  <a:lnTo>
                    <a:pt x="10013" y="4239"/>
                  </a:lnTo>
                  <a:cubicBezTo>
                    <a:pt x="10049" y="4180"/>
                    <a:pt x="10073" y="4132"/>
                    <a:pt x="10108" y="4073"/>
                  </a:cubicBezTo>
                  <a:cubicBezTo>
                    <a:pt x="10132" y="4085"/>
                    <a:pt x="10156" y="4085"/>
                    <a:pt x="10180" y="4085"/>
                  </a:cubicBezTo>
                  <a:cubicBezTo>
                    <a:pt x="10180" y="4251"/>
                    <a:pt x="10192" y="4406"/>
                    <a:pt x="10204" y="4620"/>
                  </a:cubicBezTo>
                  <a:cubicBezTo>
                    <a:pt x="10251" y="4406"/>
                    <a:pt x="10275" y="4263"/>
                    <a:pt x="10299" y="4144"/>
                  </a:cubicBezTo>
                  <a:lnTo>
                    <a:pt x="12287" y="4144"/>
                  </a:lnTo>
                  <a:cubicBezTo>
                    <a:pt x="12121" y="4287"/>
                    <a:pt x="12037" y="4370"/>
                    <a:pt x="11942" y="4430"/>
                  </a:cubicBezTo>
                  <a:cubicBezTo>
                    <a:pt x="10609" y="5442"/>
                    <a:pt x="9239" y="6430"/>
                    <a:pt x="7918" y="7466"/>
                  </a:cubicBezTo>
                  <a:cubicBezTo>
                    <a:pt x="7322" y="7942"/>
                    <a:pt x="6656" y="8240"/>
                    <a:pt x="5917" y="8407"/>
                  </a:cubicBezTo>
                  <a:cubicBezTo>
                    <a:pt x="5608" y="8478"/>
                    <a:pt x="5298" y="8561"/>
                    <a:pt x="4917" y="8668"/>
                  </a:cubicBezTo>
                  <a:cubicBezTo>
                    <a:pt x="5013" y="8668"/>
                    <a:pt x="5048" y="8680"/>
                    <a:pt x="5072" y="8680"/>
                  </a:cubicBezTo>
                  <a:cubicBezTo>
                    <a:pt x="5239" y="8657"/>
                    <a:pt x="5394" y="8633"/>
                    <a:pt x="5560" y="8609"/>
                  </a:cubicBezTo>
                  <a:cubicBezTo>
                    <a:pt x="7084" y="8466"/>
                    <a:pt x="8442" y="7942"/>
                    <a:pt x="9632" y="6978"/>
                  </a:cubicBezTo>
                  <a:cubicBezTo>
                    <a:pt x="10394" y="6359"/>
                    <a:pt x="11156" y="5740"/>
                    <a:pt x="11930" y="5132"/>
                  </a:cubicBezTo>
                  <a:cubicBezTo>
                    <a:pt x="12073" y="5013"/>
                    <a:pt x="12216" y="4906"/>
                    <a:pt x="12418" y="4751"/>
                  </a:cubicBezTo>
                  <a:lnTo>
                    <a:pt x="12418" y="4751"/>
                  </a:lnTo>
                  <a:cubicBezTo>
                    <a:pt x="12394" y="4930"/>
                    <a:pt x="12394" y="5025"/>
                    <a:pt x="12371" y="5120"/>
                  </a:cubicBezTo>
                  <a:cubicBezTo>
                    <a:pt x="12192" y="5882"/>
                    <a:pt x="12002" y="6656"/>
                    <a:pt x="11811" y="7418"/>
                  </a:cubicBezTo>
                  <a:cubicBezTo>
                    <a:pt x="11549" y="8442"/>
                    <a:pt x="11251" y="9442"/>
                    <a:pt x="11025" y="10478"/>
                  </a:cubicBezTo>
                  <a:cubicBezTo>
                    <a:pt x="10906" y="11038"/>
                    <a:pt x="10847" y="11597"/>
                    <a:pt x="10478" y="12074"/>
                  </a:cubicBezTo>
                  <a:cubicBezTo>
                    <a:pt x="10478" y="12086"/>
                    <a:pt x="10489" y="12109"/>
                    <a:pt x="10501" y="12145"/>
                  </a:cubicBezTo>
                  <a:cubicBezTo>
                    <a:pt x="10847" y="11705"/>
                    <a:pt x="11192" y="11276"/>
                    <a:pt x="11525" y="10847"/>
                  </a:cubicBezTo>
                  <a:cubicBezTo>
                    <a:pt x="11561" y="10859"/>
                    <a:pt x="11585" y="10871"/>
                    <a:pt x="11609" y="10895"/>
                  </a:cubicBezTo>
                  <a:cubicBezTo>
                    <a:pt x="11263" y="12217"/>
                    <a:pt x="11013" y="13562"/>
                    <a:pt x="11097" y="15014"/>
                  </a:cubicBezTo>
                  <a:cubicBezTo>
                    <a:pt x="11144" y="14693"/>
                    <a:pt x="11180" y="14443"/>
                    <a:pt x="11216" y="14217"/>
                  </a:cubicBezTo>
                  <a:cubicBezTo>
                    <a:pt x="11216" y="14217"/>
                    <a:pt x="11228" y="14252"/>
                    <a:pt x="11240" y="14288"/>
                  </a:cubicBezTo>
                  <a:cubicBezTo>
                    <a:pt x="11466" y="13074"/>
                    <a:pt x="11680" y="11871"/>
                    <a:pt x="11906" y="10669"/>
                  </a:cubicBezTo>
                  <a:cubicBezTo>
                    <a:pt x="11930" y="10538"/>
                    <a:pt x="12013" y="10407"/>
                    <a:pt x="12073" y="10276"/>
                  </a:cubicBezTo>
                  <a:lnTo>
                    <a:pt x="12168" y="10312"/>
                  </a:lnTo>
                  <a:cubicBezTo>
                    <a:pt x="12085" y="10597"/>
                    <a:pt x="11978" y="10883"/>
                    <a:pt x="11918" y="11181"/>
                  </a:cubicBezTo>
                  <a:cubicBezTo>
                    <a:pt x="11740" y="12074"/>
                    <a:pt x="11561" y="12979"/>
                    <a:pt x="11430" y="13883"/>
                  </a:cubicBezTo>
                  <a:cubicBezTo>
                    <a:pt x="11382" y="14205"/>
                    <a:pt x="11490" y="14550"/>
                    <a:pt x="11466" y="14884"/>
                  </a:cubicBezTo>
                  <a:cubicBezTo>
                    <a:pt x="11382" y="15860"/>
                    <a:pt x="11299" y="16848"/>
                    <a:pt x="11156" y="17824"/>
                  </a:cubicBezTo>
                  <a:cubicBezTo>
                    <a:pt x="11073" y="18408"/>
                    <a:pt x="10954" y="18979"/>
                    <a:pt x="10799" y="19539"/>
                  </a:cubicBezTo>
                  <a:cubicBezTo>
                    <a:pt x="10680" y="19932"/>
                    <a:pt x="10537" y="20325"/>
                    <a:pt x="10370" y="20718"/>
                  </a:cubicBezTo>
                  <a:lnTo>
                    <a:pt x="10632" y="20718"/>
                  </a:lnTo>
                  <a:cubicBezTo>
                    <a:pt x="10775" y="20325"/>
                    <a:pt x="10894" y="19920"/>
                    <a:pt x="11001" y="19491"/>
                  </a:cubicBezTo>
                  <a:cubicBezTo>
                    <a:pt x="11061" y="19217"/>
                    <a:pt x="11144" y="18944"/>
                    <a:pt x="11228" y="18670"/>
                  </a:cubicBezTo>
                  <a:cubicBezTo>
                    <a:pt x="11299" y="18455"/>
                    <a:pt x="11371" y="18253"/>
                    <a:pt x="11430" y="18039"/>
                  </a:cubicBezTo>
                  <a:cubicBezTo>
                    <a:pt x="11454" y="18110"/>
                    <a:pt x="11490" y="18146"/>
                    <a:pt x="11525" y="18158"/>
                  </a:cubicBezTo>
                  <a:cubicBezTo>
                    <a:pt x="11553" y="18170"/>
                    <a:pt x="11582" y="18175"/>
                    <a:pt x="11610" y="18175"/>
                  </a:cubicBezTo>
                  <a:cubicBezTo>
                    <a:pt x="11691" y="18175"/>
                    <a:pt x="11770" y="18133"/>
                    <a:pt x="11823" y="18098"/>
                  </a:cubicBezTo>
                  <a:cubicBezTo>
                    <a:pt x="12109" y="17931"/>
                    <a:pt x="12394" y="17765"/>
                    <a:pt x="12621" y="17527"/>
                  </a:cubicBezTo>
                  <a:cubicBezTo>
                    <a:pt x="13478" y="16646"/>
                    <a:pt x="14323" y="15729"/>
                    <a:pt x="15181" y="14836"/>
                  </a:cubicBezTo>
                  <a:cubicBezTo>
                    <a:pt x="16324" y="13621"/>
                    <a:pt x="17264" y="12264"/>
                    <a:pt x="18086" y="10812"/>
                  </a:cubicBezTo>
                  <a:cubicBezTo>
                    <a:pt x="18502" y="10085"/>
                    <a:pt x="18705" y="9299"/>
                    <a:pt x="18788" y="8478"/>
                  </a:cubicBezTo>
                  <a:cubicBezTo>
                    <a:pt x="18931" y="7109"/>
                    <a:pt x="18860" y="5728"/>
                    <a:pt x="18693" y="4370"/>
                  </a:cubicBezTo>
                  <a:cubicBezTo>
                    <a:pt x="18610" y="3692"/>
                    <a:pt x="18431" y="3001"/>
                    <a:pt x="18217" y="2358"/>
                  </a:cubicBezTo>
                  <a:cubicBezTo>
                    <a:pt x="18026" y="1810"/>
                    <a:pt x="17562" y="1501"/>
                    <a:pt x="17026" y="1322"/>
                  </a:cubicBezTo>
                  <a:cubicBezTo>
                    <a:pt x="17145" y="882"/>
                    <a:pt x="17300" y="453"/>
                    <a:pt x="17383" y="1"/>
                  </a:cubicBezTo>
                  <a:lnTo>
                    <a:pt x="15669" y="1"/>
                  </a:lnTo>
                  <a:cubicBezTo>
                    <a:pt x="15657" y="48"/>
                    <a:pt x="15645" y="96"/>
                    <a:pt x="15633" y="144"/>
                  </a:cubicBezTo>
                  <a:cubicBezTo>
                    <a:pt x="15633" y="96"/>
                    <a:pt x="15645" y="48"/>
                    <a:pt x="15645" y="1"/>
                  </a:cubicBezTo>
                  <a:lnTo>
                    <a:pt x="15311" y="1"/>
                  </a:lnTo>
                  <a:cubicBezTo>
                    <a:pt x="15252" y="334"/>
                    <a:pt x="15192" y="667"/>
                    <a:pt x="15133" y="989"/>
                  </a:cubicBezTo>
                  <a:lnTo>
                    <a:pt x="15109" y="989"/>
                  </a:lnTo>
                  <a:cubicBezTo>
                    <a:pt x="15133" y="667"/>
                    <a:pt x="15145" y="334"/>
                    <a:pt x="15169" y="1"/>
                  </a:cubicBezTo>
                  <a:lnTo>
                    <a:pt x="14823" y="1"/>
                  </a:lnTo>
                  <a:cubicBezTo>
                    <a:pt x="14764" y="310"/>
                    <a:pt x="14704" y="620"/>
                    <a:pt x="14645" y="929"/>
                  </a:cubicBezTo>
                  <a:cubicBezTo>
                    <a:pt x="14609" y="846"/>
                    <a:pt x="14597" y="810"/>
                    <a:pt x="14585" y="751"/>
                  </a:cubicBezTo>
                  <a:cubicBezTo>
                    <a:pt x="14478" y="1120"/>
                    <a:pt x="14383" y="1453"/>
                    <a:pt x="14288" y="1787"/>
                  </a:cubicBezTo>
                  <a:lnTo>
                    <a:pt x="14264" y="1787"/>
                  </a:lnTo>
                  <a:cubicBezTo>
                    <a:pt x="14347" y="1191"/>
                    <a:pt x="14430" y="596"/>
                    <a:pt x="14514" y="1"/>
                  </a:cubicBezTo>
                  <a:lnTo>
                    <a:pt x="14180" y="1"/>
                  </a:lnTo>
                  <a:lnTo>
                    <a:pt x="13871" y="1489"/>
                  </a:lnTo>
                  <a:cubicBezTo>
                    <a:pt x="13847" y="1489"/>
                    <a:pt x="13823" y="1477"/>
                    <a:pt x="13799" y="1477"/>
                  </a:cubicBezTo>
                  <a:lnTo>
                    <a:pt x="13799" y="572"/>
                  </a:lnTo>
                  <a:lnTo>
                    <a:pt x="13776" y="572"/>
                  </a:lnTo>
                  <a:cubicBezTo>
                    <a:pt x="13740" y="739"/>
                    <a:pt x="13692" y="906"/>
                    <a:pt x="13657" y="1096"/>
                  </a:cubicBezTo>
                  <a:cubicBezTo>
                    <a:pt x="13668" y="727"/>
                    <a:pt x="13692" y="370"/>
                    <a:pt x="13704" y="1"/>
                  </a:cubicBezTo>
                  <a:lnTo>
                    <a:pt x="10787" y="1"/>
                  </a:lnTo>
                  <a:cubicBezTo>
                    <a:pt x="11073" y="798"/>
                    <a:pt x="11359" y="1584"/>
                    <a:pt x="11656" y="2394"/>
                  </a:cubicBezTo>
                  <a:cubicBezTo>
                    <a:pt x="11144" y="2358"/>
                    <a:pt x="10704" y="2322"/>
                    <a:pt x="10251" y="2299"/>
                  </a:cubicBezTo>
                  <a:cubicBezTo>
                    <a:pt x="10108" y="1525"/>
                    <a:pt x="9966" y="775"/>
                    <a:pt x="981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40"/>
            <p:cNvSpPr/>
            <p:nvPr/>
          </p:nvSpPr>
          <p:spPr>
            <a:xfrm>
              <a:off x="3540300" y="2932050"/>
              <a:ext cx="31000" cy="184550"/>
            </a:xfrm>
            <a:custGeom>
              <a:rect b="b" l="l" r="r" t="t"/>
              <a:pathLst>
                <a:path extrusionOk="0" h="7382" w="1240">
                  <a:moveTo>
                    <a:pt x="1203" y="0"/>
                  </a:moveTo>
                  <a:cubicBezTo>
                    <a:pt x="1132" y="167"/>
                    <a:pt x="1037" y="345"/>
                    <a:pt x="989" y="524"/>
                  </a:cubicBezTo>
                  <a:cubicBezTo>
                    <a:pt x="822" y="1262"/>
                    <a:pt x="680" y="2000"/>
                    <a:pt x="513" y="2738"/>
                  </a:cubicBezTo>
                  <a:cubicBezTo>
                    <a:pt x="406" y="3203"/>
                    <a:pt x="299" y="3679"/>
                    <a:pt x="168" y="4143"/>
                  </a:cubicBezTo>
                  <a:cubicBezTo>
                    <a:pt x="1" y="4739"/>
                    <a:pt x="60" y="5310"/>
                    <a:pt x="394" y="5846"/>
                  </a:cubicBezTo>
                  <a:cubicBezTo>
                    <a:pt x="584" y="6167"/>
                    <a:pt x="763" y="6513"/>
                    <a:pt x="942" y="6834"/>
                  </a:cubicBezTo>
                  <a:cubicBezTo>
                    <a:pt x="1037" y="7013"/>
                    <a:pt x="1144" y="7191"/>
                    <a:pt x="1239" y="7382"/>
                  </a:cubicBezTo>
                  <a:lnTo>
                    <a:pt x="1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40"/>
            <p:cNvSpPr/>
            <p:nvPr/>
          </p:nvSpPr>
          <p:spPr>
            <a:xfrm>
              <a:off x="3757600" y="2882325"/>
              <a:ext cx="98250" cy="15200"/>
            </a:xfrm>
            <a:custGeom>
              <a:rect b="b" l="l" r="r" t="t"/>
              <a:pathLst>
                <a:path extrusionOk="0" h="608" w="3930">
                  <a:moveTo>
                    <a:pt x="3453" y="1"/>
                  </a:moveTo>
                  <a:cubicBezTo>
                    <a:pt x="2310" y="167"/>
                    <a:pt x="1155" y="334"/>
                    <a:pt x="1" y="489"/>
                  </a:cubicBezTo>
                  <a:cubicBezTo>
                    <a:pt x="12" y="525"/>
                    <a:pt x="12" y="548"/>
                    <a:pt x="12" y="572"/>
                  </a:cubicBezTo>
                  <a:cubicBezTo>
                    <a:pt x="786" y="489"/>
                    <a:pt x="1560" y="405"/>
                    <a:pt x="2334" y="310"/>
                  </a:cubicBezTo>
                  <a:lnTo>
                    <a:pt x="2334" y="310"/>
                  </a:lnTo>
                  <a:cubicBezTo>
                    <a:pt x="2167" y="382"/>
                    <a:pt x="1989" y="417"/>
                    <a:pt x="1810" y="465"/>
                  </a:cubicBezTo>
                  <a:cubicBezTo>
                    <a:pt x="1632" y="513"/>
                    <a:pt x="1453" y="560"/>
                    <a:pt x="1286" y="608"/>
                  </a:cubicBezTo>
                  <a:cubicBezTo>
                    <a:pt x="2191" y="608"/>
                    <a:pt x="3084" y="572"/>
                    <a:pt x="3930" y="179"/>
                  </a:cubicBezTo>
                  <a:lnTo>
                    <a:pt x="3930" y="179"/>
                  </a:lnTo>
                  <a:cubicBezTo>
                    <a:pt x="3596" y="203"/>
                    <a:pt x="3263" y="227"/>
                    <a:pt x="2918" y="239"/>
                  </a:cubicBezTo>
                  <a:cubicBezTo>
                    <a:pt x="2918" y="227"/>
                    <a:pt x="2918" y="215"/>
                    <a:pt x="2918" y="203"/>
                  </a:cubicBezTo>
                  <a:lnTo>
                    <a:pt x="3465" y="36"/>
                  </a:lnTo>
                  <a:cubicBezTo>
                    <a:pt x="3465" y="24"/>
                    <a:pt x="3465" y="13"/>
                    <a:pt x="3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3322725" y="2875775"/>
              <a:ext cx="95275" cy="16400"/>
            </a:xfrm>
            <a:custGeom>
              <a:rect b="b" l="l" r="r" t="t"/>
              <a:pathLst>
                <a:path extrusionOk="0" h="656" w="3811">
                  <a:moveTo>
                    <a:pt x="477" y="1"/>
                  </a:moveTo>
                  <a:cubicBezTo>
                    <a:pt x="477" y="13"/>
                    <a:pt x="465" y="36"/>
                    <a:pt x="465" y="48"/>
                  </a:cubicBezTo>
                  <a:cubicBezTo>
                    <a:pt x="632" y="108"/>
                    <a:pt x="810" y="156"/>
                    <a:pt x="977" y="215"/>
                  </a:cubicBezTo>
                  <a:cubicBezTo>
                    <a:pt x="977" y="227"/>
                    <a:pt x="977" y="239"/>
                    <a:pt x="977" y="251"/>
                  </a:cubicBezTo>
                  <a:cubicBezTo>
                    <a:pt x="643" y="227"/>
                    <a:pt x="322" y="191"/>
                    <a:pt x="0" y="167"/>
                  </a:cubicBezTo>
                  <a:lnTo>
                    <a:pt x="0" y="167"/>
                  </a:lnTo>
                  <a:cubicBezTo>
                    <a:pt x="693" y="503"/>
                    <a:pt x="1423" y="626"/>
                    <a:pt x="2173" y="626"/>
                  </a:cubicBezTo>
                  <a:cubicBezTo>
                    <a:pt x="2274" y="626"/>
                    <a:pt x="2375" y="624"/>
                    <a:pt x="2477" y="620"/>
                  </a:cubicBezTo>
                  <a:cubicBezTo>
                    <a:pt x="2144" y="525"/>
                    <a:pt x="1810" y="441"/>
                    <a:pt x="1477" y="346"/>
                  </a:cubicBezTo>
                  <a:cubicBezTo>
                    <a:pt x="1477" y="346"/>
                    <a:pt x="1477" y="334"/>
                    <a:pt x="1489" y="322"/>
                  </a:cubicBezTo>
                  <a:cubicBezTo>
                    <a:pt x="2263" y="441"/>
                    <a:pt x="3037" y="548"/>
                    <a:pt x="3810" y="656"/>
                  </a:cubicBezTo>
                  <a:cubicBezTo>
                    <a:pt x="3810" y="632"/>
                    <a:pt x="3810" y="596"/>
                    <a:pt x="3810" y="572"/>
                  </a:cubicBezTo>
                  <a:cubicBezTo>
                    <a:pt x="2703" y="382"/>
                    <a:pt x="1584" y="191"/>
                    <a:pt x="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3995425" y="2767550"/>
              <a:ext cx="100925" cy="271975"/>
            </a:xfrm>
            <a:custGeom>
              <a:rect b="b" l="l" r="r" t="t"/>
              <a:pathLst>
                <a:path extrusionOk="0" h="10879" w="4037">
                  <a:moveTo>
                    <a:pt x="3150" y="0"/>
                  </a:moveTo>
                  <a:cubicBezTo>
                    <a:pt x="3044" y="0"/>
                    <a:pt x="2930" y="43"/>
                    <a:pt x="2822" y="127"/>
                  </a:cubicBezTo>
                  <a:cubicBezTo>
                    <a:pt x="2644" y="270"/>
                    <a:pt x="2465" y="448"/>
                    <a:pt x="2346" y="639"/>
                  </a:cubicBezTo>
                  <a:cubicBezTo>
                    <a:pt x="2191" y="913"/>
                    <a:pt x="2048" y="1198"/>
                    <a:pt x="1953" y="1508"/>
                  </a:cubicBezTo>
                  <a:cubicBezTo>
                    <a:pt x="1477" y="2937"/>
                    <a:pt x="1001" y="4377"/>
                    <a:pt x="560" y="5818"/>
                  </a:cubicBezTo>
                  <a:cubicBezTo>
                    <a:pt x="346" y="6532"/>
                    <a:pt x="286" y="7259"/>
                    <a:pt x="465" y="8009"/>
                  </a:cubicBezTo>
                  <a:cubicBezTo>
                    <a:pt x="548" y="8318"/>
                    <a:pt x="513" y="8676"/>
                    <a:pt x="453" y="9009"/>
                  </a:cubicBezTo>
                  <a:cubicBezTo>
                    <a:pt x="382" y="9390"/>
                    <a:pt x="227" y="9759"/>
                    <a:pt x="96" y="10176"/>
                  </a:cubicBezTo>
                  <a:cubicBezTo>
                    <a:pt x="715" y="9414"/>
                    <a:pt x="1072" y="8628"/>
                    <a:pt x="775" y="7663"/>
                  </a:cubicBezTo>
                  <a:cubicBezTo>
                    <a:pt x="536" y="6901"/>
                    <a:pt x="798" y="6187"/>
                    <a:pt x="989" y="5473"/>
                  </a:cubicBezTo>
                  <a:lnTo>
                    <a:pt x="1084" y="5473"/>
                  </a:lnTo>
                  <a:lnTo>
                    <a:pt x="1084" y="7056"/>
                  </a:lnTo>
                  <a:cubicBezTo>
                    <a:pt x="1322" y="6568"/>
                    <a:pt x="1346" y="6080"/>
                    <a:pt x="1203" y="5580"/>
                  </a:cubicBezTo>
                  <a:cubicBezTo>
                    <a:pt x="1167" y="5461"/>
                    <a:pt x="1048" y="5330"/>
                    <a:pt x="1072" y="5211"/>
                  </a:cubicBezTo>
                  <a:cubicBezTo>
                    <a:pt x="1167" y="4711"/>
                    <a:pt x="1310" y="4211"/>
                    <a:pt x="1429" y="3723"/>
                  </a:cubicBezTo>
                  <a:cubicBezTo>
                    <a:pt x="1465" y="3723"/>
                    <a:pt x="1513" y="3734"/>
                    <a:pt x="1560" y="3734"/>
                  </a:cubicBezTo>
                  <a:cubicBezTo>
                    <a:pt x="1751" y="4532"/>
                    <a:pt x="1858" y="5342"/>
                    <a:pt x="1775" y="6187"/>
                  </a:cubicBezTo>
                  <a:cubicBezTo>
                    <a:pt x="1810" y="6092"/>
                    <a:pt x="1870" y="5985"/>
                    <a:pt x="1906" y="5889"/>
                  </a:cubicBezTo>
                  <a:cubicBezTo>
                    <a:pt x="2144" y="5116"/>
                    <a:pt x="2060" y="4365"/>
                    <a:pt x="1727" y="3639"/>
                  </a:cubicBezTo>
                  <a:cubicBezTo>
                    <a:pt x="1644" y="3461"/>
                    <a:pt x="1667" y="3330"/>
                    <a:pt x="1739" y="3163"/>
                  </a:cubicBezTo>
                  <a:cubicBezTo>
                    <a:pt x="1894" y="2758"/>
                    <a:pt x="2060" y="2353"/>
                    <a:pt x="2168" y="1937"/>
                  </a:cubicBezTo>
                  <a:cubicBezTo>
                    <a:pt x="2310" y="1389"/>
                    <a:pt x="2441" y="853"/>
                    <a:pt x="2858" y="436"/>
                  </a:cubicBezTo>
                  <a:cubicBezTo>
                    <a:pt x="2971" y="329"/>
                    <a:pt x="3060" y="272"/>
                    <a:pt x="3133" y="272"/>
                  </a:cubicBezTo>
                  <a:cubicBezTo>
                    <a:pt x="3222" y="272"/>
                    <a:pt x="3288" y="355"/>
                    <a:pt x="3346" y="532"/>
                  </a:cubicBezTo>
                  <a:cubicBezTo>
                    <a:pt x="3465" y="901"/>
                    <a:pt x="3572" y="1282"/>
                    <a:pt x="3596" y="1663"/>
                  </a:cubicBezTo>
                  <a:cubicBezTo>
                    <a:pt x="3751" y="4830"/>
                    <a:pt x="3882" y="4675"/>
                    <a:pt x="2287" y="7294"/>
                  </a:cubicBezTo>
                  <a:cubicBezTo>
                    <a:pt x="1596" y="8414"/>
                    <a:pt x="858" y="9521"/>
                    <a:pt x="143" y="10628"/>
                  </a:cubicBezTo>
                  <a:cubicBezTo>
                    <a:pt x="96" y="10711"/>
                    <a:pt x="48" y="10795"/>
                    <a:pt x="1" y="10878"/>
                  </a:cubicBezTo>
                  <a:cubicBezTo>
                    <a:pt x="167" y="10759"/>
                    <a:pt x="274" y="10616"/>
                    <a:pt x="382" y="10461"/>
                  </a:cubicBezTo>
                  <a:cubicBezTo>
                    <a:pt x="1501" y="9009"/>
                    <a:pt x="2560" y="7521"/>
                    <a:pt x="3465" y="5913"/>
                  </a:cubicBezTo>
                  <a:cubicBezTo>
                    <a:pt x="3775" y="5354"/>
                    <a:pt x="4037" y="4782"/>
                    <a:pt x="4025" y="4115"/>
                  </a:cubicBezTo>
                  <a:cubicBezTo>
                    <a:pt x="3989" y="3222"/>
                    <a:pt x="3977" y="2318"/>
                    <a:pt x="3894" y="1425"/>
                  </a:cubicBezTo>
                  <a:cubicBezTo>
                    <a:pt x="3858" y="1032"/>
                    <a:pt x="3692" y="627"/>
                    <a:pt x="3513" y="270"/>
                  </a:cubicBezTo>
                  <a:cubicBezTo>
                    <a:pt x="3436" y="88"/>
                    <a:pt x="3301" y="0"/>
                    <a:pt x="3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3278975" y="2909725"/>
              <a:ext cx="142000" cy="136275"/>
            </a:xfrm>
            <a:custGeom>
              <a:rect b="b" l="l" r="r" t="t"/>
              <a:pathLst>
                <a:path extrusionOk="0" h="5451" w="5680">
                  <a:moveTo>
                    <a:pt x="310" y="0"/>
                  </a:moveTo>
                  <a:cubicBezTo>
                    <a:pt x="0" y="572"/>
                    <a:pt x="203" y="1274"/>
                    <a:pt x="441" y="1881"/>
                  </a:cubicBezTo>
                  <a:cubicBezTo>
                    <a:pt x="774" y="2679"/>
                    <a:pt x="1143" y="3465"/>
                    <a:pt x="1572" y="4227"/>
                  </a:cubicBezTo>
                  <a:cubicBezTo>
                    <a:pt x="1898" y="4808"/>
                    <a:pt x="2452" y="5451"/>
                    <a:pt x="3068" y="5451"/>
                  </a:cubicBezTo>
                  <a:cubicBezTo>
                    <a:pt x="3171" y="5451"/>
                    <a:pt x="3276" y="5433"/>
                    <a:pt x="3382" y="5394"/>
                  </a:cubicBezTo>
                  <a:cubicBezTo>
                    <a:pt x="3727" y="5275"/>
                    <a:pt x="3953" y="4953"/>
                    <a:pt x="4144" y="4655"/>
                  </a:cubicBezTo>
                  <a:cubicBezTo>
                    <a:pt x="4763" y="3655"/>
                    <a:pt x="5239" y="2584"/>
                    <a:pt x="5560" y="1453"/>
                  </a:cubicBezTo>
                  <a:cubicBezTo>
                    <a:pt x="5644" y="1203"/>
                    <a:pt x="5680" y="869"/>
                    <a:pt x="5477" y="703"/>
                  </a:cubicBezTo>
                  <a:cubicBezTo>
                    <a:pt x="5379" y="622"/>
                    <a:pt x="5240" y="602"/>
                    <a:pt x="5102" y="602"/>
                  </a:cubicBezTo>
                  <a:cubicBezTo>
                    <a:pt x="5056" y="602"/>
                    <a:pt x="5010" y="604"/>
                    <a:pt x="4965" y="607"/>
                  </a:cubicBezTo>
                  <a:cubicBezTo>
                    <a:pt x="4793" y="614"/>
                    <a:pt x="4622" y="617"/>
                    <a:pt x="4450" y="617"/>
                  </a:cubicBezTo>
                  <a:cubicBezTo>
                    <a:pt x="3420" y="617"/>
                    <a:pt x="2392" y="495"/>
                    <a:pt x="1381" y="250"/>
                  </a:cubicBezTo>
                  <a:lnTo>
                    <a:pt x="1381" y="250"/>
                  </a:lnTo>
                  <a:lnTo>
                    <a:pt x="1441" y="274"/>
                  </a:lnTo>
                  <a:cubicBezTo>
                    <a:pt x="1424" y="297"/>
                    <a:pt x="1387" y="307"/>
                    <a:pt x="1337" y="307"/>
                  </a:cubicBezTo>
                  <a:cubicBezTo>
                    <a:pt x="1076" y="307"/>
                    <a:pt x="450" y="40"/>
                    <a:pt x="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3291475" y="2910000"/>
              <a:ext cx="22050" cy="6000"/>
            </a:xfrm>
            <a:custGeom>
              <a:rect b="b" l="l" r="r" t="t"/>
              <a:pathLst>
                <a:path extrusionOk="0" h="240" w="882">
                  <a:moveTo>
                    <a:pt x="0" y="1"/>
                  </a:moveTo>
                  <a:cubicBezTo>
                    <a:pt x="286" y="96"/>
                    <a:pt x="584" y="168"/>
                    <a:pt x="881" y="23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3588225" y="3002875"/>
              <a:ext cx="56300" cy="102725"/>
            </a:xfrm>
            <a:custGeom>
              <a:rect b="b" l="l" r="r" t="t"/>
              <a:pathLst>
                <a:path extrusionOk="0" h="4109" w="2252">
                  <a:moveTo>
                    <a:pt x="584" y="1"/>
                  </a:moveTo>
                  <a:cubicBezTo>
                    <a:pt x="477" y="1322"/>
                    <a:pt x="370" y="2644"/>
                    <a:pt x="275" y="3965"/>
                  </a:cubicBezTo>
                  <a:lnTo>
                    <a:pt x="1" y="4108"/>
                  </a:lnTo>
                  <a:cubicBezTo>
                    <a:pt x="763" y="3858"/>
                    <a:pt x="1477" y="3442"/>
                    <a:pt x="2049" y="2882"/>
                  </a:cubicBezTo>
                  <a:cubicBezTo>
                    <a:pt x="2120" y="2811"/>
                    <a:pt x="2192" y="2739"/>
                    <a:pt x="2215" y="2644"/>
                  </a:cubicBezTo>
                  <a:cubicBezTo>
                    <a:pt x="2251" y="2513"/>
                    <a:pt x="2180" y="2382"/>
                    <a:pt x="2120" y="2263"/>
                  </a:cubicBezTo>
                  <a:cubicBezTo>
                    <a:pt x="1680" y="1465"/>
                    <a:pt x="1168" y="703"/>
                    <a:pt x="5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2" name="Google Shape;1132;p40"/>
          <p:cNvGrpSpPr/>
          <p:nvPr/>
        </p:nvGrpSpPr>
        <p:grpSpPr>
          <a:xfrm>
            <a:off x="1525990" y="2227710"/>
            <a:ext cx="1327434" cy="2454929"/>
            <a:chOff x="2671887" y="1144396"/>
            <a:chExt cx="1849051" cy="3419597"/>
          </a:xfrm>
        </p:grpSpPr>
        <p:sp>
          <p:nvSpPr>
            <p:cNvPr id="1133" name="Google Shape;1133;p40"/>
            <p:cNvSpPr/>
            <p:nvPr/>
          </p:nvSpPr>
          <p:spPr>
            <a:xfrm>
              <a:off x="2671887" y="1144396"/>
              <a:ext cx="1849051" cy="3419597"/>
            </a:xfrm>
            <a:custGeom>
              <a:rect b="b" l="l" r="r" t="t"/>
              <a:pathLst>
                <a:path extrusionOk="0" h="136470" w="73237">
                  <a:moveTo>
                    <a:pt x="1" y="0"/>
                  </a:moveTo>
                  <a:lnTo>
                    <a:pt x="1" y="136469"/>
                  </a:lnTo>
                  <a:lnTo>
                    <a:pt x="73236" y="136469"/>
                  </a:lnTo>
                  <a:lnTo>
                    <a:pt x="732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3966550" y="1151175"/>
              <a:ext cx="107475" cy="26200"/>
            </a:xfrm>
            <a:custGeom>
              <a:rect b="b" l="l" r="r" t="t"/>
              <a:pathLst>
                <a:path extrusionOk="0" h="1048" w="4299">
                  <a:moveTo>
                    <a:pt x="727" y="0"/>
                  </a:moveTo>
                  <a:cubicBezTo>
                    <a:pt x="489" y="345"/>
                    <a:pt x="251" y="703"/>
                    <a:pt x="1" y="1048"/>
                  </a:cubicBezTo>
                  <a:lnTo>
                    <a:pt x="2977" y="1048"/>
                  </a:lnTo>
                  <a:cubicBezTo>
                    <a:pt x="3394" y="893"/>
                    <a:pt x="3835" y="500"/>
                    <a:pt x="429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40"/>
            <p:cNvSpPr/>
            <p:nvPr/>
          </p:nvSpPr>
          <p:spPr>
            <a:xfrm>
              <a:off x="4501750" y="1164250"/>
              <a:ext cx="11025" cy="26825"/>
            </a:xfrm>
            <a:custGeom>
              <a:rect b="b" l="l" r="r" t="t"/>
              <a:pathLst>
                <a:path extrusionOk="0" h="1073" w="441">
                  <a:moveTo>
                    <a:pt x="441" y="1"/>
                  </a:moveTo>
                  <a:cubicBezTo>
                    <a:pt x="298" y="358"/>
                    <a:pt x="155" y="715"/>
                    <a:pt x="0" y="1073"/>
                  </a:cubicBezTo>
                  <a:cubicBezTo>
                    <a:pt x="155" y="930"/>
                    <a:pt x="298" y="775"/>
                    <a:pt x="441" y="632"/>
                  </a:cubicBezTo>
                  <a:lnTo>
                    <a:pt x="4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40"/>
            <p:cNvSpPr/>
            <p:nvPr/>
          </p:nvSpPr>
          <p:spPr>
            <a:xfrm>
              <a:off x="3712650" y="1151175"/>
              <a:ext cx="42000" cy="41975"/>
            </a:xfrm>
            <a:custGeom>
              <a:rect b="b" l="l" r="r" t="t"/>
              <a:pathLst>
                <a:path extrusionOk="0" h="1679" w="1680">
                  <a:moveTo>
                    <a:pt x="1132" y="0"/>
                  </a:moveTo>
                  <a:cubicBezTo>
                    <a:pt x="763" y="560"/>
                    <a:pt x="382" y="1119"/>
                    <a:pt x="1" y="1679"/>
                  </a:cubicBezTo>
                  <a:cubicBezTo>
                    <a:pt x="632" y="1334"/>
                    <a:pt x="1144" y="845"/>
                    <a:pt x="1572" y="155"/>
                  </a:cubicBezTo>
                  <a:cubicBezTo>
                    <a:pt x="1608" y="107"/>
                    <a:pt x="1644" y="48"/>
                    <a:pt x="16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40"/>
            <p:cNvSpPr/>
            <p:nvPr/>
          </p:nvSpPr>
          <p:spPr>
            <a:xfrm>
              <a:off x="3821900" y="1294050"/>
              <a:ext cx="112225" cy="82475"/>
            </a:xfrm>
            <a:custGeom>
              <a:rect b="b" l="l" r="r" t="t"/>
              <a:pathLst>
                <a:path extrusionOk="0" h="3299" w="4489">
                  <a:moveTo>
                    <a:pt x="2441" y="0"/>
                  </a:moveTo>
                  <a:cubicBezTo>
                    <a:pt x="1631" y="1107"/>
                    <a:pt x="822" y="2203"/>
                    <a:pt x="0" y="3286"/>
                  </a:cubicBezTo>
                  <a:lnTo>
                    <a:pt x="1334" y="3286"/>
                  </a:lnTo>
                  <a:lnTo>
                    <a:pt x="1334" y="3298"/>
                  </a:lnTo>
                  <a:cubicBezTo>
                    <a:pt x="1477" y="3167"/>
                    <a:pt x="1620" y="3048"/>
                    <a:pt x="1750" y="2917"/>
                  </a:cubicBezTo>
                  <a:cubicBezTo>
                    <a:pt x="2572" y="2048"/>
                    <a:pt x="3477" y="1084"/>
                    <a:pt x="4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40"/>
            <p:cNvSpPr/>
            <p:nvPr/>
          </p:nvSpPr>
          <p:spPr>
            <a:xfrm>
              <a:off x="3771900" y="1405075"/>
              <a:ext cx="44950" cy="38125"/>
            </a:xfrm>
            <a:custGeom>
              <a:rect b="b" l="l" r="r" t="t"/>
              <a:pathLst>
                <a:path extrusionOk="0" h="1525" w="1798">
                  <a:moveTo>
                    <a:pt x="1131" y="0"/>
                  </a:moveTo>
                  <a:cubicBezTo>
                    <a:pt x="750" y="500"/>
                    <a:pt x="381" y="988"/>
                    <a:pt x="0" y="1488"/>
                  </a:cubicBezTo>
                  <a:cubicBezTo>
                    <a:pt x="83" y="1500"/>
                    <a:pt x="179" y="1512"/>
                    <a:pt x="262" y="1524"/>
                  </a:cubicBezTo>
                  <a:cubicBezTo>
                    <a:pt x="774" y="1084"/>
                    <a:pt x="1286" y="655"/>
                    <a:pt x="1798" y="214"/>
                  </a:cubicBezTo>
                  <a:cubicBezTo>
                    <a:pt x="1762" y="167"/>
                    <a:pt x="1726" y="131"/>
                    <a:pt x="1691" y="83"/>
                  </a:cubicBezTo>
                  <a:cubicBezTo>
                    <a:pt x="1524" y="48"/>
                    <a:pt x="1334" y="24"/>
                    <a:pt x="11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40"/>
            <p:cNvSpPr/>
            <p:nvPr/>
          </p:nvSpPr>
          <p:spPr>
            <a:xfrm>
              <a:off x="3322725" y="1467875"/>
              <a:ext cx="206300" cy="182475"/>
            </a:xfrm>
            <a:custGeom>
              <a:rect b="b" l="l" r="r" t="t"/>
              <a:pathLst>
                <a:path extrusionOk="0" h="7299" w="8252">
                  <a:moveTo>
                    <a:pt x="8252" y="0"/>
                  </a:moveTo>
                  <a:lnTo>
                    <a:pt x="8252" y="0"/>
                  </a:lnTo>
                  <a:cubicBezTo>
                    <a:pt x="7001" y="631"/>
                    <a:pt x="5477" y="750"/>
                    <a:pt x="4668" y="2120"/>
                  </a:cubicBezTo>
                  <a:cubicBezTo>
                    <a:pt x="4476" y="2062"/>
                    <a:pt x="4301" y="2035"/>
                    <a:pt x="4139" y="2035"/>
                  </a:cubicBezTo>
                  <a:cubicBezTo>
                    <a:pt x="3305" y="2035"/>
                    <a:pt x="2832" y="2734"/>
                    <a:pt x="2394" y="3382"/>
                  </a:cubicBezTo>
                  <a:cubicBezTo>
                    <a:pt x="1548" y="4644"/>
                    <a:pt x="774" y="5977"/>
                    <a:pt x="0" y="7287"/>
                  </a:cubicBezTo>
                  <a:cubicBezTo>
                    <a:pt x="0" y="7287"/>
                    <a:pt x="0" y="7299"/>
                    <a:pt x="0" y="7299"/>
                  </a:cubicBezTo>
                  <a:cubicBezTo>
                    <a:pt x="572" y="7120"/>
                    <a:pt x="1132" y="6918"/>
                    <a:pt x="1691" y="6692"/>
                  </a:cubicBezTo>
                  <a:cubicBezTo>
                    <a:pt x="2584" y="5299"/>
                    <a:pt x="3489" y="3929"/>
                    <a:pt x="4394" y="2548"/>
                  </a:cubicBezTo>
                  <a:lnTo>
                    <a:pt x="4394" y="2548"/>
                  </a:lnTo>
                  <a:cubicBezTo>
                    <a:pt x="3953" y="3465"/>
                    <a:pt x="3501" y="4394"/>
                    <a:pt x="3048" y="5322"/>
                  </a:cubicBezTo>
                  <a:cubicBezTo>
                    <a:pt x="2870" y="5668"/>
                    <a:pt x="2691" y="6001"/>
                    <a:pt x="2501" y="6346"/>
                  </a:cubicBezTo>
                  <a:cubicBezTo>
                    <a:pt x="2715" y="6239"/>
                    <a:pt x="2929" y="6144"/>
                    <a:pt x="3144" y="6037"/>
                  </a:cubicBezTo>
                  <a:cubicBezTo>
                    <a:pt x="5180" y="4334"/>
                    <a:pt x="7275" y="2667"/>
                    <a:pt x="82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40"/>
            <p:cNvSpPr/>
            <p:nvPr/>
          </p:nvSpPr>
          <p:spPr>
            <a:xfrm>
              <a:off x="4068050" y="1188075"/>
              <a:ext cx="19675" cy="37525"/>
            </a:xfrm>
            <a:custGeom>
              <a:rect b="b" l="l" r="r" t="t"/>
              <a:pathLst>
                <a:path extrusionOk="0" h="1501" w="787">
                  <a:moveTo>
                    <a:pt x="691" y="0"/>
                  </a:moveTo>
                  <a:cubicBezTo>
                    <a:pt x="263" y="465"/>
                    <a:pt x="96" y="965"/>
                    <a:pt x="1" y="1501"/>
                  </a:cubicBezTo>
                  <a:cubicBezTo>
                    <a:pt x="263" y="1215"/>
                    <a:pt x="525" y="929"/>
                    <a:pt x="787" y="643"/>
                  </a:cubicBezTo>
                  <a:cubicBezTo>
                    <a:pt x="775" y="429"/>
                    <a:pt x="751" y="215"/>
                    <a:pt x="6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40"/>
            <p:cNvSpPr/>
            <p:nvPr/>
          </p:nvSpPr>
          <p:spPr>
            <a:xfrm>
              <a:off x="3270625" y="1661050"/>
              <a:ext cx="77425" cy="76525"/>
            </a:xfrm>
            <a:custGeom>
              <a:rect b="b" l="l" r="r" t="t"/>
              <a:pathLst>
                <a:path extrusionOk="0" h="3061" w="3097">
                  <a:moveTo>
                    <a:pt x="3097" y="0"/>
                  </a:moveTo>
                  <a:cubicBezTo>
                    <a:pt x="2632" y="96"/>
                    <a:pt x="2168" y="167"/>
                    <a:pt x="1692" y="215"/>
                  </a:cubicBezTo>
                  <a:cubicBezTo>
                    <a:pt x="1132" y="1167"/>
                    <a:pt x="560" y="2120"/>
                    <a:pt x="1" y="3060"/>
                  </a:cubicBezTo>
                  <a:cubicBezTo>
                    <a:pt x="882" y="2620"/>
                    <a:pt x="1751" y="2132"/>
                    <a:pt x="2585" y="1608"/>
                  </a:cubicBezTo>
                  <a:cubicBezTo>
                    <a:pt x="2668" y="1393"/>
                    <a:pt x="2739" y="1179"/>
                    <a:pt x="2835" y="965"/>
                  </a:cubicBezTo>
                  <a:cubicBezTo>
                    <a:pt x="2906" y="667"/>
                    <a:pt x="2906" y="310"/>
                    <a:pt x="3061" y="48"/>
                  </a:cubicBezTo>
                  <a:cubicBezTo>
                    <a:pt x="3073" y="36"/>
                    <a:pt x="3085" y="24"/>
                    <a:pt x="30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40"/>
            <p:cNvSpPr/>
            <p:nvPr/>
          </p:nvSpPr>
          <p:spPr>
            <a:xfrm>
              <a:off x="3082525" y="1308325"/>
              <a:ext cx="558425" cy="677200"/>
            </a:xfrm>
            <a:custGeom>
              <a:rect b="b" l="l" r="r" t="t"/>
              <a:pathLst>
                <a:path extrusionOk="0" h="27088" w="22337">
                  <a:moveTo>
                    <a:pt x="22110" y="1"/>
                  </a:moveTo>
                  <a:cubicBezTo>
                    <a:pt x="21050" y="215"/>
                    <a:pt x="19967" y="346"/>
                    <a:pt x="18943" y="667"/>
                  </a:cubicBezTo>
                  <a:cubicBezTo>
                    <a:pt x="15835" y="1632"/>
                    <a:pt x="12764" y="2679"/>
                    <a:pt x="9680" y="3691"/>
                  </a:cubicBezTo>
                  <a:cubicBezTo>
                    <a:pt x="8906" y="3953"/>
                    <a:pt x="8346" y="4406"/>
                    <a:pt x="7906" y="5037"/>
                  </a:cubicBezTo>
                  <a:cubicBezTo>
                    <a:pt x="7108" y="6870"/>
                    <a:pt x="6322" y="8716"/>
                    <a:pt x="5560" y="10561"/>
                  </a:cubicBezTo>
                  <a:cubicBezTo>
                    <a:pt x="4024" y="14252"/>
                    <a:pt x="2584" y="17991"/>
                    <a:pt x="1417" y="21789"/>
                  </a:cubicBezTo>
                  <a:cubicBezTo>
                    <a:pt x="881" y="23539"/>
                    <a:pt x="405" y="25301"/>
                    <a:pt x="0" y="27087"/>
                  </a:cubicBezTo>
                  <a:cubicBezTo>
                    <a:pt x="1000" y="25254"/>
                    <a:pt x="2119" y="23492"/>
                    <a:pt x="3191" y="21706"/>
                  </a:cubicBezTo>
                  <a:cubicBezTo>
                    <a:pt x="3798" y="20682"/>
                    <a:pt x="4417" y="19658"/>
                    <a:pt x="5025" y="18634"/>
                  </a:cubicBezTo>
                  <a:lnTo>
                    <a:pt x="5025" y="18634"/>
                  </a:lnTo>
                  <a:cubicBezTo>
                    <a:pt x="4644" y="18670"/>
                    <a:pt x="4263" y="18693"/>
                    <a:pt x="3893" y="18693"/>
                  </a:cubicBezTo>
                  <a:cubicBezTo>
                    <a:pt x="4370" y="18527"/>
                    <a:pt x="4834" y="18360"/>
                    <a:pt x="5310" y="18169"/>
                  </a:cubicBezTo>
                  <a:cubicBezTo>
                    <a:pt x="6049" y="16931"/>
                    <a:pt x="6787" y="15681"/>
                    <a:pt x="7525" y="14443"/>
                  </a:cubicBezTo>
                  <a:lnTo>
                    <a:pt x="7525" y="14443"/>
                  </a:lnTo>
                  <a:cubicBezTo>
                    <a:pt x="7372" y="14448"/>
                    <a:pt x="7217" y="14451"/>
                    <a:pt x="7062" y="14451"/>
                  </a:cubicBezTo>
                  <a:cubicBezTo>
                    <a:pt x="6842" y="14451"/>
                    <a:pt x="6622" y="14445"/>
                    <a:pt x="6406" y="14431"/>
                  </a:cubicBezTo>
                  <a:cubicBezTo>
                    <a:pt x="6822" y="14371"/>
                    <a:pt x="7251" y="14276"/>
                    <a:pt x="7680" y="14193"/>
                  </a:cubicBezTo>
                  <a:cubicBezTo>
                    <a:pt x="7870" y="13859"/>
                    <a:pt x="8073" y="13526"/>
                    <a:pt x="8263" y="13205"/>
                  </a:cubicBezTo>
                  <a:cubicBezTo>
                    <a:pt x="8525" y="12764"/>
                    <a:pt x="8704" y="12288"/>
                    <a:pt x="8918" y="11835"/>
                  </a:cubicBezTo>
                  <a:cubicBezTo>
                    <a:pt x="8835" y="11752"/>
                    <a:pt x="8751" y="11669"/>
                    <a:pt x="8680" y="11597"/>
                  </a:cubicBezTo>
                  <a:cubicBezTo>
                    <a:pt x="8001" y="12050"/>
                    <a:pt x="7334" y="12514"/>
                    <a:pt x="6656" y="12966"/>
                  </a:cubicBezTo>
                  <a:cubicBezTo>
                    <a:pt x="6596" y="12895"/>
                    <a:pt x="6525" y="12824"/>
                    <a:pt x="6465" y="12764"/>
                  </a:cubicBezTo>
                  <a:cubicBezTo>
                    <a:pt x="8787" y="10728"/>
                    <a:pt x="11109" y="8692"/>
                    <a:pt x="13014" y="7013"/>
                  </a:cubicBezTo>
                  <a:cubicBezTo>
                    <a:pt x="15621" y="5787"/>
                    <a:pt x="17907" y="4977"/>
                    <a:pt x="19872" y="3680"/>
                  </a:cubicBezTo>
                  <a:cubicBezTo>
                    <a:pt x="20955" y="2965"/>
                    <a:pt x="21539" y="1453"/>
                    <a:pt x="22336" y="310"/>
                  </a:cubicBezTo>
                  <a:cubicBezTo>
                    <a:pt x="22265" y="203"/>
                    <a:pt x="22181" y="96"/>
                    <a:pt x="221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40"/>
            <p:cNvSpPr/>
            <p:nvPr/>
          </p:nvSpPr>
          <p:spPr>
            <a:xfrm>
              <a:off x="2953325" y="2413525"/>
              <a:ext cx="62550" cy="15200"/>
            </a:xfrm>
            <a:custGeom>
              <a:rect b="b" l="l" r="r" t="t"/>
              <a:pathLst>
                <a:path extrusionOk="0" h="608" w="2502">
                  <a:moveTo>
                    <a:pt x="1" y="0"/>
                  </a:moveTo>
                  <a:cubicBezTo>
                    <a:pt x="203" y="167"/>
                    <a:pt x="418" y="358"/>
                    <a:pt x="644" y="548"/>
                  </a:cubicBezTo>
                  <a:lnTo>
                    <a:pt x="2501" y="608"/>
                  </a:lnTo>
                  <a:cubicBezTo>
                    <a:pt x="1668" y="405"/>
                    <a:pt x="834" y="19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40"/>
            <p:cNvSpPr/>
            <p:nvPr/>
          </p:nvSpPr>
          <p:spPr>
            <a:xfrm>
              <a:off x="3778425" y="1410425"/>
              <a:ext cx="42900" cy="33050"/>
            </a:xfrm>
            <a:custGeom>
              <a:rect b="b" l="l" r="r" t="t"/>
              <a:pathLst>
                <a:path extrusionOk="0" h="1322" w="1716">
                  <a:moveTo>
                    <a:pt x="1537" y="0"/>
                  </a:moveTo>
                  <a:cubicBezTo>
                    <a:pt x="1025" y="441"/>
                    <a:pt x="513" y="881"/>
                    <a:pt x="1" y="1310"/>
                  </a:cubicBezTo>
                  <a:cubicBezTo>
                    <a:pt x="49" y="1310"/>
                    <a:pt x="108" y="1322"/>
                    <a:pt x="156" y="1322"/>
                  </a:cubicBezTo>
                  <a:cubicBezTo>
                    <a:pt x="799" y="870"/>
                    <a:pt x="1263" y="560"/>
                    <a:pt x="1715" y="239"/>
                  </a:cubicBezTo>
                  <a:cubicBezTo>
                    <a:pt x="1656" y="155"/>
                    <a:pt x="1596" y="84"/>
                    <a:pt x="15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40"/>
            <p:cNvSpPr/>
            <p:nvPr/>
          </p:nvSpPr>
          <p:spPr>
            <a:xfrm>
              <a:off x="2720575" y="2114675"/>
              <a:ext cx="603075" cy="318025"/>
            </a:xfrm>
            <a:custGeom>
              <a:rect b="b" l="l" r="r" t="t"/>
              <a:pathLst>
                <a:path extrusionOk="0" h="12721" w="24123">
                  <a:moveTo>
                    <a:pt x="131" y="1"/>
                  </a:moveTo>
                  <a:lnTo>
                    <a:pt x="0" y="953"/>
                  </a:lnTo>
                  <a:cubicBezTo>
                    <a:pt x="0" y="965"/>
                    <a:pt x="12" y="977"/>
                    <a:pt x="12" y="989"/>
                  </a:cubicBezTo>
                  <a:cubicBezTo>
                    <a:pt x="24" y="1013"/>
                    <a:pt x="24" y="1036"/>
                    <a:pt x="24" y="1060"/>
                  </a:cubicBezTo>
                  <a:cubicBezTo>
                    <a:pt x="595" y="1965"/>
                    <a:pt x="1143" y="2882"/>
                    <a:pt x="1738" y="3775"/>
                  </a:cubicBezTo>
                  <a:cubicBezTo>
                    <a:pt x="1893" y="4013"/>
                    <a:pt x="2167" y="4168"/>
                    <a:pt x="2548" y="4489"/>
                  </a:cubicBezTo>
                  <a:cubicBezTo>
                    <a:pt x="3691" y="7347"/>
                    <a:pt x="6322" y="9037"/>
                    <a:pt x="9049" y="10526"/>
                  </a:cubicBezTo>
                  <a:cubicBezTo>
                    <a:pt x="11883" y="12059"/>
                    <a:pt x="14867" y="12721"/>
                    <a:pt x="17945" y="12721"/>
                  </a:cubicBezTo>
                  <a:cubicBezTo>
                    <a:pt x="19289" y="12721"/>
                    <a:pt x="20651" y="12594"/>
                    <a:pt x="22027" y="12359"/>
                  </a:cubicBezTo>
                  <a:cubicBezTo>
                    <a:pt x="22312" y="12300"/>
                    <a:pt x="22598" y="12252"/>
                    <a:pt x="22884" y="12204"/>
                  </a:cubicBezTo>
                  <a:cubicBezTo>
                    <a:pt x="23646" y="11835"/>
                    <a:pt x="23979" y="11561"/>
                    <a:pt x="24122" y="11371"/>
                  </a:cubicBezTo>
                  <a:lnTo>
                    <a:pt x="24122" y="11371"/>
                  </a:lnTo>
                  <a:cubicBezTo>
                    <a:pt x="22761" y="11899"/>
                    <a:pt x="21296" y="12160"/>
                    <a:pt x="19830" y="12160"/>
                  </a:cubicBezTo>
                  <a:cubicBezTo>
                    <a:pt x="16961" y="12160"/>
                    <a:pt x="14085" y="11158"/>
                    <a:pt x="11966" y="9180"/>
                  </a:cubicBezTo>
                  <a:lnTo>
                    <a:pt x="11966" y="9180"/>
                  </a:lnTo>
                  <a:cubicBezTo>
                    <a:pt x="14423" y="10527"/>
                    <a:pt x="16983" y="11205"/>
                    <a:pt x="19649" y="11205"/>
                  </a:cubicBezTo>
                  <a:cubicBezTo>
                    <a:pt x="20730" y="11205"/>
                    <a:pt x="21828" y="11094"/>
                    <a:pt x="22943" y="10871"/>
                  </a:cubicBezTo>
                  <a:cubicBezTo>
                    <a:pt x="22753" y="10835"/>
                    <a:pt x="22574" y="10788"/>
                    <a:pt x="22408" y="10740"/>
                  </a:cubicBezTo>
                  <a:cubicBezTo>
                    <a:pt x="20538" y="10490"/>
                    <a:pt x="18800" y="9871"/>
                    <a:pt x="17205" y="8883"/>
                  </a:cubicBezTo>
                  <a:cubicBezTo>
                    <a:pt x="15955" y="8109"/>
                    <a:pt x="14835" y="7109"/>
                    <a:pt x="13561" y="6394"/>
                  </a:cubicBezTo>
                  <a:cubicBezTo>
                    <a:pt x="12811" y="5989"/>
                    <a:pt x="11859" y="5799"/>
                    <a:pt x="10990" y="5799"/>
                  </a:cubicBezTo>
                  <a:cubicBezTo>
                    <a:pt x="7715" y="5799"/>
                    <a:pt x="4906" y="4668"/>
                    <a:pt x="2500" y="2513"/>
                  </a:cubicBezTo>
                  <a:cubicBezTo>
                    <a:pt x="1691" y="1786"/>
                    <a:pt x="1000" y="929"/>
                    <a:pt x="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40"/>
            <p:cNvSpPr/>
            <p:nvPr/>
          </p:nvSpPr>
          <p:spPr>
            <a:xfrm>
              <a:off x="3606100" y="1403400"/>
              <a:ext cx="194100" cy="66875"/>
            </a:xfrm>
            <a:custGeom>
              <a:rect b="b" l="l" r="r" t="t"/>
              <a:pathLst>
                <a:path extrusionOk="0" h="2675" w="7764">
                  <a:moveTo>
                    <a:pt x="6377" y="0"/>
                  </a:moveTo>
                  <a:cubicBezTo>
                    <a:pt x="4504" y="0"/>
                    <a:pt x="2259" y="312"/>
                    <a:pt x="988" y="877"/>
                  </a:cubicBezTo>
                  <a:cubicBezTo>
                    <a:pt x="655" y="1496"/>
                    <a:pt x="322" y="2103"/>
                    <a:pt x="0" y="2675"/>
                  </a:cubicBezTo>
                  <a:cubicBezTo>
                    <a:pt x="1923" y="2037"/>
                    <a:pt x="3855" y="1515"/>
                    <a:pt x="5743" y="1515"/>
                  </a:cubicBezTo>
                  <a:cubicBezTo>
                    <a:pt x="6040" y="1515"/>
                    <a:pt x="6337" y="1528"/>
                    <a:pt x="6632" y="1555"/>
                  </a:cubicBezTo>
                  <a:cubicBezTo>
                    <a:pt x="7013" y="1067"/>
                    <a:pt x="7382" y="567"/>
                    <a:pt x="7763" y="67"/>
                  </a:cubicBezTo>
                  <a:cubicBezTo>
                    <a:pt x="7344" y="22"/>
                    <a:pt x="6874" y="0"/>
                    <a:pt x="63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40"/>
            <p:cNvSpPr/>
            <p:nvPr/>
          </p:nvSpPr>
          <p:spPr>
            <a:xfrm>
              <a:off x="4000500" y="1291950"/>
              <a:ext cx="3000" cy="1525"/>
            </a:xfrm>
            <a:custGeom>
              <a:rect b="b" l="l" r="r" t="t"/>
              <a:pathLst>
                <a:path extrusionOk="0" h="61" w="120">
                  <a:moveTo>
                    <a:pt x="119" y="1"/>
                  </a:moveTo>
                  <a:lnTo>
                    <a:pt x="119" y="1"/>
                  </a:lnTo>
                  <a:cubicBezTo>
                    <a:pt x="83" y="13"/>
                    <a:pt x="36" y="25"/>
                    <a:pt x="0" y="36"/>
                  </a:cubicBezTo>
                  <a:cubicBezTo>
                    <a:pt x="12" y="36"/>
                    <a:pt x="36" y="48"/>
                    <a:pt x="48" y="60"/>
                  </a:cubicBezTo>
                  <a:cubicBezTo>
                    <a:pt x="71" y="36"/>
                    <a:pt x="95" y="25"/>
                    <a:pt x="119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40"/>
            <p:cNvSpPr/>
            <p:nvPr/>
          </p:nvSpPr>
          <p:spPr>
            <a:xfrm>
              <a:off x="3232825" y="1763450"/>
              <a:ext cx="41400" cy="37225"/>
            </a:xfrm>
            <a:custGeom>
              <a:rect b="b" l="l" r="r" t="t"/>
              <a:pathLst>
                <a:path extrusionOk="0" h="1489" w="1656">
                  <a:moveTo>
                    <a:pt x="1656" y="0"/>
                  </a:moveTo>
                  <a:lnTo>
                    <a:pt x="1656" y="0"/>
                  </a:lnTo>
                  <a:cubicBezTo>
                    <a:pt x="1370" y="72"/>
                    <a:pt x="1072" y="131"/>
                    <a:pt x="787" y="191"/>
                  </a:cubicBezTo>
                  <a:cubicBezTo>
                    <a:pt x="525" y="619"/>
                    <a:pt x="263" y="1060"/>
                    <a:pt x="1" y="1488"/>
                  </a:cubicBezTo>
                  <a:cubicBezTo>
                    <a:pt x="560" y="1012"/>
                    <a:pt x="1108" y="512"/>
                    <a:pt x="1656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40"/>
            <p:cNvSpPr/>
            <p:nvPr/>
          </p:nvSpPr>
          <p:spPr>
            <a:xfrm>
              <a:off x="3657600" y="1294325"/>
              <a:ext cx="225350" cy="82200"/>
            </a:xfrm>
            <a:custGeom>
              <a:rect b="b" l="l" r="r" t="t"/>
              <a:pathLst>
                <a:path extrusionOk="0" h="3288" w="9014">
                  <a:moveTo>
                    <a:pt x="2774" y="1"/>
                  </a:moveTo>
                  <a:cubicBezTo>
                    <a:pt x="1798" y="1108"/>
                    <a:pt x="1000" y="2025"/>
                    <a:pt x="155" y="2989"/>
                  </a:cubicBezTo>
                  <a:cubicBezTo>
                    <a:pt x="107" y="3085"/>
                    <a:pt x="48" y="3192"/>
                    <a:pt x="0" y="3287"/>
                  </a:cubicBezTo>
                  <a:lnTo>
                    <a:pt x="6572" y="3287"/>
                  </a:lnTo>
                  <a:cubicBezTo>
                    <a:pt x="7394" y="2192"/>
                    <a:pt x="8203" y="1096"/>
                    <a:pt x="90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40"/>
            <p:cNvSpPr/>
            <p:nvPr/>
          </p:nvSpPr>
          <p:spPr>
            <a:xfrm>
              <a:off x="3855225" y="1366975"/>
              <a:ext cx="10450" cy="9550"/>
            </a:xfrm>
            <a:custGeom>
              <a:rect b="b" l="l" r="r" t="t"/>
              <a:pathLst>
                <a:path extrusionOk="0" h="382" w="418">
                  <a:moveTo>
                    <a:pt x="417" y="0"/>
                  </a:moveTo>
                  <a:lnTo>
                    <a:pt x="417" y="0"/>
                  </a:lnTo>
                  <a:cubicBezTo>
                    <a:pt x="287" y="131"/>
                    <a:pt x="144" y="250"/>
                    <a:pt x="1" y="381"/>
                  </a:cubicBezTo>
                  <a:lnTo>
                    <a:pt x="72" y="381"/>
                  </a:lnTo>
                  <a:cubicBezTo>
                    <a:pt x="179" y="262"/>
                    <a:pt x="298" y="131"/>
                    <a:pt x="4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40"/>
            <p:cNvSpPr/>
            <p:nvPr/>
          </p:nvSpPr>
          <p:spPr>
            <a:xfrm>
              <a:off x="3822200" y="1151175"/>
              <a:ext cx="162525" cy="26200"/>
            </a:xfrm>
            <a:custGeom>
              <a:rect b="b" l="l" r="r" t="t"/>
              <a:pathLst>
                <a:path extrusionOk="0" h="1048" w="6501">
                  <a:moveTo>
                    <a:pt x="536" y="0"/>
                  </a:moveTo>
                  <a:cubicBezTo>
                    <a:pt x="357" y="345"/>
                    <a:pt x="179" y="691"/>
                    <a:pt x="0" y="1048"/>
                  </a:cubicBezTo>
                  <a:lnTo>
                    <a:pt x="5775" y="1048"/>
                  </a:lnTo>
                  <a:cubicBezTo>
                    <a:pt x="6013" y="703"/>
                    <a:pt x="6251" y="345"/>
                    <a:pt x="65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40"/>
            <p:cNvSpPr/>
            <p:nvPr/>
          </p:nvSpPr>
          <p:spPr>
            <a:xfrm>
              <a:off x="2790525" y="1150875"/>
              <a:ext cx="166700" cy="877800"/>
            </a:xfrm>
            <a:custGeom>
              <a:rect b="b" l="l" r="r" t="t"/>
              <a:pathLst>
                <a:path extrusionOk="0" h="35112" w="6668">
                  <a:moveTo>
                    <a:pt x="572" y="0"/>
                  </a:moveTo>
                  <a:cubicBezTo>
                    <a:pt x="214" y="3382"/>
                    <a:pt x="0" y="6763"/>
                    <a:pt x="83" y="10168"/>
                  </a:cubicBezTo>
                  <a:cubicBezTo>
                    <a:pt x="119" y="11787"/>
                    <a:pt x="286" y="13407"/>
                    <a:pt x="619" y="15038"/>
                  </a:cubicBezTo>
                  <a:cubicBezTo>
                    <a:pt x="679" y="14633"/>
                    <a:pt x="750" y="14228"/>
                    <a:pt x="810" y="13823"/>
                  </a:cubicBezTo>
                  <a:cubicBezTo>
                    <a:pt x="2000" y="20765"/>
                    <a:pt x="4655" y="30349"/>
                    <a:pt x="6668" y="35112"/>
                  </a:cubicBezTo>
                  <a:cubicBezTo>
                    <a:pt x="4227" y="23527"/>
                    <a:pt x="4024" y="11549"/>
                    <a:pt x="601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40"/>
            <p:cNvSpPr/>
            <p:nvPr/>
          </p:nvSpPr>
          <p:spPr>
            <a:xfrm>
              <a:off x="2995900" y="1151175"/>
              <a:ext cx="395000" cy="895950"/>
            </a:xfrm>
            <a:custGeom>
              <a:rect b="b" l="l" r="r" t="t"/>
              <a:pathLst>
                <a:path extrusionOk="0" h="35838" w="15800">
                  <a:moveTo>
                    <a:pt x="3977" y="0"/>
                  </a:moveTo>
                  <a:cubicBezTo>
                    <a:pt x="3501" y="2238"/>
                    <a:pt x="3013" y="4489"/>
                    <a:pt x="2608" y="6739"/>
                  </a:cubicBezTo>
                  <a:cubicBezTo>
                    <a:pt x="1167" y="14800"/>
                    <a:pt x="0" y="22896"/>
                    <a:pt x="155" y="31123"/>
                  </a:cubicBezTo>
                  <a:cubicBezTo>
                    <a:pt x="179" y="32337"/>
                    <a:pt x="358" y="33564"/>
                    <a:pt x="524" y="34778"/>
                  </a:cubicBezTo>
                  <a:cubicBezTo>
                    <a:pt x="620" y="35123"/>
                    <a:pt x="715" y="35481"/>
                    <a:pt x="810" y="35838"/>
                  </a:cubicBezTo>
                  <a:cubicBezTo>
                    <a:pt x="1453" y="33016"/>
                    <a:pt x="2286" y="30242"/>
                    <a:pt x="3263" y="27539"/>
                  </a:cubicBezTo>
                  <a:cubicBezTo>
                    <a:pt x="4632" y="23717"/>
                    <a:pt x="6263" y="20026"/>
                    <a:pt x="7978" y="16383"/>
                  </a:cubicBezTo>
                  <a:cubicBezTo>
                    <a:pt x="8656" y="14954"/>
                    <a:pt x="9347" y="13537"/>
                    <a:pt x="10037" y="12121"/>
                  </a:cubicBezTo>
                  <a:cubicBezTo>
                    <a:pt x="10145" y="11859"/>
                    <a:pt x="10264" y="11609"/>
                    <a:pt x="10383" y="11347"/>
                  </a:cubicBezTo>
                  <a:lnTo>
                    <a:pt x="10383" y="11347"/>
                  </a:lnTo>
                  <a:lnTo>
                    <a:pt x="6799" y="12633"/>
                  </a:lnTo>
                  <a:cubicBezTo>
                    <a:pt x="6751" y="12549"/>
                    <a:pt x="6692" y="12466"/>
                    <a:pt x="6644" y="12394"/>
                  </a:cubicBezTo>
                  <a:cubicBezTo>
                    <a:pt x="6775" y="12216"/>
                    <a:pt x="6882" y="12013"/>
                    <a:pt x="7037" y="11882"/>
                  </a:cubicBezTo>
                  <a:cubicBezTo>
                    <a:pt x="7370" y="11609"/>
                    <a:pt x="7704" y="11323"/>
                    <a:pt x="8085" y="11132"/>
                  </a:cubicBezTo>
                  <a:cubicBezTo>
                    <a:pt x="9549" y="10370"/>
                    <a:pt x="10811" y="9418"/>
                    <a:pt x="11895" y="8311"/>
                  </a:cubicBezTo>
                  <a:cubicBezTo>
                    <a:pt x="13240" y="5560"/>
                    <a:pt x="14562" y="2798"/>
                    <a:pt x="15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40"/>
            <p:cNvSpPr/>
            <p:nvPr/>
          </p:nvSpPr>
          <p:spPr>
            <a:xfrm>
              <a:off x="2768775" y="1151175"/>
              <a:ext cx="26825" cy="129200"/>
            </a:xfrm>
            <a:custGeom>
              <a:rect b="b" l="l" r="r" t="t"/>
              <a:pathLst>
                <a:path extrusionOk="0" h="5168" w="1073">
                  <a:moveTo>
                    <a:pt x="1" y="0"/>
                  </a:moveTo>
                  <a:cubicBezTo>
                    <a:pt x="1" y="24"/>
                    <a:pt x="1" y="60"/>
                    <a:pt x="1" y="95"/>
                  </a:cubicBezTo>
                  <a:cubicBezTo>
                    <a:pt x="96" y="1750"/>
                    <a:pt x="275" y="3453"/>
                    <a:pt x="549" y="5167"/>
                  </a:cubicBezTo>
                  <a:cubicBezTo>
                    <a:pt x="668" y="3441"/>
                    <a:pt x="858" y="1715"/>
                    <a:pt x="107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40"/>
            <p:cNvSpPr/>
            <p:nvPr/>
          </p:nvSpPr>
          <p:spPr>
            <a:xfrm>
              <a:off x="2676800" y="1566450"/>
              <a:ext cx="305725" cy="625350"/>
            </a:xfrm>
            <a:custGeom>
              <a:rect b="b" l="l" r="r" t="t"/>
              <a:pathLst>
                <a:path extrusionOk="0" h="25014" w="12229">
                  <a:moveTo>
                    <a:pt x="3308" y="0"/>
                  </a:moveTo>
                  <a:cubicBezTo>
                    <a:pt x="2290" y="0"/>
                    <a:pt x="1307" y="545"/>
                    <a:pt x="715" y="1629"/>
                  </a:cubicBezTo>
                  <a:cubicBezTo>
                    <a:pt x="358" y="2308"/>
                    <a:pt x="156" y="3082"/>
                    <a:pt x="1" y="3856"/>
                  </a:cubicBezTo>
                  <a:lnTo>
                    <a:pt x="1" y="17762"/>
                  </a:lnTo>
                  <a:cubicBezTo>
                    <a:pt x="2085" y="21525"/>
                    <a:pt x="5240" y="23823"/>
                    <a:pt x="9502" y="24787"/>
                  </a:cubicBezTo>
                  <a:cubicBezTo>
                    <a:pt x="10252" y="24966"/>
                    <a:pt x="11074" y="24930"/>
                    <a:pt x="12229" y="25013"/>
                  </a:cubicBezTo>
                  <a:cubicBezTo>
                    <a:pt x="9454" y="19798"/>
                    <a:pt x="7919" y="14500"/>
                    <a:pt x="6240" y="9261"/>
                  </a:cubicBezTo>
                  <a:cubicBezTo>
                    <a:pt x="4668" y="9726"/>
                    <a:pt x="4073" y="11142"/>
                    <a:pt x="4001" y="14452"/>
                  </a:cubicBezTo>
                  <a:cubicBezTo>
                    <a:pt x="2668" y="12357"/>
                    <a:pt x="3478" y="10035"/>
                    <a:pt x="6025" y="8690"/>
                  </a:cubicBezTo>
                  <a:cubicBezTo>
                    <a:pt x="5454" y="5856"/>
                    <a:pt x="4882" y="3011"/>
                    <a:pt x="4311" y="177"/>
                  </a:cubicBezTo>
                  <a:cubicBezTo>
                    <a:pt x="3981" y="59"/>
                    <a:pt x="3643" y="0"/>
                    <a:pt x="3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40"/>
            <p:cNvSpPr/>
            <p:nvPr/>
          </p:nvSpPr>
          <p:spPr>
            <a:xfrm>
              <a:off x="2676525" y="1150875"/>
              <a:ext cx="105675" cy="450675"/>
            </a:xfrm>
            <a:custGeom>
              <a:rect b="b" l="l" r="r" t="t"/>
              <a:pathLst>
                <a:path extrusionOk="0" h="18027" w="4227">
                  <a:moveTo>
                    <a:pt x="0" y="0"/>
                  </a:moveTo>
                  <a:lnTo>
                    <a:pt x="0" y="7418"/>
                  </a:lnTo>
                  <a:cubicBezTo>
                    <a:pt x="690" y="6978"/>
                    <a:pt x="1448" y="6708"/>
                    <a:pt x="2320" y="6708"/>
                  </a:cubicBezTo>
                  <a:cubicBezTo>
                    <a:pt x="2605" y="6708"/>
                    <a:pt x="2903" y="6737"/>
                    <a:pt x="3215" y="6799"/>
                  </a:cubicBezTo>
                  <a:cubicBezTo>
                    <a:pt x="3048" y="7025"/>
                    <a:pt x="3000" y="7144"/>
                    <a:pt x="2941" y="7156"/>
                  </a:cubicBezTo>
                  <a:cubicBezTo>
                    <a:pt x="1750" y="7287"/>
                    <a:pt x="798" y="7680"/>
                    <a:pt x="0" y="8275"/>
                  </a:cubicBezTo>
                  <a:lnTo>
                    <a:pt x="0" y="18026"/>
                  </a:lnTo>
                  <a:cubicBezTo>
                    <a:pt x="786" y="16633"/>
                    <a:pt x="2203" y="15645"/>
                    <a:pt x="4191" y="15204"/>
                  </a:cubicBezTo>
                  <a:cubicBezTo>
                    <a:pt x="4191" y="14669"/>
                    <a:pt x="4227" y="14109"/>
                    <a:pt x="4179" y="13549"/>
                  </a:cubicBezTo>
                  <a:cubicBezTo>
                    <a:pt x="3989" y="10942"/>
                    <a:pt x="4024" y="8346"/>
                    <a:pt x="4191" y="5763"/>
                  </a:cubicBezTo>
                  <a:cubicBezTo>
                    <a:pt x="4167" y="5679"/>
                    <a:pt x="4143" y="5608"/>
                    <a:pt x="4120" y="5513"/>
                  </a:cubicBezTo>
                  <a:cubicBezTo>
                    <a:pt x="4072" y="5334"/>
                    <a:pt x="4024" y="5144"/>
                    <a:pt x="3965" y="4941"/>
                  </a:cubicBezTo>
                  <a:cubicBezTo>
                    <a:pt x="3917" y="4739"/>
                    <a:pt x="3881" y="4525"/>
                    <a:pt x="3822" y="4286"/>
                  </a:cubicBezTo>
                  <a:cubicBezTo>
                    <a:pt x="3560" y="3167"/>
                    <a:pt x="3298" y="1715"/>
                    <a:pt x="3119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40"/>
            <p:cNvSpPr/>
            <p:nvPr/>
          </p:nvSpPr>
          <p:spPr>
            <a:xfrm>
              <a:off x="2676800" y="2050975"/>
              <a:ext cx="164350" cy="392925"/>
            </a:xfrm>
            <a:custGeom>
              <a:rect b="b" l="l" r="r" t="t"/>
              <a:pathLst>
                <a:path extrusionOk="0" h="15717" w="6574">
                  <a:moveTo>
                    <a:pt x="1" y="1"/>
                  </a:moveTo>
                  <a:lnTo>
                    <a:pt x="1" y="5299"/>
                  </a:lnTo>
                  <a:cubicBezTo>
                    <a:pt x="1180" y="8466"/>
                    <a:pt x="2608" y="11514"/>
                    <a:pt x="4775" y="14086"/>
                  </a:cubicBezTo>
                  <a:cubicBezTo>
                    <a:pt x="5240" y="14633"/>
                    <a:pt x="5740" y="15169"/>
                    <a:pt x="6216" y="15717"/>
                  </a:cubicBezTo>
                  <a:cubicBezTo>
                    <a:pt x="6335" y="15645"/>
                    <a:pt x="6454" y="15586"/>
                    <a:pt x="6573" y="15526"/>
                  </a:cubicBezTo>
                  <a:cubicBezTo>
                    <a:pt x="6085" y="14645"/>
                    <a:pt x="5680" y="13705"/>
                    <a:pt x="5073" y="12895"/>
                  </a:cubicBezTo>
                  <a:cubicBezTo>
                    <a:pt x="3025" y="10133"/>
                    <a:pt x="2358" y="6894"/>
                    <a:pt x="1775" y="3608"/>
                  </a:cubicBezTo>
                  <a:lnTo>
                    <a:pt x="1739" y="3549"/>
                  </a:lnTo>
                  <a:cubicBezTo>
                    <a:pt x="1751" y="3537"/>
                    <a:pt x="1751" y="3513"/>
                    <a:pt x="1751" y="3501"/>
                  </a:cubicBezTo>
                  <a:cubicBezTo>
                    <a:pt x="1323" y="2572"/>
                    <a:pt x="1001" y="1560"/>
                    <a:pt x="441" y="727"/>
                  </a:cubicBezTo>
                  <a:cubicBezTo>
                    <a:pt x="287" y="489"/>
                    <a:pt x="144" y="25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40"/>
            <p:cNvSpPr/>
            <p:nvPr/>
          </p:nvSpPr>
          <p:spPr>
            <a:xfrm>
              <a:off x="3334025" y="1151175"/>
              <a:ext cx="406925" cy="184850"/>
            </a:xfrm>
            <a:custGeom>
              <a:rect b="b" l="l" r="r" t="t"/>
              <a:pathLst>
                <a:path extrusionOk="0" h="7394" w="16277">
                  <a:moveTo>
                    <a:pt x="2573" y="0"/>
                  </a:moveTo>
                  <a:cubicBezTo>
                    <a:pt x="1763" y="2107"/>
                    <a:pt x="894" y="4203"/>
                    <a:pt x="1" y="6298"/>
                  </a:cubicBezTo>
                  <a:cubicBezTo>
                    <a:pt x="644" y="5346"/>
                    <a:pt x="1203" y="4310"/>
                    <a:pt x="1668" y="3203"/>
                  </a:cubicBezTo>
                  <a:cubicBezTo>
                    <a:pt x="2120" y="2107"/>
                    <a:pt x="2775" y="1107"/>
                    <a:pt x="3335" y="60"/>
                  </a:cubicBezTo>
                  <a:lnTo>
                    <a:pt x="3597" y="191"/>
                  </a:lnTo>
                  <a:lnTo>
                    <a:pt x="60" y="7191"/>
                  </a:lnTo>
                  <a:cubicBezTo>
                    <a:pt x="120" y="7251"/>
                    <a:pt x="191" y="7322"/>
                    <a:pt x="263" y="7394"/>
                  </a:cubicBezTo>
                  <a:cubicBezTo>
                    <a:pt x="1656" y="6727"/>
                    <a:pt x="3097" y="6120"/>
                    <a:pt x="4454" y="5382"/>
                  </a:cubicBezTo>
                  <a:cubicBezTo>
                    <a:pt x="7347" y="3810"/>
                    <a:pt x="10431" y="2822"/>
                    <a:pt x="13634" y="2203"/>
                  </a:cubicBezTo>
                  <a:cubicBezTo>
                    <a:pt x="14205" y="2096"/>
                    <a:pt x="14705" y="1929"/>
                    <a:pt x="15158" y="1679"/>
                  </a:cubicBezTo>
                  <a:cubicBezTo>
                    <a:pt x="15527" y="1119"/>
                    <a:pt x="15908" y="548"/>
                    <a:pt x="16277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40"/>
            <p:cNvSpPr/>
            <p:nvPr/>
          </p:nvSpPr>
          <p:spPr>
            <a:xfrm>
              <a:off x="2925050" y="1151175"/>
              <a:ext cx="162250" cy="656050"/>
            </a:xfrm>
            <a:custGeom>
              <a:rect b="b" l="l" r="r" t="t"/>
              <a:pathLst>
                <a:path extrusionOk="0" h="26242" w="6490">
                  <a:moveTo>
                    <a:pt x="858" y="0"/>
                  </a:moveTo>
                  <a:cubicBezTo>
                    <a:pt x="48" y="6751"/>
                    <a:pt x="1" y="13573"/>
                    <a:pt x="691" y="20300"/>
                  </a:cubicBezTo>
                  <a:cubicBezTo>
                    <a:pt x="929" y="16502"/>
                    <a:pt x="1560" y="12692"/>
                    <a:pt x="2561" y="8894"/>
                  </a:cubicBezTo>
                  <a:lnTo>
                    <a:pt x="2561" y="8894"/>
                  </a:lnTo>
                  <a:cubicBezTo>
                    <a:pt x="2561" y="9716"/>
                    <a:pt x="2668" y="10549"/>
                    <a:pt x="2549" y="11347"/>
                  </a:cubicBezTo>
                  <a:cubicBezTo>
                    <a:pt x="1799" y="16288"/>
                    <a:pt x="1799" y="21253"/>
                    <a:pt x="2251" y="26206"/>
                  </a:cubicBezTo>
                  <a:lnTo>
                    <a:pt x="2537" y="26241"/>
                  </a:lnTo>
                  <a:cubicBezTo>
                    <a:pt x="2811" y="23217"/>
                    <a:pt x="3025" y="20181"/>
                    <a:pt x="3394" y="17169"/>
                  </a:cubicBezTo>
                  <a:cubicBezTo>
                    <a:pt x="3763" y="14085"/>
                    <a:pt x="4204" y="11001"/>
                    <a:pt x="4763" y="7953"/>
                  </a:cubicBezTo>
                  <a:cubicBezTo>
                    <a:pt x="5263" y="5286"/>
                    <a:pt x="5894" y="2643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40"/>
            <p:cNvSpPr/>
            <p:nvPr/>
          </p:nvSpPr>
          <p:spPr>
            <a:xfrm>
              <a:off x="4104975" y="1151175"/>
              <a:ext cx="28600" cy="32150"/>
            </a:xfrm>
            <a:custGeom>
              <a:rect b="b" l="l" r="r" t="t"/>
              <a:pathLst>
                <a:path extrusionOk="0" h="1286" w="1144">
                  <a:moveTo>
                    <a:pt x="357" y="0"/>
                  </a:moveTo>
                  <a:cubicBezTo>
                    <a:pt x="131" y="405"/>
                    <a:pt x="0" y="822"/>
                    <a:pt x="36" y="1286"/>
                  </a:cubicBezTo>
                  <a:cubicBezTo>
                    <a:pt x="417" y="857"/>
                    <a:pt x="786" y="429"/>
                    <a:pt x="1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40"/>
            <p:cNvSpPr/>
            <p:nvPr/>
          </p:nvSpPr>
          <p:spPr>
            <a:xfrm>
              <a:off x="4484775" y="1151175"/>
              <a:ext cx="19375" cy="27700"/>
            </a:xfrm>
            <a:custGeom>
              <a:rect b="b" l="l" r="r" t="t"/>
              <a:pathLst>
                <a:path extrusionOk="0" h="1108" w="775">
                  <a:moveTo>
                    <a:pt x="0" y="0"/>
                  </a:moveTo>
                  <a:cubicBezTo>
                    <a:pt x="12" y="393"/>
                    <a:pt x="36" y="774"/>
                    <a:pt x="60" y="1107"/>
                  </a:cubicBezTo>
                  <a:cubicBezTo>
                    <a:pt x="298" y="738"/>
                    <a:pt x="536" y="369"/>
                    <a:pt x="774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40"/>
            <p:cNvSpPr/>
            <p:nvPr/>
          </p:nvSpPr>
          <p:spPr>
            <a:xfrm>
              <a:off x="4044550" y="1151175"/>
              <a:ext cx="403350" cy="573900"/>
            </a:xfrm>
            <a:custGeom>
              <a:rect b="b" l="l" r="r" t="t"/>
              <a:pathLst>
                <a:path extrusionOk="0" h="22956" w="16134">
                  <a:moveTo>
                    <a:pt x="15240" y="0"/>
                  </a:moveTo>
                  <a:cubicBezTo>
                    <a:pt x="15193" y="107"/>
                    <a:pt x="15133" y="214"/>
                    <a:pt x="15073" y="333"/>
                  </a:cubicBezTo>
                  <a:cubicBezTo>
                    <a:pt x="14407" y="1703"/>
                    <a:pt x="13418" y="3667"/>
                    <a:pt x="12109" y="5989"/>
                  </a:cubicBezTo>
                  <a:cubicBezTo>
                    <a:pt x="10799" y="8323"/>
                    <a:pt x="9192" y="11025"/>
                    <a:pt x="7287" y="13871"/>
                  </a:cubicBezTo>
                  <a:cubicBezTo>
                    <a:pt x="6334" y="15300"/>
                    <a:pt x="5310" y="16752"/>
                    <a:pt x="4227" y="18228"/>
                  </a:cubicBezTo>
                  <a:cubicBezTo>
                    <a:pt x="3679" y="18967"/>
                    <a:pt x="3096" y="19705"/>
                    <a:pt x="2429" y="20360"/>
                  </a:cubicBezTo>
                  <a:cubicBezTo>
                    <a:pt x="1834" y="20955"/>
                    <a:pt x="1155" y="21479"/>
                    <a:pt x="393" y="21848"/>
                  </a:cubicBezTo>
                  <a:cubicBezTo>
                    <a:pt x="143" y="22550"/>
                    <a:pt x="0" y="22955"/>
                    <a:pt x="0" y="22955"/>
                  </a:cubicBezTo>
                  <a:cubicBezTo>
                    <a:pt x="4870" y="19074"/>
                    <a:pt x="12764" y="6239"/>
                    <a:pt x="1613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40"/>
            <p:cNvSpPr/>
            <p:nvPr/>
          </p:nvSpPr>
          <p:spPr>
            <a:xfrm>
              <a:off x="4054650" y="1150875"/>
              <a:ext cx="366450" cy="545925"/>
            </a:xfrm>
            <a:custGeom>
              <a:rect b="b" l="l" r="r" t="t"/>
              <a:pathLst>
                <a:path extrusionOk="0" h="21837" w="14658">
                  <a:moveTo>
                    <a:pt x="7764" y="0"/>
                  </a:moveTo>
                  <a:cubicBezTo>
                    <a:pt x="5811" y="5929"/>
                    <a:pt x="3763" y="11811"/>
                    <a:pt x="1489" y="17621"/>
                  </a:cubicBezTo>
                  <a:cubicBezTo>
                    <a:pt x="846" y="19443"/>
                    <a:pt x="334" y="20896"/>
                    <a:pt x="1" y="21836"/>
                  </a:cubicBezTo>
                  <a:cubicBezTo>
                    <a:pt x="60" y="21789"/>
                    <a:pt x="144" y="21741"/>
                    <a:pt x="227" y="21693"/>
                  </a:cubicBezTo>
                  <a:cubicBezTo>
                    <a:pt x="549" y="21467"/>
                    <a:pt x="1001" y="21122"/>
                    <a:pt x="1513" y="20586"/>
                  </a:cubicBezTo>
                  <a:cubicBezTo>
                    <a:pt x="2549" y="19550"/>
                    <a:pt x="3668" y="17740"/>
                    <a:pt x="5109" y="15538"/>
                  </a:cubicBezTo>
                  <a:cubicBezTo>
                    <a:pt x="7728" y="11525"/>
                    <a:pt x="11109" y="6096"/>
                    <a:pt x="14658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40"/>
            <p:cNvSpPr/>
            <p:nvPr/>
          </p:nvSpPr>
          <p:spPr>
            <a:xfrm>
              <a:off x="4486275" y="1151175"/>
              <a:ext cx="26500" cy="53900"/>
            </a:xfrm>
            <a:custGeom>
              <a:rect b="b" l="l" r="r" t="t"/>
              <a:pathLst>
                <a:path extrusionOk="0" h="2156" w="1060">
                  <a:moveTo>
                    <a:pt x="1024" y="0"/>
                  </a:moveTo>
                  <a:cubicBezTo>
                    <a:pt x="691" y="405"/>
                    <a:pt x="357" y="810"/>
                    <a:pt x="0" y="1203"/>
                  </a:cubicBezTo>
                  <a:cubicBezTo>
                    <a:pt x="36" y="1774"/>
                    <a:pt x="60" y="2155"/>
                    <a:pt x="60" y="2155"/>
                  </a:cubicBezTo>
                  <a:cubicBezTo>
                    <a:pt x="250" y="1965"/>
                    <a:pt x="441" y="1786"/>
                    <a:pt x="619" y="1607"/>
                  </a:cubicBezTo>
                  <a:cubicBezTo>
                    <a:pt x="774" y="1238"/>
                    <a:pt x="917" y="881"/>
                    <a:pt x="1060" y="524"/>
                  </a:cubicBezTo>
                  <a:lnTo>
                    <a:pt x="1060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40"/>
            <p:cNvSpPr/>
            <p:nvPr/>
          </p:nvSpPr>
          <p:spPr>
            <a:xfrm>
              <a:off x="2676800" y="2183425"/>
              <a:ext cx="155400" cy="261675"/>
            </a:xfrm>
            <a:custGeom>
              <a:rect b="b" l="l" r="r" t="t"/>
              <a:pathLst>
                <a:path extrusionOk="0" h="10467" w="6216">
                  <a:moveTo>
                    <a:pt x="1" y="1"/>
                  </a:moveTo>
                  <a:lnTo>
                    <a:pt x="1" y="5109"/>
                  </a:lnTo>
                  <a:cubicBezTo>
                    <a:pt x="1525" y="7168"/>
                    <a:pt x="3537" y="8966"/>
                    <a:pt x="6109" y="10466"/>
                  </a:cubicBezTo>
                  <a:cubicBezTo>
                    <a:pt x="6145" y="10455"/>
                    <a:pt x="6180" y="10431"/>
                    <a:pt x="6216" y="10419"/>
                  </a:cubicBezTo>
                  <a:cubicBezTo>
                    <a:pt x="5740" y="9871"/>
                    <a:pt x="5240" y="9335"/>
                    <a:pt x="4787" y="8788"/>
                  </a:cubicBezTo>
                  <a:cubicBezTo>
                    <a:pt x="2620" y="6216"/>
                    <a:pt x="1180" y="316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40"/>
            <p:cNvSpPr/>
            <p:nvPr/>
          </p:nvSpPr>
          <p:spPr>
            <a:xfrm>
              <a:off x="2969400" y="1150875"/>
              <a:ext cx="1543375" cy="2317050"/>
            </a:xfrm>
            <a:custGeom>
              <a:rect b="b" l="l" r="r" t="t"/>
              <a:pathLst>
                <a:path extrusionOk="0" h="92682" w="61735">
                  <a:moveTo>
                    <a:pt x="25742" y="42527"/>
                  </a:moveTo>
                  <a:cubicBezTo>
                    <a:pt x="25742" y="42527"/>
                    <a:pt x="25742" y="42528"/>
                    <a:pt x="25742" y="42529"/>
                  </a:cubicBezTo>
                  <a:cubicBezTo>
                    <a:pt x="25754" y="42565"/>
                    <a:pt x="25742" y="42589"/>
                    <a:pt x="25706" y="42589"/>
                  </a:cubicBezTo>
                  <a:cubicBezTo>
                    <a:pt x="25737" y="42558"/>
                    <a:pt x="25741" y="42527"/>
                    <a:pt x="25742" y="42527"/>
                  </a:cubicBezTo>
                  <a:close/>
                  <a:moveTo>
                    <a:pt x="32398" y="39076"/>
                  </a:moveTo>
                  <a:cubicBezTo>
                    <a:pt x="32398" y="39076"/>
                    <a:pt x="31612" y="39707"/>
                    <a:pt x="30278" y="40446"/>
                  </a:cubicBezTo>
                  <a:cubicBezTo>
                    <a:pt x="29612" y="40803"/>
                    <a:pt x="28814" y="41196"/>
                    <a:pt x="27897" y="41553"/>
                  </a:cubicBezTo>
                  <a:cubicBezTo>
                    <a:pt x="27445" y="41731"/>
                    <a:pt x="26968" y="41898"/>
                    <a:pt x="26468" y="42041"/>
                  </a:cubicBezTo>
                  <a:cubicBezTo>
                    <a:pt x="26218" y="42112"/>
                    <a:pt x="25933" y="42184"/>
                    <a:pt x="25718" y="42243"/>
                  </a:cubicBezTo>
                  <a:cubicBezTo>
                    <a:pt x="25623" y="42279"/>
                    <a:pt x="25516" y="42351"/>
                    <a:pt x="25528" y="42470"/>
                  </a:cubicBezTo>
                  <a:cubicBezTo>
                    <a:pt x="25540" y="42517"/>
                    <a:pt x="25575" y="42553"/>
                    <a:pt x="25635" y="42577"/>
                  </a:cubicBezTo>
                  <a:cubicBezTo>
                    <a:pt x="25652" y="42585"/>
                    <a:pt x="25669" y="42594"/>
                    <a:pt x="25685" y="42594"/>
                  </a:cubicBezTo>
                  <a:cubicBezTo>
                    <a:pt x="25692" y="42594"/>
                    <a:pt x="25699" y="42592"/>
                    <a:pt x="25706" y="42589"/>
                  </a:cubicBezTo>
                  <a:lnTo>
                    <a:pt x="25706" y="42589"/>
                  </a:lnTo>
                  <a:cubicBezTo>
                    <a:pt x="25687" y="42608"/>
                    <a:pt x="25660" y="42628"/>
                    <a:pt x="25618" y="42628"/>
                  </a:cubicBezTo>
                  <a:cubicBezTo>
                    <a:pt x="25608" y="42628"/>
                    <a:pt x="25598" y="42627"/>
                    <a:pt x="25587" y="42624"/>
                  </a:cubicBezTo>
                  <a:cubicBezTo>
                    <a:pt x="25516" y="42613"/>
                    <a:pt x="25433" y="42565"/>
                    <a:pt x="25373" y="42482"/>
                  </a:cubicBezTo>
                  <a:cubicBezTo>
                    <a:pt x="25325" y="42386"/>
                    <a:pt x="25337" y="42243"/>
                    <a:pt x="25409" y="42124"/>
                  </a:cubicBezTo>
                  <a:cubicBezTo>
                    <a:pt x="25492" y="42005"/>
                    <a:pt x="25611" y="41922"/>
                    <a:pt x="25730" y="41851"/>
                  </a:cubicBezTo>
                  <a:cubicBezTo>
                    <a:pt x="25837" y="41779"/>
                    <a:pt x="25956" y="41708"/>
                    <a:pt x="26087" y="41624"/>
                  </a:cubicBezTo>
                  <a:cubicBezTo>
                    <a:pt x="26349" y="41470"/>
                    <a:pt x="26647" y="41303"/>
                    <a:pt x="26968" y="41124"/>
                  </a:cubicBezTo>
                  <a:cubicBezTo>
                    <a:pt x="28290" y="40410"/>
                    <a:pt x="30171" y="39576"/>
                    <a:pt x="32398" y="39076"/>
                  </a:cubicBezTo>
                  <a:close/>
                  <a:moveTo>
                    <a:pt x="37208" y="39422"/>
                  </a:moveTo>
                  <a:lnTo>
                    <a:pt x="37208" y="39422"/>
                  </a:lnTo>
                  <a:cubicBezTo>
                    <a:pt x="37208" y="39422"/>
                    <a:pt x="34410" y="41874"/>
                    <a:pt x="30409" y="42636"/>
                  </a:cubicBezTo>
                  <a:cubicBezTo>
                    <a:pt x="30409" y="42636"/>
                    <a:pt x="33124" y="40350"/>
                    <a:pt x="37208" y="39422"/>
                  </a:cubicBezTo>
                  <a:close/>
                  <a:moveTo>
                    <a:pt x="26242" y="38422"/>
                  </a:moveTo>
                  <a:cubicBezTo>
                    <a:pt x="26242" y="38422"/>
                    <a:pt x="23182" y="41422"/>
                    <a:pt x="18705" y="42886"/>
                  </a:cubicBezTo>
                  <a:cubicBezTo>
                    <a:pt x="18705" y="42886"/>
                    <a:pt x="21682" y="40065"/>
                    <a:pt x="26242" y="38422"/>
                  </a:cubicBezTo>
                  <a:close/>
                  <a:moveTo>
                    <a:pt x="49245" y="66866"/>
                  </a:moveTo>
                  <a:cubicBezTo>
                    <a:pt x="51162" y="67092"/>
                    <a:pt x="53079" y="67330"/>
                    <a:pt x="55055" y="67556"/>
                  </a:cubicBezTo>
                  <a:cubicBezTo>
                    <a:pt x="54838" y="68270"/>
                    <a:pt x="54448" y="68487"/>
                    <a:pt x="54012" y="68487"/>
                  </a:cubicBezTo>
                  <a:cubicBezTo>
                    <a:pt x="53852" y="68487"/>
                    <a:pt x="53686" y="68458"/>
                    <a:pt x="53519" y="68413"/>
                  </a:cubicBezTo>
                  <a:cubicBezTo>
                    <a:pt x="52067" y="68020"/>
                    <a:pt x="50626" y="67556"/>
                    <a:pt x="49174" y="67127"/>
                  </a:cubicBezTo>
                  <a:lnTo>
                    <a:pt x="49245" y="66866"/>
                  </a:lnTo>
                  <a:close/>
                  <a:moveTo>
                    <a:pt x="60711" y="72092"/>
                  </a:moveTo>
                  <a:lnTo>
                    <a:pt x="60711" y="72092"/>
                  </a:lnTo>
                  <a:cubicBezTo>
                    <a:pt x="60754" y="74089"/>
                    <a:pt x="58878" y="75859"/>
                    <a:pt x="56923" y="75859"/>
                  </a:cubicBezTo>
                  <a:cubicBezTo>
                    <a:pt x="56733" y="75859"/>
                    <a:pt x="56543" y="75842"/>
                    <a:pt x="56353" y="75807"/>
                  </a:cubicBezTo>
                  <a:cubicBezTo>
                    <a:pt x="56332" y="74078"/>
                    <a:pt x="57982" y="72573"/>
                    <a:pt x="59682" y="72573"/>
                  </a:cubicBezTo>
                  <a:cubicBezTo>
                    <a:pt x="59902" y="72573"/>
                    <a:pt x="60123" y="72599"/>
                    <a:pt x="60342" y="72652"/>
                  </a:cubicBezTo>
                  <a:lnTo>
                    <a:pt x="60711" y="72092"/>
                  </a:lnTo>
                  <a:close/>
                  <a:moveTo>
                    <a:pt x="46566" y="0"/>
                  </a:moveTo>
                  <a:cubicBezTo>
                    <a:pt x="46209" y="429"/>
                    <a:pt x="45840" y="869"/>
                    <a:pt x="45459" y="1298"/>
                  </a:cubicBezTo>
                  <a:cubicBezTo>
                    <a:pt x="45471" y="1477"/>
                    <a:pt x="45506" y="1655"/>
                    <a:pt x="45566" y="1846"/>
                  </a:cubicBezTo>
                  <a:cubicBezTo>
                    <a:pt x="45876" y="2870"/>
                    <a:pt x="45804" y="3893"/>
                    <a:pt x="45054" y="4929"/>
                  </a:cubicBezTo>
                  <a:cubicBezTo>
                    <a:pt x="44363" y="4036"/>
                    <a:pt x="44768" y="3120"/>
                    <a:pt x="44733" y="2131"/>
                  </a:cubicBezTo>
                  <a:lnTo>
                    <a:pt x="44733" y="2131"/>
                  </a:lnTo>
                  <a:cubicBezTo>
                    <a:pt x="44471" y="2417"/>
                    <a:pt x="44209" y="2703"/>
                    <a:pt x="43947" y="2989"/>
                  </a:cubicBezTo>
                  <a:cubicBezTo>
                    <a:pt x="43828" y="3620"/>
                    <a:pt x="43804" y="4298"/>
                    <a:pt x="43578" y="5001"/>
                  </a:cubicBezTo>
                  <a:cubicBezTo>
                    <a:pt x="42947" y="5191"/>
                    <a:pt x="42161" y="5406"/>
                    <a:pt x="41363" y="5644"/>
                  </a:cubicBezTo>
                  <a:cubicBezTo>
                    <a:pt x="41339" y="5656"/>
                    <a:pt x="41315" y="5679"/>
                    <a:pt x="41292" y="5703"/>
                  </a:cubicBezTo>
                  <a:cubicBezTo>
                    <a:pt x="41339" y="5727"/>
                    <a:pt x="41375" y="5751"/>
                    <a:pt x="41411" y="5775"/>
                  </a:cubicBezTo>
                  <a:cubicBezTo>
                    <a:pt x="39946" y="7061"/>
                    <a:pt x="38482" y="8358"/>
                    <a:pt x="36863" y="9775"/>
                  </a:cubicBezTo>
                  <a:cubicBezTo>
                    <a:pt x="37648" y="10406"/>
                    <a:pt x="38303" y="10930"/>
                    <a:pt x="38958" y="11454"/>
                  </a:cubicBezTo>
                  <a:cubicBezTo>
                    <a:pt x="38875" y="11537"/>
                    <a:pt x="38803" y="11633"/>
                    <a:pt x="38720" y="11728"/>
                  </a:cubicBezTo>
                  <a:cubicBezTo>
                    <a:pt x="37946" y="11323"/>
                    <a:pt x="37172" y="10930"/>
                    <a:pt x="36303" y="10490"/>
                  </a:cubicBezTo>
                  <a:cubicBezTo>
                    <a:pt x="35672" y="11025"/>
                    <a:pt x="35100" y="11502"/>
                    <a:pt x="34374" y="12109"/>
                  </a:cubicBezTo>
                  <a:cubicBezTo>
                    <a:pt x="37220" y="13573"/>
                    <a:pt x="39780" y="15109"/>
                    <a:pt x="40542" y="18276"/>
                  </a:cubicBezTo>
                  <a:cubicBezTo>
                    <a:pt x="40530" y="18276"/>
                    <a:pt x="40518" y="18288"/>
                    <a:pt x="40518" y="18300"/>
                  </a:cubicBezTo>
                  <a:cubicBezTo>
                    <a:pt x="40958" y="19574"/>
                    <a:pt x="41137" y="20812"/>
                    <a:pt x="41232" y="21717"/>
                  </a:cubicBezTo>
                  <a:cubicBezTo>
                    <a:pt x="41554" y="25182"/>
                    <a:pt x="41720" y="37731"/>
                    <a:pt x="29671" y="38052"/>
                  </a:cubicBezTo>
                  <a:cubicBezTo>
                    <a:pt x="29370" y="38061"/>
                    <a:pt x="29076" y="38065"/>
                    <a:pt x="28789" y="38065"/>
                  </a:cubicBezTo>
                  <a:cubicBezTo>
                    <a:pt x="20600" y="38065"/>
                    <a:pt x="18102" y="34692"/>
                    <a:pt x="17193" y="32242"/>
                  </a:cubicBezTo>
                  <a:cubicBezTo>
                    <a:pt x="17074" y="32040"/>
                    <a:pt x="16931" y="31826"/>
                    <a:pt x="16800" y="31587"/>
                  </a:cubicBezTo>
                  <a:lnTo>
                    <a:pt x="16800" y="31587"/>
                  </a:lnTo>
                  <a:cubicBezTo>
                    <a:pt x="16848" y="32349"/>
                    <a:pt x="16872" y="32790"/>
                    <a:pt x="16908" y="33219"/>
                  </a:cubicBezTo>
                  <a:lnTo>
                    <a:pt x="16753" y="33242"/>
                  </a:lnTo>
                  <a:cubicBezTo>
                    <a:pt x="16360" y="32254"/>
                    <a:pt x="15967" y="31278"/>
                    <a:pt x="15384" y="29801"/>
                  </a:cubicBezTo>
                  <a:lnTo>
                    <a:pt x="15384" y="26622"/>
                  </a:lnTo>
                  <a:cubicBezTo>
                    <a:pt x="15300" y="26575"/>
                    <a:pt x="15229" y="26515"/>
                    <a:pt x="15157" y="26456"/>
                  </a:cubicBezTo>
                  <a:cubicBezTo>
                    <a:pt x="14776" y="26884"/>
                    <a:pt x="14384" y="27313"/>
                    <a:pt x="14014" y="27754"/>
                  </a:cubicBezTo>
                  <a:cubicBezTo>
                    <a:pt x="13645" y="28182"/>
                    <a:pt x="13276" y="28611"/>
                    <a:pt x="12705" y="29289"/>
                  </a:cubicBezTo>
                  <a:cubicBezTo>
                    <a:pt x="12776" y="28813"/>
                    <a:pt x="12824" y="28349"/>
                    <a:pt x="12871" y="27896"/>
                  </a:cubicBezTo>
                  <a:lnTo>
                    <a:pt x="12871" y="27896"/>
                  </a:lnTo>
                  <a:cubicBezTo>
                    <a:pt x="12836" y="27932"/>
                    <a:pt x="12812" y="27968"/>
                    <a:pt x="12776" y="28004"/>
                  </a:cubicBezTo>
                  <a:lnTo>
                    <a:pt x="12883" y="27861"/>
                  </a:lnTo>
                  <a:cubicBezTo>
                    <a:pt x="13038" y="26503"/>
                    <a:pt x="13205" y="25241"/>
                    <a:pt x="13717" y="24063"/>
                  </a:cubicBezTo>
                  <a:lnTo>
                    <a:pt x="13717" y="24063"/>
                  </a:lnTo>
                  <a:cubicBezTo>
                    <a:pt x="13217" y="24229"/>
                    <a:pt x="12717" y="24384"/>
                    <a:pt x="12193" y="24503"/>
                  </a:cubicBezTo>
                  <a:cubicBezTo>
                    <a:pt x="11645" y="25015"/>
                    <a:pt x="11097" y="25515"/>
                    <a:pt x="10550" y="26003"/>
                  </a:cubicBezTo>
                  <a:cubicBezTo>
                    <a:pt x="9073" y="28468"/>
                    <a:pt x="7609" y="30944"/>
                    <a:pt x="6180" y="33445"/>
                  </a:cubicBezTo>
                  <a:cubicBezTo>
                    <a:pt x="5216" y="35124"/>
                    <a:pt x="4430" y="36909"/>
                    <a:pt x="3573" y="38660"/>
                  </a:cubicBezTo>
                  <a:cubicBezTo>
                    <a:pt x="3525" y="38993"/>
                    <a:pt x="3489" y="39326"/>
                    <a:pt x="3442" y="39660"/>
                  </a:cubicBezTo>
                  <a:lnTo>
                    <a:pt x="3108" y="39612"/>
                  </a:lnTo>
                  <a:lnTo>
                    <a:pt x="3108" y="39612"/>
                  </a:lnTo>
                  <a:cubicBezTo>
                    <a:pt x="2799" y="40327"/>
                    <a:pt x="2858" y="40958"/>
                    <a:pt x="3251" y="41636"/>
                  </a:cubicBezTo>
                  <a:cubicBezTo>
                    <a:pt x="4680" y="44137"/>
                    <a:pt x="6656" y="46053"/>
                    <a:pt x="9395" y="46994"/>
                  </a:cubicBezTo>
                  <a:cubicBezTo>
                    <a:pt x="11621" y="47756"/>
                    <a:pt x="13931" y="48316"/>
                    <a:pt x="16146" y="48947"/>
                  </a:cubicBezTo>
                  <a:cubicBezTo>
                    <a:pt x="15527" y="49340"/>
                    <a:pt x="14860" y="49673"/>
                    <a:pt x="14169" y="49935"/>
                  </a:cubicBezTo>
                  <a:cubicBezTo>
                    <a:pt x="14026" y="50113"/>
                    <a:pt x="13693" y="50387"/>
                    <a:pt x="12931" y="50756"/>
                  </a:cubicBezTo>
                  <a:cubicBezTo>
                    <a:pt x="13264" y="50697"/>
                    <a:pt x="13586" y="50637"/>
                    <a:pt x="13919" y="50578"/>
                  </a:cubicBezTo>
                  <a:lnTo>
                    <a:pt x="13919" y="50578"/>
                  </a:lnTo>
                  <a:cubicBezTo>
                    <a:pt x="12943" y="51453"/>
                    <a:pt x="10557" y="52192"/>
                    <a:pt x="8037" y="52192"/>
                  </a:cubicBezTo>
                  <a:cubicBezTo>
                    <a:pt x="7575" y="52192"/>
                    <a:pt x="7108" y="52167"/>
                    <a:pt x="6644" y="52114"/>
                  </a:cubicBezTo>
                  <a:cubicBezTo>
                    <a:pt x="5037" y="51923"/>
                    <a:pt x="3442" y="51530"/>
                    <a:pt x="1858" y="51125"/>
                  </a:cubicBezTo>
                  <a:lnTo>
                    <a:pt x="1" y="51066"/>
                  </a:lnTo>
                  <a:lnTo>
                    <a:pt x="1" y="51066"/>
                  </a:lnTo>
                  <a:cubicBezTo>
                    <a:pt x="275" y="51292"/>
                    <a:pt x="560" y="51542"/>
                    <a:pt x="858" y="51804"/>
                  </a:cubicBezTo>
                  <a:cubicBezTo>
                    <a:pt x="632" y="51864"/>
                    <a:pt x="429" y="51923"/>
                    <a:pt x="215" y="51983"/>
                  </a:cubicBezTo>
                  <a:cubicBezTo>
                    <a:pt x="1411" y="53026"/>
                    <a:pt x="3387" y="53704"/>
                    <a:pt x="6399" y="53704"/>
                  </a:cubicBezTo>
                  <a:cubicBezTo>
                    <a:pt x="8336" y="53704"/>
                    <a:pt x="10701" y="53424"/>
                    <a:pt x="13562" y="52780"/>
                  </a:cubicBezTo>
                  <a:cubicBezTo>
                    <a:pt x="13962" y="53245"/>
                    <a:pt x="14402" y="53355"/>
                    <a:pt x="14862" y="53355"/>
                  </a:cubicBezTo>
                  <a:cubicBezTo>
                    <a:pt x="15274" y="53355"/>
                    <a:pt x="15702" y="53267"/>
                    <a:pt x="16135" y="53267"/>
                  </a:cubicBezTo>
                  <a:cubicBezTo>
                    <a:pt x="16384" y="53267"/>
                    <a:pt x="16634" y="53296"/>
                    <a:pt x="16884" y="53388"/>
                  </a:cubicBezTo>
                  <a:cubicBezTo>
                    <a:pt x="14967" y="54054"/>
                    <a:pt x="13050" y="54721"/>
                    <a:pt x="11121" y="55388"/>
                  </a:cubicBezTo>
                  <a:cubicBezTo>
                    <a:pt x="11121" y="55459"/>
                    <a:pt x="11121" y="55531"/>
                    <a:pt x="11109" y="55614"/>
                  </a:cubicBezTo>
                  <a:lnTo>
                    <a:pt x="14467" y="55614"/>
                  </a:lnTo>
                  <a:cubicBezTo>
                    <a:pt x="14491" y="55757"/>
                    <a:pt x="14514" y="55900"/>
                    <a:pt x="14538" y="56043"/>
                  </a:cubicBezTo>
                  <a:cubicBezTo>
                    <a:pt x="13550" y="56364"/>
                    <a:pt x="12562" y="56698"/>
                    <a:pt x="11574" y="57019"/>
                  </a:cubicBezTo>
                  <a:cubicBezTo>
                    <a:pt x="11562" y="57114"/>
                    <a:pt x="11562" y="57198"/>
                    <a:pt x="11550" y="57281"/>
                  </a:cubicBezTo>
                  <a:cubicBezTo>
                    <a:pt x="13193" y="57436"/>
                    <a:pt x="14824" y="57591"/>
                    <a:pt x="16467" y="57733"/>
                  </a:cubicBezTo>
                  <a:cubicBezTo>
                    <a:pt x="16467" y="57853"/>
                    <a:pt x="16467" y="57972"/>
                    <a:pt x="16455" y="58079"/>
                  </a:cubicBezTo>
                  <a:cubicBezTo>
                    <a:pt x="15550" y="58138"/>
                    <a:pt x="14645" y="58186"/>
                    <a:pt x="13741" y="58234"/>
                  </a:cubicBezTo>
                  <a:cubicBezTo>
                    <a:pt x="13741" y="58317"/>
                    <a:pt x="13741" y="58400"/>
                    <a:pt x="13729" y="58484"/>
                  </a:cubicBezTo>
                  <a:cubicBezTo>
                    <a:pt x="15134" y="58674"/>
                    <a:pt x="16527" y="58865"/>
                    <a:pt x="18170" y="59079"/>
                  </a:cubicBezTo>
                  <a:cubicBezTo>
                    <a:pt x="17253" y="59507"/>
                    <a:pt x="16527" y="59853"/>
                    <a:pt x="15634" y="60258"/>
                  </a:cubicBezTo>
                  <a:cubicBezTo>
                    <a:pt x="16241" y="60639"/>
                    <a:pt x="16693" y="60924"/>
                    <a:pt x="17158" y="61210"/>
                  </a:cubicBezTo>
                  <a:cubicBezTo>
                    <a:pt x="17134" y="61270"/>
                    <a:pt x="17122" y="61341"/>
                    <a:pt x="17098" y="61412"/>
                  </a:cubicBezTo>
                  <a:cubicBezTo>
                    <a:pt x="15265" y="60710"/>
                    <a:pt x="13419" y="60019"/>
                    <a:pt x="11586" y="59329"/>
                  </a:cubicBezTo>
                  <a:cubicBezTo>
                    <a:pt x="11526" y="59436"/>
                    <a:pt x="11466" y="59543"/>
                    <a:pt x="11395" y="59650"/>
                  </a:cubicBezTo>
                  <a:cubicBezTo>
                    <a:pt x="14038" y="61436"/>
                    <a:pt x="16681" y="63222"/>
                    <a:pt x="19325" y="65008"/>
                  </a:cubicBezTo>
                  <a:cubicBezTo>
                    <a:pt x="19265" y="65103"/>
                    <a:pt x="19206" y="65199"/>
                    <a:pt x="19146" y="65294"/>
                  </a:cubicBezTo>
                  <a:cubicBezTo>
                    <a:pt x="17491" y="64353"/>
                    <a:pt x="15836" y="63425"/>
                    <a:pt x="13907" y="62317"/>
                  </a:cubicBezTo>
                  <a:lnTo>
                    <a:pt x="13907" y="62317"/>
                  </a:lnTo>
                  <a:cubicBezTo>
                    <a:pt x="14074" y="62805"/>
                    <a:pt x="14098" y="63020"/>
                    <a:pt x="14217" y="63175"/>
                  </a:cubicBezTo>
                  <a:cubicBezTo>
                    <a:pt x="16681" y="66461"/>
                    <a:pt x="19063" y="69818"/>
                    <a:pt x="21670" y="73009"/>
                  </a:cubicBezTo>
                  <a:cubicBezTo>
                    <a:pt x="25385" y="77569"/>
                    <a:pt x="29778" y="81355"/>
                    <a:pt x="35029" y="84130"/>
                  </a:cubicBezTo>
                  <a:cubicBezTo>
                    <a:pt x="40946" y="87273"/>
                    <a:pt x="46888" y="90345"/>
                    <a:pt x="53293" y="92416"/>
                  </a:cubicBezTo>
                  <a:cubicBezTo>
                    <a:pt x="53686" y="92541"/>
                    <a:pt x="54134" y="92681"/>
                    <a:pt x="54542" y="92681"/>
                  </a:cubicBezTo>
                  <a:cubicBezTo>
                    <a:pt x="54640" y="92681"/>
                    <a:pt x="54736" y="92673"/>
                    <a:pt x="54829" y="92654"/>
                  </a:cubicBezTo>
                  <a:cubicBezTo>
                    <a:pt x="56579" y="92321"/>
                    <a:pt x="58282" y="92000"/>
                    <a:pt x="59818" y="90821"/>
                  </a:cubicBezTo>
                  <a:cubicBezTo>
                    <a:pt x="60461" y="90333"/>
                    <a:pt x="61104" y="89845"/>
                    <a:pt x="61735" y="89368"/>
                  </a:cubicBezTo>
                  <a:lnTo>
                    <a:pt x="61735" y="68806"/>
                  </a:lnTo>
                  <a:cubicBezTo>
                    <a:pt x="61381" y="68858"/>
                    <a:pt x="61033" y="68885"/>
                    <a:pt x="60703" y="68885"/>
                  </a:cubicBezTo>
                  <a:cubicBezTo>
                    <a:pt x="60355" y="68885"/>
                    <a:pt x="60028" y="68855"/>
                    <a:pt x="59734" y="68794"/>
                  </a:cubicBezTo>
                  <a:cubicBezTo>
                    <a:pt x="59961" y="68139"/>
                    <a:pt x="60044" y="67949"/>
                    <a:pt x="61735" y="67854"/>
                  </a:cubicBezTo>
                  <a:lnTo>
                    <a:pt x="61735" y="52733"/>
                  </a:lnTo>
                  <a:cubicBezTo>
                    <a:pt x="61663" y="52709"/>
                    <a:pt x="61604" y="52661"/>
                    <a:pt x="61556" y="52602"/>
                  </a:cubicBezTo>
                  <a:cubicBezTo>
                    <a:pt x="61401" y="52399"/>
                    <a:pt x="61473" y="52114"/>
                    <a:pt x="61556" y="51876"/>
                  </a:cubicBezTo>
                  <a:cubicBezTo>
                    <a:pt x="61616" y="51721"/>
                    <a:pt x="61675" y="51554"/>
                    <a:pt x="61735" y="51399"/>
                  </a:cubicBezTo>
                  <a:lnTo>
                    <a:pt x="61735" y="9799"/>
                  </a:lnTo>
                  <a:cubicBezTo>
                    <a:pt x="61687" y="9859"/>
                    <a:pt x="61639" y="9930"/>
                    <a:pt x="61580" y="9989"/>
                  </a:cubicBezTo>
                  <a:cubicBezTo>
                    <a:pt x="61628" y="9882"/>
                    <a:pt x="61687" y="9787"/>
                    <a:pt x="61735" y="9692"/>
                  </a:cubicBezTo>
                  <a:lnTo>
                    <a:pt x="61735" y="1167"/>
                  </a:lnTo>
                  <a:cubicBezTo>
                    <a:pt x="61592" y="1310"/>
                    <a:pt x="61449" y="1465"/>
                    <a:pt x="61294" y="1619"/>
                  </a:cubicBezTo>
                  <a:cubicBezTo>
                    <a:pt x="61116" y="1798"/>
                    <a:pt x="60925" y="1977"/>
                    <a:pt x="60735" y="2167"/>
                  </a:cubicBezTo>
                  <a:cubicBezTo>
                    <a:pt x="60735" y="2167"/>
                    <a:pt x="60711" y="1786"/>
                    <a:pt x="60675" y="1215"/>
                  </a:cubicBezTo>
                  <a:cubicBezTo>
                    <a:pt x="60592" y="1310"/>
                    <a:pt x="60508" y="1405"/>
                    <a:pt x="60425" y="1500"/>
                  </a:cubicBezTo>
                  <a:cubicBezTo>
                    <a:pt x="60508" y="1369"/>
                    <a:pt x="60592" y="1250"/>
                    <a:pt x="60675" y="1119"/>
                  </a:cubicBezTo>
                  <a:cubicBezTo>
                    <a:pt x="60651" y="798"/>
                    <a:pt x="60627" y="405"/>
                    <a:pt x="60615" y="12"/>
                  </a:cubicBezTo>
                  <a:lnTo>
                    <a:pt x="59139" y="12"/>
                  </a:lnTo>
                  <a:cubicBezTo>
                    <a:pt x="55770" y="6251"/>
                    <a:pt x="47876" y="19086"/>
                    <a:pt x="43006" y="22955"/>
                  </a:cubicBezTo>
                  <a:cubicBezTo>
                    <a:pt x="43006" y="22955"/>
                    <a:pt x="43149" y="22562"/>
                    <a:pt x="43399" y="21860"/>
                  </a:cubicBezTo>
                  <a:lnTo>
                    <a:pt x="43399" y="21860"/>
                  </a:lnTo>
                  <a:cubicBezTo>
                    <a:pt x="43316" y="21908"/>
                    <a:pt x="43232" y="21955"/>
                    <a:pt x="43149" y="21991"/>
                  </a:cubicBezTo>
                  <a:cubicBezTo>
                    <a:pt x="43137" y="22003"/>
                    <a:pt x="43137" y="22003"/>
                    <a:pt x="43137" y="22015"/>
                  </a:cubicBezTo>
                  <a:cubicBezTo>
                    <a:pt x="42923" y="22527"/>
                    <a:pt x="42637" y="23027"/>
                    <a:pt x="42173" y="23455"/>
                  </a:cubicBezTo>
                  <a:cubicBezTo>
                    <a:pt x="42327" y="22979"/>
                    <a:pt x="42447" y="22503"/>
                    <a:pt x="42649" y="22050"/>
                  </a:cubicBezTo>
                  <a:cubicBezTo>
                    <a:pt x="43685" y="19776"/>
                    <a:pt x="43816" y="17240"/>
                    <a:pt x="44602" y="14919"/>
                  </a:cubicBezTo>
                  <a:cubicBezTo>
                    <a:pt x="46292" y="9918"/>
                    <a:pt x="48173" y="4977"/>
                    <a:pt x="49959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40"/>
            <p:cNvSpPr/>
            <p:nvPr/>
          </p:nvSpPr>
          <p:spPr>
            <a:xfrm>
              <a:off x="3655200" y="1369050"/>
              <a:ext cx="6275" cy="7475"/>
            </a:xfrm>
            <a:custGeom>
              <a:rect b="b" l="l" r="r" t="t"/>
              <a:pathLst>
                <a:path extrusionOk="0" h="299" w="251">
                  <a:moveTo>
                    <a:pt x="251" y="0"/>
                  </a:moveTo>
                  <a:cubicBezTo>
                    <a:pt x="167" y="108"/>
                    <a:pt x="84" y="191"/>
                    <a:pt x="1" y="298"/>
                  </a:cubicBezTo>
                  <a:lnTo>
                    <a:pt x="96" y="298"/>
                  </a:lnTo>
                  <a:cubicBezTo>
                    <a:pt x="144" y="191"/>
                    <a:pt x="203" y="96"/>
                    <a:pt x="251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40"/>
            <p:cNvSpPr/>
            <p:nvPr/>
          </p:nvSpPr>
          <p:spPr>
            <a:xfrm>
              <a:off x="3326600" y="1797075"/>
              <a:ext cx="13425" cy="14900"/>
            </a:xfrm>
            <a:custGeom>
              <a:rect b="b" l="l" r="r" t="t"/>
              <a:pathLst>
                <a:path extrusionOk="0" h="596" w="537">
                  <a:moveTo>
                    <a:pt x="536" y="1"/>
                  </a:moveTo>
                  <a:cubicBezTo>
                    <a:pt x="357" y="203"/>
                    <a:pt x="179" y="393"/>
                    <a:pt x="0" y="596"/>
                  </a:cubicBezTo>
                  <a:cubicBezTo>
                    <a:pt x="215" y="382"/>
                    <a:pt x="393" y="179"/>
                    <a:pt x="536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40"/>
            <p:cNvSpPr/>
            <p:nvPr/>
          </p:nvSpPr>
          <p:spPr>
            <a:xfrm>
              <a:off x="4048125" y="1591400"/>
              <a:ext cx="43775" cy="109250"/>
            </a:xfrm>
            <a:custGeom>
              <a:rect b="b" l="l" r="r" t="t"/>
              <a:pathLst>
                <a:path extrusionOk="0" h="4370" w="1751">
                  <a:moveTo>
                    <a:pt x="1750" y="0"/>
                  </a:moveTo>
                  <a:lnTo>
                    <a:pt x="1750" y="0"/>
                  </a:lnTo>
                  <a:cubicBezTo>
                    <a:pt x="1179" y="1465"/>
                    <a:pt x="595" y="2917"/>
                    <a:pt x="0" y="4370"/>
                  </a:cubicBezTo>
                  <a:cubicBezTo>
                    <a:pt x="12" y="4358"/>
                    <a:pt x="48" y="4346"/>
                    <a:pt x="107" y="4299"/>
                  </a:cubicBezTo>
                  <a:cubicBezTo>
                    <a:pt x="155" y="4275"/>
                    <a:pt x="202" y="4251"/>
                    <a:pt x="262" y="4215"/>
                  </a:cubicBezTo>
                  <a:cubicBezTo>
                    <a:pt x="595" y="3275"/>
                    <a:pt x="1119" y="1822"/>
                    <a:pt x="17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40"/>
            <p:cNvSpPr/>
            <p:nvPr/>
          </p:nvSpPr>
          <p:spPr>
            <a:xfrm>
              <a:off x="3310225" y="1746475"/>
              <a:ext cx="43175" cy="77725"/>
            </a:xfrm>
            <a:custGeom>
              <a:rect b="b" l="l" r="r" t="t"/>
              <a:pathLst>
                <a:path extrusionOk="0" h="3109" w="1727">
                  <a:moveTo>
                    <a:pt x="1667" y="1"/>
                  </a:moveTo>
                  <a:cubicBezTo>
                    <a:pt x="1048" y="1144"/>
                    <a:pt x="512" y="2132"/>
                    <a:pt x="0" y="3108"/>
                  </a:cubicBezTo>
                  <a:cubicBezTo>
                    <a:pt x="560" y="2406"/>
                    <a:pt x="1120" y="1703"/>
                    <a:pt x="1679" y="1013"/>
                  </a:cubicBezTo>
                  <a:cubicBezTo>
                    <a:pt x="1727" y="703"/>
                    <a:pt x="1715" y="382"/>
                    <a:pt x="1667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40"/>
            <p:cNvSpPr/>
            <p:nvPr/>
          </p:nvSpPr>
          <p:spPr>
            <a:xfrm>
              <a:off x="3587925" y="1425300"/>
              <a:ext cx="42900" cy="46175"/>
            </a:xfrm>
            <a:custGeom>
              <a:rect b="b" l="l" r="r" t="t"/>
              <a:pathLst>
                <a:path extrusionOk="0" h="1847" w="1716">
                  <a:moveTo>
                    <a:pt x="1715" y="1"/>
                  </a:moveTo>
                  <a:lnTo>
                    <a:pt x="1715" y="1"/>
                  </a:lnTo>
                  <a:cubicBezTo>
                    <a:pt x="1644" y="36"/>
                    <a:pt x="1573" y="60"/>
                    <a:pt x="1501" y="96"/>
                  </a:cubicBezTo>
                  <a:cubicBezTo>
                    <a:pt x="906" y="406"/>
                    <a:pt x="501" y="1084"/>
                    <a:pt x="1" y="1596"/>
                  </a:cubicBezTo>
                  <a:lnTo>
                    <a:pt x="346" y="1549"/>
                  </a:lnTo>
                  <a:lnTo>
                    <a:pt x="346" y="1549"/>
                  </a:lnTo>
                  <a:cubicBezTo>
                    <a:pt x="287" y="1620"/>
                    <a:pt x="227" y="1679"/>
                    <a:pt x="180" y="1751"/>
                  </a:cubicBezTo>
                  <a:cubicBezTo>
                    <a:pt x="322" y="1787"/>
                    <a:pt x="465" y="1822"/>
                    <a:pt x="620" y="1846"/>
                  </a:cubicBezTo>
                  <a:cubicBezTo>
                    <a:pt x="656" y="1822"/>
                    <a:pt x="692" y="1810"/>
                    <a:pt x="739" y="1799"/>
                  </a:cubicBezTo>
                  <a:cubicBezTo>
                    <a:pt x="1049" y="1227"/>
                    <a:pt x="1382" y="620"/>
                    <a:pt x="17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40"/>
            <p:cNvSpPr/>
            <p:nvPr/>
          </p:nvSpPr>
          <p:spPr>
            <a:xfrm>
              <a:off x="3280750" y="2383150"/>
              <a:ext cx="19675" cy="3300"/>
            </a:xfrm>
            <a:custGeom>
              <a:rect b="b" l="l" r="r" t="t"/>
              <a:pathLst>
                <a:path extrusionOk="0" h="132" w="787">
                  <a:moveTo>
                    <a:pt x="1" y="1"/>
                  </a:moveTo>
                  <a:lnTo>
                    <a:pt x="1" y="1"/>
                  </a:lnTo>
                  <a:cubicBezTo>
                    <a:pt x="167" y="49"/>
                    <a:pt x="346" y="96"/>
                    <a:pt x="525" y="132"/>
                  </a:cubicBezTo>
                  <a:cubicBezTo>
                    <a:pt x="620" y="120"/>
                    <a:pt x="703" y="108"/>
                    <a:pt x="787" y="84"/>
                  </a:cubicBezTo>
                  <a:cubicBezTo>
                    <a:pt x="525" y="60"/>
                    <a:pt x="263" y="37"/>
                    <a:pt x="1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40"/>
            <p:cNvSpPr/>
            <p:nvPr/>
          </p:nvSpPr>
          <p:spPr>
            <a:xfrm>
              <a:off x="3590025" y="1468475"/>
              <a:ext cx="2400" cy="1800"/>
            </a:xfrm>
            <a:custGeom>
              <a:rect b="b" l="l" r="r" t="t"/>
              <a:pathLst>
                <a:path extrusionOk="0" h="72" w="96">
                  <a:moveTo>
                    <a:pt x="0" y="0"/>
                  </a:moveTo>
                  <a:cubicBezTo>
                    <a:pt x="24" y="24"/>
                    <a:pt x="36" y="48"/>
                    <a:pt x="48" y="72"/>
                  </a:cubicBezTo>
                  <a:cubicBezTo>
                    <a:pt x="72" y="60"/>
                    <a:pt x="84" y="36"/>
                    <a:pt x="96" y="24"/>
                  </a:cubicBezTo>
                  <a:cubicBezTo>
                    <a:pt x="60" y="12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40"/>
            <p:cNvSpPr/>
            <p:nvPr/>
          </p:nvSpPr>
          <p:spPr>
            <a:xfrm>
              <a:off x="4377675" y="2953175"/>
              <a:ext cx="110600" cy="94175"/>
            </a:xfrm>
            <a:custGeom>
              <a:rect b="b" l="l" r="r" t="t"/>
              <a:pathLst>
                <a:path extrusionOk="0" h="3767" w="4424">
                  <a:moveTo>
                    <a:pt x="4380" y="0"/>
                  </a:moveTo>
                  <a:lnTo>
                    <a:pt x="4011" y="560"/>
                  </a:lnTo>
                  <a:cubicBezTo>
                    <a:pt x="3792" y="507"/>
                    <a:pt x="3571" y="481"/>
                    <a:pt x="3351" y="481"/>
                  </a:cubicBezTo>
                  <a:cubicBezTo>
                    <a:pt x="1651" y="481"/>
                    <a:pt x="1" y="1986"/>
                    <a:pt x="22" y="3715"/>
                  </a:cubicBezTo>
                  <a:cubicBezTo>
                    <a:pt x="212" y="3750"/>
                    <a:pt x="402" y="3767"/>
                    <a:pt x="592" y="3767"/>
                  </a:cubicBezTo>
                  <a:cubicBezTo>
                    <a:pt x="2547" y="3767"/>
                    <a:pt x="4423" y="1997"/>
                    <a:pt x="43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40"/>
            <p:cNvSpPr/>
            <p:nvPr/>
          </p:nvSpPr>
          <p:spPr>
            <a:xfrm>
              <a:off x="4504425" y="2435850"/>
              <a:ext cx="8350" cy="33350"/>
            </a:xfrm>
            <a:custGeom>
              <a:rect b="b" l="l" r="r" t="t"/>
              <a:pathLst>
                <a:path extrusionOk="0" h="1334" w="334">
                  <a:moveTo>
                    <a:pt x="334" y="0"/>
                  </a:moveTo>
                  <a:cubicBezTo>
                    <a:pt x="274" y="155"/>
                    <a:pt x="215" y="322"/>
                    <a:pt x="155" y="477"/>
                  </a:cubicBezTo>
                  <a:cubicBezTo>
                    <a:pt x="72" y="715"/>
                    <a:pt x="0" y="1000"/>
                    <a:pt x="155" y="1203"/>
                  </a:cubicBezTo>
                  <a:cubicBezTo>
                    <a:pt x="203" y="1262"/>
                    <a:pt x="262" y="1310"/>
                    <a:pt x="334" y="1334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40"/>
            <p:cNvSpPr/>
            <p:nvPr/>
          </p:nvSpPr>
          <p:spPr>
            <a:xfrm>
              <a:off x="3399225" y="1507900"/>
              <a:ext cx="613200" cy="594625"/>
            </a:xfrm>
            <a:custGeom>
              <a:rect b="b" l="l" r="r" t="t"/>
              <a:pathLst>
                <a:path extrusionOk="0" h="23785" w="24528">
                  <a:moveTo>
                    <a:pt x="16051" y="1"/>
                  </a:moveTo>
                  <a:cubicBezTo>
                    <a:pt x="15733" y="1"/>
                    <a:pt x="15403" y="26"/>
                    <a:pt x="15062" y="78"/>
                  </a:cubicBezTo>
                  <a:cubicBezTo>
                    <a:pt x="16991" y="852"/>
                    <a:pt x="18384" y="2031"/>
                    <a:pt x="19360" y="3590"/>
                  </a:cubicBezTo>
                  <a:lnTo>
                    <a:pt x="18479" y="3590"/>
                  </a:lnTo>
                  <a:cubicBezTo>
                    <a:pt x="20134" y="5614"/>
                    <a:pt x="21063" y="8531"/>
                    <a:pt x="21063" y="11544"/>
                  </a:cubicBezTo>
                  <a:cubicBezTo>
                    <a:pt x="21063" y="17199"/>
                    <a:pt x="17264" y="21819"/>
                    <a:pt x="12490" y="22128"/>
                  </a:cubicBezTo>
                  <a:cubicBezTo>
                    <a:pt x="11749" y="22375"/>
                    <a:pt x="10988" y="22557"/>
                    <a:pt x="10171" y="22557"/>
                  </a:cubicBezTo>
                  <a:cubicBezTo>
                    <a:pt x="9728" y="22557"/>
                    <a:pt x="9268" y="22504"/>
                    <a:pt x="8787" y="22378"/>
                  </a:cubicBezTo>
                  <a:cubicBezTo>
                    <a:pt x="6001" y="21664"/>
                    <a:pt x="4537" y="19819"/>
                    <a:pt x="3608" y="17318"/>
                  </a:cubicBezTo>
                  <a:cubicBezTo>
                    <a:pt x="2775" y="15068"/>
                    <a:pt x="2632" y="12830"/>
                    <a:pt x="2941" y="10603"/>
                  </a:cubicBezTo>
                  <a:cubicBezTo>
                    <a:pt x="3036" y="9436"/>
                    <a:pt x="3287" y="8365"/>
                    <a:pt x="3679" y="7377"/>
                  </a:cubicBezTo>
                  <a:cubicBezTo>
                    <a:pt x="3691" y="7353"/>
                    <a:pt x="3691" y="7341"/>
                    <a:pt x="3703" y="7317"/>
                  </a:cubicBezTo>
                  <a:cubicBezTo>
                    <a:pt x="3846" y="6841"/>
                    <a:pt x="3965" y="6353"/>
                    <a:pt x="4096" y="5864"/>
                  </a:cubicBezTo>
                  <a:cubicBezTo>
                    <a:pt x="3977" y="5793"/>
                    <a:pt x="3858" y="5710"/>
                    <a:pt x="3739" y="5638"/>
                  </a:cubicBezTo>
                  <a:cubicBezTo>
                    <a:pt x="3251" y="6162"/>
                    <a:pt x="2655" y="6626"/>
                    <a:pt x="2274" y="7222"/>
                  </a:cubicBezTo>
                  <a:cubicBezTo>
                    <a:pt x="393" y="10163"/>
                    <a:pt x="274" y="13449"/>
                    <a:pt x="548" y="16783"/>
                  </a:cubicBezTo>
                  <a:cubicBezTo>
                    <a:pt x="631" y="17806"/>
                    <a:pt x="989" y="18807"/>
                    <a:pt x="1262" y="20033"/>
                  </a:cubicBezTo>
                  <a:cubicBezTo>
                    <a:pt x="834" y="19319"/>
                    <a:pt x="453" y="18699"/>
                    <a:pt x="0" y="17961"/>
                  </a:cubicBezTo>
                  <a:lnTo>
                    <a:pt x="0" y="17961"/>
                  </a:lnTo>
                  <a:cubicBezTo>
                    <a:pt x="909" y="20411"/>
                    <a:pt x="3407" y="23784"/>
                    <a:pt x="11596" y="23784"/>
                  </a:cubicBezTo>
                  <a:cubicBezTo>
                    <a:pt x="11883" y="23784"/>
                    <a:pt x="12177" y="23780"/>
                    <a:pt x="12478" y="23771"/>
                  </a:cubicBezTo>
                  <a:cubicBezTo>
                    <a:pt x="24527" y="23438"/>
                    <a:pt x="24361" y="10901"/>
                    <a:pt x="24039" y="7436"/>
                  </a:cubicBezTo>
                  <a:cubicBezTo>
                    <a:pt x="23944" y="6531"/>
                    <a:pt x="23753" y="5293"/>
                    <a:pt x="23325" y="4019"/>
                  </a:cubicBezTo>
                  <a:cubicBezTo>
                    <a:pt x="23241" y="4090"/>
                    <a:pt x="23158" y="4174"/>
                    <a:pt x="23087" y="4257"/>
                  </a:cubicBezTo>
                  <a:cubicBezTo>
                    <a:pt x="22146" y="3412"/>
                    <a:pt x="21205" y="2566"/>
                    <a:pt x="20265" y="1733"/>
                  </a:cubicBezTo>
                  <a:cubicBezTo>
                    <a:pt x="19049" y="667"/>
                    <a:pt x="17691" y="1"/>
                    <a:pt x="160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40"/>
            <p:cNvSpPr/>
            <p:nvPr/>
          </p:nvSpPr>
          <p:spPr>
            <a:xfrm>
              <a:off x="3609975" y="1527700"/>
              <a:ext cx="78300" cy="32475"/>
            </a:xfrm>
            <a:custGeom>
              <a:rect b="b" l="l" r="r" t="t"/>
              <a:pathLst>
                <a:path extrusionOk="0" h="1299" w="3132">
                  <a:moveTo>
                    <a:pt x="3000" y="0"/>
                  </a:moveTo>
                  <a:cubicBezTo>
                    <a:pt x="1905" y="262"/>
                    <a:pt x="881" y="667"/>
                    <a:pt x="0" y="1298"/>
                  </a:cubicBezTo>
                  <a:cubicBezTo>
                    <a:pt x="964" y="774"/>
                    <a:pt x="2024" y="417"/>
                    <a:pt x="3131" y="227"/>
                  </a:cubicBezTo>
                  <a:cubicBezTo>
                    <a:pt x="3096" y="155"/>
                    <a:pt x="3048" y="72"/>
                    <a:pt x="3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40"/>
            <p:cNvSpPr/>
            <p:nvPr/>
          </p:nvSpPr>
          <p:spPr>
            <a:xfrm>
              <a:off x="3485850" y="1532800"/>
              <a:ext cx="439950" cy="528325"/>
            </a:xfrm>
            <a:custGeom>
              <a:rect b="b" l="l" r="r" t="t"/>
              <a:pathLst>
                <a:path extrusionOk="0" h="21133" w="17598">
                  <a:moveTo>
                    <a:pt x="4310" y="4190"/>
                  </a:moveTo>
                  <a:cubicBezTo>
                    <a:pt x="5489" y="4190"/>
                    <a:pt x="6441" y="5142"/>
                    <a:pt x="6441" y="6309"/>
                  </a:cubicBezTo>
                  <a:cubicBezTo>
                    <a:pt x="6441" y="6523"/>
                    <a:pt x="6394" y="6726"/>
                    <a:pt x="6334" y="6928"/>
                  </a:cubicBezTo>
                  <a:cubicBezTo>
                    <a:pt x="6977" y="6535"/>
                    <a:pt x="7715" y="6309"/>
                    <a:pt x="8525" y="6309"/>
                  </a:cubicBezTo>
                  <a:cubicBezTo>
                    <a:pt x="10847" y="6309"/>
                    <a:pt x="12728" y="8190"/>
                    <a:pt x="12728" y="10524"/>
                  </a:cubicBezTo>
                  <a:cubicBezTo>
                    <a:pt x="12728" y="12846"/>
                    <a:pt x="10847" y="14727"/>
                    <a:pt x="8525" y="14727"/>
                  </a:cubicBezTo>
                  <a:cubicBezTo>
                    <a:pt x="6191" y="14727"/>
                    <a:pt x="4310" y="12846"/>
                    <a:pt x="4310" y="10524"/>
                  </a:cubicBezTo>
                  <a:cubicBezTo>
                    <a:pt x="4310" y="9714"/>
                    <a:pt x="4536" y="8976"/>
                    <a:pt x="4929" y="8333"/>
                  </a:cubicBezTo>
                  <a:lnTo>
                    <a:pt x="4929" y="8333"/>
                  </a:lnTo>
                  <a:cubicBezTo>
                    <a:pt x="4727" y="8393"/>
                    <a:pt x="4524" y="8440"/>
                    <a:pt x="4310" y="8440"/>
                  </a:cubicBezTo>
                  <a:cubicBezTo>
                    <a:pt x="3131" y="8440"/>
                    <a:pt x="2179" y="7488"/>
                    <a:pt x="2179" y="6309"/>
                  </a:cubicBezTo>
                  <a:cubicBezTo>
                    <a:pt x="2179" y="5142"/>
                    <a:pt x="3131" y="4190"/>
                    <a:pt x="4310" y="4190"/>
                  </a:cubicBezTo>
                  <a:close/>
                  <a:moveTo>
                    <a:pt x="14490" y="12608"/>
                  </a:moveTo>
                  <a:cubicBezTo>
                    <a:pt x="15454" y="12608"/>
                    <a:pt x="16240" y="13393"/>
                    <a:pt x="16240" y="14358"/>
                  </a:cubicBezTo>
                  <a:cubicBezTo>
                    <a:pt x="16240" y="15334"/>
                    <a:pt x="15454" y="16120"/>
                    <a:pt x="14490" y="16120"/>
                  </a:cubicBezTo>
                  <a:cubicBezTo>
                    <a:pt x="13514" y="16120"/>
                    <a:pt x="12728" y="15334"/>
                    <a:pt x="12728" y="14358"/>
                  </a:cubicBezTo>
                  <a:cubicBezTo>
                    <a:pt x="12728" y="13393"/>
                    <a:pt x="13514" y="12608"/>
                    <a:pt x="14490" y="12608"/>
                  </a:cubicBezTo>
                  <a:close/>
                  <a:moveTo>
                    <a:pt x="10254" y="0"/>
                  </a:moveTo>
                  <a:cubicBezTo>
                    <a:pt x="9835" y="0"/>
                    <a:pt x="9436" y="128"/>
                    <a:pt x="9013" y="380"/>
                  </a:cubicBezTo>
                  <a:cubicBezTo>
                    <a:pt x="7215" y="1463"/>
                    <a:pt x="5346" y="2440"/>
                    <a:pt x="3536" y="3511"/>
                  </a:cubicBezTo>
                  <a:cubicBezTo>
                    <a:pt x="3072" y="3785"/>
                    <a:pt x="2572" y="4202"/>
                    <a:pt x="2358" y="4678"/>
                  </a:cubicBezTo>
                  <a:cubicBezTo>
                    <a:pt x="714" y="8250"/>
                    <a:pt x="0" y="11929"/>
                    <a:pt x="1179" y="15822"/>
                  </a:cubicBezTo>
                  <a:cubicBezTo>
                    <a:pt x="2069" y="18784"/>
                    <a:pt x="5059" y="20782"/>
                    <a:pt x="8079" y="20782"/>
                  </a:cubicBezTo>
                  <a:cubicBezTo>
                    <a:pt x="8531" y="20782"/>
                    <a:pt x="8983" y="20737"/>
                    <a:pt x="9430" y="20644"/>
                  </a:cubicBezTo>
                  <a:lnTo>
                    <a:pt x="9430" y="20918"/>
                  </a:lnTo>
                  <a:lnTo>
                    <a:pt x="9632" y="20918"/>
                  </a:lnTo>
                  <a:cubicBezTo>
                    <a:pt x="9430" y="21001"/>
                    <a:pt x="9227" y="21073"/>
                    <a:pt x="9025" y="21132"/>
                  </a:cubicBezTo>
                  <a:cubicBezTo>
                    <a:pt x="13799" y="20823"/>
                    <a:pt x="17598" y="16203"/>
                    <a:pt x="17598" y="10560"/>
                  </a:cubicBezTo>
                  <a:cubicBezTo>
                    <a:pt x="17598" y="7535"/>
                    <a:pt x="16669" y="4618"/>
                    <a:pt x="15014" y="2606"/>
                  </a:cubicBezTo>
                  <a:lnTo>
                    <a:pt x="14585" y="2606"/>
                  </a:lnTo>
                  <a:cubicBezTo>
                    <a:pt x="13704" y="1475"/>
                    <a:pt x="12537" y="654"/>
                    <a:pt x="11049" y="142"/>
                  </a:cubicBezTo>
                  <a:cubicBezTo>
                    <a:pt x="10770" y="47"/>
                    <a:pt x="10509" y="0"/>
                    <a:pt x="10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40"/>
            <p:cNvSpPr/>
            <p:nvPr/>
          </p:nvSpPr>
          <p:spPr>
            <a:xfrm>
              <a:off x="3579600" y="1533350"/>
              <a:ext cx="111050" cy="65525"/>
            </a:xfrm>
            <a:custGeom>
              <a:rect b="b" l="l" r="r" t="t"/>
              <a:pathLst>
                <a:path extrusionOk="0" h="2621" w="4442">
                  <a:moveTo>
                    <a:pt x="4346" y="1"/>
                  </a:moveTo>
                  <a:cubicBezTo>
                    <a:pt x="3239" y="191"/>
                    <a:pt x="2179" y="548"/>
                    <a:pt x="1215" y="1072"/>
                  </a:cubicBezTo>
                  <a:cubicBezTo>
                    <a:pt x="774" y="1382"/>
                    <a:pt x="358" y="1739"/>
                    <a:pt x="1" y="2180"/>
                  </a:cubicBezTo>
                  <a:cubicBezTo>
                    <a:pt x="96" y="2334"/>
                    <a:pt x="191" y="2477"/>
                    <a:pt x="286" y="2620"/>
                  </a:cubicBezTo>
                  <a:cubicBezTo>
                    <a:pt x="1679" y="1799"/>
                    <a:pt x="3060" y="977"/>
                    <a:pt x="4442" y="155"/>
                  </a:cubicBezTo>
                  <a:cubicBezTo>
                    <a:pt x="4418" y="96"/>
                    <a:pt x="4382" y="48"/>
                    <a:pt x="43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40"/>
            <p:cNvSpPr/>
            <p:nvPr/>
          </p:nvSpPr>
          <p:spPr>
            <a:xfrm>
              <a:off x="3472750" y="1692300"/>
              <a:ext cx="18475" cy="80700"/>
            </a:xfrm>
            <a:custGeom>
              <a:rect b="b" l="l" r="r" t="t"/>
              <a:pathLst>
                <a:path extrusionOk="0" h="3228" w="739">
                  <a:moveTo>
                    <a:pt x="738" y="1"/>
                  </a:moveTo>
                  <a:lnTo>
                    <a:pt x="738" y="1"/>
                  </a:lnTo>
                  <a:cubicBezTo>
                    <a:pt x="346" y="989"/>
                    <a:pt x="95" y="2072"/>
                    <a:pt x="0" y="3227"/>
                  </a:cubicBezTo>
                  <a:cubicBezTo>
                    <a:pt x="155" y="2156"/>
                    <a:pt x="405" y="1072"/>
                    <a:pt x="738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40"/>
            <p:cNvSpPr/>
            <p:nvPr/>
          </p:nvSpPr>
          <p:spPr>
            <a:xfrm>
              <a:off x="3593600" y="1690525"/>
              <a:ext cx="210450" cy="210450"/>
            </a:xfrm>
            <a:custGeom>
              <a:rect b="b" l="l" r="r" t="t"/>
              <a:pathLst>
                <a:path extrusionOk="0" h="8418" w="8418">
                  <a:moveTo>
                    <a:pt x="4215" y="0"/>
                  </a:moveTo>
                  <a:cubicBezTo>
                    <a:pt x="3405" y="0"/>
                    <a:pt x="2667" y="226"/>
                    <a:pt x="2024" y="619"/>
                  </a:cubicBezTo>
                  <a:cubicBezTo>
                    <a:pt x="1822" y="1298"/>
                    <a:pt x="1298" y="1822"/>
                    <a:pt x="619" y="2024"/>
                  </a:cubicBezTo>
                  <a:cubicBezTo>
                    <a:pt x="226" y="2667"/>
                    <a:pt x="0" y="3405"/>
                    <a:pt x="0" y="4215"/>
                  </a:cubicBezTo>
                  <a:cubicBezTo>
                    <a:pt x="0" y="6537"/>
                    <a:pt x="1881" y="8418"/>
                    <a:pt x="4215" y="8418"/>
                  </a:cubicBezTo>
                  <a:cubicBezTo>
                    <a:pt x="6537" y="8418"/>
                    <a:pt x="8418" y="6537"/>
                    <a:pt x="8418" y="4215"/>
                  </a:cubicBezTo>
                  <a:cubicBezTo>
                    <a:pt x="8418" y="1881"/>
                    <a:pt x="6537" y="0"/>
                    <a:pt x="4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40"/>
            <p:cNvSpPr/>
            <p:nvPr/>
          </p:nvSpPr>
          <p:spPr>
            <a:xfrm>
              <a:off x="3540300" y="1637525"/>
              <a:ext cx="106600" cy="106300"/>
            </a:xfrm>
            <a:custGeom>
              <a:rect b="b" l="l" r="r" t="t"/>
              <a:pathLst>
                <a:path extrusionOk="0" h="4252" w="4264">
                  <a:moveTo>
                    <a:pt x="2132" y="1"/>
                  </a:moveTo>
                  <a:cubicBezTo>
                    <a:pt x="953" y="1"/>
                    <a:pt x="1" y="953"/>
                    <a:pt x="1" y="2120"/>
                  </a:cubicBezTo>
                  <a:cubicBezTo>
                    <a:pt x="1" y="3299"/>
                    <a:pt x="953" y="4251"/>
                    <a:pt x="2132" y="4251"/>
                  </a:cubicBezTo>
                  <a:cubicBezTo>
                    <a:pt x="2346" y="4251"/>
                    <a:pt x="2549" y="4204"/>
                    <a:pt x="2751" y="4144"/>
                  </a:cubicBezTo>
                  <a:cubicBezTo>
                    <a:pt x="3430" y="3942"/>
                    <a:pt x="3954" y="3418"/>
                    <a:pt x="4156" y="2739"/>
                  </a:cubicBezTo>
                  <a:cubicBezTo>
                    <a:pt x="4216" y="2537"/>
                    <a:pt x="4263" y="2334"/>
                    <a:pt x="4263" y="2120"/>
                  </a:cubicBezTo>
                  <a:cubicBezTo>
                    <a:pt x="4263" y="953"/>
                    <a:pt x="3311" y="1"/>
                    <a:pt x="21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40"/>
            <p:cNvSpPr/>
            <p:nvPr/>
          </p:nvSpPr>
          <p:spPr>
            <a:xfrm>
              <a:off x="3804025" y="1847975"/>
              <a:ext cx="87850" cy="87825"/>
            </a:xfrm>
            <a:custGeom>
              <a:rect b="b" l="l" r="r" t="t"/>
              <a:pathLst>
                <a:path extrusionOk="0" h="3513" w="3514">
                  <a:moveTo>
                    <a:pt x="1763" y="1"/>
                  </a:moveTo>
                  <a:cubicBezTo>
                    <a:pt x="787" y="1"/>
                    <a:pt x="1" y="786"/>
                    <a:pt x="1" y="1751"/>
                  </a:cubicBezTo>
                  <a:cubicBezTo>
                    <a:pt x="1" y="2727"/>
                    <a:pt x="787" y="3513"/>
                    <a:pt x="1763" y="3513"/>
                  </a:cubicBezTo>
                  <a:cubicBezTo>
                    <a:pt x="2727" y="3513"/>
                    <a:pt x="3513" y="2727"/>
                    <a:pt x="3513" y="1751"/>
                  </a:cubicBezTo>
                  <a:cubicBezTo>
                    <a:pt x="3513" y="786"/>
                    <a:pt x="2727" y="1"/>
                    <a:pt x="17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40"/>
            <p:cNvSpPr/>
            <p:nvPr/>
          </p:nvSpPr>
          <p:spPr>
            <a:xfrm>
              <a:off x="3999000" y="4384600"/>
              <a:ext cx="122075" cy="78000"/>
            </a:xfrm>
            <a:custGeom>
              <a:rect b="b" l="l" r="r" t="t"/>
              <a:pathLst>
                <a:path extrusionOk="0" h="3120" w="4883">
                  <a:moveTo>
                    <a:pt x="0" y="0"/>
                  </a:moveTo>
                  <a:lnTo>
                    <a:pt x="0" y="0"/>
                  </a:lnTo>
                  <a:cubicBezTo>
                    <a:pt x="1632" y="1048"/>
                    <a:pt x="3299" y="2108"/>
                    <a:pt x="4882" y="3120"/>
                  </a:cubicBezTo>
                  <a:cubicBezTo>
                    <a:pt x="3715" y="2334"/>
                    <a:pt x="2548" y="1560"/>
                    <a:pt x="1346" y="834"/>
                  </a:cubicBezTo>
                  <a:cubicBezTo>
                    <a:pt x="893" y="560"/>
                    <a:pt x="453" y="286"/>
                    <a:pt x="0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40"/>
            <p:cNvSpPr/>
            <p:nvPr/>
          </p:nvSpPr>
          <p:spPr>
            <a:xfrm>
              <a:off x="3575125" y="3609800"/>
              <a:ext cx="937950" cy="948050"/>
            </a:xfrm>
            <a:custGeom>
              <a:rect b="b" l="l" r="r" t="t"/>
              <a:pathLst>
                <a:path extrusionOk="0" h="37922" w="37518">
                  <a:moveTo>
                    <a:pt x="30588" y="0"/>
                  </a:moveTo>
                  <a:cubicBezTo>
                    <a:pt x="28302" y="108"/>
                    <a:pt x="26659" y="1358"/>
                    <a:pt x="24706" y="2537"/>
                  </a:cubicBezTo>
                  <a:cubicBezTo>
                    <a:pt x="24897" y="2167"/>
                    <a:pt x="25004" y="1941"/>
                    <a:pt x="25099" y="1751"/>
                  </a:cubicBezTo>
                  <a:lnTo>
                    <a:pt x="25099" y="1751"/>
                  </a:lnTo>
                  <a:cubicBezTo>
                    <a:pt x="21837" y="3810"/>
                    <a:pt x="18241" y="6085"/>
                    <a:pt x="14479" y="8454"/>
                  </a:cubicBezTo>
                  <a:cubicBezTo>
                    <a:pt x="14479" y="8454"/>
                    <a:pt x="15205" y="7871"/>
                    <a:pt x="16503" y="6870"/>
                  </a:cubicBezTo>
                  <a:cubicBezTo>
                    <a:pt x="17539" y="6073"/>
                    <a:pt x="18956" y="5013"/>
                    <a:pt x="20670" y="3787"/>
                  </a:cubicBezTo>
                  <a:lnTo>
                    <a:pt x="20670" y="3787"/>
                  </a:lnTo>
                  <a:cubicBezTo>
                    <a:pt x="20265" y="4013"/>
                    <a:pt x="19873" y="4227"/>
                    <a:pt x="19468" y="4442"/>
                  </a:cubicBezTo>
                  <a:cubicBezTo>
                    <a:pt x="19432" y="4382"/>
                    <a:pt x="19384" y="4322"/>
                    <a:pt x="19349" y="4263"/>
                  </a:cubicBezTo>
                  <a:cubicBezTo>
                    <a:pt x="20242" y="3560"/>
                    <a:pt x="21123" y="2858"/>
                    <a:pt x="22004" y="2167"/>
                  </a:cubicBezTo>
                  <a:cubicBezTo>
                    <a:pt x="21956" y="2084"/>
                    <a:pt x="21908" y="1989"/>
                    <a:pt x="21861" y="1905"/>
                  </a:cubicBezTo>
                  <a:cubicBezTo>
                    <a:pt x="17503" y="3477"/>
                    <a:pt x="13610" y="5954"/>
                    <a:pt x="9407" y="8418"/>
                  </a:cubicBezTo>
                  <a:cubicBezTo>
                    <a:pt x="11705" y="13824"/>
                    <a:pt x="13943" y="19134"/>
                    <a:pt x="16193" y="24456"/>
                  </a:cubicBezTo>
                  <a:cubicBezTo>
                    <a:pt x="13134" y="19586"/>
                    <a:pt x="11098" y="14240"/>
                    <a:pt x="8871" y="8704"/>
                  </a:cubicBezTo>
                  <a:cubicBezTo>
                    <a:pt x="5871" y="10466"/>
                    <a:pt x="3013" y="12133"/>
                    <a:pt x="1" y="13895"/>
                  </a:cubicBezTo>
                  <a:cubicBezTo>
                    <a:pt x="1501" y="15538"/>
                    <a:pt x="2882" y="17110"/>
                    <a:pt x="4323" y="18610"/>
                  </a:cubicBezTo>
                  <a:cubicBezTo>
                    <a:pt x="10014" y="24551"/>
                    <a:pt x="16408" y="29635"/>
                    <a:pt x="23218" y="34231"/>
                  </a:cubicBezTo>
                  <a:cubicBezTo>
                    <a:pt x="24992" y="35433"/>
                    <a:pt x="26754" y="36672"/>
                    <a:pt x="28505" y="37922"/>
                  </a:cubicBezTo>
                  <a:lnTo>
                    <a:pt x="37518" y="37922"/>
                  </a:lnTo>
                  <a:lnTo>
                    <a:pt x="37518" y="33028"/>
                  </a:lnTo>
                  <a:cubicBezTo>
                    <a:pt x="36529" y="32147"/>
                    <a:pt x="35660" y="31159"/>
                    <a:pt x="35077" y="29980"/>
                  </a:cubicBezTo>
                  <a:cubicBezTo>
                    <a:pt x="34136" y="28075"/>
                    <a:pt x="34065" y="25873"/>
                    <a:pt x="34041" y="23753"/>
                  </a:cubicBezTo>
                  <a:cubicBezTo>
                    <a:pt x="33934" y="16550"/>
                    <a:pt x="34100" y="9347"/>
                    <a:pt x="34553" y="2156"/>
                  </a:cubicBezTo>
                  <a:lnTo>
                    <a:pt x="34553" y="2156"/>
                  </a:lnTo>
                  <a:cubicBezTo>
                    <a:pt x="32184" y="3620"/>
                    <a:pt x="29124" y="5465"/>
                    <a:pt x="25730" y="7335"/>
                  </a:cubicBezTo>
                  <a:cubicBezTo>
                    <a:pt x="25730" y="7335"/>
                    <a:pt x="26076" y="7013"/>
                    <a:pt x="26731" y="6477"/>
                  </a:cubicBezTo>
                  <a:cubicBezTo>
                    <a:pt x="27385" y="5930"/>
                    <a:pt x="28350" y="5180"/>
                    <a:pt x="29552" y="4322"/>
                  </a:cubicBezTo>
                  <a:cubicBezTo>
                    <a:pt x="30576" y="3608"/>
                    <a:pt x="31791" y="2822"/>
                    <a:pt x="33136" y="2036"/>
                  </a:cubicBezTo>
                  <a:lnTo>
                    <a:pt x="33136" y="2036"/>
                  </a:lnTo>
                  <a:cubicBezTo>
                    <a:pt x="30874" y="3001"/>
                    <a:pt x="28624" y="3953"/>
                    <a:pt x="26361" y="4918"/>
                  </a:cubicBezTo>
                  <a:cubicBezTo>
                    <a:pt x="24933" y="5704"/>
                    <a:pt x="23456" y="6501"/>
                    <a:pt x="21932" y="7311"/>
                  </a:cubicBezTo>
                  <a:cubicBezTo>
                    <a:pt x="21932" y="7311"/>
                    <a:pt x="22563" y="6835"/>
                    <a:pt x="23683" y="6049"/>
                  </a:cubicBezTo>
                  <a:lnTo>
                    <a:pt x="23683" y="6049"/>
                  </a:lnTo>
                  <a:cubicBezTo>
                    <a:pt x="23290" y="6227"/>
                    <a:pt x="22885" y="6394"/>
                    <a:pt x="22492" y="6561"/>
                  </a:cubicBezTo>
                  <a:cubicBezTo>
                    <a:pt x="23837" y="5573"/>
                    <a:pt x="25183" y="4572"/>
                    <a:pt x="26528" y="3572"/>
                  </a:cubicBezTo>
                  <a:lnTo>
                    <a:pt x="26528" y="3572"/>
                  </a:lnTo>
                  <a:cubicBezTo>
                    <a:pt x="23611" y="5394"/>
                    <a:pt x="20444" y="7335"/>
                    <a:pt x="17098" y="9311"/>
                  </a:cubicBezTo>
                  <a:cubicBezTo>
                    <a:pt x="17098" y="9311"/>
                    <a:pt x="19968" y="7073"/>
                    <a:pt x="24635" y="3906"/>
                  </a:cubicBezTo>
                  <a:cubicBezTo>
                    <a:pt x="26385" y="2715"/>
                    <a:pt x="28385" y="1382"/>
                    <a:pt x="30588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40"/>
            <p:cNvSpPr/>
            <p:nvPr/>
          </p:nvSpPr>
          <p:spPr>
            <a:xfrm>
              <a:off x="3985300" y="4375675"/>
              <a:ext cx="10150" cy="6575"/>
            </a:xfrm>
            <a:custGeom>
              <a:rect b="b" l="l" r="r" t="t"/>
              <a:pathLst>
                <a:path extrusionOk="0" h="263" w="406">
                  <a:moveTo>
                    <a:pt x="1" y="0"/>
                  </a:moveTo>
                  <a:cubicBezTo>
                    <a:pt x="24" y="16"/>
                    <a:pt x="47" y="31"/>
                    <a:pt x="74" y="47"/>
                  </a:cubicBezTo>
                  <a:lnTo>
                    <a:pt x="74" y="47"/>
                  </a:lnTo>
                  <a:cubicBezTo>
                    <a:pt x="49" y="31"/>
                    <a:pt x="25" y="16"/>
                    <a:pt x="1" y="0"/>
                  </a:cubicBezTo>
                  <a:close/>
                  <a:moveTo>
                    <a:pt x="74" y="47"/>
                  </a:moveTo>
                  <a:lnTo>
                    <a:pt x="74" y="47"/>
                  </a:lnTo>
                  <a:cubicBezTo>
                    <a:pt x="181" y="115"/>
                    <a:pt x="289" y="185"/>
                    <a:pt x="406" y="262"/>
                  </a:cubicBezTo>
                  <a:cubicBezTo>
                    <a:pt x="310" y="191"/>
                    <a:pt x="215" y="131"/>
                    <a:pt x="120" y="72"/>
                  </a:cubicBezTo>
                  <a:cubicBezTo>
                    <a:pt x="103" y="63"/>
                    <a:pt x="88" y="55"/>
                    <a:pt x="74" y="47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40"/>
            <p:cNvSpPr/>
            <p:nvPr/>
          </p:nvSpPr>
          <p:spPr>
            <a:xfrm>
              <a:off x="3526025" y="3935725"/>
              <a:ext cx="18175" cy="21750"/>
            </a:xfrm>
            <a:custGeom>
              <a:rect b="b" l="l" r="r" t="t"/>
              <a:pathLst>
                <a:path extrusionOk="0" h="870" w="727">
                  <a:moveTo>
                    <a:pt x="0" y="1"/>
                  </a:moveTo>
                  <a:lnTo>
                    <a:pt x="0" y="1"/>
                  </a:lnTo>
                  <a:cubicBezTo>
                    <a:pt x="143" y="179"/>
                    <a:pt x="393" y="489"/>
                    <a:pt x="727" y="870"/>
                  </a:cubicBezTo>
                  <a:cubicBezTo>
                    <a:pt x="501" y="560"/>
                    <a:pt x="274" y="263"/>
                    <a:pt x="0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40"/>
            <p:cNvSpPr/>
            <p:nvPr/>
          </p:nvSpPr>
          <p:spPr>
            <a:xfrm>
              <a:off x="4234150" y="3569025"/>
              <a:ext cx="278625" cy="163725"/>
            </a:xfrm>
            <a:custGeom>
              <a:rect b="b" l="l" r="r" t="t"/>
              <a:pathLst>
                <a:path extrusionOk="0" h="6549" w="11145">
                  <a:moveTo>
                    <a:pt x="11145" y="0"/>
                  </a:moveTo>
                  <a:cubicBezTo>
                    <a:pt x="10907" y="143"/>
                    <a:pt x="10657" y="298"/>
                    <a:pt x="10406" y="453"/>
                  </a:cubicBezTo>
                  <a:cubicBezTo>
                    <a:pt x="7632" y="2167"/>
                    <a:pt x="4049" y="4310"/>
                    <a:pt x="0" y="6549"/>
                  </a:cubicBezTo>
                  <a:cubicBezTo>
                    <a:pt x="2263" y="5584"/>
                    <a:pt x="4513" y="4632"/>
                    <a:pt x="6775" y="3667"/>
                  </a:cubicBezTo>
                  <a:cubicBezTo>
                    <a:pt x="8109" y="2905"/>
                    <a:pt x="9573" y="2143"/>
                    <a:pt x="11145" y="1465"/>
                  </a:cubicBezTo>
                  <a:lnTo>
                    <a:pt x="1114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40"/>
            <p:cNvSpPr/>
            <p:nvPr/>
          </p:nvSpPr>
          <p:spPr>
            <a:xfrm>
              <a:off x="4137100" y="3522575"/>
              <a:ext cx="375675" cy="251250"/>
            </a:xfrm>
            <a:custGeom>
              <a:rect b="b" l="l" r="r" t="t"/>
              <a:pathLst>
                <a:path extrusionOk="0" h="10050" w="15027">
                  <a:moveTo>
                    <a:pt x="15027" y="1"/>
                  </a:moveTo>
                  <a:cubicBezTo>
                    <a:pt x="14360" y="453"/>
                    <a:pt x="13634" y="930"/>
                    <a:pt x="12860" y="1430"/>
                  </a:cubicBezTo>
                  <a:cubicBezTo>
                    <a:pt x="10383" y="3061"/>
                    <a:pt x="7383" y="4978"/>
                    <a:pt x="4049" y="7061"/>
                  </a:cubicBezTo>
                  <a:cubicBezTo>
                    <a:pt x="2704" y="8073"/>
                    <a:pt x="1358" y="9062"/>
                    <a:pt x="1" y="10050"/>
                  </a:cubicBezTo>
                  <a:cubicBezTo>
                    <a:pt x="406" y="9883"/>
                    <a:pt x="799" y="9716"/>
                    <a:pt x="1204" y="9538"/>
                  </a:cubicBezTo>
                  <a:cubicBezTo>
                    <a:pt x="2251" y="8812"/>
                    <a:pt x="3728" y="7811"/>
                    <a:pt x="5549" y="6645"/>
                  </a:cubicBezTo>
                  <a:cubicBezTo>
                    <a:pt x="7276" y="5537"/>
                    <a:pt x="9300" y="4287"/>
                    <a:pt x="11550" y="3001"/>
                  </a:cubicBezTo>
                  <a:cubicBezTo>
                    <a:pt x="12669" y="2156"/>
                    <a:pt x="13836" y="1370"/>
                    <a:pt x="15027" y="608"/>
                  </a:cubicBezTo>
                  <a:lnTo>
                    <a:pt x="15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40"/>
            <p:cNvSpPr/>
            <p:nvPr/>
          </p:nvSpPr>
          <p:spPr>
            <a:xfrm>
              <a:off x="4423450" y="3617250"/>
              <a:ext cx="89325" cy="818575"/>
            </a:xfrm>
            <a:custGeom>
              <a:rect b="b" l="l" r="r" t="t"/>
              <a:pathLst>
                <a:path extrusionOk="0" h="32743" w="3573">
                  <a:moveTo>
                    <a:pt x="3573" y="0"/>
                  </a:moveTo>
                  <a:cubicBezTo>
                    <a:pt x="2989" y="381"/>
                    <a:pt x="2287" y="822"/>
                    <a:pt x="1477" y="1322"/>
                  </a:cubicBezTo>
                  <a:cubicBezTo>
                    <a:pt x="1203" y="1500"/>
                    <a:pt x="918" y="1679"/>
                    <a:pt x="620" y="1858"/>
                  </a:cubicBezTo>
                  <a:cubicBezTo>
                    <a:pt x="167" y="9049"/>
                    <a:pt x="1" y="16252"/>
                    <a:pt x="108" y="23455"/>
                  </a:cubicBezTo>
                  <a:cubicBezTo>
                    <a:pt x="132" y="25575"/>
                    <a:pt x="203" y="27777"/>
                    <a:pt x="1144" y="29682"/>
                  </a:cubicBezTo>
                  <a:cubicBezTo>
                    <a:pt x="1727" y="30861"/>
                    <a:pt x="2596" y="31849"/>
                    <a:pt x="3573" y="32742"/>
                  </a:cubicBezTo>
                  <a:lnTo>
                    <a:pt x="357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40"/>
            <p:cNvSpPr/>
            <p:nvPr/>
          </p:nvSpPr>
          <p:spPr>
            <a:xfrm>
              <a:off x="3566500" y="4285825"/>
              <a:ext cx="691175" cy="272025"/>
            </a:xfrm>
            <a:custGeom>
              <a:rect b="b" l="l" r="r" t="t"/>
              <a:pathLst>
                <a:path extrusionOk="0" h="10881" w="27647">
                  <a:moveTo>
                    <a:pt x="11304" y="0"/>
                  </a:moveTo>
                  <a:cubicBezTo>
                    <a:pt x="8841" y="0"/>
                    <a:pt x="6285" y="1129"/>
                    <a:pt x="4489" y="2880"/>
                  </a:cubicBezTo>
                  <a:cubicBezTo>
                    <a:pt x="2275" y="5047"/>
                    <a:pt x="965" y="7916"/>
                    <a:pt x="1" y="10881"/>
                  </a:cubicBezTo>
                  <a:lnTo>
                    <a:pt x="27647" y="10881"/>
                  </a:lnTo>
                  <a:cubicBezTo>
                    <a:pt x="25837" y="9595"/>
                    <a:pt x="24028" y="8309"/>
                    <a:pt x="22182" y="7071"/>
                  </a:cubicBezTo>
                  <a:cubicBezTo>
                    <a:pt x="20599" y="6059"/>
                    <a:pt x="18932" y="4999"/>
                    <a:pt x="17300" y="3951"/>
                  </a:cubicBezTo>
                  <a:cubicBezTo>
                    <a:pt x="17253" y="3916"/>
                    <a:pt x="17205" y="3880"/>
                    <a:pt x="17146" y="3856"/>
                  </a:cubicBezTo>
                  <a:cubicBezTo>
                    <a:pt x="17050" y="3785"/>
                    <a:pt x="16955" y="3725"/>
                    <a:pt x="16860" y="3666"/>
                  </a:cubicBezTo>
                  <a:cubicBezTo>
                    <a:pt x="16824" y="3642"/>
                    <a:pt x="16789" y="3618"/>
                    <a:pt x="16753" y="3594"/>
                  </a:cubicBezTo>
                  <a:cubicBezTo>
                    <a:pt x="15014" y="2463"/>
                    <a:pt x="13324" y="1272"/>
                    <a:pt x="11705" y="10"/>
                  </a:cubicBezTo>
                  <a:cubicBezTo>
                    <a:pt x="11571" y="4"/>
                    <a:pt x="11438" y="0"/>
                    <a:pt x="1130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40"/>
            <p:cNvSpPr/>
            <p:nvPr/>
          </p:nvSpPr>
          <p:spPr>
            <a:xfrm>
              <a:off x="2680975" y="4226550"/>
              <a:ext cx="543550" cy="331300"/>
            </a:xfrm>
            <a:custGeom>
              <a:rect b="b" l="l" r="r" t="t"/>
              <a:pathLst>
                <a:path extrusionOk="0" h="13252" w="21742">
                  <a:moveTo>
                    <a:pt x="17491" y="0"/>
                  </a:moveTo>
                  <a:cubicBezTo>
                    <a:pt x="16896" y="357"/>
                    <a:pt x="16312" y="679"/>
                    <a:pt x="15764" y="1048"/>
                  </a:cubicBezTo>
                  <a:cubicBezTo>
                    <a:pt x="10157" y="4667"/>
                    <a:pt x="5085" y="8966"/>
                    <a:pt x="1" y="13252"/>
                  </a:cubicBezTo>
                  <a:lnTo>
                    <a:pt x="3275" y="13252"/>
                  </a:lnTo>
                  <a:cubicBezTo>
                    <a:pt x="6716" y="10394"/>
                    <a:pt x="10335" y="7751"/>
                    <a:pt x="13955" y="5120"/>
                  </a:cubicBezTo>
                  <a:cubicBezTo>
                    <a:pt x="14014" y="5191"/>
                    <a:pt x="14074" y="5263"/>
                    <a:pt x="14133" y="5334"/>
                  </a:cubicBezTo>
                  <a:cubicBezTo>
                    <a:pt x="10835" y="7977"/>
                    <a:pt x="7525" y="10621"/>
                    <a:pt x="4227" y="13252"/>
                  </a:cubicBezTo>
                  <a:lnTo>
                    <a:pt x="21741" y="13252"/>
                  </a:lnTo>
                  <a:cubicBezTo>
                    <a:pt x="20134" y="9442"/>
                    <a:pt x="18884" y="5560"/>
                    <a:pt x="19717" y="1274"/>
                  </a:cubicBezTo>
                  <a:cubicBezTo>
                    <a:pt x="18955" y="834"/>
                    <a:pt x="18265" y="441"/>
                    <a:pt x="1749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40"/>
            <p:cNvSpPr/>
            <p:nvPr/>
          </p:nvSpPr>
          <p:spPr>
            <a:xfrm>
              <a:off x="3185800" y="3662775"/>
              <a:ext cx="673325" cy="895075"/>
            </a:xfrm>
            <a:custGeom>
              <a:rect b="b" l="l" r="r" t="t"/>
              <a:pathLst>
                <a:path extrusionOk="0" h="35803" w="26933">
                  <a:moveTo>
                    <a:pt x="6085" y="9180"/>
                  </a:moveTo>
                  <a:cubicBezTo>
                    <a:pt x="4620" y="14562"/>
                    <a:pt x="3156" y="19944"/>
                    <a:pt x="1679" y="25325"/>
                  </a:cubicBezTo>
                  <a:cubicBezTo>
                    <a:pt x="2513" y="19741"/>
                    <a:pt x="3811" y="14276"/>
                    <a:pt x="6085" y="9180"/>
                  </a:cubicBezTo>
                  <a:close/>
                  <a:moveTo>
                    <a:pt x="9811" y="1"/>
                  </a:moveTo>
                  <a:cubicBezTo>
                    <a:pt x="9323" y="346"/>
                    <a:pt x="8930" y="489"/>
                    <a:pt x="8776" y="763"/>
                  </a:cubicBezTo>
                  <a:cubicBezTo>
                    <a:pt x="7633" y="2799"/>
                    <a:pt x="6251" y="4763"/>
                    <a:pt x="5477" y="6930"/>
                  </a:cubicBezTo>
                  <a:cubicBezTo>
                    <a:pt x="3525" y="12431"/>
                    <a:pt x="1560" y="17932"/>
                    <a:pt x="477" y="23694"/>
                  </a:cubicBezTo>
                  <a:cubicBezTo>
                    <a:pt x="1" y="26183"/>
                    <a:pt x="48" y="28623"/>
                    <a:pt x="751" y="31076"/>
                  </a:cubicBezTo>
                  <a:cubicBezTo>
                    <a:pt x="1227" y="32707"/>
                    <a:pt x="1810" y="34279"/>
                    <a:pt x="2489" y="35803"/>
                  </a:cubicBezTo>
                  <a:lnTo>
                    <a:pt x="15229" y="35803"/>
                  </a:lnTo>
                  <a:cubicBezTo>
                    <a:pt x="16193" y="32838"/>
                    <a:pt x="17503" y="29969"/>
                    <a:pt x="19705" y="27802"/>
                  </a:cubicBezTo>
                  <a:cubicBezTo>
                    <a:pt x="21512" y="26051"/>
                    <a:pt x="24069" y="24922"/>
                    <a:pt x="26532" y="24922"/>
                  </a:cubicBezTo>
                  <a:cubicBezTo>
                    <a:pt x="26666" y="24922"/>
                    <a:pt x="26799" y="24926"/>
                    <a:pt x="26933" y="24932"/>
                  </a:cubicBezTo>
                  <a:cubicBezTo>
                    <a:pt x="22396" y="21408"/>
                    <a:pt x="18360" y="17348"/>
                    <a:pt x="14919" y="12609"/>
                  </a:cubicBezTo>
                  <a:cubicBezTo>
                    <a:pt x="14729" y="12348"/>
                    <a:pt x="14538" y="12062"/>
                    <a:pt x="14336" y="11788"/>
                  </a:cubicBezTo>
                  <a:cubicBezTo>
                    <a:pt x="14002" y="11407"/>
                    <a:pt x="13740" y="11097"/>
                    <a:pt x="13609" y="10919"/>
                  </a:cubicBezTo>
                  <a:cubicBezTo>
                    <a:pt x="10990" y="8383"/>
                    <a:pt x="10907" y="4942"/>
                    <a:pt x="10216" y="1715"/>
                  </a:cubicBezTo>
                  <a:cubicBezTo>
                    <a:pt x="10109" y="1227"/>
                    <a:pt x="9990" y="739"/>
                    <a:pt x="9811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40"/>
            <p:cNvSpPr/>
            <p:nvPr/>
          </p:nvSpPr>
          <p:spPr>
            <a:xfrm>
              <a:off x="2676525" y="2141175"/>
              <a:ext cx="1836250" cy="2416675"/>
            </a:xfrm>
            <a:custGeom>
              <a:rect b="b" l="l" r="r" t="t"/>
              <a:pathLst>
                <a:path extrusionOk="0" h="96667" w="73450">
                  <a:moveTo>
                    <a:pt x="1786" y="0"/>
                  </a:moveTo>
                  <a:cubicBezTo>
                    <a:pt x="2369" y="3286"/>
                    <a:pt x="3024" y="6525"/>
                    <a:pt x="5084" y="9287"/>
                  </a:cubicBezTo>
                  <a:cubicBezTo>
                    <a:pt x="5679" y="10097"/>
                    <a:pt x="6084" y="11037"/>
                    <a:pt x="6584" y="11918"/>
                  </a:cubicBezTo>
                  <a:cubicBezTo>
                    <a:pt x="6465" y="11978"/>
                    <a:pt x="6346" y="12037"/>
                    <a:pt x="6227" y="12109"/>
                  </a:cubicBezTo>
                  <a:cubicBezTo>
                    <a:pt x="6191" y="12121"/>
                    <a:pt x="6156" y="12145"/>
                    <a:pt x="6120" y="12156"/>
                  </a:cubicBezTo>
                  <a:cubicBezTo>
                    <a:pt x="3548" y="10656"/>
                    <a:pt x="1536" y="8858"/>
                    <a:pt x="0" y="6787"/>
                  </a:cubicBezTo>
                  <a:lnTo>
                    <a:pt x="0" y="13669"/>
                  </a:lnTo>
                  <a:cubicBezTo>
                    <a:pt x="1607" y="15824"/>
                    <a:pt x="3548" y="17657"/>
                    <a:pt x="5953" y="19074"/>
                  </a:cubicBezTo>
                  <a:cubicBezTo>
                    <a:pt x="7430" y="19943"/>
                    <a:pt x="8846" y="20943"/>
                    <a:pt x="10263" y="21920"/>
                  </a:cubicBezTo>
                  <a:cubicBezTo>
                    <a:pt x="11847" y="23015"/>
                    <a:pt x="13299" y="24253"/>
                    <a:pt x="13859" y="26230"/>
                  </a:cubicBezTo>
                  <a:cubicBezTo>
                    <a:pt x="13871" y="26253"/>
                    <a:pt x="14002" y="26253"/>
                    <a:pt x="14395" y="26313"/>
                  </a:cubicBezTo>
                  <a:cubicBezTo>
                    <a:pt x="14049" y="24372"/>
                    <a:pt x="13728" y="22527"/>
                    <a:pt x="13383" y="20538"/>
                  </a:cubicBezTo>
                  <a:lnTo>
                    <a:pt x="13383" y="20538"/>
                  </a:lnTo>
                  <a:cubicBezTo>
                    <a:pt x="16014" y="22515"/>
                    <a:pt x="18383" y="24825"/>
                    <a:pt x="22050" y="25063"/>
                  </a:cubicBezTo>
                  <a:cubicBezTo>
                    <a:pt x="20717" y="23277"/>
                    <a:pt x="19538" y="21693"/>
                    <a:pt x="18217" y="19919"/>
                  </a:cubicBezTo>
                  <a:lnTo>
                    <a:pt x="18217" y="19919"/>
                  </a:lnTo>
                  <a:cubicBezTo>
                    <a:pt x="18645" y="19979"/>
                    <a:pt x="18800" y="19955"/>
                    <a:pt x="18895" y="20026"/>
                  </a:cubicBezTo>
                  <a:cubicBezTo>
                    <a:pt x="21324" y="21693"/>
                    <a:pt x="24003" y="23086"/>
                    <a:pt x="25503" y="25825"/>
                  </a:cubicBezTo>
                  <a:cubicBezTo>
                    <a:pt x="25658" y="26111"/>
                    <a:pt x="25872" y="26396"/>
                    <a:pt x="26110" y="26622"/>
                  </a:cubicBezTo>
                  <a:cubicBezTo>
                    <a:pt x="27718" y="28194"/>
                    <a:pt x="28134" y="30194"/>
                    <a:pt x="28277" y="32349"/>
                  </a:cubicBezTo>
                  <a:cubicBezTo>
                    <a:pt x="28825" y="40612"/>
                    <a:pt x="29420" y="48863"/>
                    <a:pt x="30004" y="57114"/>
                  </a:cubicBezTo>
                  <a:cubicBezTo>
                    <a:pt x="30087" y="58150"/>
                    <a:pt x="30182" y="59186"/>
                    <a:pt x="30278" y="60174"/>
                  </a:cubicBezTo>
                  <a:cubicBezTo>
                    <a:pt x="28539" y="60817"/>
                    <a:pt x="28325" y="60996"/>
                    <a:pt x="27468" y="62603"/>
                  </a:cubicBezTo>
                  <a:cubicBezTo>
                    <a:pt x="27242" y="63020"/>
                    <a:pt x="27027" y="63448"/>
                    <a:pt x="26837" y="63889"/>
                  </a:cubicBezTo>
                  <a:cubicBezTo>
                    <a:pt x="24265" y="69771"/>
                    <a:pt x="21967" y="75748"/>
                    <a:pt x="20467" y="82010"/>
                  </a:cubicBezTo>
                  <a:cubicBezTo>
                    <a:pt x="20360" y="82451"/>
                    <a:pt x="20205" y="82879"/>
                    <a:pt x="20062" y="83368"/>
                  </a:cubicBezTo>
                  <a:cubicBezTo>
                    <a:pt x="19824" y="83260"/>
                    <a:pt x="19669" y="83225"/>
                    <a:pt x="19574" y="83153"/>
                  </a:cubicBezTo>
                  <a:cubicBezTo>
                    <a:pt x="18701" y="82460"/>
                    <a:pt x="18176" y="82117"/>
                    <a:pt x="17635" y="82117"/>
                  </a:cubicBezTo>
                  <a:cubicBezTo>
                    <a:pt x="17136" y="82117"/>
                    <a:pt x="16623" y="82409"/>
                    <a:pt x="15812" y="82987"/>
                  </a:cubicBezTo>
                  <a:cubicBezTo>
                    <a:pt x="14085" y="84201"/>
                    <a:pt x="12359" y="85404"/>
                    <a:pt x="10704" y="86701"/>
                  </a:cubicBezTo>
                  <a:cubicBezTo>
                    <a:pt x="7096" y="89523"/>
                    <a:pt x="3524" y="92381"/>
                    <a:pt x="12" y="95298"/>
                  </a:cubicBezTo>
                  <a:lnTo>
                    <a:pt x="12" y="96667"/>
                  </a:lnTo>
                  <a:lnTo>
                    <a:pt x="179" y="96667"/>
                  </a:lnTo>
                  <a:cubicBezTo>
                    <a:pt x="5263" y="92381"/>
                    <a:pt x="10335" y="88082"/>
                    <a:pt x="15942" y="84451"/>
                  </a:cubicBezTo>
                  <a:cubicBezTo>
                    <a:pt x="16490" y="84094"/>
                    <a:pt x="17074" y="83772"/>
                    <a:pt x="17669" y="83415"/>
                  </a:cubicBezTo>
                  <a:cubicBezTo>
                    <a:pt x="18443" y="83856"/>
                    <a:pt x="19133" y="84249"/>
                    <a:pt x="19895" y="84677"/>
                  </a:cubicBezTo>
                  <a:cubicBezTo>
                    <a:pt x="19062" y="88975"/>
                    <a:pt x="20312" y="92857"/>
                    <a:pt x="21919" y="96667"/>
                  </a:cubicBezTo>
                  <a:lnTo>
                    <a:pt x="22860" y="96667"/>
                  </a:lnTo>
                  <a:cubicBezTo>
                    <a:pt x="22181" y="95131"/>
                    <a:pt x="21598" y="93571"/>
                    <a:pt x="21134" y="91940"/>
                  </a:cubicBezTo>
                  <a:cubicBezTo>
                    <a:pt x="20431" y="89487"/>
                    <a:pt x="20372" y="87047"/>
                    <a:pt x="20848" y="84558"/>
                  </a:cubicBezTo>
                  <a:cubicBezTo>
                    <a:pt x="21931" y="78796"/>
                    <a:pt x="23896" y="73295"/>
                    <a:pt x="25848" y="67794"/>
                  </a:cubicBezTo>
                  <a:cubicBezTo>
                    <a:pt x="26622" y="65627"/>
                    <a:pt x="28004" y="63663"/>
                    <a:pt x="29147" y="61615"/>
                  </a:cubicBezTo>
                  <a:cubicBezTo>
                    <a:pt x="29301" y="61353"/>
                    <a:pt x="29694" y="61210"/>
                    <a:pt x="30182" y="60865"/>
                  </a:cubicBezTo>
                  <a:cubicBezTo>
                    <a:pt x="30361" y="61603"/>
                    <a:pt x="30480" y="62091"/>
                    <a:pt x="30587" y="62579"/>
                  </a:cubicBezTo>
                  <a:cubicBezTo>
                    <a:pt x="31290" y="65806"/>
                    <a:pt x="31361" y="69247"/>
                    <a:pt x="33980" y="71783"/>
                  </a:cubicBezTo>
                  <a:cubicBezTo>
                    <a:pt x="34254" y="72045"/>
                    <a:pt x="34481" y="72342"/>
                    <a:pt x="34707" y="72652"/>
                  </a:cubicBezTo>
                  <a:cubicBezTo>
                    <a:pt x="34909" y="72926"/>
                    <a:pt x="35100" y="73212"/>
                    <a:pt x="35290" y="73473"/>
                  </a:cubicBezTo>
                  <a:cubicBezTo>
                    <a:pt x="38731" y="78212"/>
                    <a:pt x="42779" y="82260"/>
                    <a:pt x="47304" y="85785"/>
                  </a:cubicBezTo>
                  <a:cubicBezTo>
                    <a:pt x="48923" y="87047"/>
                    <a:pt x="50613" y="88249"/>
                    <a:pt x="52352" y="89380"/>
                  </a:cubicBezTo>
                  <a:cubicBezTo>
                    <a:pt x="52483" y="89464"/>
                    <a:pt x="52614" y="89547"/>
                    <a:pt x="52757" y="89630"/>
                  </a:cubicBezTo>
                  <a:cubicBezTo>
                    <a:pt x="52804" y="89666"/>
                    <a:pt x="52852" y="89702"/>
                    <a:pt x="52911" y="89737"/>
                  </a:cubicBezTo>
                  <a:cubicBezTo>
                    <a:pt x="53352" y="90011"/>
                    <a:pt x="53792" y="90297"/>
                    <a:pt x="54245" y="90571"/>
                  </a:cubicBezTo>
                  <a:cubicBezTo>
                    <a:pt x="55447" y="91297"/>
                    <a:pt x="56614" y="92059"/>
                    <a:pt x="57781" y="92845"/>
                  </a:cubicBezTo>
                  <a:cubicBezTo>
                    <a:pt x="59627" y="94095"/>
                    <a:pt x="61436" y="95381"/>
                    <a:pt x="63246" y="96667"/>
                  </a:cubicBezTo>
                  <a:lnTo>
                    <a:pt x="64449" y="96667"/>
                  </a:lnTo>
                  <a:cubicBezTo>
                    <a:pt x="62698" y="95417"/>
                    <a:pt x="60936" y="94178"/>
                    <a:pt x="59150" y="92976"/>
                  </a:cubicBezTo>
                  <a:cubicBezTo>
                    <a:pt x="52352" y="88380"/>
                    <a:pt x="45958" y="83296"/>
                    <a:pt x="40267" y="77355"/>
                  </a:cubicBezTo>
                  <a:cubicBezTo>
                    <a:pt x="38814" y="75855"/>
                    <a:pt x="37445" y="74283"/>
                    <a:pt x="35945" y="72640"/>
                  </a:cubicBezTo>
                  <a:cubicBezTo>
                    <a:pt x="38957" y="70878"/>
                    <a:pt x="41815" y="69211"/>
                    <a:pt x="44815" y="67449"/>
                  </a:cubicBezTo>
                  <a:cubicBezTo>
                    <a:pt x="47042" y="72985"/>
                    <a:pt x="49078" y="78331"/>
                    <a:pt x="52137" y="83201"/>
                  </a:cubicBezTo>
                  <a:cubicBezTo>
                    <a:pt x="49887" y="77891"/>
                    <a:pt x="47637" y="72569"/>
                    <a:pt x="45351" y="67163"/>
                  </a:cubicBezTo>
                  <a:cubicBezTo>
                    <a:pt x="49542" y="64699"/>
                    <a:pt x="53435" y="62222"/>
                    <a:pt x="57805" y="60650"/>
                  </a:cubicBezTo>
                  <a:cubicBezTo>
                    <a:pt x="57852" y="60734"/>
                    <a:pt x="57900" y="60829"/>
                    <a:pt x="57948" y="60912"/>
                  </a:cubicBezTo>
                  <a:cubicBezTo>
                    <a:pt x="57055" y="61615"/>
                    <a:pt x="56174" y="62305"/>
                    <a:pt x="55293" y="63008"/>
                  </a:cubicBezTo>
                  <a:cubicBezTo>
                    <a:pt x="55328" y="63067"/>
                    <a:pt x="55364" y="63127"/>
                    <a:pt x="55400" y="63187"/>
                  </a:cubicBezTo>
                  <a:cubicBezTo>
                    <a:pt x="55805" y="62972"/>
                    <a:pt x="56209" y="62758"/>
                    <a:pt x="56614" y="62532"/>
                  </a:cubicBezTo>
                  <a:lnTo>
                    <a:pt x="56614" y="62532"/>
                  </a:lnTo>
                  <a:cubicBezTo>
                    <a:pt x="54888" y="63758"/>
                    <a:pt x="53483" y="64818"/>
                    <a:pt x="52447" y="65615"/>
                  </a:cubicBezTo>
                  <a:cubicBezTo>
                    <a:pt x="51137" y="66616"/>
                    <a:pt x="50423" y="67199"/>
                    <a:pt x="50423" y="67199"/>
                  </a:cubicBezTo>
                  <a:cubicBezTo>
                    <a:pt x="54185" y="64830"/>
                    <a:pt x="57781" y="62555"/>
                    <a:pt x="61043" y="60496"/>
                  </a:cubicBezTo>
                  <a:lnTo>
                    <a:pt x="61043" y="60496"/>
                  </a:lnTo>
                  <a:cubicBezTo>
                    <a:pt x="60948" y="60686"/>
                    <a:pt x="60829" y="60912"/>
                    <a:pt x="60639" y="61282"/>
                  </a:cubicBezTo>
                  <a:cubicBezTo>
                    <a:pt x="62591" y="60103"/>
                    <a:pt x="64246" y="58853"/>
                    <a:pt x="66532" y="58745"/>
                  </a:cubicBezTo>
                  <a:lnTo>
                    <a:pt x="66532" y="58745"/>
                  </a:lnTo>
                  <a:cubicBezTo>
                    <a:pt x="64329" y="60127"/>
                    <a:pt x="62317" y="61460"/>
                    <a:pt x="60567" y="62651"/>
                  </a:cubicBezTo>
                  <a:cubicBezTo>
                    <a:pt x="55912" y="65818"/>
                    <a:pt x="53042" y="68056"/>
                    <a:pt x="53042" y="68056"/>
                  </a:cubicBezTo>
                  <a:cubicBezTo>
                    <a:pt x="56376" y="66080"/>
                    <a:pt x="59555" y="64139"/>
                    <a:pt x="62472" y="62317"/>
                  </a:cubicBezTo>
                  <a:cubicBezTo>
                    <a:pt x="65806" y="60234"/>
                    <a:pt x="68794" y="58305"/>
                    <a:pt x="71283" y="56686"/>
                  </a:cubicBezTo>
                  <a:cubicBezTo>
                    <a:pt x="72057" y="56186"/>
                    <a:pt x="72771" y="55709"/>
                    <a:pt x="73450" y="55257"/>
                  </a:cubicBezTo>
                  <a:lnTo>
                    <a:pt x="73450" y="49744"/>
                  </a:lnTo>
                  <a:cubicBezTo>
                    <a:pt x="72807" y="50233"/>
                    <a:pt x="72164" y="50709"/>
                    <a:pt x="71533" y="51197"/>
                  </a:cubicBezTo>
                  <a:cubicBezTo>
                    <a:pt x="69985" y="52376"/>
                    <a:pt x="68294" y="52709"/>
                    <a:pt x="66532" y="53042"/>
                  </a:cubicBezTo>
                  <a:cubicBezTo>
                    <a:pt x="66448" y="53057"/>
                    <a:pt x="66362" y="53064"/>
                    <a:pt x="66274" y="53064"/>
                  </a:cubicBezTo>
                  <a:cubicBezTo>
                    <a:pt x="65861" y="53064"/>
                    <a:pt x="65410" y="52920"/>
                    <a:pt x="65008" y="52792"/>
                  </a:cubicBezTo>
                  <a:cubicBezTo>
                    <a:pt x="58603" y="50733"/>
                    <a:pt x="52661" y="47649"/>
                    <a:pt x="46732" y="44518"/>
                  </a:cubicBezTo>
                  <a:cubicBezTo>
                    <a:pt x="41481" y="41743"/>
                    <a:pt x="37100" y="37945"/>
                    <a:pt x="33373" y="33385"/>
                  </a:cubicBezTo>
                  <a:cubicBezTo>
                    <a:pt x="30778" y="30206"/>
                    <a:pt x="28396" y="26849"/>
                    <a:pt x="25932" y="23551"/>
                  </a:cubicBezTo>
                  <a:cubicBezTo>
                    <a:pt x="25813" y="23408"/>
                    <a:pt x="25789" y="23182"/>
                    <a:pt x="25610" y="22705"/>
                  </a:cubicBezTo>
                  <a:lnTo>
                    <a:pt x="25610" y="22705"/>
                  </a:lnTo>
                  <a:cubicBezTo>
                    <a:pt x="27551" y="23801"/>
                    <a:pt x="29206" y="24741"/>
                    <a:pt x="30861" y="25682"/>
                  </a:cubicBezTo>
                  <a:cubicBezTo>
                    <a:pt x="30921" y="25587"/>
                    <a:pt x="30968" y="25491"/>
                    <a:pt x="31028" y="25396"/>
                  </a:cubicBezTo>
                  <a:cubicBezTo>
                    <a:pt x="28396" y="23610"/>
                    <a:pt x="25753" y="21824"/>
                    <a:pt x="23110" y="20038"/>
                  </a:cubicBezTo>
                  <a:cubicBezTo>
                    <a:pt x="23170" y="19931"/>
                    <a:pt x="23241" y="19824"/>
                    <a:pt x="23301" y="19717"/>
                  </a:cubicBezTo>
                  <a:cubicBezTo>
                    <a:pt x="25134" y="20407"/>
                    <a:pt x="26968" y="21098"/>
                    <a:pt x="28801" y="21789"/>
                  </a:cubicBezTo>
                  <a:cubicBezTo>
                    <a:pt x="28825" y="21729"/>
                    <a:pt x="28849" y="21658"/>
                    <a:pt x="28873" y="21586"/>
                  </a:cubicBezTo>
                  <a:cubicBezTo>
                    <a:pt x="28408" y="21300"/>
                    <a:pt x="27944" y="21015"/>
                    <a:pt x="27349" y="20646"/>
                  </a:cubicBezTo>
                  <a:cubicBezTo>
                    <a:pt x="28230" y="20229"/>
                    <a:pt x="28956" y="19895"/>
                    <a:pt x="29885" y="19467"/>
                  </a:cubicBezTo>
                  <a:cubicBezTo>
                    <a:pt x="28242" y="19241"/>
                    <a:pt x="26837" y="19062"/>
                    <a:pt x="25444" y="18872"/>
                  </a:cubicBezTo>
                  <a:cubicBezTo>
                    <a:pt x="25444" y="18788"/>
                    <a:pt x="25456" y="18693"/>
                    <a:pt x="25456" y="18610"/>
                  </a:cubicBezTo>
                  <a:cubicBezTo>
                    <a:pt x="26360" y="18562"/>
                    <a:pt x="27265" y="18514"/>
                    <a:pt x="28170" y="18467"/>
                  </a:cubicBezTo>
                  <a:cubicBezTo>
                    <a:pt x="28170" y="18348"/>
                    <a:pt x="28182" y="18241"/>
                    <a:pt x="28182" y="18121"/>
                  </a:cubicBezTo>
                  <a:cubicBezTo>
                    <a:pt x="26539" y="17967"/>
                    <a:pt x="24896" y="17824"/>
                    <a:pt x="23265" y="17669"/>
                  </a:cubicBezTo>
                  <a:cubicBezTo>
                    <a:pt x="23265" y="17586"/>
                    <a:pt x="23277" y="17490"/>
                    <a:pt x="23277" y="17407"/>
                  </a:cubicBezTo>
                  <a:cubicBezTo>
                    <a:pt x="24265" y="17074"/>
                    <a:pt x="25253" y="16752"/>
                    <a:pt x="26241" y="16419"/>
                  </a:cubicBezTo>
                  <a:cubicBezTo>
                    <a:pt x="26218" y="16276"/>
                    <a:pt x="26194" y="16133"/>
                    <a:pt x="26170" y="15990"/>
                  </a:cubicBezTo>
                  <a:lnTo>
                    <a:pt x="22824" y="15990"/>
                  </a:lnTo>
                  <a:cubicBezTo>
                    <a:pt x="22824" y="15919"/>
                    <a:pt x="22836" y="15847"/>
                    <a:pt x="22836" y="15776"/>
                  </a:cubicBezTo>
                  <a:cubicBezTo>
                    <a:pt x="24753" y="15109"/>
                    <a:pt x="26682" y="14442"/>
                    <a:pt x="28599" y="13776"/>
                  </a:cubicBezTo>
                  <a:cubicBezTo>
                    <a:pt x="28349" y="13684"/>
                    <a:pt x="28099" y="13655"/>
                    <a:pt x="27850" y="13655"/>
                  </a:cubicBezTo>
                  <a:cubicBezTo>
                    <a:pt x="27417" y="13655"/>
                    <a:pt x="26988" y="13743"/>
                    <a:pt x="26575" y="13743"/>
                  </a:cubicBezTo>
                  <a:cubicBezTo>
                    <a:pt x="26113" y="13743"/>
                    <a:pt x="25670" y="13633"/>
                    <a:pt x="25265" y="13168"/>
                  </a:cubicBezTo>
                  <a:cubicBezTo>
                    <a:pt x="22410" y="13807"/>
                    <a:pt x="20046" y="14086"/>
                    <a:pt x="18110" y="14086"/>
                  </a:cubicBezTo>
                  <a:cubicBezTo>
                    <a:pt x="15097" y="14086"/>
                    <a:pt x="13119" y="13410"/>
                    <a:pt x="11930" y="12359"/>
                  </a:cubicBezTo>
                  <a:cubicBezTo>
                    <a:pt x="12144" y="12299"/>
                    <a:pt x="12347" y="12252"/>
                    <a:pt x="12573" y="12180"/>
                  </a:cubicBezTo>
                  <a:cubicBezTo>
                    <a:pt x="12275" y="11930"/>
                    <a:pt x="11990" y="11680"/>
                    <a:pt x="11716" y="11442"/>
                  </a:cubicBezTo>
                  <a:cubicBezTo>
                    <a:pt x="11490" y="11252"/>
                    <a:pt x="11263" y="11061"/>
                    <a:pt x="11073" y="10894"/>
                  </a:cubicBezTo>
                  <a:lnTo>
                    <a:pt x="11073" y="10894"/>
                  </a:lnTo>
                  <a:cubicBezTo>
                    <a:pt x="11906" y="11073"/>
                    <a:pt x="12728" y="11299"/>
                    <a:pt x="13561" y="11502"/>
                  </a:cubicBezTo>
                  <a:cubicBezTo>
                    <a:pt x="15145" y="11906"/>
                    <a:pt x="16740" y="12299"/>
                    <a:pt x="18359" y="12502"/>
                  </a:cubicBezTo>
                  <a:cubicBezTo>
                    <a:pt x="18821" y="12555"/>
                    <a:pt x="19287" y="12580"/>
                    <a:pt x="19748" y="12580"/>
                  </a:cubicBezTo>
                  <a:cubicBezTo>
                    <a:pt x="22260" y="12580"/>
                    <a:pt x="24648" y="11841"/>
                    <a:pt x="25634" y="10966"/>
                  </a:cubicBezTo>
                  <a:lnTo>
                    <a:pt x="25634" y="10966"/>
                  </a:lnTo>
                  <a:cubicBezTo>
                    <a:pt x="25301" y="11025"/>
                    <a:pt x="24967" y="11085"/>
                    <a:pt x="24646" y="11144"/>
                  </a:cubicBezTo>
                  <a:cubicBezTo>
                    <a:pt x="24360" y="11192"/>
                    <a:pt x="24063" y="11240"/>
                    <a:pt x="23777" y="11299"/>
                  </a:cubicBezTo>
                  <a:cubicBezTo>
                    <a:pt x="22405" y="11534"/>
                    <a:pt x="21045" y="11661"/>
                    <a:pt x="19703" y="11661"/>
                  </a:cubicBezTo>
                  <a:cubicBezTo>
                    <a:pt x="16629" y="11661"/>
                    <a:pt x="13645" y="10999"/>
                    <a:pt x="10811" y="9466"/>
                  </a:cubicBezTo>
                  <a:cubicBezTo>
                    <a:pt x="8084" y="7977"/>
                    <a:pt x="5453" y="6287"/>
                    <a:pt x="4310" y="3429"/>
                  </a:cubicBezTo>
                  <a:cubicBezTo>
                    <a:pt x="3929" y="3108"/>
                    <a:pt x="3643" y="2953"/>
                    <a:pt x="3489" y="2715"/>
                  </a:cubicBezTo>
                  <a:cubicBezTo>
                    <a:pt x="2905" y="1822"/>
                    <a:pt x="2357" y="905"/>
                    <a:pt x="178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40"/>
            <p:cNvSpPr/>
            <p:nvPr/>
          </p:nvSpPr>
          <p:spPr>
            <a:xfrm>
              <a:off x="2720275" y="2138500"/>
              <a:ext cx="900" cy="2700"/>
            </a:xfrm>
            <a:custGeom>
              <a:rect b="b" l="l" r="r" t="t"/>
              <a:pathLst>
                <a:path extrusionOk="0" h="108" w="36">
                  <a:moveTo>
                    <a:pt x="12" y="0"/>
                  </a:moveTo>
                  <a:cubicBezTo>
                    <a:pt x="12" y="12"/>
                    <a:pt x="12" y="36"/>
                    <a:pt x="0" y="48"/>
                  </a:cubicBezTo>
                  <a:lnTo>
                    <a:pt x="36" y="107"/>
                  </a:lnTo>
                  <a:cubicBezTo>
                    <a:pt x="36" y="83"/>
                    <a:pt x="36" y="60"/>
                    <a:pt x="24" y="24"/>
                  </a:cubicBezTo>
                  <a:cubicBezTo>
                    <a:pt x="24" y="24"/>
                    <a:pt x="24" y="12"/>
                    <a:pt x="12" y="0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40"/>
            <p:cNvSpPr/>
            <p:nvPr/>
          </p:nvSpPr>
          <p:spPr>
            <a:xfrm>
              <a:off x="3365000" y="1531575"/>
              <a:ext cx="67575" cy="103600"/>
            </a:xfrm>
            <a:custGeom>
              <a:rect b="b" l="l" r="r" t="t"/>
              <a:pathLst>
                <a:path extrusionOk="0" h="4144" w="2703">
                  <a:moveTo>
                    <a:pt x="2703" y="0"/>
                  </a:moveTo>
                  <a:lnTo>
                    <a:pt x="2703" y="0"/>
                  </a:lnTo>
                  <a:cubicBezTo>
                    <a:pt x="1798" y="1381"/>
                    <a:pt x="893" y="2751"/>
                    <a:pt x="0" y="4144"/>
                  </a:cubicBezTo>
                  <a:cubicBezTo>
                    <a:pt x="274" y="4025"/>
                    <a:pt x="536" y="3917"/>
                    <a:pt x="810" y="3786"/>
                  </a:cubicBezTo>
                  <a:cubicBezTo>
                    <a:pt x="1000" y="3453"/>
                    <a:pt x="1179" y="3120"/>
                    <a:pt x="1357" y="2774"/>
                  </a:cubicBezTo>
                  <a:cubicBezTo>
                    <a:pt x="1810" y="1846"/>
                    <a:pt x="2262" y="917"/>
                    <a:pt x="27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40"/>
            <p:cNvSpPr/>
            <p:nvPr/>
          </p:nvSpPr>
          <p:spPr>
            <a:xfrm>
              <a:off x="2676800" y="1150875"/>
              <a:ext cx="1439500" cy="1267825"/>
            </a:xfrm>
            <a:custGeom>
              <a:rect b="b" l="l" r="r" t="t"/>
              <a:pathLst>
                <a:path extrusionOk="0" h="50713" w="57580">
                  <a:moveTo>
                    <a:pt x="50293" y="5739"/>
                  </a:moveTo>
                  <a:cubicBezTo>
                    <a:pt x="49281" y="6811"/>
                    <a:pt x="48376" y="7775"/>
                    <a:pt x="47554" y="8656"/>
                  </a:cubicBezTo>
                  <a:cubicBezTo>
                    <a:pt x="47435" y="8775"/>
                    <a:pt x="47316" y="8906"/>
                    <a:pt x="47209" y="9025"/>
                  </a:cubicBezTo>
                  <a:lnTo>
                    <a:pt x="39137" y="9025"/>
                  </a:lnTo>
                  <a:cubicBezTo>
                    <a:pt x="39220" y="8918"/>
                    <a:pt x="39303" y="8823"/>
                    <a:pt x="39387" y="8727"/>
                  </a:cubicBezTo>
                  <a:cubicBezTo>
                    <a:pt x="40232" y="7763"/>
                    <a:pt x="41030" y="6846"/>
                    <a:pt x="42006" y="5739"/>
                  </a:cubicBezTo>
                  <a:close/>
                  <a:moveTo>
                    <a:pt x="40327" y="15073"/>
                  </a:moveTo>
                  <a:cubicBezTo>
                    <a:pt x="40375" y="15145"/>
                    <a:pt x="40423" y="15228"/>
                    <a:pt x="40458" y="15300"/>
                  </a:cubicBezTo>
                  <a:cubicBezTo>
                    <a:pt x="40494" y="15347"/>
                    <a:pt x="40518" y="15395"/>
                    <a:pt x="40554" y="15454"/>
                  </a:cubicBezTo>
                  <a:cubicBezTo>
                    <a:pt x="39172" y="16276"/>
                    <a:pt x="37791" y="17098"/>
                    <a:pt x="36398" y="17919"/>
                  </a:cubicBezTo>
                  <a:cubicBezTo>
                    <a:pt x="36303" y="17776"/>
                    <a:pt x="36208" y="17633"/>
                    <a:pt x="36113" y="17479"/>
                  </a:cubicBezTo>
                  <a:cubicBezTo>
                    <a:pt x="36470" y="17038"/>
                    <a:pt x="36886" y="16681"/>
                    <a:pt x="37327" y="16371"/>
                  </a:cubicBezTo>
                  <a:cubicBezTo>
                    <a:pt x="38208" y="15740"/>
                    <a:pt x="39232" y="15335"/>
                    <a:pt x="40327" y="15073"/>
                  </a:cubicBezTo>
                  <a:close/>
                  <a:moveTo>
                    <a:pt x="10562" y="0"/>
                  </a:moveTo>
                  <a:cubicBezTo>
                    <a:pt x="8573" y="11549"/>
                    <a:pt x="8776" y="23527"/>
                    <a:pt x="11217" y="35112"/>
                  </a:cubicBezTo>
                  <a:cubicBezTo>
                    <a:pt x="9204" y="30349"/>
                    <a:pt x="6549" y="20765"/>
                    <a:pt x="5359" y="13823"/>
                  </a:cubicBezTo>
                  <a:cubicBezTo>
                    <a:pt x="5299" y="14228"/>
                    <a:pt x="5228" y="14633"/>
                    <a:pt x="5168" y="15038"/>
                  </a:cubicBezTo>
                  <a:cubicBezTo>
                    <a:pt x="4835" y="13407"/>
                    <a:pt x="4668" y="11787"/>
                    <a:pt x="4632" y="10168"/>
                  </a:cubicBezTo>
                  <a:cubicBezTo>
                    <a:pt x="4549" y="6763"/>
                    <a:pt x="4763" y="3382"/>
                    <a:pt x="5121" y="12"/>
                  </a:cubicBezTo>
                  <a:lnTo>
                    <a:pt x="4752" y="12"/>
                  </a:lnTo>
                  <a:cubicBezTo>
                    <a:pt x="4537" y="1727"/>
                    <a:pt x="4347" y="3453"/>
                    <a:pt x="4228" y="5179"/>
                  </a:cubicBezTo>
                  <a:cubicBezTo>
                    <a:pt x="3954" y="3465"/>
                    <a:pt x="3775" y="1762"/>
                    <a:pt x="3680" y="107"/>
                  </a:cubicBezTo>
                  <a:cubicBezTo>
                    <a:pt x="3680" y="72"/>
                    <a:pt x="3680" y="36"/>
                    <a:pt x="3680" y="12"/>
                  </a:cubicBezTo>
                  <a:lnTo>
                    <a:pt x="3120" y="12"/>
                  </a:lnTo>
                  <a:cubicBezTo>
                    <a:pt x="3287" y="1715"/>
                    <a:pt x="3549" y="3167"/>
                    <a:pt x="3823" y="4286"/>
                  </a:cubicBezTo>
                  <a:cubicBezTo>
                    <a:pt x="3870" y="4525"/>
                    <a:pt x="3918" y="4739"/>
                    <a:pt x="3954" y="4941"/>
                  </a:cubicBezTo>
                  <a:cubicBezTo>
                    <a:pt x="4013" y="5156"/>
                    <a:pt x="4061" y="5346"/>
                    <a:pt x="4109" y="5513"/>
                  </a:cubicBezTo>
                  <a:cubicBezTo>
                    <a:pt x="4144" y="5608"/>
                    <a:pt x="4156" y="5691"/>
                    <a:pt x="4180" y="5775"/>
                  </a:cubicBezTo>
                  <a:cubicBezTo>
                    <a:pt x="4013" y="8346"/>
                    <a:pt x="3978" y="10942"/>
                    <a:pt x="4180" y="13549"/>
                  </a:cubicBezTo>
                  <a:cubicBezTo>
                    <a:pt x="4216" y="14109"/>
                    <a:pt x="4180" y="14669"/>
                    <a:pt x="4180" y="15204"/>
                  </a:cubicBezTo>
                  <a:cubicBezTo>
                    <a:pt x="2204" y="15645"/>
                    <a:pt x="787" y="16633"/>
                    <a:pt x="1" y="18026"/>
                  </a:cubicBezTo>
                  <a:lnTo>
                    <a:pt x="1" y="20491"/>
                  </a:lnTo>
                  <a:cubicBezTo>
                    <a:pt x="168" y="19705"/>
                    <a:pt x="358" y="18931"/>
                    <a:pt x="727" y="18252"/>
                  </a:cubicBezTo>
                  <a:cubicBezTo>
                    <a:pt x="1310" y="17168"/>
                    <a:pt x="2290" y="16623"/>
                    <a:pt x="3308" y="16623"/>
                  </a:cubicBezTo>
                  <a:cubicBezTo>
                    <a:pt x="3643" y="16623"/>
                    <a:pt x="3981" y="16682"/>
                    <a:pt x="4311" y="16800"/>
                  </a:cubicBezTo>
                  <a:cubicBezTo>
                    <a:pt x="4882" y="19645"/>
                    <a:pt x="5454" y="22479"/>
                    <a:pt x="6025" y="25313"/>
                  </a:cubicBezTo>
                  <a:cubicBezTo>
                    <a:pt x="3478" y="26670"/>
                    <a:pt x="2680" y="28980"/>
                    <a:pt x="4001" y="31087"/>
                  </a:cubicBezTo>
                  <a:cubicBezTo>
                    <a:pt x="4073" y="27765"/>
                    <a:pt x="4668" y="26361"/>
                    <a:pt x="6252" y="25884"/>
                  </a:cubicBezTo>
                  <a:cubicBezTo>
                    <a:pt x="7919" y="31123"/>
                    <a:pt x="9454" y="36421"/>
                    <a:pt x="12229" y="41636"/>
                  </a:cubicBezTo>
                  <a:cubicBezTo>
                    <a:pt x="11074" y="41553"/>
                    <a:pt x="10264" y="41589"/>
                    <a:pt x="9502" y="41422"/>
                  </a:cubicBezTo>
                  <a:cubicBezTo>
                    <a:pt x="5240" y="40446"/>
                    <a:pt x="2085" y="38148"/>
                    <a:pt x="1" y="34385"/>
                  </a:cubicBezTo>
                  <a:lnTo>
                    <a:pt x="1" y="36016"/>
                  </a:lnTo>
                  <a:cubicBezTo>
                    <a:pt x="144" y="36255"/>
                    <a:pt x="299" y="36493"/>
                    <a:pt x="453" y="36731"/>
                  </a:cubicBezTo>
                  <a:cubicBezTo>
                    <a:pt x="1013" y="37564"/>
                    <a:pt x="1323" y="38564"/>
                    <a:pt x="1751" y="39505"/>
                  </a:cubicBezTo>
                  <a:lnTo>
                    <a:pt x="1882" y="38553"/>
                  </a:lnTo>
                  <a:cubicBezTo>
                    <a:pt x="2751" y="39481"/>
                    <a:pt x="3442" y="40338"/>
                    <a:pt x="4251" y="41065"/>
                  </a:cubicBezTo>
                  <a:cubicBezTo>
                    <a:pt x="6657" y="43220"/>
                    <a:pt x="9466" y="44351"/>
                    <a:pt x="12741" y="44351"/>
                  </a:cubicBezTo>
                  <a:cubicBezTo>
                    <a:pt x="13610" y="44351"/>
                    <a:pt x="14562" y="44541"/>
                    <a:pt x="15312" y="44946"/>
                  </a:cubicBezTo>
                  <a:cubicBezTo>
                    <a:pt x="16586" y="45661"/>
                    <a:pt x="17706" y="46661"/>
                    <a:pt x="18956" y="47435"/>
                  </a:cubicBezTo>
                  <a:cubicBezTo>
                    <a:pt x="20551" y="48423"/>
                    <a:pt x="22301" y="49042"/>
                    <a:pt x="24159" y="49292"/>
                  </a:cubicBezTo>
                  <a:cubicBezTo>
                    <a:pt x="24421" y="49328"/>
                    <a:pt x="24683" y="49351"/>
                    <a:pt x="24956" y="49375"/>
                  </a:cubicBezTo>
                  <a:cubicBezTo>
                    <a:pt x="24861" y="49399"/>
                    <a:pt x="24778" y="49411"/>
                    <a:pt x="24694" y="49423"/>
                  </a:cubicBezTo>
                  <a:cubicBezTo>
                    <a:pt x="23582" y="49642"/>
                    <a:pt x="22488" y="49752"/>
                    <a:pt x="21411" y="49752"/>
                  </a:cubicBezTo>
                  <a:cubicBezTo>
                    <a:pt x="18744" y="49752"/>
                    <a:pt x="16185" y="49078"/>
                    <a:pt x="13717" y="47720"/>
                  </a:cubicBezTo>
                  <a:lnTo>
                    <a:pt x="13717" y="47720"/>
                  </a:lnTo>
                  <a:cubicBezTo>
                    <a:pt x="15837" y="49707"/>
                    <a:pt x="18714" y="50712"/>
                    <a:pt x="21588" y="50712"/>
                  </a:cubicBezTo>
                  <a:cubicBezTo>
                    <a:pt x="23055" y="50712"/>
                    <a:pt x="24521" y="50450"/>
                    <a:pt x="25885" y="49923"/>
                  </a:cubicBezTo>
                  <a:cubicBezTo>
                    <a:pt x="26564" y="49661"/>
                    <a:pt x="27231" y="49340"/>
                    <a:pt x="27850" y="48935"/>
                  </a:cubicBezTo>
                  <a:cubicBezTo>
                    <a:pt x="25635" y="48304"/>
                    <a:pt x="23325" y="47756"/>
                    <a:pt x="21099" y="46982"/>
                  </a:cubicBezTo>
                  <a:cubicBezTo>
                    <a:pt x="18360" y="46053"/>
                    <a:pt x="16396" y="44137"/>
                    <a:pt x="14955" y="41636"/>
                  </a:cubicBezTo>
                  <a:cubicBezTo>
                    <a:pt x="14562" y="40946"/>
                    <a:pt x="14503" y="40315"/>
                    <a:pt x="14812" y="39612"/>
                  </a:cubicBezTo>
                  <a:lnTo>
                    <a:pt x="14812" y="39612"/>
                  </a:lnTo>
                  <a:lnTo>
                    <a:pt x="15146" y="39660"/>
                  </a:lnTo>
                  <a:cubicBezTo>
                    <a:pt x="15181" y="39326"/>
                    <a:pt x="15229" y="38981"/>
                    <a:pt x="15277" y="38648"/>
                  </a:cubicBezTo>
                  <a:cubicBezTo>
                    <a:pt x="16134" y="36909"/>
                    <a:pt x="16920" y="35124"/>
                    <a:pt x="17884" y="33445"/>
                  </a:cubicBezTo>
                  <a:cubicBezTo>
                    <a:pt x="19313" y="30944"/>
                    <a:pt x="20777" y="28468"/>
                    <a:pt x="22254" y="25991"/>
                  </a:cubicBezTo>
                  <a:cubicBezTo>
                    <a:pt x="22504" y="25551"/>
                    <a:pt x="22766" y="25122"/>
                    <a:pt x="23028" y="24682"/>
                  </a:cubicBezTo>
                  <a:lnTo>
                    <a:pt x="23028" y="24682"/>
                  </a:lnTo>
                  <a:cubicBezTo>
                    <a:pt x="22444" y="24801"/>
                    <a:pt x="21849" y="24884"/>
                    <a:pt x="21254" y="24932"/>
                  </a:cubicBezTo>
                  <a:cubicBezTo>
                    <a:pt x="20646" y="25956"/>
                    <a:pt x="20027" y="26980"/>
                    <a:pt x="19420" y="28004"/>
                  </a:cubicBezTo>
                  <a:cubicBezTo>
                    <a:pt x="18360" y="29790"/>
                    <a:pt x="17229" y="31552"/>
                    <a:pt x="16229" y="33373"/>
                  </a:cubicBezTo>
                  <a:cubicBezTo>
                    <a:pt x="16634" y="31599"/>
                    <a:pt x="17110" y="29837"/>
                    <a:pt x="17646" y="28087"/>
                  </a:cubicBezTo>
                  <a:cubicBezTo>
                    <a:pt x="18825" y="24289"/>
                    <a:pt x="20253" y="20550"/>
                    <a:pt x="21789" y="16859"/>
                  </a:cubicBezTo>
                  <a:cubicBezTo>
                    <a:pt x="22551" y="15014"/>
                    <a:pt x="23349" y="13168"/>
                    <a:pt x="24135" y="11335"/>
                  </a:cubicBezTo>
                  <a:cubicBezTo>
                    <a:pt x="24587" y="10704"/>
                    <a:pt x="25135" y="10251"/>
                    <a:pt x="25909" y="9989"/>
                  </a:cubicBezTo>
                  <a:cubicBezTo>
                    <a:pt x="28993" y="8977"/>
                    <a:pt x="32076" y="7930"/>
                    <a:pt x="35172" y="6965"/>
                  </a:cubicBezTo>
                  <a:cubicBezTo>
                    <a:pt x="36196" y="6644"/>
                    <a:pt x="37279" y="6513"/>
                    <a:pt x="38339" y="6287"/>
                  </a:cubicBezTo>
                  <a:cubicBezTo>
                    <a:pt x="38422" y="6394"/>
                    <a:pt x="38494" y="6501"/>
                    <a:pt x="38565" y="6608"/>
                  </a:cubicBezTo>
                  <a:cubicBezTo>
                    <a:pt x="37768" y="7751"/>
                    <a:pt x="37196" y="9263"/>
                    <a:pt x="36101" y="9978"/>
                  </a:cubicBezTo>
                  <a:cubicBezTo>
                    <a:pt x="34136" y="11275"/>
                    <a:pt x="31850" y="12085"/>
                    <a:pt x="29243" y="13311"/>
                  </a:cubicBezTo>
                  <a:cubicBezTo>
                    <a:pt x="27338" y="14990"/>
                    <a:pt x="25016" y="17014"/>
                    <a:pt x="22694" y="19050"/>
                  </a:cubicBezTo>
                  <a:cubicBezTo>
                    <a:pt x="22766" y="19122"/>
                    <a:pt x="22825" y="19193"/>
                    <a:pt x="22885" y="19264"/>
                  </a:cubicBezTo>
                  <a:cubicBezTo>
                    <a:pt x="23563" y="18812"/>
                    <a:pt x="24230" y="18348"/>
                    <a:pt x="24909" y="17895"/>
                  </a:cubicBezTo>
                  <a:cubicBezTo>
                    <a:pt x="24980" y="17967"/>
                    <a:pt x="25064" y="18050"/>
                    <a:pt x="25147" y="18133"/>
                  </a:cubicBezTo>
                  <a:cubicBezTo>
                    <a:pt x="24933" y="18586"/>
                    <a:pt x="24754" y="19062"/>
                    <a:pt x="24492" y="19503"/>
                  </a:cubicBezTo>
                  <a:cubicBezTo>
                    <a:pt x="24302" y="19824"/>
                    <a:pt x="24099" y="20157"/>
                    <a:pt x="23909" y="20479"/>
                  </a:cubicBezTo>
                  <a:cubicBezTo>
                    <a:pt x="24552" y="20336"/>
                    <a:pt x="25195" y="20169"/>
                    <a:pt x="25837" y="19967"/>
                  </a:cubicBezTo>
                  <a:cubicBezTo>
                    <a:pt x="26623" y="18645"/>
                    <a:pt x="27385" y="17324"/>
                    <a:pt x="28243" y="16050"/>
                  </a:cubicBezTo>
                  <a:cubicBezTo>
                    <a:pt x="28671" y="15412"/>
                    <a:pt x="29142" y="14715"/>
                    <a:pt x="29975" y="14715"/>
                  </a:cubicBezTo>
                  <a:cubicBezTo>
                    <a:pt x="30137" y="14715"/>
                    <a:pt x="30313" y="14742"/>
                    <a:pt x="30505" y="14800"/>
                  </a:cubicBezTo>
                  <a:cubicBezTo>
                    <a:pt x="31314" y="13430"/>
                    <a:pt x="32838" y="13299"/>
                    <a:pt x="34100" y="12680"/>
                  </a:cubicBezTo>
                  <a:lnTo>
                    <a:pt x="34100" y="12680"/>
                  </a:lnTo>
                  <a:cubicBezTo>
                    <a:pt x="33112" y="15347"/>
                    <a:pt x="31017" y="17002"/>
                    <a:pt x="28981" y="18717"/>
                  </a:cubicBezTo>
                  <a:cubicBezTo>
                    <a:pt x="31898" y="17300"/>
                    <a:pt x="34517" y="15264"/>
                    <a:pt x="36589" y="12776"/>
                  </a:cubicBezTo>
                  <a:cubicBezTo>
                    <a:pt x="36565" y="12740"/>
                    <a:pt x="36553" y="12716"/>
                    <a:pt x="36529" y="12692"/>
                  </a:cubicBezTo>
                  <a:cubicBezTo>
                    <a:pt x="36422" y="12668"/>
                    <a:pt x="36315" y="12633"/>
                    <a:pt x="36220" y="12597"/>
                  </a:cubicBezTo>
                  <a:lnTo>
                    <a:pt x="36446" y="12573"/>
                  </a:lnTo>
                  <a:cubicBezTo>
                    <a:pt x="36946" y="12061"/>
                    <a:pt x="37351" y="11383"/>
                    <a:pt x="37946" y="11073"/>
                  </a:cubicBezTo>
                  <a:cubicBezTo>
                    <a:pt x="38018" y="11037"/>
                    <a:pt x="38089" y="11013"/>
                    <a:pt x="38160" y="10978"/>
                  </a:cubicBezTo>
                  <a:cubicBezTo>
                    <a:pt x="39426" y="10415"/>
                    <a:pt x="41657" y="10097"/>
                    <a:pt x="43525" y="10097"/>
                  </a:cubicBezTo>
                  <a:cubicBezTo>
                    <a:pt x="44030" y="10097"/>
                    <a:pt x="44509" y="10120"/>
                    <a:pt x="44935" y="10168"/>
                  </a:cubicBezTo>
                  <a:cubicBezTo>
                    <a:pt x="45138" y="10192"/>
                    <a:pt x="45328" y="10216"/>
                    <a:pt x="45495" y="10251"/>
                  </a:cubicBezTo>
                  <a:cubicBezTo>
                    <a:pt x="45530" y="10287"/>
                    <a:pt x="45566" y="10335"/>
                    <a:pt x="45602" y="10382"/>
                  </a:cubicBezTo>
                  <a:cubicBezTo>
                    <a:pt x="45661" y="10466"/>
                    <a:pt x="45721" y="10537"/>
                    <a:pt x="45780" y="10609"/>
                  </a:cubicBezTo>
                  <a:cubicBezTo>
                    <a:pt x="45328" y="10930"/>
                    <a:pt x="44876" y="11252"/>
                    <a:pt x="44221" y="11704"/>
                  </a:cubicBezTo>
                  <a:cubicBezTo>
                    <a:pt x="44173" y="11704"/>
                    <a:pt x="44125" y="11692"/>
                    <a:pt x="44066" y="11692"/>
                  </a:cubicBezTo>
                  <a:cubicBezTo>
                    <a:pt x="43983" y="11680"/>
                    <a:pt x="43899" y="11668"/>
                    <a:pt x="43804" y="11656"/>
                  </a:cubicBezTo>
                  <a:cubicBezTo>
                    <a:pt x="43509" y="11629"/>
                    <a:pt x="43212" y="11616"/>
                    <a:pt x="42915" y="11616"/>
                  </a:cubicBezTo>
                  <a:cubicBezTo>
                    <a:pt x="41028" y="11616"/>
                    <a:pt x="39097" y="12138"/>
                    <a:pt x="37184" y="12776"/>
                  </a:cubicBezTo>
                  <a:cubicBezTo>
                    <a:pt x="37148" y="12787"/>
                    <a:pt x="37101" y="12799"/>
                    <a:pt x="37065" y="12811"/>
                  </a:cubicBezTo>
                  <a:cubicBezTo>
                    <a:pt x="37312" y="12851"/>
                    <a:pt x="37558" y="12874"/>
                    <a:pt x="37805" y="12874"/>
                  </a:cubicBezTo>
                  <a:cubicBezTo>
                    <a:pt x="37856" y="12874"/>
                    <a:pt x="37907" y="12873"/>
                    <a:pt x="37958" y="12871"/>
                  </a:cubicBezTo>
                  <a:lnTo>
                    <a:pt x="37958" y="12871"/>
                  </a:lnTo>
                  <a:cubicBezTo>
                    <a:pt x="34410" y="16907"/>
                    <a:pt x="30862" y="20931"/>
                    <a:pt x="27302" y="24968"/>
                  </a:cubicBezTo>
                  <a:cubicBezTo>
                    <a:pt x="27052" y="25265"/>
                    <a:pt x="26790" y="25551"/>
                    <a:pt x="26528" y="25849"/>
                  </a:cubicBezTo>
                  <a:cubicBezTo>
                    <a:pt x="26385" y="26027"/>
                    <a:pt x="26207" y="26230"/>
                    <a:pt x="25992" y="26444"/>
                  </a:cubicBezTo>
                  <a:cubicBezTo>
                    <a:pt x="25528" y="26944"/>
                    <a:pt x="25064" y="27420"/>
                    <a:pt x="24575" y="27896"/>
                  </a:cubicBezTo>
                  <a:cubicBezTo>
                    <a:pt x="24528" y="28349"/>
                    <a:pt x="24480" y="28801"/>
                    <a:pt x="24409" y="29278"/>
                  </a:cubicBezTo>
                  <a:cubicBezTo>
                    <a:pt x="24980" y="28611"/>
                    <a:pt x="25349" y="28170"/>
                    <a:pt x="25718" y="27742"/>
                  </a:cubicBezTo>
                  <a:cubicBezTo>
                    <a:pt x="26088" y="27313"/>
                    <a:pt x="26480" y="26884"/>
                    <a:pt x="26861" y="26456"/>
                  </a:cubicBezTo>
                  <a:cubicBezTo>
                    <a:pt x="26933" y="26515"/>
                    <a:pt x="27004" y="26563"/>
                    <a:pt x="27088" y="26622"/>
                  </a:cubicBezTo>
                  <a:lnTo>
                    <a:pt x="27088" y="29801"/>
                  </a:lnTo>
                  <a:cubicBezTo>
                    <a:pt x="27671" y="31266"/>
                    <a:pt x="28064" y="32254"/>
                    <a:pt x="28457" y="33242"/>
                  </a:cubicBezTo>
                  <a:lnTo>
                    <a:pt x="28612" y="33219"/>
                  </a:lnTo>
                  <a:cubicBezTo>
                    <a:pt x="28576" y="32790"/>
                    <a:pt x="28552" y="32349"/>
                    <a:pt x="28504" y="31587"/>
                  </a:cubicBezTo>
                  <a:lnTo>
                    <a:pt x="28504" y="31587"/>
                  </a:lnTo>
                  <a:cubicBezTo>
                    <a:pt x="28635" y="31814"/>
                    <a:pt x="28766" y="32040"/>
                    <a:pt x="28897" y="32242"/>
                  </a:cubicBezTo>
                  <a:cubicBezTo>
                    <a:pt x="29350" y="32980"/>
                    <a:pt x="29731" y="33600"/>
                    <a:pt x="30159" y="34314"/>
                  </a:cubicBezTo>
                  <a:cubicBezTo>
                    <a:pt x="29886" y="33088"/>
                    <a:pt x="29528" y="32087"/>
                    <a:pt x="29445" y="31064"/>
                  </a:cubicBezTo>
                  <a:cubicBezTo>
                    <a:pt x="29171" y="27742"/>
                    <a:pt x="29302" y="24444"/>
                    <a:pt x="31183" y="21503"/>
                  </a:cubicBezTo>
                  <a:cubicBezTo>
                    <a:pt x="31564" y="20907"/>
                    <a:pt x="32148" y="20443"/>
                    <a:pt x="32636" y="19919"/>
                  </a:cubicBezTo>
                  <a:cubicBezTo>
                    <a:pt x="32755" y="19991"/>
                    <a:pt x="32874" y="20074"/>
                    <a:pt x="32993" y="20145"/>
                  </a:cubicBezTo>
                  <a:cubicBezTo>
                    <a:pt x="32862" y="20634"/>
                    <a:pt x="32743" y="21122"/>
                    <a:pt x="32600" y="21598"/>
                  </a:cubicBezTo>
                  <a:cubicBezTo>
                    <a:pt x="32588" y="21622"/>
                    <a:pt x="32588" y="21634"/>
                    <a:pt x="32576" y="21658"/>
                  </a:cubicBezTo>
                  <a:cubicBezTo>
                    <a:pt x="32243" y="22729"/>
                    <a:pt x="31993" y="23801"/>
                    <a:pt x="31850" y="24884"/>
                  </a:cubicBezTo>
                  <a:cubicBezTo>
                    <a:pt x="31529" y="27111"/>
                    <a:pt x="31672" y="29349"/>
                    <a:pt x="32505" y="31599"/>
                  </a:cubicBezTo>
                  <a:cubicBezTo>
                    <a:pt x="33434" y="34100"/>
                    <a:pt x="34898" y="35945"/>
                    <a:pt x="37684" y="36659"/>
                  </a:cubicBezTo>
                  <a:cubicBezTo>
                    <a:pt x="38165" y="36785"/>
                    <a:pt x="38625" y="36838"/>
                    <a:pt x="39068" y="36838"/>
                  </a:cubicBezTo>
                  <a:cubicBezTo>
                    <a:pt x="39885" y="36838"/>
                    <a:pt x="40646" y="36656"/>
                    <a:pt x="41387" y="36409"/>
                  </a:cubicBezTo>
                  <a:cubicBezTo>
                    <a:pt x="41589" y="36350"/>
                    <a:pt x="41792" y="36278"/>
                    <a:pt x="41994" y="36195"/>
                  </a:cubicBezTo>
                  <a:lnTo>
                    <a:pt x="41792" y="36195"/>
                  </a:lnTo>
                  <a:lnTo>
                    <a:pt x="41792" y="35921"/>
                  </a:lnTo>
                  <a:cubicBezTo>
                    <a:pt x="41345" y="36014"/>
                    <a:pt x="40893" y="36059"/>
                    <a:pt x="40441" y="36059"/>
                  </a:cubicBezTo>
                  <a:cubicBezTo>
                    <a:pt x="37421" y="36059"/>
                    <a:pt x="34431" y="34061"/>
                    <a:pt x="33541" y="31099"/>
                  </a:cubicBezTo>
                  <a:cubicBezTo>
                    <a:pt x="32362" y="27206"/>
                    <a:pt x="33076" y="23527"/>
                    <a:pt x="34720" y="19955"/>
                  </a:cubicBezTo>
                  <a:cubicBezTo>
                    <a:pt x="34934" y="19479"/>
                    <a:pt x="35434" y="19062"/>
                    <a:pt x="35910" y="18788"/>
                  </a:cubicBezTo>
                  <a:cubicBezTo>
                    <a:pt x="37708" y="17717"/>
                    <a:pt x="39577" y="16740"/>
                    <a:pt x="41375" y="15657"/>
                  </a:cubicBezTo>
                  <a:cubicBezTo>
                    <a:pt x="41805" y="15405"/>
                    <a:pt x="42203" y="15277"/>
                    <a:pt x="42619" y="15277"/>
                  </a:cubicBezTo>
                  <a:cubicBezTo>
                    <a:pt x="42872" y="15277"/>
                    <a:pt x="43132" y="15324"/>
                    <a:pt x="43411" y="15419"/>
                  </a:cubicBezTo>
                  <a:cubicBezTo>
                    <a:pt x="44899" y="15931"/>
                    <a:pt x="46078" y="16752"/>
                    <a:pt x="46947" y="17883"/>
                  </a:cubicBezTo>
                  <a:lnTo>
                    <a:pt x="48257" y="17883"/>
                  </a:lnTo>
                  <a:cubicBezTo>
                    <a:pt x="47293" y="16312"/>
                    <a:pt x="45888" y="15133"/>
                    <a:pt x="43959" y="14371"/>
                  </a:cubicBezTo>
                  <a:cubicBezTo>
                    <a:pt x="44309" y="14315"/>
                    <a:pt x="44647" y="14288"/>
                    <a:pt x="44974" y="14288"/>
                  </a:cubicBezTo>
                  <a:cubicBezTo>
                    <a:pt x="46602" y="14288"/>
                    <a:pt x="47952" y="14953"/>
                    <a:pt x="49162" y="16014"/>
                  </a:cubicBezTo>
                  <a:cubicBezTo>
                    <a:pt x="50114" y="16847"/>
                    <a:pt x="51043" y="17693"/>
                    <a:pt x="51984" y="18538"/>
                  </a:cubicBezTo>
                  <a:cubicBezTo>
                    <a:pt x="52055" y="18455"/>
                    <a:pt x="52138" y="18383"/>
                    <a:pt x="52222" y="18300"/>
                  </a:cubicBezTo>
                  <a:cubicBezTo>
                    <a:pt x="52222" y="18288"/>
                    <a:pt x="52234" y="18276"/>
                    <a:pt x="52246" y="18276"/>
                  </a:cubicBezTo>
                  <a:cubicBezTo>
                    <a:pt x="51484" y="15109"/>
                    <a:pt x="48924" y="13573"/>
                    <a:pt x="46078" y="12109"/>
                  </a:cubicBezTo>
                  <a:cubicBezTo>
                    <a:pt x="46804" y="11502"/>
                    <a:pt x="47376" y="11025"/>
                    <a:pt x="48007" y="10490"/>
                  </a:cubicBezTo>
                  <a:cubicBezTo>
                    <a:pt x="48876" y="10930"/>
                    <a:pt x="49650" y="11323"/>
                    <a:pt x="50424" y="11728"/>
                  </a:cubicBezTo>
                  <a:cubicBezTo>
                    <a:pt x="50507" y="11633"/>
                    <a:pt x="50579" y="11537"/>
                    <a:pt x="50662" y="11454"/>
                  </a:cubicBezTo>
                  <a:cubicBezTo>
                    <a:pt x="50007" y="10930"/>
                    <a:pt x="49352" y="10406"/>
                    <a:pt x="48567" y="9787"/>
                  </a:cubicBezTo>
                  <a:cubicBezTo>
                    <a:pt x="50186" y="8358"/>
                    <a:pt x="51650" y="7061"/>
                    <a:pt x="53115" y="5775"/>
                  </a:cubicBezTo>
                  <a:cubicBezTo>
                    <a:pt x="53079" y="5751"/>
                    <a:pt x="53043" y="5727"/>
                    <a:pt x="52996" y="5703"/>
                  </a:cubicBezTo>
                  <a:cubicBezTo>
                    <a:pt x="52984" y="5691"/>
                    <a:pt x="52960" y="5679"/>
                    <a:pt x="52948" y="5679"/>
                  </a:cubicBezTo>
                  <a:cubicBezTo>
                    <a:pt x="52984" y="5668"/>
                    <a:pt x="53031" y="5656"/>
                    <a:pt x="53067" y="5644"/>
                  </a:cubicBezTo>
                  <a:cubicBezTo>
                    <a:pt x="53865" y="5417"/>
                    <a:pt x="54651" y="5191"/>
                    <a:pt x="55282" y="5001"/>
                  </a:cubicBezTo>
                  <a:cubicBezTo>
                    <a:pt x="55508" y="4298"/>
                    <a:pt x="55532" y="3632"/>
                    <a:pt x="55651" y="2989"/>
                  </a:cubicBezTo>
                  <a:cubicBezTo>
                    <a:pt x="55746" y="2453"/>
                    <a:pt x="55913" y="1953"/>
                    <a:pt x="56341" y="1488"/>
                  </a:cubicBezTo>
                  <a:cubicBezTo>
                    <a:pt x="56401" y="1703"/>
                    <a:pt x="56425" y="1917"/>
                    <a:pt x="56437" y="2131"/>
                  </a:cubicBezTo>
                  <a:cubicBezTo>
                    <a:pt x="56472" y="3120"/>
                    <a:pt x="56067" y="4036"/>
                    <a:pt x="56758" y="4929"/>
                  </a:cubicBezTo>
                  <a:cubicBezTo>
                    <a:pt x="57508" y="3893"/>
                    <a:pt x="57580" y="2870"/>
                    <a:pt x="57270" y="1846"/>
                  </a:cubicBezTo>
                  <a:cubicBezTo>
                    <a:pt x="57210" y="1655"/>
                    <a:pt x="57187" y="1477"/>
                    <a:pt x="57163" y="1298"/>
                  </a:cubicBezTo>
                  <a:cubicBezTo>
                    <a:pt x="57127" y="834"/>
                    <a:pt x="57258" y="417"/>
                    <a:pt x="57496" y="12"/>
                  </a:cubicBezTo>
                  <a:lnTo>
                    <a:pt x="55889" y="12"/>
                  </a:lnTo>
                  <a:cubicBezTo>
                    <a:pt x="55425" y="512"/>
                    <a:pt x="54984" y="905"/>
                    <a:pt x="54567" y="1060"/>
                  </a:cubicBezTo>
                  <a:lnTo>
                    <a:pt x="45816" y="1060"/>
                  </a:lnTo>
                  <a:cubicBezTo>
                    <a:pt x="45995" y="703"/>
                    <a:pt x="46173" y="357"/>
                    <a:pt x="46352" y="12"/>
                  </a:cubicBezTo>
                  <a:lnTo>
                    <a:pt x="43113" y="12"/>
                  </a:lnTo>
                  <a:cubicBezTo>
                    <a:pt x="43078" y="60"/>
                    <a:pt x="43042" y="119"/>
                    <a:pt x="43006" y="167"/>
                  </a:cubicBezTo>
                  <a:cubicBezTo>
                    <a:pt x="42578" y="857"/>
                    <a:pt x="42066" y="1346"/>
                    <a:pt x="41435" y="1691"/>
                  </a:cubicBezTo>
                  <a:cubicBezTo>
                    <a:pt x="40994" y="1941"/>
                    <a:pt x="40494" y="2108"/>
                    <a:pt x="39923" y="2227"/>
                  </a:cubicBezTo>
                  <a:cubicBezTo>
                    <a:pt x="36720" y="2834"/>
                    <a:pt x="33636" y="3822"/>
                    <a:pt x="30743" y="5394"/>
                  </a:cubicBezTo>
                  <a:cubicBezTo>
                    <a:pt x="29386" y="6132"/>
                    <a:pt x="27945" y="6739"/>
                    <a:pt x="26540" y="7406"/>
                  </a:cubicBezTo>
                  <a:cubicBezTo>
                    <a:pt x="26480" y="7334"/>
                    <a:pt x="26409" y="7275"/>
                    <a:pt x="26349" y="7203"/>
                  </a:cubicBezTo>
                  <a:lnTo>
                    <a:pt x="29886" y="203"/>
                  </a:lnTo>
                  <a:lnTo>
                    <a:pt x="29612" y="72"/>
                  </a:lnTo>
                  <a:cubicBezTo>
                    <a:pt x="29052" y="1119"/>
                    <a:pt x="28409" y="2131"/>
                    <a:pt x="27957" y="3215"/>
                  </a:cubicBezTo>
                  <a:cubicBezTo>
                    <a:pt x="27492" y="4322"/>
                    <a:pt x="26933" y="5358"/>
                    <a:pt x="26290" y="6310"/>
                  </a:cubicBezTo>
                  <a:cubicBezTo>
                    <a:pt x="27183" y="4215"/>
                    <a:pt x="28040" y="2119"/>
                    <a:pt x="28862" y="12"/>
                  </a:cubicBezTo>
                  <a:lnTo>
                    <a:pt x="28564" y="12"/>
                  </a:lnTo>
                  <a:cubicBezTo>
                    <a:pt x="27326" y="2810"/>
                    <a:pt x="25992" y="5572"/>
                    <a:pt x="24659" y="8323"/>
                  </a:cubicBezTo>
                  <a:cubicBezTo>
                    <a:pt x="23575" y="9430"/>
                    <a:pt x="22313" y="10382"/>
                    <a:pt x="20849" y="11144"/>
                  </a:cubicBezTo>
                  <a:cubicBezTo>
                    <a:pt x="20468" y="11335"/>
                    <a:pt x="20134" y="11621"/>
                    <a:pt x="19801" y="11894"/>
                  </a:cubicBezTo>
                  <a:cubicBezTo>
                    <a:pt x="19646" y="12025"/>
                    <a:pt x="19539" y="12228"/>
                    <a:pt x="19408" y="12406"/>
                  </a:cubicBezTo>
                  <a:cubicBezTo>
                    <a:pt x="19456" y="12478"/>
                    <a:pt x="19503" y="12561"/>
                    <a:pt x="19551" y="12645"/>
                  </a:cubicBezTo>
                  <a:lnTo>
                    <a:pt x="23147" y="11359"/>
                  </a:lnTo>
                  <a:lnTo>
                    <a:pt x="23147" y="11359"/>
                  </a:lnTo>
                  <a:cubicBezTo>
                    <a:pt x="23028" y="11621"/>
                    <a:pt x="22909" y="11871"/>
                    <a:pt x="22789" y="12133"/>
                  </a:cubicBezTo>
                  <a:cubicBezTo>
                    <a:pt x="22099" y="13549"/>
                    <a:pt x="21420" y="14966"/>
                    <a:pt x="20742" y="16395"/>
                  </a:cubicBezTo>
                  <a:cubicBezTo>
                    <a:pt x="19027" y="20038"/>
                    <a:pt x="17396" y="23729"/>
                    <a:pt x="16027" y="27551"/>
                  </a:cubicBezTo>
                  <a:cubicBezTo>
                    <a:pt x="15050" y="30254"/>
                    <a:pt x="14217" y="33028"/>
                    <a:pt x="13574" y="35850"/>
                  </a:cubicBezTo>
                  <a:cubicBezTo>
                    <a:pt x="13479" y="35493"/>
                    <a:pt x="13384" y="35135"/>
                    <a:pt x="13288" y="34790"/>
                  </a:cubicBezTo>
                  <a:cubicBezTo>
                    <a:pt x="13122" y="33576"/>
                    <a:pt x="12931" y="32349"/>
                    <a:pt x="12919" y="31135"/>
                  </a:cubicBezTo>
                  <a:cubicBezTo>
                    <a:pt x="12764" y="22908"/>
                    <a:pt x="13931" y="14812"/>
                    <a:pt x="15372" y="6751"/>
                  </a:cubicBezTo>
                  <a:cubicBezTo>
                    <a:pt x="15777" y="4501"/>
                    <a:pt x="16265" y="2250"/>
                    <a:pt x="16741" y="12"/>
                  </a:cubicBezTo>
                  <a:lnTo>
                    <a:pt x="16420" y="12"/>
                  </a:lnTo>
                  <a:cubicBezTo>
                    <a:pt x="15812" y="2655"/>
                    <a:pt x="15181" y="5298"/>
                    <a:pt x="14693" y="7954"/>
                  </a:cubicBezTo>
                  <a:cubicBezTo>
                    <a:pt x="14134" y="11013"/>
                    <a:pt x="13693" y="14097"/>
                    <a:pt x="13324" y="17181"/>
                  </a:cubicBezTo>
                  <a:cubicBezTo>
                    <a:pt x="12955" y="20193"/>
                    <a:pt x="12741" y="23229"/>
                    <a:pt x="12467" y="26253"/>
                  </a:cubicBezTo>
                  <a:lnTo>
                    <a:pt x="12169" y="26218"/>
                  </a:lnTo>
                  <a:cubicBezTo>
                    <a:pt x="11729" y="21253"/>
                    <a:pt x="11717" y="16300"/>
                    <a:pt x="12479" y="11359"/>
                  </a:cubicBezTo>
                  <a:cubicBezTo>
                    <a:pt x="12598" y="10561"/>
                    <a:pt x="12491" y="9728"/>
                    <a:pt x="12491" y="8906"/>
                  </a:cubicBezTo>
                  <a:lnTo>
                    <a:pt x="12491" y="8906"/>
                  </a:lnTo>
                  <a:cubicBezTo>
                    <a:pt x="11479" y="12704"/>
                    <a:pt x="10859" y="16502"/>
                    <a:pt x="10621" y="20312"/>
                  </a:cubicBezTo>
                  <a:cubicBezTo>
                    <a:pt x="9931" y="13585"/>
                    <a:pt x="9978" y="6763"/>
                    <a:pt x="1077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40"/>
            <p:cNvSpPr/>
            <p:nvPr/>
          </p:nvSpPr>
          <p:spPr>
            <a:xfrm>
              <a:off x="2676800" y="1318600"/>
              <a:ext cx="80100" cy="39150"/>
            </a:xfrm>
            <a:custGeom>
              <a:rect b="b" l="l" r="r" t="t"/>
              <a:pathLst>
                <a:path extrusionOk="0" h="1566" w="3204">
                  <a:moveTo>
                    <a:pt x="2324" y="0"/>
                  </a:moveTo>
                  <a:cubicBezTo>
                    <a:pt x="1450" y="0"/>
                    <a:pt x="695" y="276"/>
                    <a:pt x="1" y="709"/>
                  </a:cubicBezTo>
                  <a:lnTo>
                    <a:pt x="1" y="1566"/>
                  </a:lnTo>
                  <a:cubicBezTo>
                    <a:pt x="787" y="971"/>
                    <a:pt x="1751" y="578"/>
                    <a:pt x="2930" y="447"/>
                  </a:cubicBezTo>
                  <a:cubicBezTo>
                    <a:pt x="2989" y="435"/>
                    <a:pt x="3037" y="316"/>
                    <a:pt x="3204" y="90"/>
                  </a:cubicBezTo>
                  <a:cubicBezTo>
                    <a:pt x="2897" y="29"/>
                    <a:pt x="2604" y="0"/>
                    <a:pt x="23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40"/>
            <p:cNvSpPr/>
            <p:nvPr/>
          </p:nvSpPr>
          <p:spPr>
            <a:xfrm>
              <a:off x="3215275" y="1666400"/>
              <a:ext cx="97650" cy="96175"/>
            </a:xfrm>
            <a:custGeom>
              <a:rect b="b" l="l" r="r" t="t"/>
              <a:pathLst>
                <a:path extrusionOk="0" h="3847" w="3906">
                  <a:moveTo>
                    <a:pt x="3906" y="1"/>
                  </a:moveTo>
                  <a:cubicBezTo>
                    <a:pt x="3346" y="72"/>
                    <a:pt x="2786" y="108"/>
                    <a:pt x="2215" y="120"/>
                  </a:cubicBezTo>
                  <a:cubicBezTo>
                    <a:pt x="1477" y="1358"/>
                    <a:pt x="739" y="2608"/>
                    <a:pt x="0" y="3846"/>
                  </a:cubicBezTo>
                  <a:cubicBezTo>
                    <a:pt x="750" y="3549"/>
                    <a:pt x="1489" y="3215"/>
                    <a:pt x="2215" y="2858"/>
                  </a:cubicBezTo>
                  <a:cubicBezTo>
                    <a:pt x="2774" y="1906"/>
                    <a:pt x="3346" y="953"/>
                    <a:pt x="3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40"/>
            <p:cNvSpPr/>
            <p:nvPr/>
          </p:nvSpPr>
          <p:spPr>
            <a:xfrm>
              <a:off x="3335225" y="1642600"/>
              <a:ext cx="80100" cy="58650"/>
            </a:xfrm>
            <a:custGeom>
              <a:rect b="b" l="l" r="r" t="t"/>
              <a:pathLst>
                <a:path extrusionOk="0" h="2346" w="3204">
                  <a:moveTo>
                    <a:pt x="3203" y="0"/>
                  </a:moveTo>
                  <a:cubicBezTo>
                    <a:pt x="2322" y="322"/>
                    <a:pt x="1429" y="560"/>
                    <a:pt x="513" y="738"/>
                  </a:cubicBezTo>
                  <a:cubicBezTo>
                    <a:pt x="501" y="762"/>
                    <a:pt x="489" y="774"/>
                    <a:pt x="477" y="798"/>
                  </a:cubicBezTo>
                  <a:cubicBezTo>
                    <a:pt x="322" y="1048"/>
                    <a:pt x="322" y="1405"/>
                    <a:pt x="251" y="1703"/>
                  </a:cubicBezTo>
                  <a:cubicBezTo>
                    <a:pt x="155" y="1917"/>
                    <a:pt x="84" y="2131"/>
                    <a:pt x="1" y="2346"/>
                  </a:cubicBezTo>
                  <a:cubicBezTo>
                    <a:pt x="1120" y="1643"/>
                    <a:pt x="2191" y="857"/>
                    <a:pt x="3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40"/>
            <p:cNvSpPr/>
            <p:nvPr/>
          </p:nvSpPr>
          <p:spPr>
            <a:xfrm>
              <a:off x="3291475" y="1708675"/>
              <a:ext cx="111350" cy="138725"/>
            </a:xfrm>
            <a:custGeom>
              <a:rect b="b" l="l" r="r" t="t"/>
              <a:pathLst>
                <a:path extrusionOk="0" h="5549" w="4454">
                  <a:moveTo>
                    <a:pt x="4453" y="0"/>
                  </a:moveTo>
                  <a:lnTo>
                    <a:pt x="4453" y="0"/>
                  </a:lnTo>
                  <a:cubicBezTo>
                    <a:pt x="3322" y="727"/>
                    <a:pt x="2096" y="1310"/>
                    <a:pt x="834" y="1739"/>
                  </a:cubicBezTo>
                  <a:cubicBezTo>
                    <a:pt x="322" y="2929"/>
                    <a:pt x="155" y="4191"/>
                    <a:pt x="0" y="5549"/>
                  </a:cubicBezTo>
                  <a:cubicBezTo>
                    <a:pt x="250" y="5239"/>
                    <a:pt x="500" y="4930"/>
                    <a:pt x="750" y="4620"/>
                  </a:cubicBezTo>
                  <a:cubicBezTo>
                    <a:pt x="1274" y="3644"/>
                    <a:pt x="1798" y="2656"/>
                    <a:pt x="2417" y="1513"/>
                  </a:cubicBezTo>
                  <a:cubicBezTo>
                    <a:pt x="2465" y="1894"/>
                    <a:pt x="2477" y="2215"/>
                    <a:pt x="2429" y="2525"/>
                  </a:cubicBezTo>
                  <a:cubicBezTo>
                    <a:pt x="3108" y="1679"/>
                    <a:pt x="3775" y="834"/>
                    <a:pt x="4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40"/>
            <p:cNvSpPr/>
            <p:nvPr/>
          </p:nvSpPr>
          <p:spPr>
            <a:xfrm>
              <a:off x="3179850" y="1469050"/>
              <a:ext cx="445925" cy="381625"/>
            </a:xfrm>
            <a:custGeom>
              <a:rect b="b" l="l" r="r" t="t"/>
              <a:pathLst>
                <a:path extrusionOk="0" h="15265" w="17837">
                  <a:moveTo>
                    <a:pt x="16503" y="1"/>
                  </a:moveTo>
                  <a:cubicBezTo>
                    <a:pt x="16491" y="13"/>
                    <a:pt x="16479" y="25"/>
                    <a:pt x="16467" y="49"/>
                  </a:cubicBezTo>
                  <a:cubicBezTo>
                    <a:pt x="14395" y="2537"/>
                    <a:pt x="11776" y="4573"/>
                    <a:pt x="8859" y="5990"/>
                  </a:cubicBezTo>
                  <a:cubicBezTo>
                    <a:pt x="8644" y="6097"/>
                    <a:pt x="8430" y="6192"/>
                    <a:pt x="8216" y="6287"/>
                  </a:cubicBezTo>
                  <a:cubicBezTo>
                    <a:pt x="7954" y="6418"/>
                    <a:pt x="7680" y="6526"/>
                    <a:pt x="7406" y="6645"/>
                  </a:cubicBezTo>
                  <a:cubicBezTo>
                    <a:pt x="6847" y="6859"/>
                    <a:pt x="6287" y="7073"/>
                    <a:pt x="5715" y="7240"/>
                  </a:cubicBezTo>
                  <a:cubicBezTo>
                    <a:pt x="5084" y="7442"/>
                    <a:pt x="4442" y="7621"/>
                    <a:pt x="3787" y="7752"/>
                  </a:cubicBezTo>
                  <a:cubicBezTo>
                    <a:pt x="3358" y="7847"/>
                    <a:pt x="2941" y="7930"/>
                    <a:pt x="2513" y="8002"/>
                  </a:cubicBezTo>
                  <a:cubicBezTo>
                    <a:pt x="2882" y="8014"/>
                    <a:pt x="3263" y="8014"/>
                    <a:pt x="3632" y="8014"/>
                  </a:cubicBezTo>
                  <a:cubicBezTo>
                    <a:pt x="4203" y="8002"/>
                    <a:pt x="4763" y="7966"/>
                    <a:pt x="5323" y="7895"/>
                  </a:cubicBezTo>
                  <a:cubicBezTo>
                    <a:pt x="5799" y="7847"/>
                    <a:pt x="6263" y="7776"/>
                    <a:pt x="6728" y="7680"/>
                  </a:cubicBezTo>
                  <a:cubicBezTo>
                    <a:pt x="7644" y="7502"/>
                    <a:pt x="8549" y="7264"/>
                    <a:pt x="9418" y="6942"/>
                  </a:cubicBezTo>
                  <a:lnTo>
                    <a:pt x="9418" y="6942"/>
                  </a:lnTo>
                  <a:cubicBezTo>
                    <a:pt x="8406" y="7799"/>
                    <a:pt x="7335" y="8573"/>
                    <a:pt x="6216" y="9288"/>
                  </a:cubicBezTo>
                  <a:cubicBezTo>
                    <a:pt x="5382" y="9812"/>
                    <a:pt x="4513" y="10300"/>
                    <a:pt x="3632" y="10740"/>
                  </a:cubicBezTo>
                  <a:cubicBezTo>
                    <a:pt x="2906" y="11109"/>
                    <a:pt x="2167" y="11431"/>
                    <a:pt x="1417" y="11740"/>
                  </a:cubicBezTo>
                  <a:cubicBezTo>
                    <a:pt x="941" y="11919"/>
                    <a:pt x="477" y="12098"/>
                    <a:pt x="0" y="12264"/>
                  </a:cubicBezTo>
                  <a:cubicBezTo>
                    <a:pt x="370" y="12252"/>
                    <a:pt x="751" y="12241"/>
                    <a:pt x="1132" y="12205"/>
                  </a:cubicBezTo>
                  <a:cubicBezTo>
                    <a:pt x="1727" y="12157"/>
                    <a:pt x="2322" y="12074"/>
                    <a:pt x="2906" y="11967"/>
                  </a:cubicBezTo>
                  <a:cubicBezTo>
                    <a:pt x="3191" y="11907"/>
                    <a:pt x="3489" y="11848"/>
                    <a:pt x="3775" y="11776"/>
                  </a:cubicBezTo>
                  <a:cubicBezTo>
                    <a:pt x="4287" y="11657"/>
                    <a:pt x="4799" y="11502"/>
                    <a:pt x="5299" y="11324"/>
                  </a:cubicBezTo>
                  <a:cubicBezTo>
                    <a:pt x="6561" y="10883"/>
                    <a:pt x="7787" y="10312"/>
                    <a:pt x="8918" y="9585"/>
                  </a:cubicBezTo>
                  <a:lnTo>
                    <a:pt x="8918" y="9585"/>
                  </a:lnTo>
                  <a:cubicBezTo>
                    <a:pt x="8240" y="10419"/>
                    <a:pt x="7573" y="11264"/>
                    <a:pt x="6894" y="12110"/>
                  </a:cubicBezTo>
                  <a:cubicBezTo>
                    <a:pt x="6335" y="12800"/>
                    <a:pt x="5775" y="13503"/>
                    <a:pt x="5215" y="14205"/>
                  </a:cubicBezTo>
                  <a:cubicBezTo>
                    <a:pt x="4965" y="14515"/>
                    <a:pt x="4715" y="14824"/>
                    <a:pt x="4465" y="15134"/>
                  </a:cubicBezTo>
                  <a:lnTo>
                    <a:pt x="4358" y="15265"/>
                  </a:lnTo>
                  <a:cubicBezTo>
                    <a:pt x="4394" y="15229"/>
                    <a:pt x="4418" y="15193"/>
                    <a:pt x="4453" y="15169"/>
                  </a:cubicBezTo>
                  <a:cubicBezTo>
                    <a:pt x="4942" y="14693"/>
                    <a:pt x="5406" y="14217"/>
                    <a:pt x="5870" y="13717"/>
                  </a:cubicBezTo>
                  <a:cubicBezTo>
                    <a:pt x="6049" y="13514"/>
                    <a:pt x="6227" y="13324"/>
                    <a:pt x="6406" y="13122"/>
                  </a:cubicBezTo>
                  <a:cubicBezTo>
                    <a:pt x="6668" y="12824"/>
                    <a:pt x="6930" y="12526"/>
                    <a:pt x="7180" y="12241"/>
                  </a:cubicBezTo>
                  <a:cubicBezTo>
                    <a:pt x="10728" y="8204"/>
                    <a:pt x="14276" y="4168"/>
                    <a:pt x="17836" y="144"/>
                  </a:cubicBezTo>
                  <a:lnTo>
                    <a:pt x="17836" y="144"/>
                  </a:lnTo>
                  <a:cubicBezTo>
                    <a:pt x="17785" y="146"/>
                    <a:pt x="17734" y="147"/>
                    <a:pt x="17683" y="147"/>
                  </a:cubicBezTo>
                  <a:cubicBezTo>
                    <a:pt x="17436" y="147"/>
                    <a:pt x="17190" y="124"/>
                    <a:pt x="16943" y="84"/>
                  </a:cubicBezTo>
                  <a:cubicBezTo>
                    <a:pt x="16800" y="60"/>
                    <a:pt x="16645" y="37"/>
                    <a:pt x="1650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40"/>
            <p:cNvSpPr/>
            <p:nvPr/>
          </p:nvSpPr>
          <p:spPr>
            <a:xfrm>
              <a:off x="3582275" y="1464000"/>
              <a:ext cx="14325" cy="5075"/>
            </a:xfrm>
            <a:custGeom>
              <a:rect b="b" l="l" r="r" t="t"/>
              <a:pathLst>
                <a:path extrusionOk="0" h="203" w="573">
                  <a:moveTo>
                    <a:pt x="572" y="1"/>
                  </a:moveTo>
                  <a:lnTo>
                    <a:pt x="227" y="48"/>
                  </a:lnTo>
                  <a:lnTo>
                    <a:pt x="1" y="72"/>
                  </a:lnTo>
                  <a:cubicBezTo>
                    <a:pt x="96" y="108"/>
                    <a:pt x="203" y="143"/>
                    <a:pt x="310" y="179"/>
                  </a:cubicBezTo>
                  <a:cubicBezTo>
                    <a:pt x="346" y="179"/>
                    <a:pt x="370" y="191"/>
                    <a:pt x="406" y="203"/>
                  </a:cubicBezTo>
                  <a:cubicBezTo>
                    <a:pt x="453" y="131"/>
                    <a:pt x="513" y="72"/>
                    <a:pt x="572" y="1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40"/>
            <p:cNvSpPr/>
            <p:nvPr/>
          </p:nvSpPr>
          <p:spPr>
            <a:xfrm>
              <a:off x="4023700" y="1151175"/>
              <a:ext cx="402175" cy="586100"/>
            </a:xfrm>
            <a:custGeom>
              <a:rect b="b" l="l" r="r" t="t"/>
              <a:pathLst>
                <a:path extrusionOk="0" h="23444" w="16087">
                  <a:moveTo>
                    <a:pt x="15896" y="0"/>
                  </a:moveTo>
                  <a:cubicBezTo>
                    <a:pt x="12347" y="6084"/>
                    <a:pt x="8966" y="11513"/>
                    <a:pt x="6347" y="15526"/>
                  </a:cubicBezTo>
                  <a:cubicBezTo>
                    <a:pt x="4906" y="17728"/>
                    <a:pt x="3787" y="19538"/>
                    <a:pt x="2751" y="20586"/>
                  </a:cubicBezTo>
                  <a:cubicBezTo>
                    <a:pt x="2239" y="21110"/>
                    <a:pt x="1787" y="21455"/>
                    <a:pt x="1465" y="21681"/>
                  </a:cubicBezTo>
                  <a:cubicBezTo>
                    <a:pt x="1382" y="21729"/>
                    <a:pt x="1298" y="21777"/>
                    <a:pt x="1239" y="21824"/>
                  </a:cubicBezTo>
                  <a:cubicBezTo>
                    <a:pt x="1179" y="21860"/>
                    <a:pt x="1132" y="21884"/>
                    <a:pt x="1084" y="21908"/>
                  </a:cubicBezTo>
                  <a:cubicBezTo>
                    <a:pt x="1025" y="21955"/>
                    <a:pt x="989" y="21967"/>
                    <a:pt x="977" y="21979"/>
                  </a:cubicBezTo>
                  <a:cubicBezTo>
                    <a:pt x="1060" y="21943"/>
                    <a:pt x="1144" y="21896"/>
                    <a:pt x="1227" y="21848"/>
                  </a:cubicBezTo>
                  <a:cubicBezTo>
                    <a:pt x="1989" y="21479"/>
                    <a:pt x="2668" y="20955"/>
                    <a:pt x="3263" y="20360"/>
                  </a:cubicBezTo>
                  <a:cubicBezTo>
                    <a:pt x="3930" y="19693"/>
                    <a:pt x="4513" y="18967"/>
                    <a:pt x="5061" y="18228"/>
                  </a:cubicBezTo>
                  <a:cubicBezTo>
                    <a:pt x="6144" y="16752"/>
                    <a:pt x="7168" y="15288"/>
                    <a:pt x="8121" y="13871"/>
                  </a:cubicBezTo>
                  <a:cubicBezTo>
                    <a:pt x="10026" y="11025"/>
                    <a:pt x="11633" y="8323"/>
                    <a:pt x="12943" y="5989"/>
                  </a:cubicBezTo>
                  <a:cubicBezTo>
                    <a:pt x="14252" y="3667"/>
                    <a:pt x="15241" y="1703"/>
                    <a:pt x="15919" y="333"/>
                  </a:cubicBezTo>
                  <a:cubicBezTo>
                    <a:pt x="15979" y="214"/>
                    <a:pt x="16027" y="107"/>
                    <a:pt x="16086" y="0"/>
                  </a:cubicBezTo>
                  <a:close/>
                  <a:moveTo>
                    <a:pt x="7787" y="0"/>
                  </a:moveTo>
                  <a:cubicBezTo>
                    <a:pt x="6001" y="4965"/>
                    <a:pt x="4120" y="9906"/>
                    <a:pt x="2430" y="14907"/>
                  </a:cubicBezTo>
                  <a:cubicBezTo>
                    <a:pt x="1644" y="17228"/>
                    <a:pt x="1513" y="19764"/>
                    <a:pt x="477" y="22038"/>
                  </a:cubicBezTo>
                  <a:cubicBezTo>
                    <a:pt x="275" y="22491"/>
                    <a:pt x="155" y="22979"/>
                    <a:pt x="1" y="23443"/>
                  </a:cubicBezTo>
                  <a:cubicBezTo>
                    <a:pt x="465" y="23015"/>
                    <a:pt x="751" y="22527"/>
                    <a:pt x="965" y="22003"/>
                  </a:cubicBezTo>
                  <a:cubicBezTo>
                    <a:pt x="965" y="21991"/>
                    <a:pt x="965" y="21991"/>
                    <a:pt x="977" y="21979"/>
                  </a:cubicBezTo>
                  <a:cubicBezTo>
                    <a:pt x="1572" y="20526"/>
                    <a:pt x="2156" y="19074"/>
                    <a:pt x="2727" y="17609"/>
                  </a:cubicBezTo>
                  <a:cubicBezTo>
                    <a:pt x="4989" y="11799"/>
                    <a:pt x="7037" y="5917"/>
                    <a:pt x="900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40"/>
            <p:cNvSpPr/>
            <p:nvPr/>
          </p:nvSpPr>
          <p:spPr>
            <a:xfrm>
              <a:off x="2762825" y="4354525"/>
              <a:ext cx="271500" cy="203325"/>
            </a:xfrm>
            <a:custGeom>
              <a:rect b="b" l="l" r="r" t="t"/>
              <a:pathLst>
                <a:path extrusionOk="0" h="8133" w="10860">
                  <a:moveTo>
                    <a:pt x="10681" y="1"/>
                  </a:moveTo>
                  <a:cubicBezTo>
                    <a:pt x="7061" y="2632"/>
                    <a:pt x="3442" y="5275"/>
                    <a:pt x="1" y="8133"/>
                  </a:cubicBezTo>
                  <a:lnTo>
                    <a:pt x="953" y="8133"/>
                  </a:lnTo>
                  <a:cubicBezTo>
                    <a:pt x="4263" y="5490"/>
                    <a:pt x="7561" y="2858"/>
                    <a:pt x="10859" y="215"/>
                  </a:cubicBezTo>
                  <a:cubicBezTo>
                    <a:pt x="10800" y="144"/>
                    <a:pt x="10740" y="72"/>
                    <a:pt x="1068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40"/>
            <p:cNvSpPr/>
            <p:nvPr/>
          </p:nvSpPr>
          <p:spPr>
            <a:xfrm>
              <a:off x="4123425" y="3537775"/>
              <a:ext cx="389350" cy="254800"/>
            </a:xfrm>
            <a:custGeom>
              <a:rect b="b" l="l" r="r" t="t"/>
              <a:pathLst>
                <a:path extrusionOk="0" h="10192" w="15574">
                  <a:moveTo>
                    <a:pt x="15574" y="0"/>
                  </a:moveTo>
                  <a:cubicBezTo>
                    <a:pt x="14395" y="762"/>
                    <a:pt x="13228" y="1548"/>
                    <a:pt x="12097" y="2393"/>
                  </a:cubicBezTo>
                  <a:cubicBezTo>
                    <a:pt x="9847" y="3679"/>
                    <a:pt x="7823" y="4929"/>
                    <a:pt x="6096" y="6037"/>
                  </a:cubicBezTo>
                  <a:cubicBezTo>
                    <a:pt x="4275" y="7203"/>
                    <a:pt x="2798" y="8204"/>
                    <a:pt x="1751" y="8930"/>
                  </a:cubicBezTo>
                  <a:cubicBezTo>
                    <a:pt x="631" y="9716"/>
                    <a:pt x="0" y="10192"/>
                    <a:pt x="0" y="10192"/>
                  </a:cubicBezTo>
                  <a:cubicBezTo>
                    <a:pt x="1524" y="9382"/>
                    <a:pt x="3013" y="8585"/>
                    <a:pt x="4429" y="7799"/>
                  </a:cubicBezTo>
                  <a:cubicBezTo>
                    <a:pt x="8478" y="5548"/>
                    <a:pt x="12061" y="3417"/>
                    <a:pt x="14847" y="1703"/>
                  </a:cubicBezTo>
                  <a:cubicBezTo>
                    <a:pt x="15097" y="1548"/>
                    <a:pt x="15336" y="1393"/>
                    <a:pt x="15574" y="1250"/>
                  </a:cubicBezTo>
                  <a:lnTo>
                    <a:pt x="15574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40"/>
            <p:cNvSpPr/>
            <p:nvPr/>
          </p:nvSpPr>
          <p:spPr>
            <a:xfrm>
              <a:off x="3227775" y="3892275"/>
              <a:ext cx="110150" cy="403650"/>
            </a:xfrm>
            <a:custGeom>
              <a:rect b="b" l="l" r="r" t="t"/>
              <a:pathLst>
                <a:path extrusionOk="0" h="16146" w="4406">
                  <a:moveTo>
                    <a:pt x="4406" y="0"/>
                  </a:moveTo>
                  <a:lnTo>
                    <a:pt x="4406" y="0"/>
                  </a:lnTo>
                  <a:cubicBezTo>
                    <a:pt x="2132" y="5096"/>
                    <a:pt x="834" y="10561"/>
                    <a:pt x="0" y="16145"/>
                  </a:cubicBezTo>
                  <a:cubicBezTo>
                    <a:pt x="1477" y="10764"/>
                    <a:pt x="2941" y="5382"/>
                    <a:pt x="44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40"/>
            <p:cNvSpPr/>
            <p:nvPr/>
          </p:nvSpPr>
          <p:spPr>
            <a:xfrm>
              <a:off x="4198725" y="2822500"/>
              <a:ext cx="147075" cy="40575"/>
            </a:xfrm>
            <a:custGeom>
              <a:rect b="b" l="l" r="r" t="t"/>
              <a:pathLst>
                <a:path extrusionOk="0" h="1623" w="5883">
                  <a:moveTo>
                    <a:pt x="72" y="1"/>
                  </a:moveTo>
                  <a:cubicBezTo>
                    <a:pt x="48" y="84"/>
                    <a:pt x="24" y="167"/>
                    <a:pt x="1" y="262"/>
                  </a:cubicBezTo>
                  <a:cubicBezTo>
                    <a:pt x="1453" y="691"/>
                    <a:pt x="2894" y="1155"/>
                    <a:pt x="4346" y="1548"/>
                  </a:cubicBezTo>
                  <a:cubicBezTo>
                    <a:pt x="4513" y="1593"/>
                    <a:pt x="4679" y="1622"/>
                    <a:pt x="4839" y="1622"/>
                  </a:cubicBezTo>
                  <a:cubicBezTo>
                    <a:pt x="5275" y="1622"/>
                    <a:pt x="5665" y="1405"/>
                    <a:pt x="5882" y="691"/>
                  </a:cubicBezTo>
                  <a:cubicBezTo>
                    <a:pt x="3906" y="453"/>
                    <a:pt x="1989" y="227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40"/>
            <p:cNvSpPr/>
            <p:nvPr/>
          </p:nvSpPr>
          <p:spPr>
            <a:xfrm>
              <a:off x="4462750" y="2847200"/>
              <a:ext cx="50025" cy="25825"/>
            </a:xfrm>
            <a:custGeom>
              <a:rect b="b" l="l" r="r" t="t"/>
              <a:pathLst>
                <a:path extrusionOk="0" h="1033" w="2001">
                  <a:moveTo>
                    <a:pt x="2001" y="1"/>
                  </a:moveTo>
                  <a:cubicBezTo>
                    <a:pt x="310" y="96"/>
                    <a:pt x="227" y="286"/>
                    <a:pt x="0" y="941"/>
                  </a:cubicBezTo>
                  <a:cubicBezTo>
                    <a:pt x="294" y="1002"/>
                    <a:pt x="621" y="1032"/>
                    <a:pt x="969" y="1032"/>
                  </a:cubicBezTo>
                  <a:cubicBezTo>
                    <a:pt x="1299" y="1032"/>
                    <a:pt x="1647" y="1005"/>
                    <a:pt x="2001" y="953"/>
                  </a:cubicBezTo>
                  <a:lnTo>
                    <a:pt x="2001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40"/>
            <p:cNvSpPr/>
            <p:nvPr/>
          </p:nvSpPr>
          <p:spPr>
            <a:xfrm>
              <a:off x="4480000" y="1151175"/>
              <a:ext cx="31875" cy="37225"/>
            </a:xfrm>
            <a:custGeom>
              <a:rect b="b" l="l" r="r" t="t"/>
              <a:pathLst>
                <a:path extrusionOk="0" h="1489" w="1275">
                  <a:moveTo>
                    <a:pt x="965" y="0"/>
                  </a:moveTo>
                  <a:cubicBezTo>
                    <a:pt x="727" y="369"/>
                    <a:pt x="489" y="738"/>
                    <a:pt x="251" y="1107"/>
                  </a:cubicBezTo>
                  <a:cubicBezTo>
                    <a:pt x="168" y="1238"/>
                    <a:pt x="84" y="1357"/>
                    <a:pt x="1" y="1488"/>
                  </a:cubicBezTo>
                  <a:cubicBezTo>
                    <a:pt x="84" y="1393"/>
                    <a:pt x="168" y="1298"/>
                    <a:pt x="251" y="1203"/>
                  </a:cubicBezTo>
                  <a:cubicBezTo>
                    <a:pt x="608" y="810"/>
                    <a:pt x="942" y="405"/>
                    <a:pt x="127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40"/>
            <p:cNvSpPr/>
            <p:nvPr/>
          </p:nvSpPr>
          <p:spPr>
            <a:xfrm>
              <a:off x="4508875" y="1393150"/>
              <a:ext cx="3900" cy="7475"/>
            </a:xfrm>
            <a:custGeom>
              <a:rect b="b" l="l" r="r" t="t"/>
              <a:pathLst>
                <a:path extrusionOk="0" h="299" w="156">
                  <a:moveTo>
                    <a:pt x="156" y="1"/>
                  </a:moveTo>
                  <a:cubicBezTo>
                    <a:pt x="108" y="96"/>
                    <a:pt x="49" y="191"/>
                    <a:pt x="1" y="298"/>
                  </a:cubicBezTo>
                  <a:cubicBezTo>
                    <a:pt x="60" y="239"/>
                    <a:pt x="108" y="168"/>
                    <a:pt x="156" y="108"/>
                  </a:cubicBezTo>
                  <a:lnTo>
                    <a:pt x="156" y="1"/>
                  </a:ln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40"/>
            <p:cNvSpPr/>
            <p:nvPr/>
          </p:nvSpPr>
          <p:spPr>
            <a:xfrm>
              <a:off x="4218375" y="3605625"/>
              <a:ext cx="294400" cy="187550"/>
            </a:xfrm>
            <a:custGeom>
              <a:rect b="b" l="l" r="r" t="t"/>
              <a:pathLst>
                <a:path extrusionOk="0" h="7502" w="11776">
                  <a:moveTo>
                    <a:pt x="11776" y="1"/>
                  </a:moveTo>
                  <a:cubicBezTo>
                    <a:pt x="10204" y="679"/>
                    <a:pt x="8740" y="1441"/>
                    <a:pt x="7406" y="2203"/>
                  </a:cubicBezTo>
                  <a:cubicBezTo>
                    <a:pt x="6061" y="2989"/>
                    <a:pt x="4846" y="3775"/>
                    <a:pt x="3822" y="4489"/>
                  </a:cubicBezTo>
                  <a:cubicBezTo>
                    <a:pt x="2620" y="5347"/>
                    <a:pt x="1655" y="6097"/>
                    <a:pt x="1001" y="6644"/>
                  </a:cubicBezTo>
                  <a:cubicBezTo>
                    <a:pt x="346" y="7180"/>
                    <a:pt x="0" y="7502"/>
                    <a:pt x="0" y="7502"/>
                  </a:cubicBezTo>
                  <a:cubicBezTo>
                    <a:pt x="3394" y="5632"/>
                    <a:pt x="6454" y="3787"/>
                    <a:pt x="8823" y="2323"/>
                  </a:cubicBezTo>
                  <a:cubicBezTo>
                    <a:pt x="9121" y="2144"/>
                    <a:pt x="9406" y="1965"/>
                    <a:pt x="9680" y="1787"/>
                  </a:cubicBezTo>
                  <a:cubicBezTo>
                    <a:pt x="10490" y="1287"/>
                    <a:pt x="11192" y="846"/>
                    <a:pt x="11776" y="465"/>
                  </a:cubicBezTo>
                  <a:lnTo>
                    <a:pt x="11776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40"/>
            <p:cNvSpPr/>
            <p:nvPr/>
          </p:nvSpPr>
          <p:spPr>
            <a:xfrm>
              <a:off x="3437025" y="2111400"/>
              <a:ext cx="188450" cy="111650"/>
            </a:xfrm>
            <a:custGeom>
              <a:rect b="b" l="l" r="r" t="t"/>
              <a:pathLst>
                <a:path extrusionOk="0" h="4466" w="7538">
                  <a:moveTo>
                    <a:pt x="7537" y="1"/>
                  </a:moveTo>
                  <a:cubicBezTo>
                    <a:pt x="2977" y="1644"/>
                    <a:pt x="0" y="4465"/>
                    <a:pt x="0" y="4465"/>
                  </a:cubicBezTo>
                  <a:cubicBezTo>
                    <a:pt x="4477" y="3001"/>
                    <a:pt x="7537" y="1"/>
                    <a:pt x="75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40"/>
            <p:cNvSpPr/>
            <p:nvPr/>
          </p:nvSpPr>
          <p:spPr>
            <a:xfrm>
              <a:off x="3612050" y="2214025"/>
              <a:ext cx="1200" cy="1575"/>
            </a:xfrm>
            <a:custGeom>
              <a:rect b="b" l="l" r="r" t="t"/>
              <a:pathLst>
                <a:path extrusionOk="0" h="63" w="48">
                  <a:moveTo>
                    <a:pt x="35" y="1"/>
                  </a:moveTo>
                  <a:cubicBezTo>
                    <a:pt x="33" y="1"/>
                    <a:pt x="21" y="32"/>
                    <a:pt x="0" y="63"/>
                  </a:cubicBezTo>
                  <a:cubicBezTo>
                    <a:pt x="36" y="63"/>
                    <a:pt x="48" y="39"/>
                    <a:pt x="36" y="3"/>
                  </a:cubicBezTo>
                  <a:cubicBezTo>
                    <a:pt x="36" y="2"/>
                    <a:pt x="36" y="1"/>
                    <a:pt x="35" y="1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40"/>
            <p:cNvSpPr/>
            <p:nvPr/>
          </p:nvSpPr>
          <p:spPr>
            <a:xfrm>
              <a:off x="3602525" y="2127775"/>
              <a:ext cx="176825" cy="88800"/>
            </a:xfrm>
            <a:custGeom>
              <a:rect b="b" l="l" r="r" t="t"/>
              <a:pathLst>
                <a:path extrusionOk="0" h="3552" w="7073">
                  <a:moveTo>
                    <a:pt x="7073" y="0"/>
                  </a:moveTo>
                  <a:cubicBezTo>
                    <a:pt x="4846" y="489"/>
                    <a:pt x="2977" y="1334"/>
                    <a:pt x="1655" y="2036"/>
                  </a:cubicBezTo>
                  <a:cubicBezTo>
                    <a:pt x="1322" y="2215"/>
                    <a:pt x="1024" y="2394"/>
                    <a:pt x="762" y="2548"/>
                  </a:cubicBezTo>
                  <a:cubicBezTo>
                    <a:pt x="643" y="2620"/>
                    <a:pt x="524" y="2703"/>
                    <a:pt x="405" y="2763"/>
                  </a:cubicBezTo>
                  <a:cubicBezTo>
                    <a:pt x="286" y="2846"/>
                    <a:pt x="167" y="2929"/>
                    <a:pt x="84" y="3048"/>
                  </a:cubicBezTo>
                  <a:cubicBezTo>
                    <a:pt x="12" y="3167"/>
                    <a:pt x="0" y="3310"/>
                    <a:pt x="48" y="3406"/>
                  </a:cubicBezTo>
                  <a:cubicBezTo>
                    <a:pt x="108" y="3489"/>
                    <a:pt x="191" y="3537"/>
                    <a:pt x="262" y="3548"/>
                  </a:cubicBezTo>
                  <a:cubicBezTo>
                    <a:pt x="273" y="3551"/>
                    <a:pt x="283" y="3552"/>
                    <a:pt x="293" y="3552"/>
                  </a:cubicBezTo>
                  <a:cubicBezTo>
                    <a:pt x="335" y="3552"/>
                    <a:pt x="362" y="3532"/>
                    <a:pt x="381" y="3513"/>
                  </a:cubicBezTo>
                  <a:cubicBezTo>
                    <a:pt x="358" y="3513"/>
                    <a:pt x="334" y="3513"/>
                    <a:pt x="310" y="3501"/>
                  </a:cubicBezTo>
                  <a:cubicBezTo>
                    <a:pt x="250" y="3477"/>
                    <a:pt x="215" y="3441"/>
                    <a:pt x="203" y="3382"/>
                  </a:cubicBezTo>
                  <a:cubicBezTo>
                    <a:pt x="191" y="3275"/>
                    <a:pt x="298" y="3203"/>
                    <a:pt x="393" y="3167"/>
                  </a:cubicBezTo>
                  <a:cubicBezTo>
                    <a:pt x="608" y="3108"/>
                    <a:pt x="893" y="3036"/>
                    <a:pt x="1143" y="2965"/>
                  </a:cubicBezTo>
                  <a:cubicBezTo>
                    <a:pt x="1643" y="2810"/>
                    <a:pt x="2120" y="2644"/>
                    <a:pt x="2572" y="2477"/>
                  </a:cubicBezTo>
                  <a:cubicBezTo>
                    <a:pt x="3489" y="2120"/>
                    <a:pt x="4287" y="1727"/>
                    <a:pt x="4953" y="1358"/>
                  </a:cubicBezTo>
                  <a:cubicBezTo>
                    <a:pt x="6287" y="631"/>
                    <a:pt x="7073" y="0"/>
                    <a:pt x="70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40"/>
            <p:cNvSpPr/>
            <p:nvPr/>
          </p:nvSpPr>
          <p:spPr>
            <a:xfrm>
              <a:off x="3729625" y="2136400"/>
              <a:ext cx="169975" cy="80400"/>
            </a:xfrm>
            <a:custGeom>
              <a:rect b="b" l="l" r="r" t="t"/>
              <a:pathLst>
                <a:path extrusionOk="0" h="3216" w="6799">
                  <a:moveTo>
                    <a:pt x="6799" y="1"/>
                  </a:moveTo>
                  <a:cubicBezTo>
                    <a:pt x="2715" y="929"/>
                    <a:pt x="0" y="3215"/>
                    <a:pt x="0" y="3215"/>
                  </a:cubicBezTo>
                  <a:cubicBezTo>
                    <a:pt x="4001" y="2453"/>
                    <a:pt x="6799" y="1"/>
                    <a:pt x="6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7" name="Google Shape;1217;p40"/>
          <p:cNvSpPr/>
          <p:nvPr/>
        </p:nvSpPr>
        <p:spPr>
          <a:xfrm>
            <a:off x="2200650" y="-368625"/>
            <a:ext cx="2347200" cy="1812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41"/>
          <p:cNvSpPr txBox="1"/>
          <p:nvPr>
            <p:ph idx="6" type="title"/>
          </p:nvPr>
        </p:nvSpPr>
        <p:spPr>
          <a:xfrm>
            <a:off x="2579975" y="-83225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Géneros</a:t>
            </a:r>
            <a:r>
              <a:rPr lang="en"/>
              <a:t> y año</a:t>
            </a:r>
            <a:endParaRPr/>
          </a:p>
        </p:txBody>
      </p:sp>
      <p:grpSp>
        <p:nvGrpSpPr>
          <p:cNvPr id="1223" name="Google Shape;1223;p41"/>
          <p:cNvGrpSpPr/>
          <p:nvPr/>
        </p:nvGrpSpPr>
        <p:grpSpPr>
          <a:xfrm flipH="1">
            <a:off x="8093262" y="185617"/>
            <a:ext cx="841704" cy="1673672"/>
            <a:chOff x="796200" y="1088350"/>
            <a:chExt cx="1841400" cy="3661500"/>
          </a:xfrm>
        </p:grpSpPr>
        <p:sp>
          <p:nvSpPr>
            <p:cNvPr id="1224" name="Google Shape;1224;p41"/>
            <p:cNvSpPr/>
            <p:nvPr/>
          </p:nvSpPr>
          <p:spPr>
            <a:xfrm>
              <a:off x="796200" y="1088350"/>
              <a:ext cx="1841400" cy="366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3025" lIns="43025" spcFirstLastPara="1" rIns="43025" wrap="square" tIns="4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25" name="Google Shape;1225;p41"/>
            <p:cNvGrpSpPr/>
            <p:nvPr/>
          </p:nvGrpSpPr>
          <p:grpSpPr>
            <a:xfrm>
              <a:off x="796200" y="1088350"/>
              <a:ext cx="1841325" cy="3661500"/>
              <a:chOff x="2921175" y="1088350"/>
              <a:chExt cx="1841325" cy="3661500"/>
            </a:xfrm>
          </p:grpSpPr>
          <p:sp>
            <p:nvSpPr>
              <p:cNvPr id="1226" name="Google Shape;1226;p41"/>
              <p:cNvSpPr/>
              <p:nvPr/>
            </p:nvSpPr>
            <p:spPr>
              <a:xfrm>
                <a:off x="4546675" y="1088650"/>
                <a:ext cx="215825" cy="441400"/>
              </a:xfrm>
              <a:custGeom>
                <a:rect b="b" l="l" r="r" t="t"/>
                <a:pathLst>
                  <a:path extrusionOk="0" h="17656" w="8633">
                    <a:moveTo>
                      <a:pt x="4013" y="1"/>
                    </a:moveTo>
                    <a:cubicBezTo>
                      <a:pt x="4359" y="2049"/>
                      <a:pt x="4752" y="4085"/>
                      <a:pt x="5264" y="6085"/>
                    </a:cubicBezTo>
                    <a:cubicBezTo>
                      <a:pt x="5930" y="8692"/>
                      <a:pt x="5514" y="10883"/>
                      <a:pt x="4204" y="13157"/>
                    </a:cubicBezTo>
                    <a:cubicBezTo>
                      <a:pt x="3120" y="15026"/>
                      <a:pt x="1811" y="16539"/>
                      <a:pt x="1" y="17586"/>
                    </a:cubicBezTo>
                    <a:lnTo>
                      <a:pt x="1" y="17598"/>
                    </a:lnTo>
                    <a:cubicBezTo>
                      <a:pt x="1" y="17598"/>
                      <a:pt x="424" y="17655"/>
                      <a:pt x="1102" y="17655"/>
                    </a:cubicBezTo>
                    <a:cubicBezTo>
                      <a:pt x="1699" y="17655"/>
                      <a:pt x="2494" y="17611"/>
                      <a:pt x="3370" y="17443"/>
                    </a:cubicBezTo>
                    <a:cubicBezTo>
                      <a:pt x="3644" y="17301"/>
                      <a:pt x="3906" y="17146"/>
                      <a:pt x="4180" y="17003"/>
                    </a:cubicBezTo>
                    <a:cubicBezTo>
                      <a:pt x="6061" y="15979"/>
                      <a:pt x="7573" y="14550"/>
                      <a:pt x="8633" y="12883"/>
                    </a:cubicBezTo>
                    <a:lnTo>
                      <a:pt x="8633" y="1287"/>
                    </a:lnTo>
                    <a:cubicBezTo>
                      <a:pt x="8323" y="870"/>
                      <a:pt x="8038" y="429"/>
                      <a:pt x="77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41"/>
              <p:cNvSpPr/>
              <p:nvPr/>
            </p:nvSpPr>
            <p:spPr>
              <a:xfrm>
                <a:off x="4162125" y="1088350"/>
                <a:ext cx="353625" cy="251250"/>
              </a:xfrm>
              <a:custGeom>
                <a:rect b="b" l="l" r="r" t="t"/>
                <a:pathLst>
                  <a:path extrusionOk="0" h="10050" w="14145">
                    <a:moveTo>
                      <a:pt x="8489" y="1"/>
                    </a:moveTo>
                    <a:cubicBezTo>
                      <a:pt x="8430" y="84"/>
                      <a:pt x="8370" y="168"/>
                      <a:pt x="8311" y="239"/>
                    </a:cubicBezTo>
                    <a:cubicBezTo>
                      <a:pt x="8001" y="727"/>
                      <a:pt x="7692" y="1191"/>
                      <a:pt x="7370" y="1644"/>
                    </a:cubicBezTo>
                    <a:cubicBezTo>
                      <a:pt x="6906" y="2323"/>
                      <a:pt x="6441" y="2954"/>
                      <a:pt x="5977" y="3561"/>
                    </a:cubicBezTo>
                    <a:cubicBezTo>
                      <a:pt x="5906" y="3656"/>
                      <a:pt x="5822" y="3751"/>
                      <a:pt x="5751" y="3847"/>
                    </a:cubicBezTo>
                    <a:cubicBezTo>
                      <a:pt x="5537" y="4120"/>
                      <a:pt x="5334" y="4382"/>
                      <a:pt x="5132" y="4632"/>
                    </a:cubicBezTo>
                    <a:cubicBezTo>
                      <a:pt x="4846" y="4978"/>
                      <a:pt x="4572" y="5311"/>
                      <a:pt x="4298" y="5633"/>
                    </a:cubicBezTo>
                    <a:cubicBezTo>
                      <a:pt x="4013" y="5966"/>
                      <a:pt x="3727" y="6287"/>
                      <a:pt x="3453" y="6585"/>
                    </a:cubicBezTo>
                    <a:cubicBezTo>
                      <a:pt x="3262" y="6787"/>
                      <a:pt x="3084" y="6990"/>
                      <a:pt x="2905" y="7180"/>
                    </a:cubicBezTo>
                    <a:cubicBezTo>
                      <a:pt x="2619" y="7490"/>
                      <a:pt x="2334" y="7788"/>
                      <a:pt x="2060" y="8061"/>
                    </a:cubicBezTo>
                    <a:cubicBezTo>
                      <a:pt x="1917" y="8216"/>
                      <a:pt x="1774" y="8359"/>
                      <a:pt x="1631" y="8502"/>
                    </a:cubicBezTo>
                    <a:cubicBezTo>
                      <a:pt x="1429" y="8704"/>
                      <a:pt x="1226" y="8895"/>
                      <a:pt x="1036" y="9085"/>
                    </a:cubicBezTo>
                    <a:cubicBezTo>
                      <a:pt x="917" y="9192"/>
                      <a:pt x="810" y="9300"/>
                      <a:pt x="703" y="9407"/>
                    </a:cubicBezTo>
                    <a:cubicBezTo>
                      <a:pt x="441" y="9645"/>
                      <a:pt x="214" y="9859"/>
                      <a:pt x="0" y="10050"/>
                    </a:cubicBezTo>
                    <a:cubicBezTo>
                      <a:pt x="6191" y="8121"/>
                      <a:pt x="10906" y="4775"/>
                      <a:pt x="14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41"/>
              <p:cNvSpPr/>
              <p:nvPr/>
            </p:nvSpPr>
            <p:spPr>
              <a:xfrm>
                <a:off x="4128175" y="1353575"/>
                <a:ext cx="82775" cy="15200"/>
              </a:xfrm>
              <a:custGeom>
                <a:rect b="b" l="l" r="r" t="t"/>
                <a:pathLst>
                  <a:path extrusionOk="0" h="608" w="3311">
                    <a:moveTo>
                      <a:pt x="727" y="0"/>
                    </a:moveTo>
                    <a:cubicBezTo>
                      <a:pt x="477" y="215"/>
                      <a:pt x="287" y="369"/>
                      <a:pt x="167" y="477"/>
                    </a:cubicBezTo>
                    <a:cubicBezTo>
                      <a:pt x="60" y="560"/>
                      <a:pt x="1" y="608"/>
                      <a:pt x="1" y="608"/>
                    </a:cubicBezTo>
                    <a:cubicBezTo>
                      <a:pt x="239" y="596"/>
                      <a:pt x="477" y="572"/>
                      <a:pt x="715" y="548"/>
                    </a:cubicBezTo>
                    <a:cubicBezTo>
                      <a:pt x="763" y="536"/>
                      <a:pt x="822" y="536"/>
                      <a:pt x="870" y="524"/>
                    </a:cubicBezTo>
                    <a:cubicBezTo>
                      <a:pt x="1108" y="500"/>
                      <a:pt x="1358" y="465"/>
                      <a:pt x="1596" y="417"/>
                    </a:cubicBezTo>
                    <a:cubicBezTo>
                      <a:pt x="1644" y="405"/>
                      <a:pt x="1680" y="405"/>
                      <a:pt x="1727" y="393"/>
                    </a:cubicBezTo>
                    <a:cubicBezTo>
                      <a:pt x="1953" y="346"/>
                      <a:pt x="2180" y="298"/>
                      <a:pt x="2406" y="250"/>
                    </a:cubicBezTo>
                    <a:cubicBezTo>
                      <a:pt x="2453" y="238"/>
                      <a:pt x="2501" y="227"/>
                      <a:pt x="2549" y="215"/>
                    </a:cubicBezTo>
                    <a:cubicBezTo>
                      <a:pt x="2799" y="155"/>
                      <a:pt x="3061" y="84"/>
                      <a:pt x="3311" y="12"/>
                    </a:cubicBezTo>
                    <a:lnTo>
                      <a:pt x="32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41"/>
              <p:cNvSpPr/>
              <p:nvPr/>
            </p:nvSpPr>
            <p:spPr>
              <a:xfrm>
                <a:off x="3853750" y="2124500"/>
                <a:ext cx="15200" cy="11925"/>
              </a:xfrm>
              <a:custGeom>
                <a:rect b="b" l="l" r="r" t="t"/>
                <a:pathLst>
                  <a:path extrusionOk="0" h="477" w="608">
                    <a:moveTo>
                      <a:pt x="0" y="477"/>
                    </a:moveTo>
                    <a:cubicBezTo>
                      <a:pt x="203" y="322"/>
                      <a:pt x="405" y="167"/>
                      <a:pt x="607" y="0"/>
                    </a:cubicBezTo>
                    <a:lnTo>
                      <a:pt x="607" y="0"/>
                    </a:lnTo>
                    <a:cubicBezTo>
                      <a:pt x="405" y="167"/>
                      <a:pt x="203" y="322"/>
                      <a:pt x="0" y="477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41"/>
              <p:cNvSpPr/>
              <p:nvPr/>
            </p:nvSpPr>
            <p:spPr>
              <a:xfrm>
                <a:off x="3637050" y="2164200"/>
                <a:ext cx="181450" cy="133550"/>
              </a:xfrm>
              <a:custGeom>
                <a:rect b="b" l="l" r="r" t="t"/>
                <a:pathLst>
                  <a:path extrusionOk="0" h="5342" w="7258">
                    <a:moveTo>
                      <a:pt x="7258" y="0"/>
                    </a:moveTo>
                    <a:cubicBezTo>
                      <a:pt x="4390" y="2213"/>
                      <a:pt x="1738" y="4116"/>
                      <a:pt x="0" y="5342"/>
                    </a:cubicBezTo>
                    <a:cubicBezTo>
                      <a:pt x="1750" y="4116"/>
                      <a:pt x="4390" y="2213"/>
                      <a:pt x="7258" y="0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41"/>
              <p:cNvSpPr/>
              <p:nvPr/>
            </p:nvSpPr>
            <p:spPr>
              <a:xfrm>
                <a:off x="3818625" y="2138775"/>
                <a:ext cx="32475" cy="25325"/>
              </a:xfrm>
              <a:custGeom>
                <a:rect b="b" l="l" r="r" t="t"/>
                <a:pathLst>
                  <a:path extrusionOk="0" h="1013" w="1299">
                    <a:moveTo>
                      <a:pt x="1298" y="1"/>
                    </a:moveTo>
                    <a:cubicBezTo>
                      <a:pt x="858" y="346"/>
                      <a:pt x="429" y="680"/>
                      <a:pt x="0" y="1013"/>
                    </a:cubicBezTo>
                    <a:cubicBezTo>
                      <a:pt x="429" y="680"/>
                      <a:pt x="858" y="346"/>
                      <a:pt x="1298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41"/>
              <p:cNvSpPr/>
              <p:nvPr/>
            </p:nvSpPr>
            <p:spPr>
              <a:xfrm>
                <a:off x="4346375" y="1094300"/>
                <a:ext cx="23525" cy="35150"/>
              </a:xfrm>
              <a:custGeom>
                <a:rect b="b" l="l" r="r" t="t"/>
                <a:pathLst>
                  <a:path extrusionOk="0" h="1406" w="941">
                    <a:moveTo>
                      <a:pt x="941" y="1"/>
                    </a:moveTo>
                    <a:cubicBezTo>
                      <a:pt x="631" y="489"/>
                      <a:pt x="322" y="953"/>
                      <a:pt x="0" y="1406"/>
                    </a:cubicBezTo>
                    <a:cubicBezTo>
                      <a:pt x="322" y="953"/>
                      <a:pt x="631" y="489"/>
                      <a:pt x="941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41"/>
              <p:cNvSpPr/>
              <p:nvPr/>
            </p:nvSpPr>
            <p:spPr>
              <a:xfrm>
                <a:off x="4128175" y="1365475"/>
                <a:ext cx="4200" cy="3300"/>
              </a:xfrm>
              <a:custGeom>
                <a:rect b="b" l="l" r="r" t="t"/>
                <a:pathLst>
                  <a:path extrusionOk="0" h="132" w="168">
                    <a:moveTo>
                      <a:pt x="1" y="132"/>
                    </a:moveTo>
                    <a:lnTo>
                      <a:pt x="1" y="132"/>
                    </a:lnTo>
                    <a:cubicBezTo>
                      <a:pt x="1" y="132"/>
                      <a:pt x="60" y="84"/>
                      <a:pt x="167" y="1"/>
                    </a:cubicBezTo>
                    <a:cubicBezTo>
                      <a:pt x="60" y="84"/>
                      <a:pt x="1" y="132"/>
                      <a:pt x="1" y="132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41"/>
              <p:cNvSpPr/>
              <p:nvPr/>
            </p:nvSpPr>
            <p:spPr>
              <a:xfrm>
                <a:off x="2921175" y="1088350"/>
                <a:ext cx="1115050" cy="1507400"/>
              </a:xfrm>
              <a:custGeom>
                <a:rect b="b" l="l" r="r" t="t"/>
                <a:pathLst>
                  <a:path extrusionOk="0" h="60296" w="44602">
                    <a:moveTo>
                      <a:pt x="17837" y="9288"/>
                    </a:moveTo>
                    <a:lnTo>
                      <a:pt x="17896" y="10455"/>
                    </a:lnTo>
                    <a:cubicBezTo>
                      <a:pt x="18075" y="11419"/>
                      <a:pt x="18253" y="12383"/>
                      <a:pt x="18432" y="13360"/>
                    </a:cubicBezTo>
                    <a:cubicBezTo>
                      <a:pt x="17682" y="13919"/>
                      <a:pt x="16920" y="14491"/>
                      <a:pt x="16170" y="15050"/>
                    </a:cubicBezTo>
                    <a:cubicBezTo>
                      <a:pt x="15925" y="15234"/>
                      <a:pt x="15598" y="15402"/>
                      <a:pt x="15322" y="15402"/>
                    </a:cubicBezTo>
                    <a:cubicBezTo>
                      <a:pt x="15168" y="15402"/>
                      <a:pt x="15030" y="15349"/>
                      <a:pt x="14931" y="15217"/>
                    </a:cubicBezTo>
                    <a:cubicBezTo>
                      <a:pt x="14753" y="14991"/>
                      <a:pt x="14836" y="14669"/>
                      <a:pt x="14931" y="14407"/>
                    </a:cubicBezTo>
                    <a:cubicBezTo>
                      <a:pt x="15598" y="12550"/>
                      <a:pt x="16574" y="10812"/>
                      <a:pt x="17837" y="9288"/>
                    </a:cubicBezTo>
                    <a:close/>
                    <a:moveTo>
                      <a:pt x="19658" y="9657"/>
                    </a:moveTo>
                    <a:cubicBezTo>
                      <a:pt x="20289" y="10705"/>
                      <a:pt x="20968" y="11717"/>
                      <a:pt x="21504" y="12800"/>
                    </a:cubicBezTo>
                    <a:cubicBezTo>
                      <a:pt x="21920" y="13633"/>
                      <a:pt x="21539" y="14395"/>
                      <a:pt x="20873" y="14931"/>
                    </a:cubicBezTo>
                    <a:cubicBezTo>
                      <a:pt x="20170" y="15503"/>
                      <a:pt x="19396" y="15979"/>
                      <a:pt x="18658" y="16491"/>
                    </a:cubicBezTo>
                    <a:lnTo>
                      <a:pt x="18432" y="16289"/>
                    </a:lnTo>
                    <a:cubicBezTo>
                      <a:pt x="19134" y="15372"/>
                      <a:pt x="19825" y="14455"/>
                      <a:pt x="20551" y="13503"/>
                    </a:cubicBezTo>
                    <a:cubicBezTo>
                      <a:pt x="20146" y="12217"/>
                      <a:pt x="19765" y="11014"/>
                      <a:pt x="19384" y="9812"/>
                    </a:cubicBezTo>
                    <a:cubicBezTo>
                      <a:pt x="19480" y="9752"/>
                      <a:pt x="19575" y="9704"/>
                      <a:pt x="19658" y="9657"/>
                    </a:cubicBezTo>
                    <a:close/>
                    <a:moveTo>
                      <a:pt x="1084" y="31267"/>
                    </a:moveTo>
                    <a:cubicBezTo>
                      <a:pt x="3239" y="31517"/>
                      <a:pt x="5394" y="31779"/>
                      <a:pt x="7621" y="32041"/>
                    </a:cubicBezTo>
                    <a:cubicBezTo>
                      <a:pt x="7377" y="32842"/>
                      <a:pt x="6935" y="33089"/>
                      <a:pt x="6445" y="33089"/>
                    </a:cubicBezTo>
                    <a:cubicBezTo>
                      <a:pt x="6266" y="33089"/>
                      <a:pt x="6080" y="33056"/>
                      <a:pt x="5895" y="33005"/>
                    </a:cubicBezTo>
                    <a:cubicBezTo>
                      <a:pt x="4251" y="32564"/>
                      <a:pt x="2632" y="32041"/>
                      <a:pt x="1013" y="31552"/>
                    </a:cubicBezTo>
                    <a:cubicBezTo>
                      <a:pt x="1037" y="31457"/>
                      <a:pt x="1061" y="31362"/>
                      <a:pt x="1084" y="31267"/>
                    </a:cubicBezTo>
                    <a:close/>
                    <a:moveTo>
                      <a:pt x="18479" y="32255"/>
                    </a:moveTo>
                    <a:lnTo>
                      <a:pt x="18479" y="32255"/>
                    </a:lnTo>
                    <a:cubicBezTo>
                      <a:pt x="17227" y="33077"/>
                      <a:pt x="15462" y="33540"/>
                      <a:pt x="14000" y="33540"/>
                    </a:cubicBezTo>
                    <a:cubicBezTo>
                      <a:pt x="13600" y="33540"/>
                      <a:pt x="13222" y="33505"/>
                      <a:pt x="12884" y="33434"/>
                    </a:cubicBezTo>
                    <a:cubicBezTo>
                      <a:pt x="13241" y="32398"/>
                      <a:pt x="13276" y="32386"/>
                      <a:pt x="18479" y="32255"/>
                    </a:cubicBezTo>
                    <a:close/>
                    <a:moveTo>
                      <a:pt x="13979" y="37148"/>
                    </a:moveTo>
                    <a:cubicBezTo>
                      <a:pt x="14022" y="39385"/>
                      <a:pt x="11916" y="41385"/>
                      <a:pt x="9712" y="41385"/>
                    </a:cubicBezTo>
                    <a:cubicBezTo>
                      <a:pt x="9499" y="41385"/>
                      <a:pt x="9286" y="41366"/>
                      <a:pt x="9074" y="41327"/>
                    </a:cubicBezTo>
                    <a:cubicBezTo>
                      <a:pt x="9052" y="39377"/>
                      <a:pt x="10917" y="37679"/>
                      <a:pt x="12824" y="37679"/>
                    </a:cubicBezTo>
                    <a:cubicBezTo>
                      <a:pt x="13070" y="37679"/>
                      <a:pt x="13318" y="37707"/>
                      <a:pt x="13562" y="37767"/>
                    </a:cubicBezTo>
                    <a:lnTo>
                      <a:pt x="13979" y="37148"/>
                    </a:lnTo>
                    <a:close/>
                    <a:moveTo>
                      <a:pt x="1" y="1"/>
                    </a:moveTo>
                    <a:lnTo>
                      <a:pt x="1" y="57925"/>
                    </a:lnTo>
                    <a:cubicBezTo>
                      <a:pt x="1846" y="58675"/>
                      <a:pt x="3728" y="59377"/>
                      <a:pt x="5645" y="59996"/>
                    </a:cubicBezTo>
                    <a:cubicBezTo>
                      <a:pt x="6091" y="60142"/>
                      <a:pt x="6593" y="60296"/>
                      <a:pt x="7054" y="60296"/>
                    </a:cubicBezTo>
                    <a:cubicBezTo>
                      <a:pt x="7158" y="60296"/>
                      <a:pt x="7260" y="60288"/>
                      <a:pt x="7359" y="60270"/>
                    </a:cubicBezTo>
                    <a:cubicBezTo>
                      <a:pt x="9335" y="59901"/>
                      <a:pt x="11240" y="59520"/>
                      <a:pt x="12979" y="58198"/>
                    </a:cubicBezTo>
                    <a:cubicBezTo>
                      <a:pt x="19372" y="53317"/>
                      <a:pt x="25814" y="48495"/>
                      <a:pt x="32267" y="43685"/>
                    </a:cubicBezTo>
                    <a:cubicBezTo>
                      <a:pt x="35089" y="40422"/>
                      <a:pt x="37613" y="36934"/>
                      <a:pt x="39518" y="33064"/>
                    </a:cubicBezTo>
                    <a:cubicBezTo>
                      <a:pt x="44221" y="23516"/>
                      <a:pt x="44602" y="11955"/>
                      <a:pt x="40625" y="2084"/>
                    </a:cubicBezTo>
                    <a:lnTo>
                      <a:pt x="40625" y="2084"/>
                    </a:lnTo>
                    <a:cubicBezTo>
                      <a:pt x="39280" y="2763"/>
                      <a:pt x="37601" y="3347"/>
                      <a:pt x="35755" y="3489"/>
                    </a:cubicBezTo>
                    <a:cubicBezTo>
                      <a:pt x="35755" y="3489"/>
                      <a:pt x="35994" y="3347"/>
                      <a:pt x="36434" y="3120"/>
                    </a:cubicBezTo>
                    <a:cubicBezTo>
                      <a:pt x="36863" y="2882"/>
                      <a:pt x="37494" y="2561"/>
                      <a:pt x="38256" y="2168"/>
                    </a:cubicBezTo>
                    <a:cubicBezTo>
                      <a:pt x="38851" y="1882"/>
                      <a:pt x="39518" y="1549"/>
                      <a:pt x="40256" y="1203"/>
                    </a:cubicBezTo>
                    <a:cubicBezTo>
                      <a:pt x="40077" y="799"/>
                      <a:pt x="39899" y="406"/>
                      <a:pt x="397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41"/>
              <p:cNvSpPr/>
              <p:nvPr/>
            </p:nvSpPr>
            <p:spPr>
              <a:xfrm>
                <a:off x="3147475" y="2017050"/>
                <a:ext cx="124275" cy="105925"/>
              </a:xfrm>
              <a:custGeom>
                <a:rect b="b" l="l" r="r" t="t"/>
                <a:pathLst>
                  <a:path extrusionOk="0" h="4237" w="4971">
                    <a:moveTo>
                      <a:pt x="4927" y="0"/>
                    </a:moveTo>
                    <a:lnTo>
                      <a:pt x="4510" y="619"/>
                    </a:lnTo>
                    <a:cubicBezTo>
                      <a:pt x="4265" y="559"/>
                      <a:pt x="4016" y="531"/>
                      <a:pt x="3768" y="531"/>
                    </a:cubicBezTo>
                    <a:cubicBezTo>
                      <a:pt x="1855" y="531"/>
                      <a:pt x="0" y="2229"/>
                      <a:pt x="22" y="4179"/>
                    </a:cubicBezTo>
                    <a:cubicBezTo>
                      <a:pt x="234" y="4218"/>
                      <a:pt x="447" y="4237"/>
                      <a:pt x="660" y="4237"/>
                    </a:cubicBezTo>
                    <a:cubicBezTo>
                      <a:pt x="2864" y="4237"/>
                      <a:pt x="4970" y="2237"/>
                      <a:pt x="49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41"/>
              <p:cNvSpPr/>
              <p:nvPr/>
            </p:nvSpPr>
            <p:spPr>
              <a:xfrm>
                <a:off x="3289975" y="1320525"/>
                <a:ext cx="92000" cy="152900"/>
              </a:xfrm>
              <a:custGeom>
                <a:rect b="b" l="l" r="r" t="t"/>
                <a:pathLst>
                  <a:path extrusionOk="0" h="6116" w="3680">
                    <a:moveTo>
                      <a:pt x="3085" y="1"/>
                    </a:moveTo>
                    <a:cubicBezTo>
                      <a:pt x="1822" y="1513"/>
                      <a:pt x="834" y="3263"/>
                      <a:pt x="179" y="5120"/>
                    </a:cubicBezTo>
                    <a:cubicBezTo>
                      <a:pt x="84" y="5382"/>
                      <a:pt x="1" y="5704"/>
                      <a:pt x="179" y="5930"/>
                    </a:cubicBezTo>
                    <a:cubicBezTo>
                      <a:pt x="278" y="6062"/>
                      <a:pt x="416" y="6115"/>
                      <a:pt x="570" y="6115"/>
                    </a:cubicBezTo>
                    <a:cubicBezTo>
                      <a:pt x="846" y="6115"/>
                      <a:pt x="1173" y="5947"/>
                      <a:pt x="1418" y="5763"/>
                    </a:cubicBezTo>
                    <a:cubicBezTo>
                      <a:pt x="2168" y="5204"/>
                      <a:pt x="2930" y="4632"/>
                      <a:pt x="3680" y="4073"/>
                    </a:cubicBezTo>
                    <a:cubicBezTo>
                      <a:pt x="3501" y="3096"/>
                      <a:pt x="3323" y="2132"/>
                      <a:pt x="3144" y="1168"/>
                    </a:cubicBezTo>
                    <a:lnTo>
                      <a:pt x="30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41"/>
              <p:cNvSpPr/>
              <p:nvPr/>
            </p:nvSpPr>
            <p:spPr>
              <a:xfrm>
                <a:off x="3637350" y="2124500"/>
                <a:ext cx="231600" cy="173250"/>
              </a:xfrm>
              <a:custGeom>
                <a:rect b="b" l="l" r="r" t="t"/>
                <a:pathLst>
                  <a:path extrusionOk="0" h="6930" w="9264">
                    <a:moveTo>
                      <a:pt x="9263" y="0"/>
                    </a:moveTo>
                    <a:lnTo>
                      <a:pt x="9263" y="0"/>
                    </a:lnTo>
                    <a:cubicBezTo>
                      <a:pt x="6168" y="2310"/>
                      <a:pt x="3072" y="4608"/>
                      <a:pt x="0" y="6930"/>
                    </a:cubicBezTo>
                    <a:cubicBezTo>
                      <a:pt x="1727" y="5704"/>
                      <a:pt x="4382" y="3799"/>
                      <a:pt x="7251" y="1584"/>
                    </a:cubicBezTo>
                    <a:cubicBezTo>
                      <a:pt x="7680" y="1251"/>
                      <a:pt x="8109" y="917"/>
                      <a:pt x="8549" y="572"/>
                    </a:cubicBezTo>
                    <a:cubicBezTo>
                      <a:pt x="8585" y="536"/>
                      <a:pt x="8621" y="512"/>
                      <a:pt x="8656" y="477"/>
                    </a:cubicBezTo>
                    <a:cubicBezTo>
                      <a:pt x="8859" y="322"/>
                      <a:pt x="9061" y="167"/>
                      <a:pt x="92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41"/>
              <p:cNvSpPr/>
              <p:nvPr/>
            </p:nvSpPr>
            <p:spPr>
              <a:xfrm>
                <a:off x="3914175" y="1088650"/>
                <a:ext cx="78900" cy="29800"/>
              </a:xfrm>
              <a:custGeom>
                <a:rect b="b" l="l" r="r" t="t"/>
                <a:pathLst>
                  <a:path extrusionOk="0" h="1192" w="3156">
                    <a:moveTo>
                      <a:pt x="0" y="1"/>
                    </a:moveTo>
                    <a:cubicBezTo>
                      <a:pt x="179" y="394"/>
                      <a:pt x="357" y="787"/>
                      <a:pt x="536" y="1191"/>
                    </a:cubicBezTo>
                    <a:cubicBezTo>
                      <a:pt x="1334" y="810"/>
                      <a:pt x="2215" y="406"/>
                      <a:pt x="31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41"/>
              <p:cNvSpPr/>
              <p:nvPr/>
            </p:nvSpPr>
            <p:spPr>
              <a:xfrm>
                <a:off x="3727825" y="1088650"/>
                <a:ext cx="642075" cy="1091825"/>
              </a:xfrm>
              <a:custGeom>
                <a:rect b="b" l="l" r="r" t="t"/>
                <a:pathLst>
                  <a:path extrusionOk="0" h="43673" w="25683">
                    <a:moveTo>
                      <a:pt x="11431" y="1"/>
                    </a:moveTo>
                    <a:cubicBezTo>
                      <a:pt x="11050" y="334"/>
                      <a:pt x="10502" y="787"/>
                      <a:pt x="9788" y="1251"/>
                    </a:cubicBezTo>
                    <a:cubicBezTo>
                      <a:pt x="9371" y="1525"/>
                      <a:pt x="8895" y="1811"/>
                      <a:pt x="8359" y="2072"/>
                    </a:cubicBezTo>
                    <a:cubicBezTo>
                      <a:pt x="12336" y="11943"/>
                      <a:pt x="11955" y="23504"/>
                      <a:pt x="7252" y="33052"/>
                    </a:cubicBezTo>
                    <a:cubicBezTo>
                      <a:pt x="5347" y="36922"/>
                      <a:pt x="2823" y="40410"/>
                      <a:pt x="1" y="43673"/>
                    </a:cubicBezTo>
                    <a:cubicBezTo>
                      <a:pt x="2561" y="41756"/>
                      <a:pt x="5121" y="39851"/>
                      <a:pt x="7680" y="37934"/>
                    </a:cubicBezTo>
                    <a:cubicBezTo>
                      <a:pt x="9871" y="36303"/>
                      <a:pt x="12252" y="34946"/>
                      <a:pt x="14050" y="32779"/>
                    </a:cubicBezTo>
                    <a:cubicBezTo>
                      <a:pt x="16420" y="29945"/>
                      <a:pt x="17884" y="26706"/>
                      <a:pt x="18920" y="23218"/>
                    </a:cubicBezTo>
                    <a:cubicBezTo>
                      <a:pt x="19622" y="20849"/>
                      <a:pt x="20337" y="18479"/>
                      <a:pt x="21027" y="16110"/>
                    </a:cubicBezTo>
                    <a:cubicBezTo>
                      <a:pt x="21146" y="15717"/>
                      <a:pt x="21206" y="15300"/>
                      <a:pt x="21337" y="14681"/>
                    </a:cubicBezTo>
                    <a:lnTo>
                      <a:pt x="21337" y="14681"/>
                    </a:lnTo>
                    <a:cubicBezTo>
                      <a:pt x="20170" y="15122"/>
                      <a:pt x="19194" y="15479"/>
                      <a:pt x="18217" y="15848"/>
                    </a:cubicBezTo>
                    <a:cubicBezTo>
                      <a:pt x="18158" y="15753"/>
                      <a:pt x="18086" y="15669"/>
                      <a:pt x="18027" y="15586"/>
                    </a:cubicBezTo>
                    <a:cubicBezTo>
                      <a:pt x="19146" y="14776"/>
                      <a:pt x="20265" y="13979"/>
                      <a:pt x="21396" y="13181"/>
                    </a:cubicBezTo>
                    <a:cubicBezTo>
                      <a:pt x="21373" y="13121"/>
                      <a:pt x="21361" y="13062"/>
                      <a:pt x="21337" y="13002"/>
                    </a:cubicBezTo>
                    <a:cubicBezTo>
                      <a:pt x="19563" y="13336"/>
                      <a:pt x="17789" y="13669"/>
                      <a:pt x="16110" y="13991"/>
                    </a:cubicBezTo>
                    <a:cubicBezTo>
                      <a:pt x="16146" y="13955"/>
                      <a:pt x="16301" y="13764"/>
                      <a:pt x="16562" y="13467"/>
                    </a:cubicBezTo>
                    <a:cubicBezTo>
                      <a:pt x="16217" y="13360"/>
                      <a:pt x="15943" y="13276"/>
                      <a:pt x="15562" y="13169"/>
                    </a:cubicBezTo>
                    <a:cubicBezTo>
                      <a:pt x="16443" y="12788"/>
                      <a:pt x="17265" y="12443"/>
                      <a:pt x="18075" y="12109"/>
                    </a:cubicBezTo>
                    <a:cubicBezTo>
                      <a:pt x="18063" y="12014"/>
                      <a:pt x="18051" y="11931"/>
                      <a:pt x="18039" y="11836"/>
                    </a:cubicBezTo>
                    <a:cubicBezTo>
                      <a:pt x="17575" y="11883"/>
                      <a:pt x="17098" y="11931"/>
                      <a:pt x="16634" y="11978"/>
                    </a:cubicBezTo>
                    <a:cubicBezTo>
                      <a:pt x="16610" y="11943"/>
                      <a:pt x="16598" y="11895"/>
                      <a:pt x="16574" y="11847"/>
                    </a:cubicBezTo>
                    <a:cubicBezTo>
                      <a:pt x="17503" y="11490"/>
                      <a:pt x="18432" y="11133"/>
                      <a:pt x="19372" y="10788"/>
                    </a:cubicBezTo>
                    <a:cubicBezTo>
                      <a:pt x="19349" y="10728"/>
                      <a:pt x="19337" y="10669"/>
                      <a:pt x="19325" y="10621"/>
                    </a:cubicBezTo>
                    <a:cubicBezTo>
                      <a:pt x="19063" y="10693"/>
                      <a:pt x="18813" y="10752"/>
                      <a:pt x="18563" y="10812"/>
                    </a:cubicBezTo>
                    <a:cubicBezTo>
                      <a:pt x="18515" y="10824"/>
                      <a:pt x="18467" y="10835"/>
                      <a:pt x="18420" y="10847"/>
                    </a:cubicBezTo>
                    <a:cubicBezTo>
                      <a:pt x="18194" y="10907"/>
                      <a:pt x="17967" y="10954"/>
                      <a:pt x="17741" y="10990"/>
                    </a:cubicBezTo>
                    <a:cubicBezTo>
                      <a:pt x="17694" y="11002"/>
                      <a:pt x="17658" y="11014"/>
                      <a:pt x="17610" y="11014"/>
                    </a:cubicBezTo>
                    <a:cubicBezTo>
                      <a:pt x="17360" y="11062"/>
                      <a:pt x="17122" y="11097"/>
                      <a:pt x="16884" y="11133"/>
                    </a:cubicBezTo>
                    <a:lnTo>
                      <a:pt x="16729" y="11145"/>
                    </a:lnTo>
                    <a:cubicBezTo>
                      <a:pt x="16479" y="11169"/>
                      <a:pt x="16241" y="11193"/>
                      <a:pt x="16015" y="11205"/>
                    </a:cubicBezTo>
                    <a:cubicBezTo>
                      <a:pt x="16015" y="11205"/>
                      <a:pt x="16074" y="11157"/>
                      <a:pt x="16181" y="11074"/>
                    </a:cubicBezTo>
                    <a:cubicBezTo>
                      <a:pt x="16301" y="10966"/>
                      <a:pt x="16479" y="10824"/>
                      <a:pt x="16729" y="10597"/>
                    </a:cubicBezTo>
                    <a:lnTo>
                      <a:pt x="15396" y="10597"/>
                    </a:lnTo>
                    <a:cubicBezTo>
                      <a:pt x="16074" y="10431"/>
                      <a:pt x="16729" y="10240"/>
                      <a:pt x="17360" y="10050"/>
                    </a:cubicBezTo>
                    <a:cubicBezTo>
                      <a:pt x="17575" y="9847"/>
                      <a:pt x="17813" y="9633"/>
                      <a:pt x="18063" y="9395"/>
                    </a:cubicBezTo>
                    <a:cubicBezTo>
                      <a:pt x="18182" y="9288"/>
                      <a:pt x="18289" y="9180"/>
                      <a:pt x="18408" y="9073"/>
                    </a:cubicBezTo>
                    <a:cubicBezTo>
                      <a:pt x="18598" y="8883"/>
                      <a:pt x="18801" y="8692"/>
                      <a:pt x="19003" y="8490"/>
                    </a:cubicBezTo>
                    <a:cubicBezTo>
                      <a:pt x="19146" y="8347"/>
                      <a:pt x="19289" y="8204"/>
                      <a:pt x="19432" y="8049"/>
                    </a:cubicBezTo>
                    <a:cubicBezTo>
                      <a:pt x="19706" y="7776"/>
                      <a:pt x="19991" y="7478"/>
                      <a:pt x="20277" y="7168"/>
                    </a:cubicBezTo>
                    <a:cubicBezTo>
                      <a:pt x="20456" y="6978"/>
                      <a:pt x="20634" y="6787"/>
                      <a:pt x="20825" y="6573"/>
                    </a:cubicBezTo>
                    <a:cubicBezTo>
                      <a:pt x="21099" y="6275"/>
                      <a:pt x="21373" y="5954"/>
                      <a:pt x="21658" y="5621"/>
                    </a:cubicBezTo>
                    <a:cubicBezTo>
                      <a:pt x="21932" y="5299"/>
                      <a:pt x="22218" y="4966"/>
                      <a:pt x="22492" y="4620"/>
                    </a:cubicBezTo>
                    <a:cubicBezTo>
                      <a:pt x="22706" y="4370"/>
                      <a:pt x="22909" y="4108"/>
                      <a:pt x="23123" y="3846"/>
                    </a:cubicBezTo>
                    <a:cubicBezTo>
                      <a:pt x="23194" y="3739"/>
                      <a:pt x="23266" y="3644"/>
                      <a:pt x="23349" y="3549"/>
                    </a:cubicBezTo>
                    <a:cubicBezTo>
                      <a:pt x="23813" y="2942"/>
                      <a:pt x="24278" y="2311"/>
                      <a:pt x="24742" y="1644"/>
                    </a:cubicBezTo>
                    <a:cubicBezTo>
                      <a:pt x="25052" y="1179"/>
                      <a:pt x="25373" y="715"/>
                      <a:pt x="25683" y="227"/>
                    </a:cubicBezTo>
                    <a:lnTo>
                      <a:pt x="25683" y="227"/>
                    </a:lnTo>
                    <a:cubicBezTo>
                      <a:pt x="23230" y="3168"/>
                      <a:pt x="20301" y="5644"/>
                      <a:pt x="16884" y="7704"/>
                    </a:cubicBezTo>
                    <a:cubicBezTo>
                      <a:pt x="19301" y="5097"/>
                      <a:pt x="21694" y="2573"/>
                      <a:pt x="24028" y="1"/>
                    </a:cubicBezTo>
                    <a:lnTo>
                      <a:pt x="22885" y="1"/>
                    </a:lnTo>
                    <a:cubicBezTo>
                      <a:pt x="22408" y="656"/>
                      <a:pt x="21254" y="1953"/>
                      <a:pt x="19277" y="2299"/>
                    </a:cubicBezTo>
                    <a:cubicBezTo>
                      <a:pt x="19277" y="2299"/>
                      <a:pt x="20111" y="834"/>
                      <a:pt x="21980" y="1"/>
                    </a:cubicBezTo>
                    <a:lnTo>
                      <a:pt x="18206" y="1"/>
                    </a:lnTo>
                    <a:cubicBezTo>
                      <a:pt x="16682" y="1084"/>
                      <a:pt x="14074" y="2692"/>
                      <a:pt x="10883" y="3620"/>
                    </a:cubicBezTo>
                    <a:cubicBezTo>
                      <a:pt x="10883" y="3620"/>
                      <a:pt x="13145" y="1656"/>
                      <a:pt x="167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41"/>
              <p:cNvSpPr/>
              <p:nvPr/>
            </p:nvSpPr>
            <p:spPr>
              <a:xfrm>
                <a:off x="2952150" y="4463475"/>
                <a:ext cx="17275" cy="32475"/>
              </a:xfrm>
              <a:custGeom>
                <a:rect b="b" l="l" r="r" t="t"/>
                <a:pathLst>
                  <a:path extrusionOk="0" h="1299" w="691">
                    <a:moveTo>
                      <a:pt x="393" y="1"/>
                    </a:moveTo>
                    <a:cubicBezTo>
                      <a:pt x="262" y="465"/>
                      <a:pt x="119" y="894"/>
                      <a:pt x="0" y="1298"/>
                    </a:cubicBezTo>
                    <a:cubicBezTo>
                      <a:pt x="24" y="1286"/>
                      <a:pt x="60" y="1275"/>
                      <a:pt x="95" y="1263"/>
                    </a:cubicBezTo>
                    <a:cubicBezTo>
                      <a:pt x="286" y="1191"/>
                      <a:pt x="488" y="1108"/>
                      <a:pt x="691" y="1036"/>
                    </a:cubicBezTo>
                    <a:cubicBezTo>
                      <a:pt x="584" y="632"/>
                      <a:pt x="488" y="310"/>
                      <a:pt x="3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41"/>
              <p:cNvSpPr/>
              <p:nvPr/>
            </p:nvSpPr>
            <p:spPr>
              <a:xfrm>
                <a:off x="2921175" y="2755525"/>
                <a:ext cx="183700" cy="120875"/>
              </a:xfrm>
              <a:custGeom>
                <a:rect b="b" l="l" r="r" t="t"/>
                <a:pathLst>
                  <a:path extrusionOk="0" h="4835" w="7348">
                    <a:moveTo>
                      <a:pt x="7347" y="1"/>
                    </a:moveTo>
                    <a:lnTo>
                      <a:pt x="7347" y="1"/>
                    </a:lnTo>
                    <a:cubicBezTo>
                      <a:pt x="4775" y="120"/>
                      <a:pt x="2930" y="1525"/>
                      <a:pt x="727" y="2846"/>
                    </a:cubicBezTo>
                    <a:cubicBezTo>
                      <a:pt x="942" y="2441"/>
                      <a:pt x="1073" y="2191"/>
                      <a:pt x="1180" y="1965"/>
                    </a:cubicBezTo>
                    <a:lnTo>
                      <a:pt x="1180" y="1965"/>
                    </a:lnTo>
                    <a:cubicBezTo>
                      <a:pt x="787" y="2215"/>
                      <a:pt x="394" y="2465"/>
                      <a:pt x="1" y="2715"/>
                    </a:cubicBezTo>
                    <a:lnTo>
                      <a:pt x="1" y="4835"/>
                    </a:lnTo>
                    <a:cubicBezTo>
                      <a:pt x="215" y="4680"/>
                      <a:pt x="430" y="4537"/>
                      <a:pt x="656" y="4394"/>
                    </a:cubicBezTo>
                    <a:cubicBezTo>
                      <a:pt x="2620" y="3049"/>
                      <a:pt x="4883" y="1560"/>
                      <a:pt x="73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41"/>
              <p:cNvSpPr/>
              <p:nvPr/>
            </p:nvSpPr>
            <p:spPr>
              <a:xfrm>
                <a:off x="2921175" y="2812675"/>
                <a:ext cx="978125" cy="1711550"/>
              </a:xfrm>
              <a:custGeom>
                <a:rect b="b" l="l" r="r" t="t"/>
                <a:pathLst>
                  <a:path extrusionOk="0" h="68462" w="39125">
                    <a:moveTo>
                      <a:pt x="10228" y="1"/>
                    </a:moveTo>
                    <a:lnTo>
                      <a:pt x="10228" y="1"/>
                    </a:lnTo>
                    <a:cubicBezTo>
                      <a:pt x="7680" y="1084"/>
                      <a:pt x="5144" y="2156"/>
                      <a:pt x="2597" y="3239"/>
                    </a:cubicBezTo>
                    <a:cubicBezTo>
                      <a:pt x="1751" y="3703"/>
                      <a:pt x="882" y="4180"/>
                      <a:pt x="1" y="4656"/>
                    </a:cubicBezTo>
                    <a:lnTo>
                      <a:pt x="1" y="36862"/>
                    </a:lnTo>
                    <a:cubicBezTo>
                      <a:pt x="1954" y="38196"/>
                      <a:pt x="3882" y="39553"/>
                      <a:pt x="5799" y="40922"/>
                    </a:cubicBezTo>
                    <a:cubicBezTo>
                      <a:pt x="7442" y="42101"/>
                      <a:pt x="7585" y="43030"/>
                      <a:pt x="7311" y="44959"/>
                    </a:cubicBezTo>
                    <a:cubicBezTo>
                      <a:pt x="6252" y="52448"/>
                      <a:pt x="3192" y="59436"/>
                      <a:pt x="1989" y="67045"/>
                    </a:cubicBezTo>
                    <a:cubicBezTo>
                      <a:pt x="3751" y="66366"/>
                      <a:pt x="5966" y="65604"/>
                      <a:pt x="8442" y="65009"/>
                    </a:cubicBezTo>
                    <a:lnTo>
                      <a:pt x="8442" y="65009"/>
                    </a:lnTo>
                    <a:cubicBezTo>
                      <a:pt x="8442" y="65009"/>
                      <a:pt x="8192" y="65199"/>
                      <a:pt x="7716" y="65497"/>
                    </a:cubicBezTo>
                    <a:cubicBezTo>
                      <a:pt x="7252" y="65794"/>
                      <a:pt x="6549" y="66199"/>
                      <a:pt x="5656" y="66628"/>
                    </a:cubicBezTo>
                    <a:cubicBezTo>
                      <a:pt x="4692" y="67092"/>
                      <a:pt x="3478" y="67557"/>
                      <a:pt x="2108" y="67926"/>
                    </a:cubicBezTo>
                    <a:cubicBezTo>
                      <a:pt x="2978" y="68104"/>
                      <a:pt x="3882" y="68283"/>
                      <a:pt x="4787" y="68461"/>
                    </a:cubicBezTo>
                    <a:cubicBezTo>
                      <a:pt x="14384" y="64473"/>
                      <a:pt x="34577" y="56305"/>
                      <a:pt x="34577" y="56305"/>
                    </a:cubicBezTo>
                    <a:lnTo>
                      <a:pt x="39125" y="52388"/>
                    </a:lnTo>
                    <a:cubicBezTo>
                      <a:pt x="38780" y="52186"/>
                      <a:pt x="38434" y="51959"/>
                      <a:pt x="38113" y="51745"/>
                    </a:cubicBezTo>
                    <a:cubicBezTo>
                      <a:pt x="31088" y="46971"/>
                      <a:pt x="24206" y="41982"/>
                      <a:pt x="17491" y="36791"/>
                    </a:cubicBezTo>
                    <a:cubicBezTo>
                      <a:pt x="15515" y="35279"/>
                      <a:pt x="13503" y="33660"/>
                      <a:pt x="12407" y="31433"/>
                    </a:cubicBezTo>
                    <a:cubicBezTo>
                      <a:pt x="11348" y="29290"/>
                      <a:pt x="11264" y="26813"/>
                      <a:pt x="11229" y="24420"/>
                    </a:cubicBezTo>
                    <a:cubicBezTo>
                      <a:pt x="11121" y="16324"/>
                      <a:pt x="11312" y="8216"/>
                      <a:pt x="11812" y="132"/>
                    </a:cubicBezTo>
                    <a:lnTo>
                      <a:pt x="11812" y="132"/>
                    </a:lnTo>
                    <a:cubicBezTo>
                      <a:pt x="9145" y="1787"/>
                      <a:pt x="5716" y="3846"/>
                      <a:pt x="1882" y="5966"/>
                    </a:cubicBezTo>
                    <a:cubicBezTo>
                      <a:pt x="1882" y="5966"/>
                      <a:pt x="2287" y="5597"/>
                      <a:pt x="3025" y="4989"/>
                    </a:cubicBezTo>
                    <a:cubicBezTo>
                      <a:pt x="3751" y="4382"/>
                      <a:pt x="4835" y="3525"/>
                      <a:pt x="6192" y="2572"/>
                    </a:cubicBezTo>
                    <a:cubicBezTo>
                      <a:pt x="7347" y="1763"/>
                      <a:pt x="8704" y="882"/>
                      <a:pt x="10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41"/>
              <p:cNvSpPr/>
              <p:nvPr/>
            </p:nvSpPr>
            <p:spPr>
              <a:xfrm>
                <a:off x="2921175" y="2856125"/>
                <a:ext cx="69675" cy="51225"/>
              </a:xfrm>
              <a:custGeom>
                <a:rect b="b" l="l" r="r" t="t"/>
                <a:pathLst>
                  <a:path extrusionOk="0" h="2049" w="2787">
                    <a:moveTo>
                      <a:pt x="2787" y="1"/>
                    </a:moveTo>
                    <a:cubicBezTo>
                      <a:pt x="1882" y="561"/>
                      <a:pt x="953" y="1144"/>
                      <a:pt x="1" y="1727"/>
                    </a:cubicBezTo>
                    <a:lnTo>
                      <a:pt x="1" y="2049"/>
                    </a:lnTo>
                    <a:cubicBezTo>
                      <a:pt x="930" y="1370"/>
                      <a:pt x="1858" y="680"/>
                      <a:pt x="2787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41"/>
              <p:cNvSpPr/>
              <p:nvPr/>
            </p:nvSpPr>
            <p:spPr>
              <a:xfrm>
                <a:off x="2921175" y="2445975"/>
                <a:ext cx="1112075" cy="1676400"/>
              </a:xfrm>
              <a:custGeom>
                <a:rect b="b" l="l" r="r" t="t"/>
                <a:pathLst>
                  <a:path extrusionOk="0" h="67056" w="44483">
                    <a:moveTo>
                      <a:pt x="18789" y="23574"/>
                    </a:moveTo>
                    <a:lnTo>
                      <a:pt x="18789" y="23574"/>
                    </a:lnTo>
                    <a:cubicBezTo>
                      <a:pt x="18325" y="31706"/>
                      <a:pt x="17860" y="39838"/>
                      <a:pt x="17384" y="48161"/>
                    </a:cubicBezTo>
                    <a:cubicBezTo>
                      <a:pt x="16824" y="39803"/>
                      <a:pt x="17729" y="31683"/>
                      <a:pt x="18789" y="23574"/>
                    </a:cubicBezTo>
                    <a:close/>
                    <a:moveTo>
                      <a:pt x="26064" y="0"/>
                    </a:moveTo>
                    <a:cubicBezTo>
                      <a:pt x="24016" y="1286"/>
                      <a:pt x="22289" y="2381"/>
                      <a:pt x="20551" y="3477"/>
                    </a:cubicBezTo>
                    <a:cubicBezTo>
                      <a:pt x="20611" y="3596"/>
                      <a:pt x="20658" y="3715"/>
                      <a:pt x="20718" y="3822"/>
                    </a:cubicBezTo>
                    <a:cubicBezTo>
                      <a:pt x="21849" y="3286"/>
                      <a:pt x="22980" y="2739"/>
                      <a:pt x="24111" y="2191"/>
                    </a:cubicBezTo>
                    <a:cubicBezTo>
                      <a:pt x="24147" y="2250"/>
                      <a:pt x="24183" y="2322"/>
                      <a:pt x="24206" y="2381"/>
                    </a:cubicBezTo>
                    <a:lnTo>
                      <a:pt x="20789" y="4584"/>
                    </a:lnTo>
                    <a:cubicBezTo>
                      <a:pt x="20908" y="4525"/>
                      <a:pt x="21027" y="4465"/>
                      <a:pt x="21135" y="4405"/>
                    </a:cubicBezTo>
                    <a:lnTo>
                      <a:pt x="21135" y="4405"/>
                    </a:lnTo>
                    <a:cubicBezTo>
                      <a:pt x="21134" y="4406"/>
                      <a:pt x="17919" y="6644"/>
                      <a:pt x="12693" y="10061"/>
                    </a:cubicBezTo>
                    <a:cubicBezTo>
                      <a:pt x="9907" y="11894"/>
                      <a:pt x="6537" y="14061"/>
                      <a:pt x="2787" y="16395"/>
                    </a:cubicBezTo>
                    <a:cubicBezTo>
                      <a:pt x="1858" y="17086"/>
                      <a:pt x="930" y="17776"/>
                      <a:pt x="1" y="18455"/>
                    </a:cubicBezTo>
                    <a:lnTo>
                      <a:pt x="1" y="18895"/>
                    </a:lnTo>
                    <a:cubicBezTo>
                      <a:pt x="1144" y="18110"/>
                      <a:pt x="2656" y="17086"/>
                      <a:pt x="4478" y="15919"/>
                    </a:cubicBezTo>
                    <a:cubicBezTo>
                      <a:pt x="6407" y="14681"/>
                      <a:pt x="8693" y="13276"/>
                      <a:pt x="11229" y="11835"/>
                    </a:cubicBezTo>
                    <a:cubicBezTo>
                      <a:pt x="14384" y="9430"/>
                      <a:pt x="17848" y="7489"/>
                      <a:pt x="21218" y="5406"/>
                    </a:cubicBezTo>
                    <a:cubicBezTo>
                      <a:pt x="21301" y="5525"/>
                      <a:pt x="21385" y="5644"/>
                      <a:pt x="21468" y="5775"/>
                    </a:cubicBezTo>
                    <a:cubicBezTo>
                      <a:pt x="20063" y="6703"/>
                      <a:pt x="18658" y="7644"/>
                      <a:pt x="17253" y="8585"/>
                    </a:cubicBezTo>
                    <a:cubicBezTo>
                      <a:pt x="18515" y="7942"/>
                      <a:pt x="19801" y="7311"/>
                      <a:pt x="21123" y="6691"/>
                    </a:cubicBezTo>
                    <a:lnTo>
                      <a:pt x="21123" y="6691"/>
                    </a:lnTo>
                    <a:cubicBezTo>
                      <a:pt x="21122" y="6692"/>
                      <a:pt x="18539" y="8442"/>
                      <a:pt x="14312" y="11049"/>
                    </a:cubicBezTo>
                    <a:cubicBezTo>
                      <a:pt x="11181" y="12978"/>
                      <a:pt x="7145" y="15383"/>
                      <a:pt x="2597" y="17907"/>
                    </a:cubicBezTo>
                    <a:cubicBezTo>
                      <a:pt x="5144" y="16824"/>
                      <a:pt x="7680" y="15752"/>
                      <a:pt x="10217" y="14669"/>
                    </a:cubicBezTo>
                    <a:cubicBezTo>
                      <a:pt x="12300" y="13466"/>
                      <a:pt x="14693" y="12287"/>
                      <a:pt x="17265" y="11311"/>
                    </a:cubicBezTo>
                    <a:lnTo>
                      <a:pt x="17265" y="11311"/>
                    </a:lnTo>
                    <a:cubicBezTo>
                      <a:pt x="17265" y="11311"/>
                      <a:pt x="16836" y="11609"/>
                      <a:pt x="16062" y="12109"/>
                    </a:cubicBezTo>
                    <a:cubicBezTo>
                      <a:pt x="15289" y="12621"/>
                      <a:pt x="14169" y="13335"/>
                      <a:pt x="12788" y="14204"/>
                    </a:cubicBezTo>
                    <a:cubicBezTo>
                      <a:pt x="12467" y="14395"/>
                      <a:pt x="12145" y="14597"/>
                      <a:pt x="11812" y="14800"/>
                    </a:cubicBezTo>
                    <a:cubicBezTo>
                      <a:pt x="11312" y="22884"/>
                      <a:pt x="11109" y="30992"/>
                      <a:pt x="11229" y="39088"/>
                    </a:cubicBezTo>
                    <a:cubicBezTo>
                      <a:pt x="11264" y="41481"/>
                      <a:pt x="11348" y="43958"/>
                      <a:pt x="12407" y="46101"/>
                    </a:cubicBezTo>
                    <a:cubicBezTo>
                      <a:pt x="13503" y="48328"/>
                      <a:pt x="15515" y="49947"/>
                      <a:pt x="17479" y="51459"/>
                    </a:cubicBezTo>
                    <a:cubicBezTo>
                      <a:pt x="24206" y="56650"/>
                      <a:pt x="31088" y="61627"/>
                      <a:pt x="38113" y="66413"/>
                    </a:cubicBezTo>
                    <a:cubicBezTo>
                      <a:pt x="38434" y="66627"/>
                      <a:pt x="38780" y="66854"/>
                      <a:pt x="39125" y="67056"/>
                    </a:cubicBezTo>
                    <a:lnTo>
                      <a:pt x="44483" y="62424"/>
                    </a:lnTo>
                    <a:cubicBezTo>
                      <a:pt x="44316" y="62032"/>
                      <a:pt x="44137" y="61651"/>
                      <a:pt x="43935" y="61270"/>
                    </a:cubicBezTo>
                    <a:cubicBezTo>
                      <a:pt x="41851" y="57412"/>
                      <a:pt x="39411" y="53781"/>
                      <a:pt x="36005" y="50971"/>
                    </a:cubicBezTo>
                    <a:cubicBezTo>
                      <a:pt x="32315" y="47923"/>
                      <a:pt x="29957" y="44220"/>
                      <a:pt x="28719" y="39517"/>
                    </a:cubicBezTo>
                    <a:cubicBezTo>
                      <a:pt x="27445" y="34695"/>
                      <a:pt x="26742" y="29837"/>
                      <a:pt x="26052" y="24932"/>
                    </a:cubicBezTo>
                    <a:cubicBezTo>
                      <a:pt x="25064" y="17800"/>
                      <a:pt x="25397" y="10644"/>
                      <a:pt x="25861" y="3501"/>
                    </a:cubicBezTo>
                    <a:cubicBezTo>
                      <a:pt x="25933" y="2489"/>
                      <a:pt x="25980" y="1477"/>
                      <a:pt x="260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41"/>
              <p:cNvSpPr/>
              <p:nvPr/>
            </p:nvSpPr>
            <p:spPr>
              <a:xfrm>
                <a:off x="3990075" y="3406500"/>
                <a:ext cx="664975" cy="1265050"/>
              </a:xfrm>
              <a:custGeom>
                <a:rect b="b" l="l" r="r" t="t"/>
                <a:pathLst>
                  <a:path extrusionOk="0" h="50602" w="26599">
                    <a:moveTo>
                      <a:pt x="26599" y="1"/>
                    </a:moveTo>
                    <a:lnTo>
                      <a:pt x="26599" y="1"/>
                    </a:lnTo>
                    <a:cubicBezTo>
                      <a:pt x="24730" y="72"/>
                      <a:pt x="23289" y="489"/>
                      <a:pt x="22170" y="1846"/>
                    </a:cubicBezTo>
                    <a:cubicBezTo>
                      <a:pt x="20979" y="3287"/>
                      <a:pt x="20217" y="4894"/>
                      <a:pt x="19658" y="6668"/>
                    </a:cubicBezTo>
                    <a:cubicBezTo>
                      <a:pt x="18372" y="10823"/>
                      <a:pt x="16967" y="14931"/>
                      <a:pt x="15538" y="19277"/>
                    </a:cubicBezTo>
                    <a:cubicBezTo>
                      <a:pt x="11930" y="16848"/>
                      <a:pt x="8418" y="14467"/>
                      <a:pt x="4894" y="12097"/>
                    </a:cubicBezTo>
                    <a:cubicBezTo>
                      <a:pt x="4846" y="12157"/>
                      <a:pt x="4787" y="12216"/>
                      <a:pt x="4739" y="12288"/>
                    </a:cubicBezTo>
                    <a:cubicBezTo>
                      <a:pt x="4894" y="12574"/>
                      <a:pt x="5049" y="12859"/>
                      <a:pt x="5203" y="13145"/>
                    </a:cubicBezTo>
                    <a:lnTo>
                      <a:pt x="5013" y="13312"/>
                    </a:lnTo>
                    <a:cubicBezTo>
                      <a:pt x="3394" y="12014"/>
                      <a:pt x="1774" y="10728"/>
                      <a:pt x="167" y="9430"/>
                    </a:cubicBezTo>
                    <a:cubicBezTo>
                      <a:pt x="107" y="9454"/>
                      <a:pt x="48" y="9478"/>
                      <a:pt x="0" y="9502"/>
                    </a:cubicBezTo>
                    <a:cubicBezTo>
                      <a:pt x="191" y="9823"/>
                      <a:pt x="334" y="10180"/>
                      <a:pt x="560" y="10466"/>
                    </a:cubicBezTo>
                    <a:cubicBezTo>
                      <a:pt x="3263" y="13788"/>
                      <a:pt x="6418" y="16610"/>
                      <a:pt x="10025" y="18931"/>
                    </a:cubicBezTo>
                    <a:cubicBezTo>
                      <a:pt x="11014" y="19562"/>
                      <a:pt x="11966" y="20289"/>
                      <a:pt x="12871" y="21039"/>
                    </a:cubicBezTo>
                    <a:cubicBezTo>
                      <a:pt x="13157" y="21289"/>
                      <a:pt x="13276" y="21753"/>
                      <a:pt x="13466" y="22122"/>
                    </a:cubicBezTo>
                    <a:lnTo>
                      <a:pt x="13121" y="22432"/>
                    </a:lnTo>
                    <a:cubicBezTo>
                      <a:pt x="9597" y="20348"/>
                      <a:pt x="6072" y="18277"/>
                      <a:pt x="2227" y="16014"/>
                    </a:cubicBezTo>
                    <a:lnTo>
                      <a:pt x="2227" y="16014"/>
                    </a:lnTo>
                    <a:cubicBezTo>
                      <a:pt x="5144" y="19515"/>
                      <a:pt x="8823" y="21503"/>
                      <a:pt x="12383" y="23884"/>
                    </a:cubicBezTo>
                    <a:cubicBezTo>
                      <a:pt x="11787" y="24825"/>
                      <a:pt x="11216" y="25706"/>
                      <a:pt x="10656" y="26611"/>
                    </a:cubicBezTo>
                    <a:cubicBezTo>
                      <a:pt x="7096" y="32338"/>
                      <a:pt x="4513" y="38446"/>
                      <a:pt x="3786" y="45197"/>
                    </a:cubicBezTo>
                    <a:cubicBezTo>
                      <a:pt x="3608" y="46780"/>
                      <a:pt x="2798" y="48006"/>
                      <a:pt x="2120" y="49316"/>
                    </a:cubicBezTo>
                    <a:cubicBezTo>
                      <a:pt x="1917" y="49733"/>
                      <a:pt x="1655" y="50126"/>
                      <a:pt x="1334" y="50602"/>
                    </a:cubicBezTo>
                    <a:cubicBezTo>
                      <a:pt x="6751" y="49971"/>
                      <a:pt x="10573" y="49376"/>
                      <a:pt x="11311" y="48899"/>
                    </a:cubicBezTo>
                    <a:cubicBezTo>
                      <a:pt x="14466" y="46852"/>
                      <a:pt x="17443" y="34791"/>
                      <a:pt x="17443" y="34791"/>
                    </a:cubicBezTo>
                    <a:lnTo>
                      <a:pt x="23872" y="16741"/>
                    </a:lnTo>
                    <a:lnTo>
                      <a:pt x="23872" y="16741"/>
                    </a:lnTo>
                    <a:cubicBezTo>
                      <a:pt x="23729" y="16967"/>
                      <a:pt x="23563" y="17169"/>
                      <a:pt x="23277" y="17562"/>
                    </a:cubicBezTo>
                    <a:cubicBezTo>
                      <a:pt x="25027" y="11716"/>
                      <a:pt x="26539" y="6061"/>
                      <a:pt x="265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41"/>
              <p:cNvSpPr/>
              <p:nvPr/>
            </p:nvSpPr>
            <p:spPr>
              <a:xfrm>
                <a:off x="2921175" y="4006275"/>
                <a:ext cx="1139750" cy="743575"/>
              </a:xfrm>
              <a:custGeom>
                <a:rect b="b" l="l" r="r" t="t"/>
                <a:pathLst>
                  <a:path extrusionOk="0" h="29743" w="45590">
                    <a:moveTo>
                      <a:pt x="41137" y="12300"/>
                    </a:moveTo>
                    <a:lnTo>
                      <a:pt x="41137" y="12300"/>
                    </a:lnTo>
                    <a:cubicBezTo>
                      <a:pt x="38457" y="14276"/>
                      <a:pt x="35719" y="15163"/>
                      <a:pt x="32793" y="15163"/>
                    </a:cubicBezTo>
                    <a:cubicBezTo>
                      <a:pt x="31559" y="15163"/>
                      <a:pt x="30291" y="15005"/>
                      <a:pt x="28981" y="14705"/>
                    </a:cubicBezTo>
                    <a:cubicBezTo>
                      <a:pt x="33065" y="13895"/>
                      <a:pt x="36958" y="13133"/>
                      <a:pt x="41137" y="12300"/>
                    </a:cubicBezTo>
                    <a:close/>
                    <a:moveTo>
                      <a:pt x="44483" y="1"/>
                    </a:moveTo>
                    <a:lnTo>
                      <a:pt x="39125" y="4644"/>
                    </a:lnTo>
                    <a:lnTo>
                      <a:pt x="34577" y="8561"/>
                    </a:lnTo>
                    <a:cubicBezTo>
                      <a:pt x="34577" y="8561"/>
                      <a:pt x="14384" y="16729"/>
                      <a:pt x="4787" y="20717"/>
                    </a:cubicBezTo>
                    <a:cubicBezTo>
                      <a:pt x="2299" y="21753"/>
                      <a:pt x="525" y="22503"/>
                      <a:pt x="1" y="22765"/>
                    </a:cubicBezTo>
                    <a:lnTo>
                      <a:pt x="1" y="29742"/>
                    </a:lnTo>
                    <a:lnTo>
                      <a:pt x="10347" y="29742"/>
                    </a:lnTo>
                    <a:cubicBezTo>
                      <a:pt x="21254" y="28861"/>
                      <a:pt x="34458" y="27718"/>
                      <a:pt x="43506" y="26682"/>
                    </a:cubicBezTo>
                    <a:cubicBezTo>
                      <a:pt x="43637" y="24063"/>
                      <a:pt x="43721" y="21694"/>
                      <a:pt x="43935" y="19348"/>
                    </a:cubicBezTo>
                    <a:cubicBezTo>
                      <a:pt x="44376" y="14740"/>
                      <a:pt x="44947" y="10145"/>
                      <a:pt x="45399" y="5549"/>
                    </a:cubicBezTo>
                    <a:cubicBezTo>
                      <a:pt x="45590" y="3608"/>
                      <a:pt x="45245" y="1763"/>
                      <a:pt x="444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41"/>
              <p:cNvSpPr/>
              <p:nvPr/>
            </p:nvSpPr>
            <p:spPr>
              <a:xfrm>
                <a:off x="2921175" y="4517950"/>
                <a:ext cx="23550" cy="56875"/>
              </a:xfrm>
              <a:custGeom>
                <a:rect b="b" l="l" r="r" t="t"/>
                <a:pathLst>
                  <a:path extrusionOk="0" h="2275" w="942">
                    <a:moveTo>
                      <a:pt x="942" y="0"/>
                    </a:moveTo>
                    <a:lnTo>
                      <a:pt x="942" y="0"/>
                    </a:lnTo>
                    <a:cubicBezTo>
                      <a:pt x="703" y="48"/>
                      <a:pt x="453" y="96"/>
                      <a:pt x="203" y="143"/>
                    </a:cubicBezTo>
                    <a:cubicBezTo>
                      <a:pt x="132" y="310"/>
                      <a:pt x="72" y="489"/>
                      <a:pt x="1" y="679"/>
                    </a:cubicBezTo>
                    <a:lnTo>
                      <a:pt x="1" y="2274"/>
                    </a:lnTo>
                    <a:cubicBezTo>
                      <a:pt x="227" y="1989"/>
                      <a:pt x="549" y="1179"/>
                      <a:pt x="9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41"/>
              <p:cNvSpPr/>
              <p:nvPr/>
            </p:nvSpPr>
            <p:spPr>
              <a:xfrm>
                <a:off x="2921175" y="3757425"/>
                <a:ext cx="178325" cy="541175"/>
              </a:xfrm>
              <a:custGeom>
                <a:rect b="b" l="l" r="r" t="t"/>
                <a:pathLst>
                  <a:path extrusionOk="0" h="21647" w="7133">
                    <a:moveTo>
                      <a:pt x="1" y="1"/>
                    </a:moveTo>
                    <a:lnTo>
                      <a:pt x="1" y="6859"/>
                    </a:lnTo>
                    <a:cubicBezTo>
                      <a:pt x="430" y="7466"/>
                      <a:pt x="739" y="8109"/>
                      <a:pt x="1001" y="8776"/>
                    </a:cubicBezTo>
                    <a:cubicBezTo>
                      <a:pt x="2168" y="11681"/>
                      <a:pt x="2501" y="14705"/>
                      <a:pt x="2180" y="17813"/>
                    </a:cubicBezTo>
                    <a:cubicBezTo>
                      <a:pt x="2037" y="19075"/>
                      <a:pt x="2037" y="20361"/>
                      <a:pt x="2204" y="21646"/>
                    </a:cubicBezTo>
                    <a:cubicBezTo>
                      <a:pt x="3704" y="16324"/>
                      <a:pt x="5204" y="11002"/>
                      <a:pt x="6704" y="5680"/>
                    </a:cubicBezTo>
                    <a:cubicBezTo>
                      <a:pt x="6847" y="5656"/>
                      <a:pt x="6990" y="5621"/>
                      <a:pt x="7133" y="5597"/>
                    </a:cubicBezTo>
                    <a:cubicBezTo>
                      <a:pt x="6561" y="4990"/>
                      <a:pt x="6073" y="4263"/>
                      <a:pt x="5406" y="3799"/>
                    </a:cubicBezTo>
                    <a:cubicBezTo>
                      <a:pt x="3597" y="2537"/>
                      <a:pt x="1811" y="1251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41"/>
              <p:cNvSpPr/>
              <p:nvPr/>
            </p:nvSpPr>
            <p:spPr>
              <a:xfrm>
                <a:off x="2932800" y="4454850"/>
                <a:ext cx="29200" cy="48825"/>
              </a:xfrm>
              <a:custGeom>
                <a:rect b="b" l="l" r="r" t="t"/>
                <a:pathLst>
                  <a:path extrusionOk="0" h="1953" w="1168">
                    <a:moveTo>
                      <a:pt x="727" y="0"/>
                    </a:moveTo>
                    <a:cubicBezTo>
                      <a:pt x="500" y="619"/>
                      <a:pt x="262" y="1239"/>
                      <a:pt x="0" y="1953"/>
                    </a:cubicBezTo>
                    <a:cubicBezTo>
                      <a:pt x="238" y="1858"/>
                      <a:pt x="500" y="1750"/>
                      <a:pt x="774" y="1643"/>
                    </a:cubicBezTo>
                    <a:cubicBezTo>
                      <a:pt x="893" y="1239"/>
                      <a:pt x="1036" y="810"/>
                      <a:pt x="1167" y="346"/>
                    </a:cubicBezTo>
                    <a:cubicBezTo>
                      <a:pt x="1143" y="250"/>
                      <a:pt x="1119" y="155"/>
                      <a:pt x="1084" y="60"/>
                    </a:cubicBezTo>
                    <a:cubicBezTo>
                      <a:pt x="965" y="36"/>
                      <a:pt x="846" y="12"/>
                      <a:pt x="7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41"/>
              <p:cNvSpPr/>
              <p:nvPr/>
            </p:nvSpPr>
            <p:spPr>
              <a:xfrm>
                <a:off x="2921175" y="1088650"/>
                <a:ext cx="1779425" cy="3607025"/>
              </a:xfrm>
              <a:custGeom>
                <a:rect b="b" l="l" r="r" t="t"/>
                <a:pathLst>
                  <a:path extrusionOk="0" h="144281" w="71177">
                    <a:moveTo>
                      <a:pt x="63783" y="1"/>
                    </a:moveTo>
                    <a:cubicBezTo>
                      <a:pt x="60544" y="4763"/>
                      <a:pt x="55829" y="8109"/>
                      <a:pt x="49638" y="10050"/>
                    </a:cubicBezTo>
                    <a:cubicBezTo>
                      <a:pt x="48995" y="10240"/>
                      <a:pt x="48340" y="10431"/>
                      <a:pt x="47674" y="10597"/>
                    </a:cubicBezTo>
                    <a:lnTo>
                      <a:pt x="51579" y="10597"/>
                    </a:lnTo>
                    <a:lnTo>
                      <a:pt x="51591" y="10621"/>
                    </a:lnTo>
                    <a:cubicBezTo>
                      <a:pt x="51603" y="10669"/>
                      <a:pt x="51615" y="10728"/>
                      <a:pt x="51638" y="10788"/>
                    </a:cubicBezTo>
                    <a:cubicBezTo>
                      <a:pt x="50710" y="11145"/>
                      <a:pt x="49769" y="11490"/>
                      <a:pt x="48840" y="11847"/>
                    </a:cubicBezTo>
                    <a:cubicBezTo>
                      <a:pt x="48864" y="11895"/>
                      <a:pt x="48876" y="11943"/>
                      <a:pt x="48900" y="11978"/>
                    </a:cubicBezTo>
                    <a:cubicBezTo>
                      <a:pt x="49376" y="11931"/>
                      <a:pt x="49841" y="11883"/>
                      <a:pt x="50305" y="11836"/>
                    </a:cubicBezTo>
                    <a:cubicBezTo>
                      <a:pt x="50317" y="11931"/>
                      <a:pt x="50329" y="12014"/>
                      <a:pt x="50341" y="12109"/>
                    </a:cubicBezTo>
                    <a:cubicBezTo>
                      <a:pt x="49531" y="12455"/>
                      <a:pt x="48721" y="12788"/>
                      <a:pt x="47828" y="13169"/>
                    </a:cubicBezTo>
                    <a:cubicBezTo>
                      <a:pt x="48221" y="13276"/>
                      <a:pt x="48495" y="13360"/>
                      <a:pt x="48828" y="13467"/>
                    </a:cubicBezTo>
                    <a:cubicBezTo>
                      <a:pt x="48578" y="13764"/>
                      <a:pt x="48412" y="13955"/>
                      <a:pt x="48376" y="13991"/>
                    </a:cubicBezTo>
                    <a:cubicBezTo>
                      <a:pt x="50055" y="13669"/>
                      <a:pt x="51829" y="13336"/>
                      <a:pt x="53603" y="13002"/>
                    </a:cubicBezTo>
                    <a:cubicBezTo>
                      <a:pt x="53627" y="13062"/>
                      <a:pt x="53639" y="13121"/>
                      <a:pt x="53662" y="13181"/>
                    </a:cubicBezTo>
                    <a:cubicBezTo>
                      <a:pt x="52543" y="13979"/>
                      <a:pt x="51412" y="14776"/>
                      <a:pt x="50293" y="15586"/>
                    </a:cubicBezTo>
                    <a:cubicBezTo>
                      <a:pt x="50364" y="15669"/>
                      <a:pt x="50424" y="15753"/>
                      <a:pt x="50483" y="15848"/>
                    </a:cubicBezTo>
                    <a:cubicBezTo>
                      <a:pt x="51460" y="15479"/>
                      <a:pt x="52436" y="15122"/>
                      <a:pt x="53603" y="14681"/>
                    </a:cubicBezTo>
                    <a:lnTo>
                      <a:pt x="53603" y="14681"/>
                    </a:lnTo>
                    <a:cubicBezTo>
                      <a:pt x="53472" y="15300"/>
                      <a:pt x="53412" y="15717"/>
                      <a:pt x="53293" y="16110"/>
                    </a:cubicBezTo>
                    <a:cubicBezTo>
                      <a:pt x="52603" y="18479"/>
                      <a:pt x="51888" y="20849"/>
                      <a:pt x="51186" y="23218"/>
                    </a:cubicBezTo>
                    <a:cubicBezTo>
                      <a:pt x="50150" y="26706"/>
                      <a:pt x="48686" y="29933"/>
                      <a:pt x="46316" y="32779"/>
                    </a:cubicBezTo>
                    <a:cubicBezTo>
                      <a:pt x="44518" y="34946"/>
                      <a:pt x="42137" y="36303"/>
                      <a:pt x="39946" y="37934"/>
                    </a:cubicBezTo>
                    <a:cubicBezTo>
                      <a:pt x="37387" y="39851"/>
                      <a:pt x="34827" y="41756"/>
                      <a:pt x="32267" y="43673"/>
                    </a:cubicBezTo>
                    <a:cubicBezTo>
                      <a:pt x="25814" y="48483"/>
                      <a:pt x="19372" y="53305"/>
                      <a:pt x="12979" y="58186"/>
                    </a:cubicBezTo>
                    <a:cubicBezTo>
                      <a:pt x="11252" y="59508"/>
                      <a:pt x="9335" y="59889"/>
                      <a:pt x="7359" y="60258"/>
                    </a:cubicBezTo>
                    <a:cubicBezTo>
                      <a:pt x="7264" y="60275"/>
                      <a:pt x="7166" y="60283"/>
                      <a:pt x="7065" y="60283"/>
                    </a:cubicBezTo>
                    <a:cubicBezTo>
                      <a:pt x="6602" y="60283"/>
                      <a:pt x="6095" y="60121"/>
                      <a:pt x="5645" y="59984"/>
                    </a:cubicBezTo>
                    <a:cubicBezTo>
                      <a:pt x="3728" y="59365"/>
                      <a:pt x="1858" y="58663"/>
                      <a:pt x="1" y="57913"/>
                    </a:cubicBezTo>
                    <a:lnTo>
                      <a:pt x="1" y="69390"/>
                    </a:lnTo>
                    <a:cubicBezTo>
                      <a:pt x="406" y="69140"/>
                      <a:pt x="799" y="68890"/>
                      <a:pt x="1180" y="68640"/>
                    </a:cubicBezTo>
                    <a:lnTo>
                      <a:pt x="1180" y="68640"/>
                    </a:lnTo>
                    <a:cubicBezTo>
                      <a:pt x="1073" y="68866"/>
                      <a:pt x="942" y="69116"/>
                      <a:pt x="739" y="69521"/>
                    </a:cubicBezTo>
                    <a:cubicBezTo>
                      <a:pt x="2930" y="68200"/>
                      <a:pt x="4787" y="66795"/>
                      <a:pt x="7359" y="66676"/>
                    </a:cubicBezTo>
                    <a:lnTo>
                      <a:pt x="7359" y="66676"/>
                    </a:lnTo>
                    <a:cubicBezTo>
                      <a:pt x="4883" y="68235"/>
                      <a:pt x="2620" y="69724"/>
                      <a:pt x="656" y="71057"/>
                    </a:cubicBezTo>
                    <a:cubicBezTo>
                      <a:pt x="430" y="71212"/>
                      <a:pt x="215" y="71355"/>
                      <a:pt x="1" y="71510"/>
                    </a:cubicBezTo>
                    <a:lnTo>
                      <a:pt x="1" y="72426"/>
                    </a:lnTo>
                    <a:cubicBezTo>
                      <a:pt x="953" y="71843"/>
                      <a:pt x="1882" y="71260"/>
                      <a:pt x="2787" y="70700"/>
                    </a:cubicBezTo>
                    <a:cubicBezTo>
                      <a:pt x="6537" y="68354"/>
                      <a:pt x="9907" y="66187"/>
                      <a:pt x="12693" y="64354"/>
                    </a:cubicBezTo>
                    <a:cubicBezTo>
                      <a:pt x="17919" y="60937"/>
                      <a:pt x="21134" y="58699"/>
                      <a:pt x="21135" y="58698"/>
                    </a:cubicBezTo>
                    <a:lnTo>
                      <a:pt x="21135" y="58698"/>
                    </a:lnTo>
                    <a:cubicBezTo>
                      <a:pt x="21027" y="58758"/>
                      <a:pt x="20908" y="58818"/>
                      <a:pt x="20789" y="58877"/>
                    </a:cubicBezTo>
                    <a:lnTo>
                      <a:pt x="24206" y="56674"/>
                    </a:lnTo>
                    <a:cubicBezTo>
                      <a:pt x="24171" y="56615"/>
                      <a:pt x="24147" y="56543"/>
                      <a:pt x="24111" y="56484"/>
                    </a:cubicBezTo>
                    <a:cubicBezTo>
                      <a:pt x="22980" y="57032"/>
                      <a:pt x="21849" y="57579"/>
                      <a:pt x="20718" y="58127"/>
                    </a:cubicBezTo>
                    <a:cubicBezTo>
                      <a:pt x="20658" y="58008"/>
                      <a:pt x="20611" y="57889"/>
                      <a:pt x="20551" y="57770"/>
                    </a:cubicBezTo>
                    <a:cubicBezTo>
                      <a:pt x="22289" y="56674"/>
                      <a:pt x="24016" y="55591"/>
                      <a:pt x="26064" y="54293"/>
                    </a:cubicBezTo>
                    <a:lnTo>
                      <a:pt x="26064" y="54293"/>
                    </a:lnTo>
                    <a:cubicBezTo>
                      <a:pt x="25980" y="55770"/>
                      <a:pt x="25933" y="56782"/>
                      <a:pt x="25861" y="57794"/>
                    </a:cubicBezTo>
                    <a:cubicBezTo>
                      <a:pt x="25397" y="64949"/>
                      <a:pt x="25064" y="72093"/>
                      <a:pt x="26052" y="79237"/>
                    </a:cubicBezTo>
                    <a:cubicBezTo>
                      <a:pt x="26742" y="84130"/>
                      <a:pt x="27445" y="89000"/>
                      <a:pt x="28719" y="93810"/>
                    </a:cubicBezTo>
                    <a:cubicBezTo>
                      <a:pt x="29957" y="98513"/>
                      <a:pt x="32315" y="102216"/>
                      <a:pt x="36005" y="105264"/>
                    </a:cubicBezTo>
                    <a:cubicBezTo>
                      <a:pt x="39411" y="108085"/>
                      <a:pt x="41840" y="111705"/>
                      <a:pt x="43935" y="115563"/>
                    </a:cubicBezTo>
                    <a:cubicBezTo>
                      <a:pt x="44137" y="115944"/>
                      <a:pt x="44316" y="116325"/>
                      <a:pt x="44483" y="116717"/>
                    </a:cubicBezTo>
                    <a:cubicBezTo>
                      <a:pt x="45233" y="118468"/>
                      <a:pt x="45590" y="120313"/>
                      <a:pt x="45399" y="122254"/>
                    </a:cubicBezTo>
                    <a:cubicBezTo>
                      <a:pt x="44947" y="126850"/>
                      <a:pt x="44376" y="131445"/>
                      <a:pt x="43935" y="136053"/>
                    </a:cubicBezTo>
                    <a:cubicBezTo>
                      <a:pt x="43709" y="138399"/>
                      <a:pt x="43637" y="140768"/>
                      <a:pt x="43494" y="143387"/>
                    </a:cubicBezTo>
                    <a:cubicBezTo>
                      <a:pt x="43483" y="143685"/>
                      <a:pt x="43471" y="143971"/>
                      <a:pt x="43447" y="144280"/>
                    </a:cubicBezTo>
                    <a:cubicBezTo>
                      <a:pt x="43685" y="143911"/>
                      <a:pt x="43899" y="143602"/>
                      <a:pt x="44090" y="143316"/>
                    </a:cubicBezTo>
                    <a:cubicBezTo>
                      <a:pt x="44411" y="142840"/>
                      <a:pt x="44661" y="142447"/>
                      <a:pt x="44876" y="142030"/>
                    </a:cubicBezTo>
                    <a:cubicBezTo>
                      <a:pt x="45554" y="140720"/>
                      <a:pt x="46364" y="139494"/>
                      <a:pt x="46542" y="137911"/>
                    </a:cubicBezTo>
                    <a:cubicBezTo>
                      <a:pt x="47269" y="131160"/>
                      <a:pt x="49852" y="125052"/>
                      <a:pt x="53412" y="119325"/>
                    </a:cubicBezTo>
                    <a:cubicBezTo>
                      <a:pt x="53972" y="118420"/>
                      <a:pt x="54543" y="117539"/>
                      <a:pt x="55139" y="116598"/>
                    </a:cubicBezTo>
                    <a:cubicBezTo>
                      <a:pt x="51579" y="114217"/>
                      <a:pt x="47900" y="112229"/>
                      <a:pt x="44983" y="108728"/>
                    </a:cubicBezTo>
                    <a:lnTo>
                      <a:pt x="44983" y="108728"/>
                    </a:lnTo>
                    <a:cubicBezTo>
                      <a:pt x="48828" y="110991"/>
                      <a:pt x="52353" y="113062"/>
                      <a:pt x="55877" y="115146"/>
                    </a:cubicBezTo>
                    <a:lnTo>
                      <a:pt x="56222" y="114836"/>
                    </a:lnTo>
                    <a:cubicBezTo>
                      <a:pt x="56032" y="114467"/>
                      <a:pt x="55913" y="114003"/>
                      <a:pt x="55627" y="113753"/>
                    </a:cubicBezTo>
                    <a:cubicBezTo>
                      <a:pt x="54722" y="113003"/>
                      <a:pt x="53770" y="112276"/>
                      <a:pt x="52781" y="111645"/>
                    </a:cubicBezTo>
                    <a:cubicBezTo>
                      <a:pt x="49174" y="109324"/>
                      <a:pt x="46019" y="106502"/>
                      <a:pt x="43316" y="103180"/>
                    </a:cubicBezTo>
                    <a:cubicBezTo>
                      <a:pt x="43090" y="102894"/>
                      <a:pt x="42947" y="102537"/>
                      <a:pt x="42756" y="102216"/>
                    </a:cubicBezTo>
                    <a:cubicBezTo>
                      <a:pt x="42804" y="102192"/>
                      <a:pt x="42863" y="102168"/>
                      <a:pt x="42923" y="102144"/>
                    </a:cubicBezTo>
                    <a:cubicBezTo>
                      <a:pt x="44530" y="103442"/>
                      <a:pt x="46150" y="104728"/>
                      <a:pt x="47769" y="106026"/>
                    </a:cubicBezTo>
                    <a:lnTo>
                      <a:pt x="47959" y="105859"/>
                    </a:lnTo>
                    <a:cubicBezTo>
                      <a:pt x="47805" y="105573"/>
                      <a:pt x="47650" y="105288"/>
                      <a:pt x="47483" y="105002"/>
                    </a:cubicBezTo>
                    <a:cubicBezTo>
                      <a:pt x="47543" y="104930"/>
                      <a:pt x="47590" y="104871"/>
                      <a:pt x="47650" y="104811"/>
                    </a:cubicBezTo>
                    <a:cubicBezTo>
                      <a:pt x="51174" y="107181"/>
                      <a:pt x="54686" y="109562"/>
                      <a:pt x="58294" y="111991"/>
                    </a:cubicBezTo>
                    <a:cubicBezTo>
                      <a:pt x="59723" y="107657"/>
                      <a:pt x="61116" y="103537"/>
                      <a:pt x="62414" y="99382"/>
                    </a:cubicBezTo>
                    <a:cubicBezTo>
                      <a:pt x="62973" y="97608"/>
                      <a:pt x="63735" y="96001"/>
                      <a:pt x="64926" y="94560"/>
                    </a:cubicBezTo>
                    <a:cubicBezTo>
                      <a:pt x="66045" y="93203"/>
                      <a:pt x="67486" y="92786"/>
                      <a:pt x="69343" y="92715"/>
                    </a:cubicBezTo>
                    <a:lnTo>
                      <a:pt x="69343" y="92715"/>
                    </a:lnTo>
                    <a:cubicBezTo>
                      <a:pt x="69295" y="98775"/>
                      <a:pt x="67783" y="104430"/>
                      <a:pt x="66033" y="110276"/>
                    </a:cubicBezTo>
                    <a:cubicBezTo>
                      <a:pt x="66319" y="109883"/>
                      <a:pt x="66485" y="109681"/>
                      <a:pt x="66628" y="109455"/>
                    </a:cubicBezTo>
                    <a:cubicBezTo>
                      <a:pt x="69938" y="103859"/>
                      <a:pt x="71177" y="97787"/>
                      <a:pt x="70772" y="91345"/>
                    </a:cubicBezTo>
                    <a:cubicBezTo>
                      <a:pt x="70688" y="90012"/>
                      <a:pt x="69914" y="89024"/>
                      <a:pt x="68819" y="88333"/>
                    </a:cubicBezTo>
                    <a:cubicBezTo>
                      <a:pt x="61592" y="83761"/>
                      <a:pt x="54532" y="78927"/>
                      <a:pt x="46840" y="75093"/>
                    </a:cubicBezTo>
                    <a:cubicBezTo>
                      <a:pt x="40982" y="72164"/>
                      <a:pt x="35267" y="68914"/>
                      <a:pt x="29505" y="65759"/>
                    </a:cubicBezTo>
                    <a:cubicBezTo>
                      <a:pt x="28195" y="65044"/>
                      <a:pt x="27171" y="63961"/>
                      <a:pt x="27159" y="62330"/>
                    </a:cubicBezTo>
                    <a:cubicBezTo>
                      <a:pt x="27135" y="58246"/>
                      <a:pt x="27147" y="54162"/>
                      <a:pt x="27147" y="49745"/>
                    </a:cubicBezTo>
                    <a:cubicBezTo>
                      <a:pt x="27457" y="49447"/>
                      <a:pt x="28004" y="48852"/>
                      <a:pt x="28635" y="48364"/>
                    </a:cubicBezTo>
                    <a:cubicBezTo>
                      <a:pt x="31719" y="46042"/>
                      <a:pt x="34803" y="43744"/>
                      <a:pt x="37899" y="41434"/>
                    </a:cubicBezTo>
                    <a:cubicBezTo>
                      <a:pt x="38470" y="41018"/>
                      <a:pt x="39053" y="40589"/>
                      <a:pt x="39625" y="40160"/>
                    </a:cubicBezTo>
                    <a:cubicBezTo>
                      <a:pt x="43209" y="37493"/>
                      <a:pt x="46602" y="34648"/>
                      <a:pt x="49209" y="30981"/>
                    </a:cubicBezTo>
                    <a:cubicBezTo>
                      <a:pt x="49224" y="30962"/>
                      <a:pt x="49255" y="30956"/>
                      <a:pt x="49296" y="30956"/>
                    </a:cubicBezTo>
                    <a:cubicBezTo>
                      <a:pt x="49358" y="30956"/>
                      <a:pt x="49440" y="30969"/>
                      <a:pt x="49519" y="30969"/>
                    </a:cubicBezTo>
                    <a:cubicBezTo>
                      <a:pt x="49841" y="32314"/>
                      <a:pt x="49710" y="33898"/>
                      <a:pt x="51424" y="34957"/>
                    </a:cubicBezTo>
                    <a:cubicBezTo>
                      <a:pt x="51424" y="33791"/>
                      <a:pt x="51484" y="32921"/>
                      <a:pt x="51412" y="32076"/>
                    </a:cubicBezTo>
                    <a:cubicBezTo>
                      <a:pt x="51305" y="30993"/>
                      <a:pt x="52162" y="30528"/>
                      <a:pt x="52674" y="29838"/>
                    </a:cubicBezTo>
                    <a:cubicBezTo>
                      <a:pt x="52734" y="29754"/>
                      <a:pt x="52722" y="29623"/>
                      <a:pt x="52746" y="29528"/>
                    </a:cubicBezTo>
                    <a:cubicBezTo>
                      <a:pt x="53674" y="26599"/>
                      <a:pt x="56294" y="25051"/>
                      <a:pt x="57996" y="22754"/>
                    </a:cubicBezTo>
                    <a:cubicBezTo>
                      <a:pt x="58092" y="22801"/>
                      <a:pt x="58199" y="22861"/>
                      <a:pt x="58294" y="22908"/>
                    </a:cubicBezTo>
                    <a:cubicBezTo>
                      <a:pt x="57782" y="24647"/>
                      <a:pt x="57270" y="26385"/>
                      <a:pt x="56770" y="28111"/>
                    </a:cubicBezTo>
                    <a:cubicBezTo>
                      <a:pt x="56889" y="28159"/>
                      <a:pt x="57008" y="28195"/>
                      <a:pt x="57127" y="28242"/>
                    </a:cubicBezTo>
                    <a:cubicBezTo>
                      <a:pt x="57365" y="27778"/>
                      <a:pt x="57580" y="27314"/>
                      <a:pt x="57853" y="26873"/>
                    </a:cubicBezTo>
                    <a:cubicBezTo>
                      <a:pt x="59306" y="24420"/>
                      <a:pt x="60735" y="21956"/>
                      <a:pt x="62259" y="19551"/>
                    </a:cubicBezTo>
                    <a:cubicBezTo>
                      <a:pt x="62640" y="18955"/>
                      <a:pt x="63283" y="18420"/>
                      <a:pt x="63938" y="18146"/>
                    </a:cubicBezTo>
                    <a:cubicBezTo>
                      <a:pt x="64319" y="17979"/>
                      <a:pt x="64676" y="17789"/>
                      <a:pt x="65021" y="17586"/>
                    </a:cubicBezTo>
                    <a:cubicBezTo>
                      <a:pt x="66831" y="16539"/>
                      <a:pt x="68140" y="15026"/>
                      <a:pt x="69212" y="13157"/>
                    </a:cubicBezTo>
                    <a:cubicBezTo>
                      <a:pt x="70534" y="10895"/>
                      <a:pt x="70950" y="8692"/>
                      <a:pt x="70284" y="6085"/>
                    </a:cubicBezTo>
                    <a:cubicBezTo>
                      <a:pt x="69772" y="4085"/>
                      <a:pt x="69379" y="2049"/>
                      <a:pt x="690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41"/>
              <p:cNvSpPr/>
              <p:nvPr/>
            </p:nvSpPr>
            <p:spPr>
              <a:xfrm>
                <a:off x="2921175" y="3734225"/>
                <a:ext cx="211075" cy="800725"/>
              </a:xfrm>
              <a:custGeom>
                <a:rect b="b" l="l" r="r" t="t"/>
                <a:pathLst>
                  <a:path extrusionOk="0" h="32029" w="8443">
                    <a:moveTo>
                      <a:pt x="1192" y="28825"/>
                    </a:moveTo>
                    <a:cubicBezTo>
                      <a:pt x="1311" y="28837"/>
                      <a:pt x="1430" y="28861"/>
                      <a:pt x="1549" y="28885"/>
                    </a:cubicBezTo>
                    <a:cubicBezTo>
                      <a:pt x="1584" y="28980"/>
                      <a:pt x="1608" y="29075"/>
                      <a:pt x="1632" y="29171"/>
                    </a:cubicBezTo>
                    <a:cubicBezTo>
                      <a:pt x="1727" y="29468"/>
                      <a:pt x="1823" y="29802"/>
                      <a:pt x="1930" y="30194"/>
                    </a:cubicBezTo>
                    <a:cubicBezTo>
                      <a:pt x="1727" y="30278"/>
                      <a:pt x="1525" y="30361"/>
                      <a:pt x="1334" y="30433"/>
                    </a:cubicBezTo>
                    <a:cubicBezTo>
                      <a:pt x="1299" y="30445"/>
                      <a:pt x="1263" y="30456"/>
                      <a:pt x="1239" y="30468"/>
                    </a:cubicBezTo>
                    <a:cubicBezTo>
                      <a:pt x="965" y="30575"/>
                      <a:pt x="703" y="30683"/>
                      <a:pt x="465" y="30778"/>
                    </a:cubicBezTo>
                    <a:cubicBezTo>
                      <a:pt x="727" y="30064"/>
                      <a:pt x="965" y="29444"/>
                      <a:pt x="1192" y="28825"/>
                    </a:cubicBezTo>
                    <a:close/>
                    <a:moveTo>
                      <a:pt x="1" y="0"/>
                    </a:moveTo>
                    <a:lnTo>
                      <a:pt x="1" y="929"/>
                    </a:lnTo>
                    <a:cubicBezTo>
                      <a:pt x="1811" y="2191"/>
                      <a:pt x="3597" y="3465"/>
                      <a:pt x="5406" y="4727"/>
                    </a:cubicBezTo>
                    <a:cubicBezTo>
                      <a:pt x="6073" y="5191"/>
                      <a:pt x="6561" y="5918"/>
                      <a:pt x="7121" y="6525"/>
                    </a:cubicBezTo>
                    <a:cubicBezTo>
                      <a:pt x="6990" y="6549"/>
                      <a:pt x="6847" y="6584"/>
                      <a:pt x="6704" y="6608"/>
                    </a:cubicBezTo>
                    <a:cubicBezTo>
                      <a:pt x="5204" y="11930"/>
                      <a:pt x="3704" y="17252"/>
                      <a:pt x="2204" y="22586"/>
                    </a:cubicBezTo>
                    <a:cubicBezTo>
                      <a:pt x="2025" y="21289"/>
                      <a:pt x="2037" y="20003"/>
                      <a:pt x="2168" y="18741"/>
                    </a:cubicBezTo>
                    <a:cubicBezTo>
                      <a:pt x="2501" y="15633"/>
                      <a:pt x="2168" y="12609"/>
                      <a:pt x="1001" y="9716"/>
                    </a:cubicBezTo>
                    <a:cubicBezTo>
                      <a:pt x="739" y="9049"/>
                      <a:pt x="418" y="8394"/>
                      <a:pt x="1" y="7787"/>
                    </a:cubicBezTo>
                    <a:lnTo>
                      <a:pt x="1" y="32028"/>
                    </a:lnTo>
                    <a:cubicBezTo>
                      <a:pt x="72" y="31838"/>
                      <a:pt x="132" y="31659"/>
                      <a:pt x="203" y="31492"/>
                    </a:cubicBezTo>
                    <a:cubicBezTo>
                      <a:pt x="453" y="31445"/>
                      <a:pt x="703" y="31397"/>
                      <a:pt x="942" y="31349"/>
                    </a:cubicBezTo>
                    <a:cubicBezTo>
                      <a:pt x="1346" y="31266"/>
                      <a:pt x="1727" y="31171"/>
                      <a:pt x="2096" y="31076"/>
                    </a:cubicBezTo>
                    <a:cubicBezTo>
                      <a:pt x="3478" y="30695"/>
                      <a:pt x="4692" y="30230"/>
                      <a:pt x="5656" y="29766"/>
                    </a:cubicBezTo>
                    <a:cubicBezTo>
                      <a:pt x="6549" y="29337"/>
                      <a:pt x="7252" y="28932"/>
                      <a:pt x="7716" y="28635"/>
                    </a:cubicBezTo>
                    <a:cubicBezTo>
                      <a:pt x="8192" y="28337"/>
                      <a:pt x="8442" y="28147"/>
                      <a:pt x="8442" y="28147"/>
                    </a:cubicBezTo>
                    <a:lnTo>
                      <a:pt x="8442" y="28147"/>
                    </a:lnTo>
                    <a:cubicBezTo>
                      <a:pt x="5966" y="28742"/>
                      <a:pt x="3751" y="29516"/>
                      <a:pt x="1989" y="30183"/>
                    </a:cubicBezTo>
                    <a:cubicBezTo>
                      <a:pt x="3180" y="22574"/>
                      <a:pt x="6252" y="15586"/>
                      <a:pt x="7311" y="8097"/>
                    </a:cubicBezTo>
                    <a:cubicBezTo>
                      <a:pt x="7585" y="6168"/>
                      <a:pt x="7442" y="5239"/>
                      <a:pt x="5799" y="4060"/>
                    </a:cubicBezTo>
                    <a:cubicBezTo>
                      <a:pt x="3882" y="2691"/>
                      <a:pt x="1954" y="1334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41"/>
              <p:cNvSpPr/>
              <p:nvPr/>
            </p:nvSpPr>
            <p:spPr>
              <a:xfrm>
                <a:off x="4149900" y="1088650"/>
                <a:ext cx="224775" cy="192625"/>
              </a:xfrm>
              <a:custGeom>
                <a:rect b="b" l="l" r="r" t="t"/>
                <a:pathLst>
                  <a:path extrusionOk="0" h="7705" w="8991">
                    <a:moveTo>
                      <a:pt x="7145" y="1"/>
                    </a:moveTo>
                    <a:cubicBezTo>
                      <a:pt x="4811" y="2561"/>
                      <a:pt x="2418" y="5097"/>
                      <a:pt x="1" y="7704"/>
                    </a:cubicBezTo>
                    <a:cubicBezTo>
                      <a:pt x="3418" y="5644"/>
                      <a:pt x="6347" y="3156"/>
                      <a:pt x="8800" y="227"/>
                    </a:cubicBezTo>
                    <a:cubicBezTo>
                      <a:pt x="8859" y="156"/>
                      <a:pt x="8919" y="72"/>
                      <a:pt x="89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41"/>
              <p:cNvSpPr/>
              <p:nvPr/>
            </p:nvSpPr>
            <p:spPr>
              <a:xfrm>
                <a:off x="4741350" y="1088650"/>
                <a:ext cx="21150" cy="32175"/>
              </a:xfrm>
              <a:custGeom>
                <a:rect b="b" l="l" r="r" t="t"/>
                <a:pathLst>
                  <a:path extrusionOk="0" h="1287" w="846">
                    <a:moveTo>
                      <a:pt x="1" y="1"/>
                    </a:moveTo>
                    <a:cubicBezTo>
                      <a:pt x="251" y="429"/>
                      <a:pt x="536" y="870"/>
                      <a:pt x="846" y="1287"/>
                    </a:cubicBezTo>
                    <a:lnTo>
                      <a:pt x="8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41"/>
              <p:cNvSpPr/>
              <p:nvPr/>
            </p:nvSpPr>
            <p:spPr>
              <a:xfrm>
                <a:off x="4619025" y="1410725"/>
                <a:ext cx="143475" cy="120575"/>
              </a:xfrm>
              <a:custGeom>
                <a:rect b="b" l="l" r="r" t="t"/>
                <a:pathLst>
                  <a:path extrusionOk="0" h="4823" w="5739">
                    <a:moveTo>
                      <a:pt x="5739" y="0"/>
                    </a:moveTo>
                    <a:cubicBezTo>
                      <a:pt x="4679" y="1667"/>
                      <a:pt x="3167" y="3096"/>
                      <a:pt x="1286" y="4120"/>
                    </a:cubicBezTo>
                    <a:cubicBezTo>
                      <a:pt x="1012" y="4263"/>
                      <a:pt x="750" y="4418"/>
                      <a:pt x="476" y="4560"/>
                    </a:cubicBezTo>
                    <a:cubicBezTo>
                      <a:pt x="322" y="4656"/>
                      <a:pt x="167" y="4739"/>
                      <a:pt x="0" y="4822"/>
                    </a:cubicBezTo>
                    <a:cubicBezTo>
                      <a:pt x="2286" y="4810"/>
                      <a:pt x="4251" y="4048"/>
                      <a:pt x="5739" y="2548"/>
                    </a:cubicBezTo>
                    <a:lnTo>
                      <a:pt x="57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41"/>
              <p:cNvSpPr/>
              <p:nvPr/>
            </p:nvSpPr>
            <p:spPr>
              <a:xfrm>
                <a:off x="3341775" y="3035325"/>
                <a:ext cx="49125" cy="614675"/>
              </a:xfrm>
              <a:custGeom>
                <a:rect b="b" l="l" r="r" t="t"/>
                <a:pathLst>
                  <a:path extrusionOk="0" h="24587" w="1965">
                    <a:moveTo>
                      <a:pt x="1965" y="0"/>
                    </a:moveTo>
                    <a:lnTo>
                      <a:pt x="1965" y="0"/>
                    </a:lnTo>
                    <a:cubicBezTo>
                      <a:pt x="905" y="8109"/>
                      <a:pt x="0" y="16229"/>
                      <a:pt x="560" y="24587"/>
                    </a:cubicBezTo>
                    <a:cubicBezTo>
                      <a:pt x="1036" y="16264"/>
                      <a:pt x="1501" y="8132"/>
                      <a:pt x="19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41"/>
              <p:cNvSpPr/>
              <p:nvPr/>
            </p:nvSpPr>
            <p:spPr>
              <a:xfrm>
                <a:off x="3645675" y="4313750"/>
                <a:ext cx="303950" cy="71600"/>
              </a:xfrm>
              <a:custGeom>
                <a:rect b="b" l="l" r="r" t="t"/>
                <a:pathLst>
                  <a:path extrusionOk="0" h="2864" w="12158">
                    <a:moveTo>
                      <a:pt x="12157" y="1"/>
                    </a:moveTo>
                    <a:cubicBezTo>
                      <a:pt x="7978" y="834"/>
                      <a:pt x="4085" y="1596"/>
                      <a:pt x="1" y="2406"/>
                    </a:cubicBezTo>
                    <a:cubicBezTo>
                      <a:pt x="1311" y="2706"/>
                      <a:pt x="2579" y="2864"/>
                      <a:pt x="3813" y="2864"/>
                    </a:cubicBezTo>
                    <a:cubicBezTo>
                      <a:pt x="6739" y="2864"/>
                      <a:pt x="9477" y="1977"/>
                      <a:pt x="121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41"/>
              <p:cNvSpPr/>
              <p:nvPr/>
            </p:nvSpPr>
            <p:spPr>
              <a:xfrm>
                <a:off x="2921175" y="2581100"/>
                <a:ext cx="536700" cy="347975"/>
              </a:xfrm>
              <a:custGeom>
                <a:rect b="b" l="l" r="r" t="t"/>
                <a:pathLst>
                  <a:path extrusionOk="0" h="13919" w="21468">
                    <a:moveTo>
                      <a:pt x="21218" y="1"/>
                    </a:moveTo>
                    <a:cubicBezTo>
                      <a:pt x="17848" y="2084"/>
                      <a:pt x="14384" y="4025"/>
                      <a:pt x="11229" y="6430"/>
                    </a:cubicBezTo>
                    <a:cubicBezTo>
                      <a:pt x="8693" y="7871"/>
                      <a:pt x="6407" y="9276"/>
                      <a:pt x="4478" y="10514"/>
                    </a:cubicBezTo>
                    <a:cubicBezTo>
                      <a:pt x="2656" y="11681"/>
                      <a:pt x="1144" y="12705"/>
                      <a:pt x="1" y="13490"/>
                    </a:cubicBezTo>
                    <a:lnTo>
                      <a:pt x="1" y="13919"/>
                    </a:lnTo>
                    <a:cubicBezTo>
                      <a:pt x="882" y="13443"/>
                      <a:pt x="1751" y="12966"/>
                      <a:pt x="2597" y="12502"/>
                    </a:cubicBezTo>
                    <a:cubicBezTo>
                      <a:pt x="7145" y="9978"/>
                      <a:pt x="11181" y="7573"/>
                      <a:pt x="14312" y="5644"/>
                    </a:cubicBezTo>
                    <a:cubicBezTo>
                      <a:pt x="18539" y="3037"/>
                      <a:pt x="21122" y="1287"/>
                      <a:pt x="21123" y="1286"/>
                    </a:cubicBezTo>
                    <a:lnTo>
                      <a:pt x="21123" y="1286"/>
                    </a:lnTo>
                    <a:cubicBezTo>
                      <a:pt x="19801" y="1906"/>
                      <a:pt x="18515" y="2537"/>
                      <a:pt x="17253" y="3180"/>
                    </a:cubicBezTo>
                    <a:cubicBezTo>
                      <a:pt x="18658" y="2239"/>
                      <a:pt x="20063" y="1298"/>
                      <a:pt x="21468" y="370"/>
                    </a:cubicBezTo>
                    <a:cubicBezTo>
                      <a:pt x="21385" y="239"/>
                      <a:pt x="21301" y="120"/>
                      <a:pt x="212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41"/>
              <p:cNvSpPr/>
              <p:nvPr/>
            </p:nvSpPr>
            <p:spPr>
              <a:xfrm>
                <a:off x="3381950" y="1329450"/>
                <a:ext cx="87250" cy="171175"/>
              </a:xfrm>
              <a:custGeom>
                <a:rect b="b" l="l" r="r" t="t"/>
                <a:pathLst>
                  <a:path extrusionOk="0" h="6847" w="3490">
                    <a:moveTo>
                      <a:pt x="1227" y="1"/>
                    </a:moveTo>
                    <a:cubicBezTo>
                      <a:pt x="1144" y="60"/>
                      <a:pt x="1049" y="108"/>
                      <a:pt x="953" y="168"/>
                    </a:cubicBezTo>
                    <a:cubicBezTo>
                      <a:pt x="1334" y="1370"/>
                      <a:pt x="1715" y="2573"/>
                      <a:pt x="2120" y="3859"/>
                    </a:cubicBezTo>
                    <a:cubicBezTo>
                      <a:pt x="1394" y="4811"/>
                      <a:pt x="703" y="5728"/>
                      <a:pt x="1" y="6645"/>
                    </a:cubicBezTo>
                    <a:lnTo>
                      <a:pt x="227" y="6847"/>
                    </a:lnTo>
                    <a:cubicBezTo>
                      <a:pt x="965" y="6335"/>
                      <a:pt x="1739" y="5859"/>
                      <a:pt x="2442" y="5287"/>
                    </a:cubicBezTo>
                    <a:cubicBezTo>
                      <a:pt x="3108" y="4751"/>
                      <a:pt x="3489" y="3989"/>
                      <a:pt x="3073" y="3156"/>
                    </a:cubicBezTo>
                    <a:cubicBezTo>
                      <a:pt x="2537" y="2073"/>
                      <a:pt x="1858" y="1049"/>
                      <a:pt x="1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41"/>
              <p:cNvSpPr/>
              <p:nvPr/>
            </p:nvSpPr>
            <p:spPr>
              <a:xfrm>
                <a:off x="2946475" y="1870000"/>
                <a:ext cx="165225" cy="45600"/>
              </a:xfrm>
              <a:custGeom>
                <a:rect b="b" l="l" r="r" t="t"/>
                <a:pathLst>
                  <a:path extrusionOk="0" h="1824" w="6609">
                    <a:moveTo>
                      <a:pt x="72" y="1"/>
                    </a:moveTo>
                    <a:cubicBezTo>
                      <a:pt x="49" y="96"/>
                      <a:pt x="25" y="191"/>
                      <a:pt x="1" y="286"/>
                    </a:cubicBezTo>
                    <a:cubicBezTo>
                      <a:pt x="1620" y="775"/>
                      <a:pt x="3239" y="1298"/>
                      <a:pt x="4883" y="1739"/>
                    </a:cubicBezTo>
                    <a:cubicBezTo>
                      <a:pt x="5068" y="1790"/>
                      <a:pt x="5254" y="1823"/>
                      <a:pt x="5433" y="1823"/>
                    </a:cubicBezTo>
                    <a:cubicBezTo>
                      <a:pt x="5923" y="1823"/>
                      <a:pt x="6365" y="1576"/>
                      <a:pt x="6609" y="775"/>
                    </a:cubicBezTo>
                    <a:cubicBezTo>
                      <a:pt x="4382" y="513"/>
                      <a:pt x="2227" y="251"/>
                      <a:pt x="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41"/>
              <p:cNvSpPr/>
              <p:nvPr/>
            </p:nvSpPr>
            <p:spPr>
              <a:xfrm>
                <a:off x="3243250" y="1894700"/>
                <a:ext cx="139925" cy="32125"/>
              </a:xfrm>
              <a:custGeom>
                <a:rect b="b" l="l" r="r" t="t"/>
                <a:pathLst>
                  <a:path extrusionOk="0" h="1285" w="5597">
                    <a:moveTo>
                      <a:pt x="5596" y="1"/>
                    </a:moveTo>
                    <a:cubicBezTo>
                      <a:pt x="393" y="132"/>
                      <a:pt x="358" y="144"/>
                      <a:pt x="1" y="1180"/>
                    </a:cubicBezTo>
                    <a:cubicBezTo>
                      <a:pt x="335" y="1251"/>
                      <a:pt x="708" y="1285"/>
                      <a:pt x="1104" y="1285"/>
                    </a:cubicBezTo>
                    <a:cubicBezTo>
                      <a:pt x="2568" y="1285"/>
                      <a:pt x="4341" y="816"/>
                      <a:pt x="55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41"/>
              <p:cNvSpPr/>
              <p:nvPr/>
            </p:nvSpPr>
            <p:spPr>
              <a:xfrm>
                <a:off x="2968225" y="2729025"/>
                <a:ext cx="384575" cy="232800"/>
              </a:xfrm>
              <a:custGeom>
                <a:rect b="b" l="l" r="r" t="t"/>
                <a:pathLst>
                  <a:path extrusionOk="0" h="9312" w="15383">
                    <a:moveTo>
                      <a:pt x="15383" y="1"/>
                    </a:moveTo>
                    <a:cubicBezTo>
                      <a:pt x="12811" y="965"/>
                      <a:pt x="10418" y="2144"/>
                      <a:pt x="8335" y="3347"/>
                    </a:cubicBezTo>
                    <a:cubicBezTo>
                      <a:pt x="6822" y="4228"/>
                      <a:pt x="5453" y="5109"/>
                      <a:pt x="4310" y="5918"/>
                    </a:cubicBezTo>
                    <a:cubicBezTo>
                      <a:pt x="2953" y="6871"/>
                      <a:pt x="1869" y="7728"/>
                      <a:pt x="1131" y="8335"/>
                    </a:cubicBezTo>
                    <a:cubicBezTo>
                      <a:pt x="405" y="8943"/>
                      <a:pt x="0" y="9312"/>
                      <a:pt x="0" y="9312"/>
                    </a:cubicBezTo>
                    <a:cubicBezTo>
                      <a:pt x="3822" y="7192"/>
                      <a:pt x="7263" y="5133"/>
                      <a:pt x="9930" y="3478"/>
                    </a:cubicBezTo>
                    <a:cubicBezTo>
                      <a:pt x="10263" y="3275"/>
                      <a:pt x="10585" y="3073"/>
                      <a:pt x="10894" y="2882"/>
                    </a:cubicBezTo>
                    <a:cubicBezTo>
                      <a:pt x="12287" y="2013"/>
                      <a:pt x="13407" y="1299"/>
                      <a:pt x="14180" y="799"/>
                    </a:cubicBezTo>
                    <a:cubicBezTo>
                      <a:pt x="14954" y="287"/>
                      <a:pt x="15383" y="1"/>
                      <a:pt x="15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41"/>
              <p:cNvSpPr/>
              <p:nvPr/>
            </p:nvSpPr>
            <p:spPr>
              <a:xfrm>
                <a:off x="3815050" y="1088650"/>
                <a:ext cx="198550" cy="87250"/>
              </a:xfrm>
              <a:custGeom>
                <a:rect b="b" l="l" r="r" t="t"/>
                <a:pathLst>
                  <a:path extrusionOk="0" h="3490" w="7942">
                    <a:moveTo>
                      <a:pt x="7132" y="1"/>
                    </a:moveTo>
                    <a:cubicBezTo>
                      <a:pt x="6180" y="406"/>
                      <a:pt x="5299" y="810"/>
                      <a:pt x="4501" y="1191"/>
                    </a:cubicBezTo>
                    <a:cubicBezTo>
                      <a:pt x="3763" y="1537"/>
                      <a:pt x="3096" y="1870"/>
                      <a:pt x="2501" y="2156"/>
                    </a:cubicBezTo>
                    <a:cubicBezTo>
                      <a:pt x="1739" y="2549"/>
                      <a:pt x="1108" y="2870"/>
                      <a:pt x="679" y="3108"/>
                    </a:cubicBezTo>
                    <a:cubicBezTo>
                      <a:pt x="239" y="3335"/>
                      <a:pt x="0" y="3489"/>
                      <a:pt x="0" y="3489"/>
                    </a:cubicBezTo>
                    <a:cubicBezTo>
                      <a:pt x="1846" y="3335"/>
                      <a:pt x="3525" y="2751"/>
                      <a:pt x="4870" y="2072"/>
                    </a:cubicBezTo>
                    <a:cubicBezTo>
                      <a:pt x="5406" y="1811"/>
                      <a:pt x="5882" y="1525"/>
                      <a:pt x="6299" y="1251"/>
                    </a:cubicBezTo>
                    <a:cubicBezTo>
                      <a:pt x="7013" y="787"/>
                      <a:pt x="7561" y="334"/>
                      <a:pt x="79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41"/>
              <p:cNvSpPr/>
              <p:nvPr/>
            </p:nvSpPr>
            <p:spPr>
              <a:xfrm>
                <a:off x="3999900" y="1088650"/>
                <a:ext cx="183075" cy="90525"/>
              </a:xfrm>
              <a:custGeom>
                <a:rect b="b" l="l" r="r" t="t"/>
                <a:pathLst>
                  <a:path extrusionOk="0" h="3621" w="7323">
                    <a:moveTo>
                      <a:pt x="5858" y="1"/>
                    </a:moveTo>
                    <a:cubicBezTo>
                      <a:pt x="2262" y="1656"/>
                      <a:pt x="0" y="3620"/>
                      <a:pt x="0" y="3620"/>
                    </a:cubicBezTo>
                    <a:cubicBezTo>
                      <a:pt x="3191" y="2692"/>
                      <a:pt x="5799" y="1084"/>
                      <a:pt x="73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41"/>
              <p:cNvSpPr/>
              <p:nvPr/>
            </p:nvSpPr>
            <p:spPr>
              <a:xfrm>
                <a:off x="4209750" y="1088650"/>
                <a:ext cx="90200" cy="57475"/>
              </a:xfrm>
              <a:custGeom>
                <a:rect b="b" l="l" r="r" t="t"/>
                <a:pathLst>
                  <a:path extrusionOk="0" h="2299" w="3608">
                    <a:moveTo>
                      <a:pt x="2703" y="1"/>
                    </a:moveTo>
                    <a:cubicBezTo>
                      <a:pt x="834" y="834"/>
                      <a:pt x="0" y="2299"/>
                      <a:pt x="0" y="2299"/>
                    </a:cubicBezTo>
                    <a:cubicBezTo>
                      <a:pt x="1977" y="1953"/>
                      <a:pt x="3131" y="656"/>
                      <a:pt x="36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65" name="Google Shape;1265;p41"/>
          <p:cNvSpPr/>
          <p:nvPr/>
        </p:nvSpPr>
        <p:spPr>
          <a:xfrm flipH="1">
            <a:off x="8210585" y="4290625"/>
            <a:ext cx="1308300" cy="1812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1"/>
          <p:cNvSpPr txBox="1"/>
          <p:nvPr/>
        </p:nvSpPr>
        <p:spPr>
          <a:xfrm>
            <a:off x="629350" y="1578300"/>
            <a:ext cx="13083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Hasta los 90 no había mucha diferencia entre géneros.</a:t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Drama, el menos popular en general.</a:t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A partir de los 2000, boom de Acción, Comedia y Aventuras.</a:t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pic>
        <p:nvPicPr>
          <p:cNvPr id="1267" name="Google Shape;1267;p41" title="Captura de pantalla 2025-10-23 1647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300" y="870301"/>
            <a:ext cx="5858149" cy="376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42"/>
          <p:cNvSpPr txBox="1"/>
          <p:nvPr>
            <p:ph idx="6" type="title"/>
          </p:nvPr>
        </p:nvSpPr>
        <p:spPr>
          <a:xfrm>
            <a:off x="2579975" y="-83225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Géneros y año</a:t>
            </a:r>
            <a:endParaRPr/>
          </a:p>
        </p:txBody>
      </p:sp>
      <p:grpSp>
        <p:nvGrpSpPr>
          <p:cNvPr id="1273" name="Google Shape;1273;p42"/>
          <p:cNvGrpSpPr/>
          <p:nvPr/>
        </p:nvGrpSpPr>
        <p:grpSpPr>
          <a:xfrm flipH="1">
            <a:off x="8093262" y="185617"/>
            <a:ext cx="841704" cy="1673672"/>
            <a:chOff x="796200" y="1088350"/>
            <a:chExt cx="1841400" cy="3661500"/>
          </a:xfrm>
        </p:grpSpPr>
        <p:sp>
          <p:nvSpPr>
            <p:cNvPr id="1274" name="Google Shape;1274;p42"/>
            <p:cNvSpPr/>
            <p:nvPr/>
          </p:nvSpPr>
          <p:spPr>
            <a:xfrm>
              <a:off x="796200" y="1088350"/>
              <a:ext cx="1841400" cy="366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3025" lIns="43025" spcFirstLastPara="1" rIns="43025" wrap="square" tIns="4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75" name="Google Shape;1275;p42"/>
            <p:cNvGrpSpPr/>
            <p:nvPr/>
          </p:nvGrpSpPr>
          <p:grpSpPr>
            <a:xfrm>
              <a:off x="796200" y="1088350"/>
              <a:ext cx="1841325" cy="3661500"/>
              <a:chOff x="2921175" y="1088350"/>
              <a:chExt cx="1841325" cy="3661500"/>
            </a:xfrm>
          </p:grpSpPr>
          <p:sp>
            <p:nvSpPr>
              <p:cNvPr id="1276" name="Google Shape;1276;p42"/>
              <p:cNvSpPr/>
              <p:nvPr/>
            </p:nvSpPr>
            <p:spPr>
              <a:xfrm>
                <a:off x="4546675" y="1088650"/>
                <a:ext cx="215825" cy="441400"/>
              </a:xfrm>
              <a:custGeom>
                <a:rect b="b" l="l" r="r" t="t"/>
                <a:pathLst>
                  <a:path extrusionOk="0" h="17656" w="8633">
                    <a:moveTo>
                      <a:pt x="4013" y="1"/>
                    </a:moveTo>
                    <a:cubicBezTo>
                      <a:pt x="4359" y="2049"/>
                      <a:pt x="4752" y="4085"/>
                      <a:pt x="5264" y="6085"/>
                    </a:cubicBezTo>
                    <a:cubicBezTo>
                      <a:pt x="5930" y="8692"/>
                      <a:pt x="5514" y="10883"/>
                      <a:pt x="4204" y="13157"/>
                    </a:cubicBezTo>
                    <a:cubicBezTo>
                      <a:pt x="3120" y="15026"/>
                      <a:pt x="1811" y="16539"/>
                      <a:pt x="1" y="17586"/>
                    </a:cubicBezTo>
                    <a:lnTo>
                      <a:pt x="1" y="17598"/>
                    </a:lnTo>
                    <a:cubicBezTo>
                      <a:pt x="1" y="17598"/>
                      <a:pt x="424" y="17655"/>
                      <a:pt x="1102" y="17655"/>
                    </a:cubicBezTo>
                    <a:cubicBezTo>
                      <a:pt x="1699" y="17655"/>
                      <a:pt x="2494" y="17611"/>
                      <a:pt x="3370" y="17443"/>
                    </a:cubicBezTo>
                    <a:cubicBezTo>
                      <a:pt x="3644" y="17301"/>
                      <a:pt x="3906" y="17146"/>
                      <a:pt x="4180" y="17003"/>
                    </a:cubicBezTo>
                    <a:cubicBezTo>
                      <a:pt x="6061" y="15979"/>
                      <a:pt x="7573" y="14550"/>
                      <a:pt x="8633" y="12883"/>
                    </a:cubicBezTo>
                    <a:lnTo>
                      <a:pt x="8633" y="1287"/>
                    </a:lnTo>
                    <a:cubicBezTo>
                      <a:pt x="8323" y="870"/>
                      <a:pt x="8038" y="429"/>
                      <a:pt x="77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42"/>
              <p:cNvSpPr/>
              <p:nvPr/>
            </p:nvSpPr>
            <p:spPr>
              <a:xfrm>
                <a:off x="4162125" y="1088350"/>
                <a:ext cx="353625" cy="251250"/>
              </a:xfrm>
              <a:custGeom>
                <a:rect b="b" l="l" r="r" t="t"/>
                <a:pathLst>
                  <a:path extrusionOk="0" h="10050" w="14145">
                    <a:moveTo>
                      <a:pt x="8489" y="1"/>
                    </a:moveTo>
                    <a:cubicBezTo>
                      <a:pt x="8430" y="84"/>
                      <a:pt x="8370" y="168"/>
                      <a:pt x="8311" y="239"/>
                    </a:cubicBezTo>
                    <a:cubicBezTo>
                      <a:pt x="8001" y="727"/>
                      <a:pt x="7692" y="1191"/>
                      <a:pt x="7370" y="1644"/>
                    </a:cubicBezTo>
                    <a:cubicBezTo>
                      <a:pt x="6906" y="2323"/>
                      <a:pt x="6441" y="2954"/>
                      <a:pt x="5977" y="3561"/>
                    </a:cubicBezTo>
                    <a:cubicBezTo>
                      <a:pt x="5906" y="3656"/>
                      <a:pt x="5822" y="3751"/>
                      <a:pt x="5751" y="3847"/>
                    </a:cubicBezTo>
                    <a:cubicBezTo>
                      <a:pt x="5537" y="4120"/>
                      <a:pt x="5334" y="4382"/>
                      <a:pt x="5132" y="4632"/>
                    </a:cubicBezTo>
                    <a:cubicBezTo>
                      <a:pt x="4846" y="4978"/>
                      <a:pt x="4572" y="5311"/>
                      <a:pt x="4298" y="5633"/>
                    </a:cubicBezTo>
                    <a:cubicBezTo>
                      <a:pt x="4013" y="5966"/>
                      <a:pt x="3727" y="6287"/>
                      <a:pt x="3453" y="6585"/>
                    </a:cubicBezTo>
                    <a:cubicBezTo>
                      <a:pt x="3262" y="6787"/>
                      <a:pt x="3084" y="6990"/>
                      <a:pt x="2905" y="7180"/>
                    </a:cubicBezTo>
                    <a:cubicBezTo>
                      <a:pt x="2619" y="7490"/>
                      <a:pt x="2334" y="7788"/>
                      <a:pt x="2060" y="8061"/>
                    </a:cubicBezTo>
                    <a:cubicBezTo>
                      <a:pt x="1917" y="8216"/>
                      <a:pt x="1774" y="8359"/>
                      <a:pt x="1631" y="8502"/>
                    </a:cubicBezTo>
                    <a:cubicBezTo>
                      <a:pt x="1429" y="8704"/>
                      <a:pt x="1226" y="8895"/>
                      <a:pt x="1036" y="9085"/>
                    </a:cubicBezTo>
                    <a:cubicBezTo>
                      <a:pt x="917" y="9192"/>
                      <a:pt x="810" y="9300"/>
                      <a:pt x="703" y="9407"/>
                    </a:cubicBezTo>
                    <a:cubicBezTo>
                      <a:pt x="441" y="9645"/>
                      <a:pt x="214" y="9859"/>
                      <a:pt x="0" y="10050"/>
                    </a:cubicBezTo>
                    <a:cubicBezTo>
                      <a:pt x="6191" y="8121"/>
                      <a:pt x="10906" y="4775"/>
                      <a:pt x="14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42"/>
              <p:cNvSpPr/>
              <p:nvPr/>
            </p:nvSpPr>
            <p:spPr>
              <a:xfrm>
                <a:off x="4128175" y="1353575"/>
                <a:ext cx="82775" cy="15200"/>
              </a:xfrm>
              <a:custGeom>
                <a:rect b="b" l="l" r="r" t="t"/>
                <a:pathLst>
                  <a:path extrusionOk="0" h="608" w="3311">
                    <a:moveTo>
                      <a:pt x="727" y="0"/>
                    </a:moveTo>
                    <a:cubicBezTo>
                      <a:pt x="477" y="215"/>
                      <a:pt x="287" y="369"/>
                      <a:pt x="167" y="477"/>
                    </a:cubicBezTo>
                    <a:cubicBezTo>
                      <a:pt x="60" y="560"/>
                      <a:pt x="1" y="608"/>
                      <a:pt x="1" y="608"/>
                    </a:cubicBezTo>
                    <a:cubicBezTo>
                      <a:pt x="239" y="596"/>
                      <a:pt x="477" y="572"/>
                      <a:pt x="715" y="548"/>
                    </a:cubicBezTo>
                    <a:cubicBezTo>
                      <a:pt x="763" y="536"/>
                      <a:pt x="822" y="536"/>
                      <a:pt x="870" y="524"/>
                    </a:cubicBezTo>
                    <a:cubicBezTo>
                      <a:pt x="1108" y="500"/>
                      <a:pt x="1358" y="465"/>
                      <a:pt x="1596" y="417"/>
                    </a:cubicBezTo>
                    <a:cubicBezTo>
                      <a:pt x="1644" y="405"/>
                      <a:pt x="1680" y="405"/>
                      <a:pt x="1727" y="393"/>
                    </a:cubicBezTo>
                    <a:cubicBezTo>
                      <a:pt x="1953" y="346"/>
                      <a:pt x="2180" y="298"/>
                      <a:pt x="2406" y="250"/>
                    </a:cubicBezTo>
                    <a:cubicBezTo>
                      <a:pt x="2453" y="238"/>
                      <a:pt x="2501" y="227"/>
                      <a:pt x="2549" y="215"/>
                    </a:cubicBezTo>
                    <a:cubicBezTo>
                      <a:pt x="2799" y="155"/>
                      <a:pt x="3061" y="84"/>
                      <a:pt x="3311" y="12"/>
                    </a:cubicBezTo>
                    <a:lnTo>
                      <a:pt x="32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42"/>
              <p:cNvSpPr/>
              <p:nvPr/>
            </p:nvSpPr>
            <p:spPr>
              <a:xfrm>
                <a:off x="3853750" y="2124500"/>
                <a:ext cx="15200" cy="11925"/>
              </a:xfrm>
              <a:custGeom>
                <a:rect b="b" l="l" r="r" t="t"/>
                <a:pathLst>
                  <a:path extrusionOk="0" h="477" w="608">
                    <a:moveTo>
                      <a:pt x="0" y="477"/>
                    </a:moveTo>
                    <a:cubicBezTo>
                      <a:pt x="203" y="322"/>
                      <a:pt x="405" y="167"/>
                      <a:pt x="607" y="0"/>
                    </a:cubicBezTo>
                    <a:lnTo>
                      <a:pt x="607" y="0"/>
                    </a:lnTo>
                    <a:cubicBezTo>
                      <a:pt x="405" y="167"/>
                      <a:pt x="203" y="322"/>
                      <a:pt x="0" y="477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42"/>
              <p:cNvSpPr/>
              <p:nvPr/>
            </p:nvSpPr>
            <p:spPr>
              <a:xfrm>
                <a:off x="3637050" y="2164200"/>
                <a:ext cx="181450" cy="133550"/>
              </a:xfrm>
              <a:custGeom>
                <a:rect b="b" l="l" r="r" t="t"/>
                <a:pathLst>
                  <a:path extrusionOk="0" h="5342" w="7258">
                    <a:moveTo>
                      <a:pt x="7258" y="0"/>
                    </a:moveTo>
                    <a:cubicBezTo>
                      <a:pt x="4390" y="2213"/>
                      <a:pt x="1738" y="4116"/>
                      <a:pt x="0" y="5342"/>
                    </a:cubicBezTo>
                    <a:cubicBezTo>
                      <a:pt x="1750" y="4116"/>
                      <a:pt x="4390" y="2213"/>
                      <a:pt x="7258" y="0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42"/>
              <p:cNvSpPr/>
              <p:nvPr/>
            </p:nvSpPr>
            <p:spPr>
              <a:xfrm>
                <a:off x="3818625" y="2138775"/>
                <a:ext cx="32475" cy="25325"/>
              </a:xfrm>
              <a:custGeom>
                <a:rect b="b" l="l" r="r" t="t"/>
                <a:pathLst>
                  <a:path extrusionOk="0" h="1013" w="1299">
                    <a:moveTo>
                      <a:pt x="1298" y="1"/>
                    </a:moveTo>
                    <a:cubicBezTo>
                      <a:pt x="858" y="346"/>
                      <a:pt x="429" y="680"/>
                      <a:pt x="0" y="1013"/>
                    </a:cubicBezTo>
                    <a:cubicBezTo>
                      <a:pt x="429" y="680"/>
                      <a:pt x="858" y="346"/>
                      <a:pt x="1298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42"/>
              <p:cNvSpPr/>
              <p:nvPr/>
            </p:nvSpPr>
            <p:spPr>
              <a:xfrm>
                <a:off x="4346375" y="1094300"/>
                <a:ext cx="23525" cy="35150"/>
              </a:xfrm>
              <a:custGeom>
                <a:rect b="b" l="l" r="r" t="t"/>
                <a:pathLst>
                  <a:path extrusionOk="0" h="1406" w="941">
                    <a:moveTo>
                      <a:pt x="941" y="1"/>
                    </a:moveTo>
                    <a:cubicBezTo>
                      <a:pt x="631" y="489"/>
                      <a:pt x="322" y="953"/>
                      <a:pt x="0" y="1406"/>
                    </a:cubicBezTo>
                    <a:cubicBezTo>
                      <a:pt x="322" y="953"/>
                      <a:pt x="631" y="489"/>
                      <a:pt x="941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42"/>
              <p:cNvSpPr/>
              <p:nvPr/>
            </p:nvSpPr>
            <p:spPr>
              <a:xfrm>
                <a:off x="4128175" y="1365475"/>
                <a:ext cx="4200" cy="3300"/>
              </a:xfrm>
              <a:custGeom>
                <a:rect b="b" l="l" r="r" t="t"/>
                <a:pathLst>
                  <a:path extrusionOk="0" h="132" w="168">
                    <a:moveTo>
                      <a:pt x="1" y="132"/>
                    </a:moveTo>
                    <a:lnTo>
                      <a:pt x="1" y="132"/>
                    </a:lnTo>
                    <a:cubicBezTo>
                      <a:pt x="1" y="132"/>
                      <a:pt x="60" y="84"/>
                      <a:pt x="167" y="1"/>
                    </a:cubicBezTo>
                    <a:cubicBezTo>
                      <a:pt x="60" y="84"/>
                      <a:pt x="1" y="132"/>
                      <a:pt x="1" y="132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42"/>
              <p:cNvSpPr/>
              <p:nvPr/>
            </p:nvSpPr>
            <p:spPr>
              <a:xfrm>
                <a:off x="2921175" y="1088350"/>
                <a:ext cx="1115050" cy="1507400"/>
              </a:xfrm>
              <a:custGeom>
                <a:rect b="b" l="l" r="r" t="t"/>
                <a:pathLst>
                  <a:path extrusionOk="0" h="60296" w="44602">
                    <a:moveTo>
                      <a:pt x="17837" y="9288"/>
                    </a:moveTo>
                    <a:lnTo>
                      <a:pt x="17896" y="10455"/>
                    </a:lnTo>
                    <a:cubicBezTo>
                      <a:pt x="18075" y="11419"/>
                      <a:pt x="18253" y="12383"/>
                      <a:pt x="18432" y="13360"/>
                    </a:cubicBezTo>
                    <a:cubicBezTo>
                      <a:pt x="17682" y="13919"/>
                      <a:pt x="16920" y="14491"/>
                      <a:pt x="16170" y="15050"/>
                    </a:cubicBezTo>
                    <a:cubicBezTo>
                      <a:pt x="15925" y="15234"/>
                      <a:pt x="15598" y="15402"/>
                      <a:pt x="15322" y="15402"/>
                    </a:cubicBezTo>
                    <a:cubicBezTo>
                      <a:pt x="15168" y="15402"/>
                      <a:pt x="15030" y="15349"/>
                      <a:pt x="14931" y="15217"/>
                    </a:cubicBezTo>
                    <a:cubicBezTo>
                      <a:pt x="14753" y="14991"/>
                      <a:pt x="14836" y="14669"/>
                      <a:pt x="14931" y="14407"/>
                    </a:cubicBezTo>
                    <a:cubicBezTo>
                      <a:pt x="15598" y="12550"/>
                      <a:pt x="16574" y="10812"/>
                      <a:pt x="17837" y="9288"/>
                    </a:cubicBezTo>
                    <a:close/>
                    <a:moveTo>
                      <a:pt x="19658" y="9657"/>
                    </a:moveTo>
                    <a:cubicBezTo>
                      <a:pt x="20289" y="10705"/>
                      <a:pt x="20968" y="11717"/>
                      <a:pt x="21504" y="12800"/>
                    </a:cubicBezTo>
                    <a:cubicBezTo>
                      <a:pt x="21920" y="13633"/>
                      <a:pt x="21539" y="14395"/>
                      <a:pt x="20873" y="14931"/>
                    </a:cubicBezTo>
                    <a:cubicBezTo>
                      <a:pt x="20170" y="15503"/>
                      <a:pt x="19396" y="15979"/>
                      <a:pt x="18658" y="16491"/>
                    </a:cubicBezTo>
                    <a:lnTo>
                      <a:pt x="18432" y="16289"/>
                    </a:lnTo>
                    <a:cubicBezTo>
                      <a:pt x="19134" y="15372"/>
                      <a:pt x="19825" y="14455"/>
                      <a:pt x="20551" y="13503"/>
                    </a:cubicBezTo>
                    <a:cubicBezTo>
                      <a:pt x="20146" y="12217"/>
                      <a:pt x="19765" y="11014"/>
                      <a:pt x="19384" y="9812"/>
                    </a:cubicBezTo>
                    <a:cubicBezTo>
                      <a:pt x="19480" y="9752"/>
                      <a:pt x="19575" y="9704"/>
                      <a:pt x="19658" y="9657"/>
                    </a:cubicBezTo>
                    <a:close/>
                    <a:moveTo>
                      <a:pt x="1084" y="31267"/>
                    </a:moveTo>
                    <a:cubicBezTo>
                      <a:pt x="3239" y="31517"/>
                      <a:pt x="5394" y="31779"/>
                      <a:pt x="7621" y="32041"/>
                    </a:cubicBezTo>
                    <a:cubicBezTo>
                      <a:pt x="7377" y="32842"/>
                      <a:pt x="6935" y="33089"/>
                      <a:pt x="6445" y="33089"/>
                    </a:cubicBezTo>
                    <a:cubicBezTo>
                      <a:pt x="6266" y="33089"/>
                      <a:pt x="6080" y="33056"/>
                      <a:pt x="5895" y="33005"/>
                    </a:cubicBezTo>
                    <a:cubicBezTo>
                      <a:pt x="4251" y="32564"/>
                      <a:pt x="2632" y="32041"/>
                      <a:pt x="1013" y="31552"/>
                    </a:cubicBezTo>
                    <a:cubicBezTo>
                      <a:pt x="1037" y="31457"/>
                      <a:pt x="1061" y="31362"/>
                      <a:pt x="1084" y="31267"/>
                    </a:cubicBezTo>
                    <a:close/>
                    <a:moveTo>
                      <a:pt x="18479" y="32255"/>
                    </a:moveTo>
                    <a:lnTo>
                      <a:pt x="18479" y="32255"/>
                    </a:lnTo>
                    <a:cubicBezTo>
                      <a:pt x="17227" y="33077"/>
                      <a:pt x="15462" y="33540"/>
                      <a:pt x="14000" y="33540"/>
                    </a:cubicBezTo>
                    <a:cubicBezTo>
                      <a:pt x="13600" y="33540"/>
                      <a:pt x="13222" y="33505"/>
                      <a:pt x="12884" y="33434"/>
                    </a:cubicBezTo>
                    <a:cubicBezTo>
                      <a:pt x="13241" y="32398"/>
                      <a:pt x="13276" y="32386"/>
                      <a:pt x="18479" y="32255"/>
                    </a:cubicBezTo>
                    <a:close/>
                    <a:moveTo>
                      <a:pt x="13979" y="37148"/>
                    </a:moveTo>
                    <a:cubicBezTo>
                      <a:pt x="14022" y="39385"/>
                      <a:pt x="11916" y="41385"/>
                      <a:pt x="9712" y="41385"/>
                    </a:cubicBezTo>
                    <a:cubicBezTo>
                      <a:pt x="9499" y="41385"/>
                      <a:pt x="9286" y="41366"/>
                      <a:pt x="9074" y="41327"/>
                    </a:cubicBezTo>
                    <a:cubicBezTo>
                      <a:pt x="9052" y="39377"/>
                      <a:pt x="10917" y="37679"/>
                      <a:pt x="12824" y="37679"/>
                    </a:cubicBezTo>
                    <a:cubicBezTo>
                      <a:pt x="13070" y="37679"/>
                      <a:pt x="13318" y="37707"/>
                      <a:pt x="13562" y="37767"/>
                    </a:cubicBezTo>
                    <a:lnTo>
                      <a:pt x="13979" y="37148"/>
                    </a:lnTo>
                    <a:close/>
                    <a:moveTo>
                      <a:pt x="1" y="1"/>
                    </a:moveTo>
                    <a:lnTo>
                      <a:pt x="1" y="57925"/>
                    </a:lnTo>
                    <a:cubicBezTo>
                      <a:pt x="1846" y="58675"/>
                      <a:pt x="3728" y="59377"/>
                      <a:pt x="5645" y="59996"/>
                    </a:cubicBezTo>
                    <a:cubicBezTo>
                      <a:pt x="6091" y="60142"/>
                      <a:pt x="6593" y="60296"/>
                      <a:pt x="7054" y="60296"/>
                    </a:cubicBezTo>
                    <a:cubicBezTo>
                      <a:pt x="7158" y="60296"/>
                      <a:pt x="7260" y="60288"/>
                      <a:pt x="7359" y="60270"/>
                    </a:cubicBezTo>
                    <a:cubicBezTo>
                      <a:pt x="9335" y="59901"/>
                      <a:pt x="11240" y="59520"/>
                      <a:pt x="12979" y="58198"/>
                    </a:cubicBezTo>
                    <a:cubicBezTo>
                      <a:pt x="19372" y="53317"/>
                      <a:pt x="25814" y="48495"/>
                      <a:pt x="32267" y="43685"/>
                    </a:cubicBezTo>
                    <a:cubicBezTo>
                      <a:pt x="35089" y="40422"/>
                      <a:pt x="37613" y="36934"/>
                      <a:pt x="39518" y="33064"/>
                    </a:cubicBezTo>
                    <a:cubicBezTo>
                      <a:pt x="44221" y="23516"/>
                      <a:pt x="44602" y="11955"/>
                      <a:pt x="40625" y="2084"/>
                    </a:cubicBezTo>
                    <a:lnTo>
                      <a:pt x="40625" y="2084"/>
                    </a:lnTo>
                    <a:cubicBezTo>
                      <a:pt x="39280" y="2763"/>
                      <a:pt x="37601" y="3347"/>
                      <a:pt x="35755" y="3489"/>
                    </a:cubicBezTo>
                    <a:cubicBezTo>
                      <a:pt x="35755" y="3489"/>
                      <a:pt x="35994" y="3347"/>
                      <a:pt x="36434" y="3120"/>
                    </a:cubicBezTo>
                    <a:cubicBezTo>
                      <a:pt x="36863" y="2882"/>
                      <a:pt x="37494" y="2561"/>
                      <a:pt x="38256" y="2168"/>
                    </a:cubicBezTo>
                    <a:cubicBezTo>
                      <a:pt x="38851" y="1882"/>
                      <a:pt x="39518" y="1549"/>
                      <a:pt x="40256" y="1203"/>
                    </a:cubicBezTo>
                    <a:cubicBezTo>
                      <a:pt x="40077" y="799"/>
                      <a:pt x="39899" y="406"/>
                      <a:pt x="397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42"/>
              <p:cNvSpPr/>
              <p:nvPr/>
            </p:nvSpPr>
            <p:spPr>
              <a:xfrm>
                <a:off x="3147475" y="2017050"/>
                <a:ext cx="124275" cy="105925"/>
              </a:xfrm>
              <a:custGeom>
                <a:rect b="b" l="l" r="r" t="t"/>
                <a:pathLst>
                  <a:path extrusionOk="0" h="4237" w="4971">
                    <a:moveTo>
                      <a:pt x="4927" y="0"/>
                    </a:moveTo>
                    <a:lnTo>
                      <a:pt x="4510" y="619"/>
                    </a:lnTo>
                    <a:cubicBezTo>
                      <a:pt x="4265" y="559"/>
                      <a:pt x="4016" y="531"/>
                      <a:pt x="3768" y="531"/>
                    </a:cubicBezTo>
                    <a:cubicBezTo>
                      <a:pt x="1855" y="531"/>
                      <a:pt x="0" y="2229"/>
                      <a:pt x="22" y="4179"/>
                    </a:cubicBezTo>
                    <a:cubicBezTo>
                      <a:pt x="234" y="4218"/>
                      <a:pt x="447" y="4237"/>
                      <a:pt x="660" y="4237"/>
                    </a:cubicBezTo>
                    <a:cubicBezTo>
                      <a:pt x="2864" y="4237"/>
                      <a:pt x="4970" y="2237"/>
                      <a:pt x="49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42"/>
              <p:cNvSpPr/>
              <p:nvPr/>
            </p:nvSpPr>
            <p:spPr>
              <a:xfrm>
                <a:off x="3289975" y="1320525"/>
                <a:ext cx="92000" cy="152900"/>
              </a:xfrm>
              <a:custGeom>
                <a:rect b="b" l="l" r="r" t="t"/>
                <a:pathLst>
                  <a:path extrusionOk="0" h="6116" w="3680">
                    <a:moveTo>
                      <a:pt x="3085" y="1"/>
                    </a:moveTo>
                    <a:cubicBezTo>
                      <a:pt x="1822" y="1513"/>
                      <a:pt x="834" y="3263"/>
                      <a:pt x="179" y="5120"/>
                    </a:cubicBezTo>
                    <a:cubicBezTo>
                      <a:pt x="84" y="5382"/>
                      <a:pt x="1" y="5704"/>
                      <a:pt x="179" y="5930"/>
                    </a:cubicBezTo>
                    <a:cubicBezTo>
                      <a:pt x="278" y="6062"/>
                      <a:pt x="416" y="6115"/>
                      <a:pt x="570" y="6115"/>
                    </a:cubicBezTo>
                    <a:cubicBezTo>
                      <a:pt x="846" y="6115"/>
                      <a:pt x="1173" y="5947"/>
                      <a:pt x="1418" y="5763"/>
                    </a:cubicBezTo>
                    <a:cubicBezTo>
                      <a:pt x="2168" y="5204"/>
                      <a:pt x="2930" y="4632"/>
                      <a:pt x="3680" y="4073"/>
                    </a:cubicBezTo>
                    <a:cubicBezTo>
                      <a:pt x="3501" y="3096"/>
                      <a:pt x="3323" y="2132"/>
                      <a:pt x="3144" y="1168"/>
                    </a:cubicBezTo>
                    <a:lnTo>
                      <a:pt x="30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42"/>
              <p:cNvSpPr/>
              <p:nvPr/>
            </p:nvSpPr>
            <p:spPr>
              <a:xfrm>
                <a:off x="3637350" y="2124500"/>
                <a:ext cx="231600" cy="173250"/>
              </a:xfrm>
              <a:custGeom>
                <a:rect b="b" l="l" r="r" t="t"/>
                <a:pathLst>
                  <a:path extrusionOk="0" h="6930" w="9264">
                    <a:moveTo>
                      <a:pt x="9263" y="0"/>
                    </a:moveTo>
                    <a:lnTo>
                      <a:pt x="9263" y="0"/>
                    </a:lnTo>
                    <a:cubicBezTo>
                      <a:pt x="6168" y="2310"/>
                      <a:pt x="3072" y="4608"/>
                      <a:pt x="0" y="6930"/>
                    </a:cubicBezTo>
                    <a:cubicBezTo>
                      <a:pt x="1727" y="5704"/>
                      <a:pt x="4382" y="3799"/>
                      <a:pt x="7251" y="1584"/>
                    </a:cubicBezTo>
                    <a:cubicBezTo>
                      <a:pt x="7680" y="1251"/>
                      <a:pt x="8109" y="917"/>
                      <a:pt x="8549" y="572"/>
                    </a:cubicBezTo>
                    <a:cubicBezTo>
                      <a:pt x="8585" y="536"/>
                      <a:pt x="8621" y="512"/>
                      <a:pt x="8656" y="477"/>
                    </a:cubicBezTo>
                    <a:cubicBezTo>
                      <a:pt x="8859" y="322"/>
                      <a:pt x="9061" y="167"/>
                      <a:pt x="92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42"/>
              <p:cNvSpPr/>
              <p:nvPr/>
            </p:nvSpPr>
            <p:spPr>
              <a:xfrm>
                <a:off x="3914175" y="1088650"/>
                <a:ext cx="78900" cy="29800"/>
              </a:xfrm>
              <a:custGeom>
                <a:rect b="b" l="l" r="r" t="t"/>
                <a:pathLst>
                  <a:path extrusionOk="0" h="1192" w="3156">
                    <a:moveTo>
                      <a:pt x="0" y="1"/>
                    </a:moveTo>
                    <a:cubicBezTo>
                      <a:pt x="179" y="394"/>
                      <a:pt x="357" y="787"/>
                      <a:pt x="536" y="1191"/>
                    </a:cubicBezTo>
                    <a:cubicBezTo>
                      <a:pt x="1334" y="810"/>
                      <a:pt x="2215" y="406"/>
                      <a:pt x="31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42"/>
              <p:cNvSpPr/>
              <p:nvPr/>
            </p:nvSpPr>
            <p:spPr>
              <a:xfrm>
                <a:off x="3727825" y="1088650"/>
                <a:ext cx="642075" cy="1091825"/>
              </a:xfrm>
              <a:custGeom>
                <a:rect b="b" l="l" r="r" t="t"/>
                <a:pathLst>
                  <a:path extrusionOk="0" h="43673" w="25683">
                    <a:moveTo>
                      <a:pt x="11431" y="1"/>
                    </a:moveTo>
                    <a:cubicBezTo>
                      <a:pt x="11050" y="334"/>
                      <a:pt x="10502" y="787"/>
                      <a:pt x="9788" y="1251"/>
                    </a:cubicBezTo>
                    <a:cubicBezTo>
                      <a:pt x="9371" y="1525"/>
                      <a:pt x="8895" y="1811"/>
                      <a:pt x="8359" y="2072"/>
                    </a:cubicBezTo>
                    <a:cubicBezTo>
                      <a:pt x="12336" y="11943"/>
                      <a:pt x="11955" y="23504"/>
                      <a:pt x="7252" y="33052"/>
                    </a:cubicBezTo>
                    <a:cubicBezTo>
                      <a:pt x="5347" y="36922"/>
                      <a:pt x="2823" y="40410"/>
                      <a:pt x="1" y="43673"/>
                    </a:cubicBezTo>
                    <a:cubicBezTo>
                      <a:pt x="2561" y="41756"/>
                      <a:pt x="5121" y="39851"/>
                      <a:pt x="7680" y="37934"/>
                    </a:cubicBezTo>
                    <a:cubicBezTo>
                      <a:pt x="9871" y="36303"/>
                      <a:pt x="12252" y="34946"/>
                      <a:pt x="14050" y="32779"/>
                    </a:cubicBezTo>
                    <a:cubicBezTo>
                      <a:pt x="16420" y="29945"/>
                      <a:pt x="17884" y="26706"/>
                      <a:pt x="18920" y="23218"/>
                    </a:cubicBezTo>
                    <a:cubicBezTo>
                      <a:pt x="19622" y="20849"/>
                      <a:pt x="20337" y="18479"/>
                      <a:pt x="21027" y="16110"/>
                    </a:cubicBezTo>
                    <a:cubicBezTo>
                      <a:pt x="21146" y="15717"/>
                      <a:pt x="21206" y="15300"/>
                      <a:pt x="21337" y="14681"/>
                    </a:cubicBezTo>
                    <a:lnTo>
                      <a:pt x="21337" y="14681"/>
                    </a:lnTo>
                    <a:cubicBezTo>
                      <a:pt x="20170" y="15122"/>
                      <a:pt x="19194" y="15479"/>
                      <a:pt x="18217" y="15848"/>
                    </a:cubicBezTo>
                    <a:cubicBezTo>
                      <a:pt x="18158" y="15753"/>
                      <a:pt x="18086" y="15669"/>
                      <a:pt x="18027" y="15586"/>
                    </a:cubicBezTo>
                    <a:cubicBezTo>
                      <a:pt x="19146" y="14776"/>
                      <a:pt x="20265" y="13979"/>
                      <a:pt x="21396" y="13181"/>
                    </a:cubicBezTo>
                    <a:cubicBezTo>
                      <a:pt x="21373" y="13121"/>
                      <a:pt x="21361" y="13062"/>
                      <a:pt x="21337" y="13002"/>
                    </a:cubicBezTo>
                    <a:cubicBezTo>
                      <a:pt x="19563" y="13336"/>
                      <a:pt x="17789" y="13669"/>
                      <a:pt x="16110" y="13991"/>
                    </a:cubicBezTo>
                    <a:cubicBezTo>
                      <a:pt x="16146" y="13955"/>
                      <a:pt x="16301" y="13764"/>
                      <a:pt x="16562" y="13467"/>
                    </a:cubicBezTo>
                    <a:cubicBezTo>
                      <a:pt x="16217" y="13360"/>
                      <a:pt x="15943" y="13276"/>
                      <a:pt x="15562" y="13169"/>
                    </a:cubicBezTo>
                    <a:cubicBezTo>
                      <a:pt x="16443" y="12788"/>
                      <a:pt x="17265" y="12443"/>
                      <a:pt x="18075" y="12109"/>
                    </a:cubicBezTo>
                    <a:cubicBezTo>
                      <a:pt x="18063" y="12014"/>
                      <a:pt x="18051" y="11931"/>
                      <a:pt x="18039" y="11836"/>
                    </a:cubicBezTo>
                    <a:cubicBezTo>
                      <a:pt x="17575" y="11883"/>
                      <a:pt x="17098" y="11931"/>
                      <a:pt x="16634" y="11978"/>
                    </a:cubicBezTo>
                    <a:cubicBezTo>
                      <a:pt x="16610" y="11943"/>
                      <a:pt x="16598" y="11895"/>
                      <a:pt x="16574" y="11847"/>
                    </a:cubicBezTo>
                    <a:cubicBezTo>
                      <a:pt x="17503" y="11490"/>
                      <a:pt x="18432" y="11133"/>
                      <a:pt x="19372" y="10788"/>
                    </a:cubicBezTo>
                    <a:cubicBezTo>
                      <a:pt x="19349" y="10728"/>
                      <a:pt x="19337" y="10669"/>
                      <a:pt x="19325" y="10621"/>
                    </a:cubicBezTo>
                    <a:cubicBezTo>
                      <a:pt x="19063" y="10693"/>
                      <a:pt x="18813" y="10752"/>
                      <a:pt x="18563" y="10812"/>
                    </a:cubicBezTo>
                    <a:cubicBezTo>
                      <a:pt x="18515" y="10824"/>
                      <a:pt x="18467" y="10835"/>
                      <a:pt x="18420" y="10847"/>
                    </a:cubicBezTo>
                    <a:cubicBezTo>
                      <a:pt x="18194" y="10907"/>
                      <a:pt x="17967" y="10954"/>
                      <a:pt x="17741" y="10990"/>
                    </a:cubicBezTo>
                    <a:cubicBezTo>
                      <a:pt x="17694" y="11002"/>
                      <a:pt x="17658" y="11014"/>
                      <a:pt x="17610" y="11014"/>
                    </a:cubicBezTo>
                    <a:cubicBezTo>
                      <a:pt x="17360" y="11062"/>
                      <a:pt x="17122" y="11097"/>
                      <a:pt x="16884" y="11133"/>
                    </a:cubicBezTo>
                    <a:lnTo>
                      <a:pt x="16729" y="11145"/>
                    </a:lnTo>
                    <a:cubicBezTo>
                      <a:pt x="16479" y="11169"/>
                      <a:pt x="16241" y="11193"/>
                      <a:pt x="16015" y="11205"/>
                    </a:cubicBezTo>
                    <a:cubicBezTo>
                      <a:pt x="16015" y="11205"/>
                      <a:pt x="16074" y="11157"/>
                      <a:pt x="16181" y="11074"/>
                    </a:cubicBezTo>
                    <a:cubicBezTo>
                      <a:pt x="16301" y="10966"/>
                      <a:pt x="16479" y="10824"/>
                      <a:pt x="16729" y="10597"/>
                    </a:cubicBezTo>
                    <a:lnTo>
                      <a:pt x="15396" y="10597"/>
                    </a:lnTo>
                    <a:cubicBezTo>
                      <a:pt x="16074" y="10431"/>
                      <a:pt x="16729" y="10240"/>
                      <a:pt x="17360" y="10050"/>
                    </a:cubicBezTo>
                    <a:cubicBezTo>
                      <a:pt x="17575" y="9847"/>
                      <a:pt x="17813" y="9633"/>
                      <a:pt x="18063" y="9395"/>
                    </a:cubicBezTo>
                    <a:cubicBezTo>
                      <a:pt x="18182" y="9288"/>
                      <a:pt x="18289" y="9180"/>
                      <a:pt x="18408" y="9073"/>
                    </a:cubicBezTo>
                    <a:cubicBezTo>
                      <a:pt x="18598" y="8883"/>
                      <a:pt x="18801" y="8692"/>
                      <a:pt x="19003" y="8490"/>
                    </a:cubicBezTo>
                    <a:cubicBezTo>
                      <a:pt x="19146" y="8347"/>
                      <a:pt x="19289" y="8204"/>
                      <a:pt x="19432" y="8049"/>
                    </a:cubicBezTo>
                    <a:cubicBezTo>
                      <a:pt x="19706" y="7776"/>
                      <a:pt x="19991" y="7478"/>
                      <a:pt x="20277" y="7168"/>
                    </a:cubicBezTo>
                    <a:cubicBezTo>
                      <a:pt x="20456" y="6978"/>
                      <a:pt x="20634" y="6787"/>
                      <a:pt x="20825" y="6573"/>
                    </a:cubicBezTo>
                    <a:cubicBezTo>
                      <a:pt x="21099" y="6275"/>
                      <a:pt x="21373" y="5954"/>
                      <a:pt x="21658" y="5621"/>
                    </a:cubicBezTo>
                    <a:cubicBezTo>
                      <a:pt x="21932" y="5299"/>
                      <a:pt x="22218" y="4966"/>
                      <a:pt x="22492" y="4620"/>
                    </a:cubicBezTo>
                    <a:cubicBezTo>
                      <a:pt x="22706" y="4370"/>
                      <a:pt x="22909" y="4108"/>
                      <a:pt x="23123" y="3846"/>
                    </a:cubicBezTo>
                    <a:cubicBezTo>
                      <a:pt x="23194" y="3739"/>
                      <a:pt x="23266" y="3644"/>
                      <a:pt x="23349" y="3549"/>
                    </a:cubicBezTo>
                    <a:cubicBezTo>
                      <a:pt x="23813" y="2942"/>
                      <a:pt x="24278" y="2311"/>
                      <a:pt x="24742" y="1644"/>
                    </a:cubicBezTo>
                    <a:cubicBezTo>
                      <a:pt x="25052" y="1179"/>
                      <a:pt x="25373" y="715"/>
                      <a:pt x="25683" y="227"/>
                    </a:cubicBezTo>
                    <a:lnTo>
                      <a:pt x="25683" y="227"/>
                    </a:lnTo>
                    <a:cubicBezTo>
                      <a:pt x="23230" y="3168"/>
                      <a:pt x="20301" y="5644"/>
                      <a:pt x="16884" y="7704"/>
                    </a:cubicBezTo>
                    <a:cubicBezTo>
                      <a:pt x="19301" y="5097"/>
                      <a:pt x="21694" y="2573"/>
                      <a:pt x="24028" y="1"/>
                    </a:cubicBezTo>
                    <a:lnTo>
                      <a:pt x="22885" y="1"/>
                    </a:lnTo>
                    <a:cubicBezTo>
                      <a:pt x="22408" y="656"/>
                      <a:pt x="21254" y="1953"/>
                      <a:pt x="19277" y="2299"/>
                    </a:cubicBezTo>
                    <a:cubicBezTo>
                      <a:pt x="19277" y="2299"/>
                      <a:pt x="20111" y="834"/>
                      <a:pt x="21980" y="1"/>
                    </a:cubicBezTo>
                    <a:lnTo>
                      <a:pt x="18206" y="1"/>
                    </a:lnTo>
                    <a:cubicBezTo>
                      <a:pt x="16682" y="1084"/>
                      <a:pt x="14074" y="2692"/>
                      <a:pt x="10883" y="3620"/>
                    </a:cubicBezTo>
                    <a:cubicBezTo>
                      <a:pt x="10883" y="3620"/>
                      <a:pt x="13145" y="1656"/>
                      <a:pt x="167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42"/>
              <p:cNvSpPr/>
              <p:nvPr/>
            </p:nvSpPr>
            <p:spPr>
              <a:xfrm>
                <a:off x="2952150" y="4463475"/>
                <a:ext cx="17275" cy="32475"/>
              </a:xfrm>
              <a:custGeom>
                <a:rect b="b" l="l" r="r" t="t"/>
                <a:pathLst>
                  <a:path extrusionOk="0" h="1299" w="691">
                    <a:moveTo>
                      <a:pt x="393" y="1"/>
                    </a:moveTo>
                    <a:cubicBezTo>
                      <a:pt x="262" y="465"/>
                      <a:pt x="119" y="894"/>
                      <a:pt x="0" y="1298"/>
                    </a:cubicBezTo>
                    <a:cubicBezTo>
                      <a:pt x="24" y="1286"/>
                      <a:pt x="60" y="1275"/>
                      <a:pt x="95" y="1263"/>
                    </a:cubicBezTo>
                    <a:cubicBezTo>
                      <a:pt x="286" y="1191"/>
                      <a:pt x="488" y="1108"/>
                      <a:pt x="691" y="1036"/>
                    </a:cubicBezTo>
                    <a:cubicBezTo>
                      <a:pt x="584" y="632"/>
                      <a:pt x="488" y="310"/>
                      <a:pt x="3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42"/>
              <p:cNvSpPr/>
              <p:nvPr/>
            </p:nvSpPr>
            <p:spPr>
              <a:xfrm>
                <a:off x="2921175" y="2755525"/>
                <a:ext cx="183700" cy="120875"/>
              </a:xfrm>
              <a:custGeom>
                <a:rect b="b" l="l" r="r" t="t"/>
                <a:pathLst>
                  <a:path extrusionOk="0" h="4835" w="7348">
                    <a:moveTo>
                      <a:pt x="7347" y="1"/>
                    </a:moveTo>
                    <a:lnTo>
                      <a:pt x="7347" y="1"/>
                    </a:lnTo>
                    <a:cubicBezTo>
                      <a:pt x="4775" y="120"/>
                      <a:pt x="2930" y="1525"/>
                      <a:pt x="727" y="2846"/>
                    </a:cubicBezTo>
                    <a:cubicBezTo>
                      <a:pt x="942" y="2441"/>
                      <a:pt x="1073" y="2191"/>
                      <a:pt x="1180" y="1965"/>
                    </a:cubicBezTo>
                    <a:lnTo>
                      <a:pt x="1180" y="1965"/>
                    </a:lnTo>
                    <a:cubicBezTo>
                      <a:pt x="787" y="2215"/>
                      <a:pt x="394" y="2465"/>
                      <a:pt x="1" y="2715"/>
                    </a:cubicBezTo>
                    <a:lnTo>
                      <a:pt x="1" y="4835"/>
                    </a:lnTo>
                    <a:cubicBezTo>
                      <a:pt x="215" y="4680"/>
                      <a:pt x="430" y="4537"/>
                      <a:pt x="656" y="4394"/>
                    </a:cubicBezTo>
                    <a:cubicBezTo>
                      <a:pt x="2620" y="3049"/>
                      <a:pt x="4883" y="1560"/>
                      <a:pt x="73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42"/>
              <p:cNvSpPr/>
              <p:nvPr/>
            </p:nvSpPr>
            <p:spPr>
              <a:xfrm>
                <a:off x="2921175" y="2812675"/>
                <a:ext cx="978125" cy="1711550"/>
              </a:xfrm>
              <a:custGeom>
                <a:rect b="b" l="l" r="r" t="t"/>
                <a:pathLst>
                  <a:path extrusionOk="0" h="68462" w="39125">
                    <a:moveTo>
                      <a:pt x="10228" y="1"/>
                    </a:moveTo>
                    <a:lnTo>
                      <a:pt x="10228" y="1"/>
                    </a:lnTo>
                    <a:cubicBezTo>
                      <a:pt x="7680" y="1084"/>
                      <a:pt x="5144" y="2156"/>
                      <a:pt x="2597" y="3239"/>
                    </a:cubicBezTo>
                    <a:cubicBezTo>
                      <a:pt x="1751" y="3703"/>
                      <a:pt x="882" y="4180"/>
                      <a:pt x="1" y="4656"/>
                    </a:cubicBezTo>
                    <a:lnTo>
                      <a:pt x="1" y="36862"/>
                    </a:lnTo>
                    <a:cubicBezTo>
                      <a:pt x="1954" y="38196"/>
                      <a:pt x="3882" y="39553"/>
                      <a:pt x="5799" y="40922"/>
                    </a:cubicBezTo>
                    <a:cubicBezTo>
                      <a:pt x="7442" y="42101"/>
                      <a:pt x="7585" y="43030"/>
                      <a:pt x="7311" y="44959"/>
                    </a:cubicBezTo>
                    <a:cubicBezTo>
                      <a:pt x="6252" y="52448"/>
                      <a:pt x="3192" y="59436"/>
                      <a:pt x="1989" y="67045"/>
                    </a:cubicBezTo>
                    <a:cubicBezTo>
                      <a:pt x="3751" y="66366"/>
                      <a:pt x="5966" y="65604"/>
                      <a:pt x="8442" y="65009"/>
                    </a:cubicBezTo>
                    <a:lnTo>
                      <a:pt x="8442" y="65009"/>
                    </a:lnTo>
                    <a:cubicBezTo>
                      <a:pt x="8442" y="65009"/>
                      <a:pt x="8192" y="65199"/>
                      <a:pt x="7716" y="65497"/>
                    </a:cubicBezTo>
                    <a:cubicBezTo>
                      <a:pt x="7252" y="65794"/>
                      <a:pt x="6549" y="66199"/>
                      <a:pt x="5656" y="66628"/>
                    </a:cubicBezTo>
                    <a:cubicBezTo>
                      <a:pt x="4692" y="67092"/>
                      <a:pt x="3478" y="67557"/>
                      <a:pt x="2108" y="67926"/>
                    </a:cubicBezTo>
                    <a:cubicBezTo>
                      <a:pt x="2978" y="68104"/>
                      <a:pt x="3882" y="68283"/>
                      <a:pt x="4787" y="68461"/>
                    </a:cubicBezTo>
                    <a:cubicBezTo>
                      <a:pt x="14384" y="64473"/>
                      <a:pt x="34577" y="56305"/>
                      <a:pt x="34577" y="56305"/>
                    </a:cubicBezTo>
                    <a:lnTo>
                      <a:pt x="39125" y="52388"/>
                    </a:lnTo>
                    <a:cubicBezTo>
                      <a:pt x="38780" y="52186"/>
                      <a:pt x="38434" y="51959"/>
                      <a:pt x="38113" y="51745"/>
                    </a:cubicBezTo>
                    <a:cubicBezTo>
                      <a:pt x="31088" y="46971"/>
                      <a:pt x="24206" y="41982"/>
                      <a:pt x="17491" y="36791"/>
                    </a:cubicBezTo>
                    <a:cubicBezTo>
                      <a:pt x="15515" y="35279"/>
                      <a:pt x="13503" y="33660"/>
                      <a:pt x="12407" y="31433"/>
                    </a:cubicBezTo>
                    <a:cubicBezTo>
                      <a:pt x="11348" y="29290"/>
                      <a:pt x="11264" y="26813"/>
                      <a:pt x="11229" y="24420"/>
                    </a:cubicBezTo>
                    <a:cubicBezTo>
                      <a:pt x="11121" y="16324"/>
                      <a:pt x="11312" y="8216"/>
                      <a:pt x="11812" y="132"/>
                    </a:cubicBezTo>
                    <a:lnTo>
                      <a:pt x="11812" y="132"/>
                    </a:lnTo>
                    <a:cubicBezTo>
                      <a:pt x="9145" y="1787"/>
                      <a:pt x="5716" y="3846"/>
                      <a:pt x="1882" y="5966"/>
                    </a:cubicBezTo>
                    <a:cubicBezTo>
                      <a:pt x="1882" y="5966"/>
                      <a:pt x="2287" y="5597"/>
                      <a:pt x="3025" y="4989"/>
                    </a:cubicBezTo>
                    <a:cubicBezTo>
                      <a:pt x="3751" y="4382"/>
                      <a:pt x="4835" y="3525"/>
                      <a:pt x="6192" y="2572"/>
                    </a:cubicBezTo>
                    <a:cubicBezTo>
                      <a:pt x="7347" y="1763"/>
                      <a:pt x="8704" y="882"/>
                      <a:pt x="10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42"/>
              <p:cNvSpPr/>
              <p:nvPr/>
            </p:nvSpPr>
            <p:spPr>
              <a:xfrm>
                <a:off x="2921175" y="2856125"/>
                <a:ext cx="69675" cy="51225"/>
              </a:xfrm>
              <a:custGeom>
                <a:rect b="b" l="l" r="r" t="t"/>
                <a:pathLst>
                  <a:path extrusionOk="0" h="2049" w="2787">
                    <a:moveTo>
                      <a:pt x="2787" y="1"/>
                    </a:moveTo>
                    <a:cubicBezTo>
                      <a:pt x="1882" y="561"/>
                      <a:pt x="953" y="1144"/>
                      <a:pt x="1" y="1727"/>
                    </a:cubicBezTo>
                    <a:lnTo>
                      <a:pt x="1" y="2049"/>
                    </a:lnTo>
                    <a:cubicBezTo>
                      <a:pt x="930" y="1370"/>
                      <a:pt x="1858" y="680"/>
                      <a:pt x="2787" y="1"/>
                    </a:cubicBezTo>
                    <a:close/>
                  </a:path>
                </a:pathLst>
              </a:custGeom>
              <a:solidFill>
                <a:srgbClr val="FF2D00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42"/>
              <p:cNvSpPr/>
              <p:nvPr/>
            </p:nvSpPr>
            <p:spPr>
              <a:xfrm>
                <a:off x="2921175" y="2445975"/>
                <a:ext cx="1112075" cy="1676400"/>
              </a:xfrm>
              <a:custGeom>
                <a:rect b="b" l="l" r="r" t="t"/>
                <a:pathLst>
                  <a:path extrusionOk="0" h="67056" w="44483">
                    <a:moveTo>
                      <a:pt x="18789" y="23574"/>
                    </a:moveTo>
                    <a:lnTo>
                      <a:pt x="18789" y="23574"/>
                    </a:lnTo>
                    <a:cubicBezTo>
                      <a:pt x="18325" y="31706"/>
                      <a:pt x="17860" y="39838"/>
                      <a:pt x="17384" y="48161"/>
                    </a:cubicBezTo>
                    <a:cubicBezTo>
                      <a:pt x="16824" y="39803"/>
                      <a:pt x="17729" y="31683"/>
                      <a:pt x="18789" y="23574"/>
                    </a:cubicBezTo>
                    <a:close/>
                    <a:moveTo>
                      <a:pt x="26064" y="0"/>
                    </a:moveTo>
                    <a:cubicBezTo>
                      <a:pt x="24016" y="1286"/>
                      <a:pt x="22289" y="2381"/>
                      <a:pt x="20551" y="3477"/>
                    </a:cubicBezTo>
                    <a:cubicBezTo>
                      <a:pt x="20611" y="3596"/>
                      <a:pt x="20658" y="3715"/>
                      <a:pt x="20718" y="3822"/>
                    </a:cubicBezTo>
                    <a:cubicBezTo>
                      <a:pt x="21849" y="3286"/>
                      <a:pt x="22980" y="2739"/>
                      <a:pt x="24111" y="2191"/>
                    </a:cubicBezTo>
                    <a:cubicBezTo>
                      <a:pt x="24147" y="2250"/>
                      <a:pt x="24183" y="2322"/>
                      <a:pt x="24206" y="2381"/>
                    </a:cubicBezTo>
                    <a:lnTo>
                      <a:pt x="20789" y="4584"/>
                    </a:lnTo>
                    <a:cubicBezTo>
                      <a:pt x="20908" y="4525"/>
                      <a:pt x="21027" y="4465"/>
                      <a:pt x="21135" y="4405"/>
                    </a:cubicBezTo>
                    <a:lnTo>
                      <a:pt x="21135" y="4405"/>
                    </a:lnTo>
                    <a:cubicBezTo>
                      <a:pt x="21134" y="4406"/>
                      <a:pt x="17919" y="6644"/>
                      <a:pt x="12693" y="10061"/>
                    </a:cubicBezTo>
                    <a:cubicBezTo>
                      <a:pt x="9907" y="11894"/>
                      <a:pt x="6537" y="14061"/>
                      <a:pt x="2787" y="16395"/>
                    </a:cubicBezTo>
                    <a:cubicBezTo>
                      <a:pt x="1858" y="17086"/>
                      <a:pt x="930" y="17776"/>
                      <a:pt x="1" y="18455"/>
                    </a:cubicBezTo>
                    <a:lnTo>
                      <a:pt x="1" y="18895"/>
                    </a:lnTo>
                    <a:cubicBezTo>
                      <a:pt x="1144" y="18110"/>
                      <a:pt x="2656" y="17086"/>
                      <a:pt x="4478" y="15919"/>
                    </a:cubicBezTo>
                    <a:cubicBezTo>
                      <a:pt x="6407" y="14681"/>
                      <a:pt x="8693" y="13276"/>
                      <a:pt x="11229" y="11835"/>
                    </a:cubicBezTo>
                    <a:cubicBezTo>
                      <a:pt x="14384" y="9430"/>
                      <a:pt x="17848" y="7489"/>
                      <a:pt x="21218" y="5406"/>
                    </a:cubicBezTo>
                    <a:cubicBezTo>
                      <a:pt x="21301" y="5525"/>
                      <a:pt x="21385" y="5644"/>
                      <a:pt x="21468" y="5775"/>
                    </a:cubicBezTo>
                    <a:cubicBezTo>
                      <a:pt x="20063" y="6703"/>
                      <a:pt x="18658" y="7644"/>
                      <a:pt x="17253" y="8585"/>
                    </a:cubicBezTo>
                    <a:cubicBezTo>
                      <a:pt x="18515" y="7942"/>
                      <a:pt x="19801" y="7311"/>
                      <a:pt x="21123" y="6691"/>
                    </a:cubicBezTo>
                    <a:lnTo>
                      <a:pt x="21123" y="6691"/>
                    </a:lnTo>
                    <a:cubicBezTo>
                      <a:pt x="21122" y="6692"/>
                      <a:pt x="18539" y="8442"/>
                      <a:pt x="14312" y="11049"/>
                    </a:cubicBezTo>
                    <a:cubicBezTo>
                      <a:pt x="11181" y="12978"/>
                      <a:pt x="7145" y="15383"/>
                      <a:pt x="2597" y="17907"/>
                    </a:cubicBezTo>
                    <a:cubicBezTo>
                      <a:pt x="5144" y="16824"/>
                      <a:pt x="7680" y="15752"/>
                      <a:pt x="10217" y="14669"/>
                    </a:cubicBezTo>
                    <a:cubicBezTo>
                      <a:pt x="12300" y="13466"/>
                      <a:pt x="14693" y="12287"/>
                      <a:pt x="17265" y="11311"/>
                    </a:cubicBezTo>
                    <a:lnTo>
                      <a:pt x="17265" y="11311"/>
                    </a:lnTo>
                    <a:cubicBezTo>
                      <a:pt x="17265" y="11311"/>
                      <a:pt x="16836" y="11609"/>
                      <a:pt x="16062" y="12109"/>
                    </a:cubicBezTo>
                    <a:cubicBezTo>
                      <a:pt x="15289" y="12621"/>
                      <a:pt x="14169" y="13335"/>
                      <a:pt x="12788" y="14204"/>
                    </a:cubicBezTo>
                    <a:cubicBezTo>
                      <a:pt x="12467" y="14395"/>
                      <a:pt x="12145" y="14597"/>
                      <a:pt x="11812" y="14800"/>
                    </a:cubicBezTo>
                    <a:cubicBezTo>
                      <a:pt x="11312" y="22884"/>
                      <a:pt x="11109" y="30992"/>
                      <a:pt x="11229" y="39088"/>
                    </a:cubicBezTo>
                    <a:cubicBezTo>
                      <a:pt x="11264" y="41481"/>
                      <a:pt x="11348" y="43958"/>
                      <a:pt x="12407" y="46101"/>
                    </a:cubicBezTo>
                    <a:cubicBezTo>
                      <a:pt x="13503" y="48328"/>
                      <a:pt x="15515" y="49947"/>
                      <a:pt x="17479" y="51459"/>
                    </a:cubicBezTo>
                    <a:cubicBezTo>
                      <a:pt x="24206" y="56650"/>
                      <a:pt x="31088" y="61627"/>
                      <a:pt x="38113" y="66413"/>
                    </a:cubicBezTo>
                    <a:cubicBezTo>
                      <a:pt x="38434" y="66627"/>
                      <a:pt x="38780" y="66854"/>
                      <a:pt x="39125" y="67056"/>
                    </a:cubicBezTo>
                    <a:lnTo>
                      <a:pt x="44483" y="62424"/>
                    </a:lnTo>
                    <a:cubicBezTo>
                      <a:pt x="44316" y="62032"/>
                      <a:pt x="44137" y="61651"/>
                      <a:pt x="43935" y="61270"/>
                    </a:cubicBezTo>
                    <a:cubicBezTo>
                      <a:pt x="41851" y="57412"/>
                      <a:pt x="39411" y="53781"/>
                      <a:pt x="36005" y="50971"/>
                    </a:cubicBezTo>
                    <a:cubicBezTo>
                      <a:pt x="32315" y="47923"/>
                      <a:pt x="29957" y="44220"/>
                      <a:pt x="28719" y="39517"/>
                    </a:cubicBezTo>
                    <a:cubicBezTo>
                      <a:pt x="27445" y="34695"/>
                      <a:pt x="26742" y="29837"/>
                      <a:pt x="26052" y="24932"/>
                    </a:cubicBezTo>
                    <a:cubicBezTo>
                      <a:pt x="25064" y="17800"/>
                      <a:pt x="25397" y="10644"/>
                      <a:pt x="25861" y="3501"/>
                    </a:cubicBezTo>
                    <a:cubicBezTo>
                      <a:pt x="25933" y="2489"/>
                      <a:pt x="25980" y="1477"/>
                      <a:pt x="260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42"/>
              <p:cNvSpPr/>
              <p:nvPr/>
            </p:nvSpPr>
            <p:spPr>
              <a:xfrm>
                <a:off x="3990075" y="3406500"/>
                <a:ext cx="664975" cy="1265050"/>
              </a:xfrm>
              <a:custGeom>
                <a:rect b="b" l="l" r="r" t="t"/>
                <a:pathLst>
                  <a:path extrusionOk="0" h="50602" w="26599">
                    <a:moveTo>
                      <a:pt x="26599" y="1"/>
                    </a:moveTo>
                    <a:lnTo>
                      <a:pt x="26599" y="1"/>
                    </a:lnTo>
                    <a:cubicBezTo>
                      <a:pt x="24730" y="72"/>
                      <a:pt x="23289" y="489"/>
                      <a:pt x="22170" y="1846"/>
                    </a:cubicBezTo>
                    <a:cubicBezTo>
                      <a:pt x="20979" y="3287"/>
                      <a:pt x="20217" y="4894"/>
                      <a:pt x="19658" y="6668"/>
                    </a:cubicBezTo>
                    <a:cubicBezTo>
                      <a:pt x="18372" y="10823"/>
                      <a:pt x="16967" y="14931"/>
                      <a:pt x="15538" y="19277"/>
                    </a:cubicBezTo>
                    <a:cubicBezTo>
                      <a:pt x="11930" y="16848"/>
                      <a:pt x="8418" y="14467"/>
                      <a:pt x="4894" y="12097"/>
                    </a:cubicBezTo>
                    <a:cubicBezTo>
                      <a:pt x="4846" y="12157"/>
                      <a:pt x="4787" y="12216"/>
                      <a:pt x="4739" y="12288"/>
                    </a:cubicBezTo>
                    <a:cubicBezTo>
                      <a:pt x="4894" y="12574"/>
                      <a:pt x="5049" y="12859"/>
                      <a:pt x="5203" y="13145"/>
                    </a:cubicBezTo>
                    <a:lnTo>
                      <a:pt x="5013" y="13312"/>
                    </a:lnTo>
                    <a:cubicBezTo>
                      <a:pt x="3394" y="12014"/>
                      <a:pt x="1774" y="10728"/>
                      <a:pt x="167" y="9430"/>
                    </a:cubicBezTo>
                    <a:cubicBezTo>
                      <a:pt x="107" y="9454"/>
                      <a:pt x="48" y="9478"/>
                      <a:pt x="0" y="9502"/>
                    </a:cubicBezTo>
                    <a:cubicBezTo>
                      <a:pt x="191" y="9823"/>
                      <a:pt x="334" y="10180"/>
                      <a:pt x="560" y="10466"/>
                    </a:cubicBezTo>
                    <a:cubicBezTo>
                      <a:pt x="3263" y="13788"/>
                      <a:pt x="6418" y="16610"/>
                      <a:pt x="10025" y="18931"/>
                    </a:cubicBezTo>
                    <a:cubicBezTo>
                      <a:pt x="11014" y="19562"/>
                      <a:pt x="11966" y="20289"/>
                      <a:pt x="12871" y="21039"/>
                    </a:cubicBezTo>
                    <a:cubicBezTo>
                      <a:pt x="13157" y="21289"/>
                      <a:pt x="13276" y="21753"/>
                      <a:pt x="13466" y="22122"/>
                    </a:cubicBezTo>
                    <a:lnTo>
                      <a:pt x="13121" y="22432"/>
                    </a:lnTo>
                    <a:cubicBezTo>
                      <a:pt x="9597" y="20348"/>
                      <a:pt x="6072" y="18277"/>
                      <a:pt x="2227" y="16014"/>
                    </a:cubicBezTo>
                    <a:lnTo>
                      <a:pt x="2227" y="16014"/>
                    </a:lnTo>
                    <a:cubicBezTo>
                      <a:pt x="5144" y="19515"/>
                      <a:pt x="8823" y="21503"/>
                      <a:pt x="12383" y="23884"/>
                    </a:cubicBezTo>
                    <a:cubicBezTo>
                      <a:pt x="11787" y="24825"/>
                      <a:pt x="11216" y="25706"/>
                      <a:pt x="10656" y="26611"/>
                    </a:cubicBezTo>
                    <a:cubicBezTo>
                      <a:pt x="7096" y="32338"/>
                      <a:pt x="4513" y="38446"/>
                      <a:pt x="3786" y="45197"/>
                    </a:cubicBezTo>
                    <a:cubicBezTo>
                      <a:pt x="3608" y="46780"/>
                      <a:pt x="2798" y="48006"/>
                      <a:pt x="2120" y="49316"/>
                    </a:cubicBezTo>
                    <a:cubicBezTo>
                      <a:pt x="1917" y="49733"/>
                      <a:pt x="1655" y="50126"/>
                      <a:pt x="1334" y="50602"/>
                    </a:cubicBezTo>
                    <a:cubicBezTo>
                      <a:pt x="6751" y="49971"/>
                      <a:pt x="10573" y="49376"/>
                      <a:pt x="11311" y="48899"/>
                    </a:cubicBezTo>
                    <a:cubicBezTo>
                      <a:pt x="14466" y="46852"/>
                      <a:pt x="17443" y="34791"/>
                      <a:pt x="17443" y="34791"/>
                    </a:cubicBezTo>
                    <a:lnTo>
                      <a:pt x="23872" y="16741"/>
                    </a:lnTo>
                    <a:lnTo>
                      <a:pt x="23872" y="16741"/>
                    </a:lnTo>
                    <a:cubicBezTo>
                      <a:pt x="23729" y="16967"/>
                      <a:pt x="23563" y="17169"/>
                      <a:pt x="23277" y="17562"/>
                    </a:cubicBezTo>
                    <a:cubicBezTo>
                      <a:pt x="25027" y="11716"/>
                      <a:pt x="26539" y="6061"/>
                      <a:pt x="265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42"/>
              <p:cNvSpPr/>
              <p:nvPr/>
            </p:nvSpPr>
            <p:spPr>
              <a:xfrm>
                <a:off x="2921175" y="4006275"/>
                <a:ext cx="1139750" cy="743575"/>
              </a:xfrm>
              <a:custGeom>
                <a:rect b="b" l="l" r="r" t="t"/>
                <a:pathLst>
                  <a:path extrusionOk="0" h="29743" w="45590">
                    <a:moveTo>
                      <a:pt x="41137" y="12300"/>
                    </a:moveTo>
                    <a:lnTo>
                      <a:pt x="41137" y="12300"/>
                    </a:lnTo>
                    <a:cubicBezTo>
                      <a:pt x="38457" y="14276"/>
                      <a:pt x="35719" y="15163"/>
                      <a:pt x="32793" y="15163"/>
                    </a:cubicBezTo>
                    <a:cubicBezTo>
                      <a:pt x="31559" y="15163"/>
                      <a:pt x="30291" y="15005"/>
                      <a:pt x="28981" y="14705"/>
                    </a:cubicBezTo>
                    <a:cubicBezTo>
                      <a:pt x="33065" y="13895"/>
                      <a:pt x="36958" y="13133"/>
                      <a:pt x="41137" y="12300"/>
                    </a:cubicBezTo>
                    <a:close/>
                    <a:moveTo>
                      <a:pt x="44483" y="1"/>
                    </a:moveTo>
                    <a:lnTo>
                      <a:pt x="39125" y="4644"/>
                    </a:lnTo>
                    <a:lnTo>
                      <a:pt x="34577" y="8561"/>
                    </a:lnTo>
                    <a:cubicBezTo>
                      <a:pt x="34577" y="8561"/>
                      <a:pt x="14384" y="16729"/>
                      <a:pt x="4787" y="20717"/>
                    </a:cubicBezTo>
                    <a:cubicBezTo>
                      <a:pt x="2299" y="21753"/>
                      <a:pt x="525" y="22503"/>
                      <a:pt x="1" y="22765"/>
                    </a:cubicBezTo>
                    <a:lnTo>
                      <a:pt x="1" y="29742"/>
                    </a:lnTo>
                    <a:lnTo>
                      <a:pt x="10347" y="29742"/>
                    </a:lnTo>
                    <a:cubicBezTo>
                      <a:pt x="21254" y="28861"/>
                      <a:pt x="34458" y="27718"/>
                      <a:pt x="43506" y="26682"/>
                    </a:cubicBezTo>
                    <a:cubicBezTo>
                      <a:pt x="43637" y="24063"/>
                      <a:pt x="43721" y="21694"/>
                      <a:pt x="43935" y="19348"/>
                    </a:cubicBezTo>
                    <a:cubicBezTo>
                      <a:pt x="44376" y="14740"/>
                      <a:pt x="44947" y="10145"/>
                      <a:pt x="45399" y="5549"/>
                    </a:cubicBezTo>
                    <a:cubicBezTo>
                      <a:pt x="45590" y="3608"/>
                      <a:pt x="45245" y="1763"/>
                      <a:pt x="444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42"/>
              <p:cNvSpPr/>
              <p:nvPr/>
            </p:nvSpPr>
            <p:spPr>
              <a:xfrm>
                <a:off x="2921175" y="4517950"/>
                <a:ext cx="23550" cy="56875"/>
              </a:xfrm>
              <a:custGeom>
                <a:rect b="b" l="l" r="r" t="t"/>
                <a:pathLst>
                  <a:path extrusionOk="0" h="2275" w="942">
                    <a:moveTo>
                      <a:pt x="942" y="0"/>
                    </a:moveTo>
                    <a:lnTo>
                      <a:pt x="942" y="0"/>
                    </a:lnTo>
                    <a:cubicBezTo>
                      <a:pt x="703" y="48"/>
                      <a:pt x="453" y="96"/>
                      <a:pt x="203" y="143"/>
                    </a:cubicBezTo>
                    <a:cubicBezTo>
                      <a:pt x="132" y="310"/>
                      <a:pt x="72" y="489"/>
                      <a:pt x="1" y="679"/>
                    </a:cubicBezTo>
                    <a:lnTo>
                      <a:pt x="1" y="2274"/>
                    </a:lnTo>
                    <a:cubicBezTo>
                      <a:pt x="227" y="1989"/>
                      <a:pt x="549" y="1179"/>
                      <a:pt x="9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42"/>
              <p:cNvSpPr/>
              <p:nvPr/>
            </p:nvSpPr>
            <p:spPr>
              <a:xfrm>
                <a:off x="2921175" y="3757425"/>
                <a:ext cx="178325" cy="541175"/>
              </a:xfrm>
              <a:custGeom>
                <a:rect b="b" l="l" r="r" t="t"/>
                <a:pathLst>
                  <a:path extrusionOk="0" h="21647" w="7133">
                    <a:moveTo>
                      <a:pt x="1" y="1"/>
                    </a:moveTo>
                    <a:lnTo>
                      <a:pt x="1" y="6859"/>
                    </a:lnTo>
                    <a:cubicBezTo>
                      <a:pt x="430" y="7466"/>
                      <a:pt x="739" y="8109"/>
                      <a:pt x="1001" y="8776"/>
                    </a:cubicBezTo>
                    <a:cubicBezTo>
                      <a:pt x="2168" y="11681"/>
                      <a:pt x="2501" y="14705"/>
                      <a:pt x="2180" y="17813"/>
                    </a:cubicBezTo>
                    <a:cubicBezTo>
                      <a:pt x="2037" y="19075"/>
                      <a:pt x="2037" y="20361"/>
                      <a:pt x="2204" y="21646"/>
                    </a:cubicBezTo>
                    <a:cubicBezTo>
                      <a:pt x="3704" y="16324"/>
                      <a:pt x="5204" y="11002"/>
                      <a:pt x="6704" y="5680"/>
                    </a:cubicBezTo>
                    <a:cubicBezTo>
                      <a:pt x="6847" y="5656"/>
                      <a:pt x="6990" y="5621"/>
                      <a:pt x="7133" y="5597"/>
                    </a:cubicBezTo>
                    <a:cubicBezTo>
                      <a:pt x="6561" y="4990"/>
                      <a:pt x="6073" y="4263"/>
                      <a:pt x="5406" y="3799"/>
                    </a:cubicBezTo>
                    <a:cubicBezTo>
                      <a:pt x="3597" y="2537"/>
                      <a:pt x="1811" y="1251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42"/>
              <p:cNvSpPr/>
              <p:nvPr/>
            </p:nvSpPr>
            <p:spPr>
              <a:xfrm>
                <a:off x="2932800" y="4454850"/>
                <a:ext cx="29200" cy="48825"/>
              </a:xfrm>
              <a:custGeom>
                <a:rect b="b" l="l" r="r" t="t"/>
                <a:pathLst>
                  <a:path extrusionOk="0" h="1953" w="1168">
                    <a:moveTo>
                      <a:pt x="727" y="0"/>
                    </a:moveTo>
                    <a:cubicBezTo>
                      <a:pt x="500" y="619"/>
                      <a:pt x="262" y="1239"/>
                      <a:pt x="0" y="1953"/>
                    </a:cubicBezTo>
                    <a:cubicBezTo>
                      <a:pt x="238" y="1858"/>
                      <a:pt x="500" y="1750"/>
                      <a:pt x="774" y="1643"/>
                    </a:cubicBezTo>
                    <a:cubicBezTo>
                      <a:pt x="893" y="1239"/>
                      <a:pt x="1036" y="810"/>
                      <a:pt x="1167" y="346"/>
                    </a:cubicBezTo>
                    <a:cubicBezTo>
                      <a:pt x="1143" y="250"/>
                      <a:pt x="1119" y="155"/>
                      <a:pt x="1084" y="60"/>
                    </a:cubicBezTo>
                    <a:cubicBezTo>
                      <a:pt x="965" y="36"/>
                      <a:pt x="846" y="12"/>
                      <a:pt x="7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42"/>
              <p:cNvSpPr/>
              <p:nvPr/>
            </p:nvSpPr>
            <p:spPr>
              <a:xfrm>
                <a:off x="2921175" y="1088650"/>
                <a:ext cx="1779425" cy="3607025"/>
              </a:xfrm>
              <a:custGeom>
                <a:rect b="b" l="l" r="r" t="t"/>
                <a:pathLst>
                  <a:path extrusionOk="0" h="144281" w="71177">
                    <a:moveTo>
                      <a:pt x="63783" y="1"/>
                    </a:moveTo>
                    <a:cubicBezTo>
                      <a:pt x="60544" y="4763"/>
                      <a:pt x="55829" y="8109"/>
                      <a:pt x="49638" y="10050"/>
                    </a:cubicBezTo>
                    <a:cubicBezTo>
                      <a:pt x="48995" y="10240"/>
                      <a:pt x="48340" y="10431"/>
                      <a:pt x="47674" y="10597"/>
                    </a:cubicBezTo>
                    <a:lnTo>
                      <a:pt x="51579" y="10597"/>
                    </a:lnTo>
                    <a:lnTo>
                      <a:pt x="51591" y="10621"/>
                    </a:lnTo>
                    <a:cubicBezTo>
                      <a:pt x="51603" y="10669"/>
                      <a:pt x="51615" y="10728"/>
                      <a:pt x="51638" y="10788"/>
                    </a:cubicBezTo>
                    <a:cubicBezTo>
                      <a:pt x="50710" y="11145"/>
                      <a:pt x="49769" y="11490"/>
                      <a:pt x="48840" y="11847"/>
                    </a:cubicBezTo>
                    <a:cubicBezTo>
                      <a:pt x="48864" y="11895"/>
                      <a:pt x="48876" y="11943"/>
                      <a:pt x="48900" y="11978"/>
                    </a:cubicBezTo>
                    <a:cubicBezTo>
                      <a:pt x="49376" y="11931"/>
                      <a:pt x="49841" y="11883"/>
                      <a:pt x="50305" y="11836"/>
                    </a:cubicBezTo>
                    <a:cubicBezTo>
                      <a:pt x="50317" y="11931"/>
                      <a:pt x="50329" y="12014"/>
                      <a:pt x="50341" y="12109"/>
                    </a:cubicBezTo>
                    <a:cubicBezTo>
                      <a:pt x="49531" y="12455"/>
                      <a:pt x="48721" y="12788"/>
                      <a:pt x="47828" y="13169"/>
                    </a:cubicBezTo>
                    <a:cubicBezTo>
                      <a:pt x="48221" y="13276"/>
                      <a:pt x="48495" y="13360"/>
                      <a:pt x="48828" y="13467"/>
                    </a:cubicBezTo>
                    <a:cubicBezTo>
                      <a:pt x="48578" y="13764"/>
                      <a:pt x="48412" y="13955"/>
                      <a:pt x="48376" y="13991"/>
                    </a:cubicBezTo>
                    <a:cubicBezTo>
                      <a:pt x="50055" y="13669"/>
                      <a:pt x="51829" y="13336"/>
                      <a:pt x="53603" y="13002"/>
                    </a:cubicBezTo>
                    <a:cubicBezTo>
                      <a:pt x="53627" y="13062"/>
                      <a:pt x="53639" y="13121"/>
                      <a:pt x="53662" y="13181"/>
                    </a:cubicBezTo>
                    <a:cubicBezTo>
                      <a:pt x="52543" y="13979"/>
                      <a:pt x="51412" y="14776"/>
                      <a:pt x="50293" y="15586"/>
                    </a:cubicBezTo>
                    <a:cubicBezTo>
                      <a:pt x="50364" y="15669"/>
                      <a:pt x="50424" y="15753"/>
                      <a:pt x="50483" y="15848"/>
                    </a:cubicBezTo>
                    <a:cubicBezTo>
                      <a:pt x="51460" y="15479"/>
                      <a:pt x="52436" y="15122"/>
                      <a:pt x="53603" y="14681"/>
                    </a:cubicBezTo>
                    <a:lnTo>
                      <a:pt x="53603" y="14681"/>
                    </a:lnTo>
                    <a:cubicBezTo>
                      <a:pt x="53472" y="15300"/>
                      <a:pt x="53412" y="15717"/>
                      <a:pt x="53293" y="16110"/>
                    </a:cubicBezTo>
                    <a:cubicBezTo>
                      <a:pt x="52603" y="18479"/>
                      <a:pt x="51888" y="20849"/>
                      <a:pt x="51186" y="23218"/>
                    </a:cubicBezTo>
                    <a:cubicBezTo>
                      <a:pt x="50150" y="26706"/>
                      <a:pt x="48686" y="29933"/>
                      <a:pt x="46316" y="32779"/>
                    </a:cubicBezTo>
                    <a:cubicBezTo>
                      <a:pt x="44518" y="34946"/>
                      <a:pt x="42137" y="36303"/>
                      <a:pt x="39946" y="37934"/>
                    </a:cubicBezTo>
                    <a:cubicBezTo>
                      <a:pt x="37387" y="39851"/>
                      <a:pt x="34827" y="41756"/>
                      <a:pt x="32267" y="43673"/>
                    </a:cubicBezTo>
                    <a:cubicBezTo>
                      <a:pt x="25814" y="48483"/>
                      <a:pt x="19372" y="53305"/>
                      <a:pt x="12979" y="58186"/>
                    </a:cubicBezTo>
                    <a:cubicBezTo>
                      <a:pt x="11252" y="59508"/>
                      <a:pt x="9335" y="59889"/>
                      <a:pt x="7359" y="60258"/>
                    </a:cubicBezTo>
                    <a:cubicBezTo>
                      <a:pt x="7264" y="60275"/>
                      <a:pt x="7166" y="60283"/>
                      <a:pt x="7065" y="60283"/>
                    </a:cubicBezTo>
                    <a:cubicBezTo>
                      <a:pt x="6602" y="60283"/>
                      <a:pt x="6095" y="60121"/>
                      <a:pt x="5645" y="59984"/>
                    </a:cubicBezTo>
                    <a:cubicBezTo>
                      <a:pt x="3728" y="59365"/>
                      <a:pt x="1858" y="58663"/>
                      <a:pt x="1" y="57913"/>
                    </a:cubicBezTo>
                    <a:lnTo>
                      <a:pt x="1" y="69390"/>
                    </a:lnTo>
                    <a:cubicBezTo>
                      <a:pt x="406" y="69140"/>
                      <a:pt x="799" y="68890"/>
                      <a:pt x="1180" y="68640"/>
                    </a:cubicBezTo>
                    <a:lnTo>
                      <a:pt x="1180" y="68640"/>
                    </a:lnTo>
                    <a:cubicBezTo>
                      <a:pt x="1073" y="68866"/>
                      <a:pt x="942" y="69116"/>
                      <a:pt x="739" y="69521"/>
                    </a:cubicBezTo>
                    <a:cubicBezTo>
                      <a:pt x="2930" y="68200"/>
                      <a:pt x="4787" y="66795"/>
                      <a:pt x="7359" y="66676"/>
                    </a:cubicBezTo>
                    <a:lnTo>
                      <a:pt x="7359" y="66676"/>
                    </a:lnTo>
                    <a:cubicBezTo>
                      <a:pt x="4883" y="68235"/>
                      <a:pt x="2620" y="69724"/>
                      <a:pt x="656" y="71057"/>
                    </a:cubicBezTo>
                    <a:cubicBezTo>
                      <a:pt x="430" y="71212"/>
                      <a:pt x="215" y="71355"/>
                      <a:pt x="1" y="71510"/>
                    </a:cubicBezTo>
                    <a:lnTo>
                      <a:pt x="1" y="72426"/>
                    </a:lnTo>
                    <a:cubicBezTo>
                      <a:pt x="953" y="71843"/>
                      <a:pt x="1882" y="71260"/>
                      <a:pt x="2787" y="70700"/>
                    </a:cubicBezTo>
                    <a:cubicBezTo>
                      <a:pt x="6537" y="68354"/>
                      <a:pt x="9907" y="66187"/>
                      <a:pt x="12693" y="64354"/>
                    </a:cubicBezTo>
                    <a:cubicBezTo>
                      <a:pt x="17919" y="60937"/>
                      <a:pt x="21134" y="58699"/>
                      <a:pt x="21135" y="58698"/>
                    </a:cubicBezTo>
                    <a:lnTo>
                      <a:pt x="21135" y="58698"/>
                    </a:lnTo>
                    <a:cubicBezTo>
                      <a:pt x="21027" y="58758"/>
                      <a:pt x="20908" y="58818"/>
                      <a:pt x="20789" y="58877"/>
                    </a:cubicBezTo>
                    <a:lnTo>
                      <a:pt x="24206" y="56674"/>
                    </a:lnTo>
                    <a:cubicBezTo>
                      <a:pt x="24171" y="56615"/>
                      <a:pt x="24147" y="56543"/>
                      <a:pt x="24111" y="56484"/>
                    </a:cubicBezTo>
                    <a:cubicBezTo>
                      <a:pt x="22980" y="57032"/>
                      <a:pt x="21849" y="57579"/>
                      <a:pt x="20718" y="58127"/>
                    </a:cubicBezTo>
                    <a:cubicBezTo>
                      <a:pt x="20658" y="58008"/>
                      <a:pt x="20611" y="57889"/>
                      <a:pt x="20551" y="57770"/>
                    </a:cubicBezTo>
                    <a:cubicBezTo>
                      <a:pt x="22289" y="56674"/>
                      <a:pt x="24016" y="55591"/>
                      <a:pt x="26064" y="54293"/>
                    </a:cubicBezTo>
                    <a:lnTo>
                      <a:pt x="26064" y="54293"/>
                    </a:lnTo>
                    <a:cubicBezTo>
                      <a:pt x="25980" y="55770"/>
                      <a:pt x="25933" y="56782"/>
                      <a:pt x="25861" y="57794"/>
                    </a:cubicBezTo>
                    <a:cubicBezTo>
                      <a:pt x="25397" y="64949"/>
                      <a:pt x="25064" y="72093"/>
                      <a:pt x="26052" y="79237"/>
                    </a:cubicBezTo>
                    <a:cubicBezTo>
                      <a:pt x="26742" y="84130"/>
                      <a:pt x="27445" y="89000"/>
                      <a:pt x="28719" y="93810"/>
                    </a:cubicBezTo>
                    <a:cubicBezTo>
                      <a:pt x="29957" y="98513"/>
                      <a:pt x="32315" y="102216"/>
                      <a:pt x="36005" y="105264"/>
                    </a:cubicBezTo>
                    <a:cubicBezTo>
                      <a:pt x="39411" y="108085"/>
                      <a:pt x="41840" y="111705"/>
                      <a:pt x="43935" y="115563"/>
                    </a:cubicBezTo>
                    <a:cubicBezTo>
                      <a:pt x="44137" y="115944"/>
                      <a:pt x="44316" y="116325"/>
                      <a:pt x="44483" y="116717"/>
                    </a:cubicBezTo>
                    <a:cubicBezTo>
                      <a:pt x="45233" y="118468"/>
                      <a:pt x="45590" y="120313"/>
                      <a:pt x="45399" y="122254"/>
                    </a:cubicBezTo>
                    <a:cubicBezTo>
                      <a:pt x="44947" y="126850"/>
                      <a:pt x="44376" y="131445"/>
                      <a:pt x="43935" y="136053"/>
                    </a:cubicBezTo>
                    <a:cubicBezTo>
                      <a:pt x="43709" y="138399"/>
                      <a:pt x="43637" y="140768"/>
                      <a:pt x="43494" y="143387"/>
                    </a:cubicBezTo>
                    <a:cubicBezTo>
                      <a:pt x="43483" y="143685"/>
                      <a:pt x="43471" y="143971"/>
                      <a:pt x="43447" y="144280"/>
                    </a:cubicBezTo>
                    <a:cubicBezTo>
                      <a:pt x="43685" y="143911"/>
                      <a:pt x="43899" y="143602"/>
                      <a:pt x="44090" y="143316"/>
                    </a:cubicBezTo>
                    <a:cubicBezTo>
                      <a:pt x="44411" y="142840"/>
                      <a:pt x="44661" y="142447"/>
                      <a:pt x="44876" y="142030"/>
                    </a:cubicBezTo>
                    <a:cubicBezTo>
                      <a:pt x="45554" y="140720"/>
                      <a:pt x="46364" y="139494"/>
                      <a:pt x="46542" y="137911"/>
                    </a:cubicBezTo>
                    <a:cubicBezTo>
                      <a:pt x="47269" y="131160"/>
                      <a:pt x="49852" y="125052"/>
                      <a:pt x="53412" y="119325"/>
                    </a:cubicBezTo>
                    <a:cubicBezTo>
                      <a:pt x="53972" y="118420"/>
                      <a:pt x="54543" y="117539"/>
                      <a:pt x="55139" y="116598"/>
                    </a:cubicBezTo>
                    <a:cubicBezTo>
                      <a:pt x="51579" y="114217"/>
                      <a:pt x="47900" y="112229"/>
                      <a:pt x="44983" y="108728"/>
                    </a:cubicBezTo>
                    <a:lnTo>
                      <a:pt x="44983" y="108728"/>
                    </a:lnTo>
                    <a:cubicBezTo>
                      <a:pt x="48828" y="110991"/>
                      <a:pt x="52353" y="113062"/>
                      <a:pt x="55877" y="115146"/>
                    </a:cubicBezTo>
                    <a:lnTo>
                      <a:pt x="56222" y="114836"/>
                    </a:lnTo>
                    <a:cubicBezTo>
                      <a:pt x="56032" y="114467"/>
                      <a:pt x="55913" y="114003"/>
                      <a:pt x="55627" y="113753"/>
                    </a:cubicBezTo>
                    <a:cubicBezTo>
                      <a:pt x="54722" y="113003"/>
                      <a:pt x="53770" y="112276"/>
                      <a:pt x="52781" y="111645"/>
                    </a:cubicBezTo>
                    <a:cubicBezTo>
                      <a:pt x="49174" y="109324"/>
                      <a:pt x="46019" y="106502"/>
                      <a:pt x="43316" y="103180"/>
                    </a:cubicBezTo>
                    <a:cubicBezTo>
                      <a:pt x="43090" y="102894"/>
                      <a:pt x="42947" y="102537"/>
                      <a:pt x="42756" y="102216"/>
                    </a:cubicBezTo>
                    <a:cubicBezTo>
                      <a:pt x="42804" y="102192"/>
                      <a:pt x="42863" y="102168"/>
                      <a:pt x="42923" y="102144"/>
                    </a:cubicBezTo>
                    <a:cubicBezTo>
                      <a:pt x="44530" y="103442"/>
                      <a:pt x="46150" y="104728"/>
                      <a:pt x="47769" y="106026"/>
                    </a:cubicBezTo>
                    <a:lnTo>
                      <a:pt x="47959" y="105859"/>
                    </a:lnTo>
                    <a:cubicBezTo>
                      <a:pt x="47805" y="105573"/>
                      <a:pt x="47650" y="105288"/>
                      <a:pt x="47483" y="105002"/>
                    </a:cubicBezTo>
                    <a:cubicBezTo>
                      <a:pt x="47543" y="104930"/>
                      <a:pt x="47590" y="104871"/>
                      <a:pt x="47650" y="104811"/>
                    </a:cubicBezTo>
                    <a:cubicBezTo>
                      <a:pt x="51174" y="107181"/>
                      <a:pt x="54686" y="109562"/>
                      <a:pt x="58294" y="111991"/>
                    </a:cubicBezTo>
                    <a:cubicBezTo>
                      <a:pt x="59723" y="107657"/>
                      <a:pt x="61116" y="103537"/>
                      <a:pt x="62414" y="99382"/>
                    </a:cubicBezTo>
                    <a:cubicBezTo>
                      <a:pt x="62973" y="97608"/>
                      <a:pt x="63735" y="96001"/>
                      <a:pt x="64926" y="94560"/>
                    </a:cubicBezTo>
                    <a:cubicBezTo>
                      <a:pt x="66045" y="93203"/>
                      <a:pt x="67486" y="92786"/>
                      <a:pt x="69343" y="92715"/>
                    </a:cubicBezTo>
                    <a:lnTo>
                      <a:pt x="69343" y="92715"/>
                    </a:lnTo>
                    <a:cubicBezTo>
                      <a:pt x="69295" y="98775"/>
                      <a:pt x="67783" y="104430"/>
                      <a:pt x="66033" y="110276"/>
                    </a:cubicBezTo>
                    <a:cubicBezTo>
                      <a:pt x="66319" y="109883"/>
                      <a:pt x="66485" y="109681"/>
                      <a:pt x="66628" y="109455"/>
                    </a:cubicBezTo>
                    <a:cubicBezTo>
                      <a:pt x="69938" y="103859"/>
                      <a:pt x="71177" y="97787"/>
                      <a:pt x="70772" y="91345"/>
                    </a:cubicBezTo>
                    <a:cubicBezTo>
                      <a:pt x="70688" y="90012"/>
                      <a:pt x="69914" y="89024"/>
                      <a:pt x="68819" y="88333"/>
                    </a:cubicBezTo>
                    <a:cubicBezTo>
                      <a:pt x="61592" y="83761"/>
                      <a:pt x="54532" y="78927"/>
                      <a:pt x="46840" y="75093"/>
                    </a:cubicBezTo>
                    <a:cubicBezTo>
                      <a:pt x="40982" y="72164"/>
                      <a:pt x="35267" y="68914"/>
                      <a:pt x="29505" y="65759"/>
                    </a:cubicBezTo>
                    <a:cubicBezTo>
                      <a:pt x="28195" y="65044"/>
                      <a:pt x="27171" y="63961"/>
                      <a:pt x="27159" y="62330"/>
                    </a:cubicBezTo>
                    <a:cubicBezTo>
                      <a:pt x="27135" y="58246"/>
                      <a:pt x="27147" y="54162"/>
                      <a:pt x="27147" y="49745"/>
                    </a:cubicBezTo>
                    <a:cubicBezTo>
                      <a:pt x="27457" y="49447"/>
                      <a:pt x="28004" y="48852"/>
                      <a:pt x="28635" y="48364"/>
                    </a:cubicBezTo>
                    <a:cubicBezTo>
                      <a:pt x="31719" y="46042"/>
                      <a:pt x="34803" y="43744"/>
                      <a:pt x="37899" y="41434"/>
                    </a:cubicBezTo>
                    <a:cubicBezTo>
                      <a:pt x="38470" y="41018"/>
                      <a:pt x="39053" y="40589"/>
                      <a:pt x="39625" y="40160"/>
                    </a:cubicBezTo>
                    <a:cubicBezTo>
                      <a:pt x="43209" y="37493"/>
                      <a:pt x="46602" y="34648"/>
                      <a:pt x="49209" y="30981"/>
                    </a:cubicBezTo>
                    <a:cubicBezTo>
                      <a:pt x="49224" y="30962"/>
                      <a:pt x="49255" y="30956"/>
                      <a:pt x="49296" y="30956"/>
                    </a:cubicBezTo>
                    <a:cubicBezTo>
                      <a:pt x="49358" y="30956"/>
                      <a:pt x="49440" y="30969"/>
                      <a:pt x="49519" y="30969"/>
                    </a:cubicBezTo>
                    <a:cubicBezTo>
                      <a:pt x="49841" y="32314"/>
                      <a:pt x="49710" y="33898"/>
                      <a:pt x="51424" y="34957"/>
                    </a:cubicBezTo>
                    <a:cubicBezTo>
                      <a:pt x="51424" y="33791"/>
                      <a:pt x="51484" y="32921"/>
                      <a:pt x="51412" y="32076"/>
                    </a:cubicBezTo>
                    <a:cubicBezTo>
                      <a:pt x="51305" y="30993"/>
                      <a:pt x="52162" y="30528"/>
                      <a:pt x="52674" y="29838"/>
                    </a:cubicBezTo>
                    <a:cubicBezTo>
                      <a:pt x="52734" y="29754"/>
                      <a:pt x="52722" y="29623"/>
                      <a:pt x="52746" y="29528"/>
                    </a:cubicBezTo>
                    <a:cubicBezTo>
                      <a:pt x="53674" y="26599"/>
                      <a:pt x="56294" y="25051"/>
                      <a:pt x="57996" y="22754"/>
                    </a:cubicBezTo>
                    <a:cubicBezTo>
                      <a:pt x="58092" y="22801"/>
                      <a:pt x="58199" y="22861"/>
                      <a:pt x="58294" y="22908"/>
                    </a:cubicBezTo>
                    <a:cubicBezTo>
                      <a:pt x="57782" y="24647"/>
                      <a:pt x="57270" y="26385"/>
                      <a:pt x="56770" y="28111"/>
                    </a:cubicBezTo>
                    <a:cubicBezTo>
                      <a:pt x="56889" y="28159"/>
                      <a:pt x="57008" y="28195"/>
                      <a:pt x="57127" y="28242"/>
                    </a:cubicBezTo>
                    <a:cubicBezTo>
                      <a:pt x="57365" y="27778"/>
                      <a:pt x="57580" y="27314"/>
                      <a:pt x="57853" y="26873"/>
                    </a:cubicBezTo>
                    <a:cubicBezTo>
                      <a:pt x="59306" y="24420"/>
                      <a:pt x="60735" y="21956"/>
                      <a:pt x="62259" y="19551"/>
                    </a:cubicBezTo>
                    <a:cubicBezTo>
                      <a:pt x="62640" y="18955"/>
                      <a:pt x="63283" y="18420"/>
                      <a:pt x="63938" y="18146"/>
                    </a:cubicBezTo>
                    <a:cubicBezTo>
                      <a:pt x="64319" y="17979"/>
                      <a:pt x="64676" y="17789"/>
                      <a:pt x="65021" y="17586"/>
                    </a:cubicBezTo>
                    <a:cubicBezTo>
                      <a:pt x="66831" y="16539"/>
                      <a:pt x="68140" y="15026"/>
                      <a:pt x="69212" y="13157"/>
                    </a:cubicBezTo>
                    <a:cubicBezTo>
                      <a:pt x="70534" y="10895"/>
                      <a:pt x="70950" y="8692"/>
                      <a:pt x="70284" y="6085"/>
                    </a:cubicBezTo>
                    <a:cubicBezTo>
                      <a:pt x="69772" y="4085"/>
                      <a:pt x="69379" y="2049"/>
                      <a:pt x="690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42"/>
              <p:cNvSpPr/>
              <p:nvPr/>
            </p:nvSpPr>
            <p:spPr>
              <a:xfrm>
                <a:off x="2921175" y="3734225"/>
                <a:ext cx="211075" cy="800725"/>
              </a:xfrm>
              <a:custGeom>
                <a:rect b="b" l="l" r="r" t="t"/>
                <a:pathLst>
                  <a:path extrusionOk="0" h="32029" w="8443">
                    <a:moveTo>
                      <a:pt x="1192" y="28825"/>
                    </a:moveTo>
                    <a:cubicBezTo>
                      <a:pt x="1311" y="28837"/>
                      <a:pt x="1430" y="28861"/>
                      <a:pt x="1549" y="28885"/>
                    </a:cubicBezTo>
                    <a:cubicBezTo>
                      <a:pt x="1584" y="28980"/>
                      <a:pt x="1608" y="29075"/>
                      <a:pt x="1632" y="29171"/>
                    </a:cubicBezTo>
                    <a:cubicBezTo>
                      <a:pt x="1727" y="29468"/>
                      <a:pt x="1823" y="29802"/>
                      <a:pt x="1930" y="30194"/>
                    </a:cubicBezTo>
                    <a:cubicBezTo>
                      <a:pt x="1727" y="30278"/>
                      <a:pt x="1525" y="30361"/>
                      <a:pt x="1334" y="30433"/>
                    </a:cubicBezTo>
                    <a:cubicBezTo>
                      <a:pt x="1299" y="30445"/>
                      <a:pt x="1263" y="30456"/>
                      <a:pt x="1239" y="30468"/>
                    </a:cubicBezTo>
                    <a:cubicBezTo>
                      <a:pt x="965" y="30575"/>
                      <a:pt x="703" y="30683"/>
                      <a:pt x="465" y="30778"/>
                    </a:cubicBezTo>
                    <a:cubicBezTo>
                      <a:pt x="727" y="30064"/>
                      <a:pt x="965" y="29444"/>
                      <a:pt x="1192" y="28825"/>
                    </a:cubicBezTo>
                    <a:close/>
                    <a:moveTo>
                      <a:pt x="1" y="0"/>
                    </a:moveTo>
                    <a:lnTo>
                      <a:pt x="1" y="929"/>
                    </a:lnTo>
                    <a:cubicBezTo>
                      <a:pt x="1811" y="2191"/>
                      <a:pt x="3597" y="3465"/>
                      <a:pt x="5406" y="4727"/>
                    </a:cubicBezTo>
                    <a:cubicBezTo>
                      <a:pt x="6073" y="5191"/>
                      <a:pt x="6561" y="5918"/>
                      <a:pt x="7121" y="6525"/>
                    </a:cubicBezTo>
                    <a:cubicBezTo>
                      <a:pt x="6990" y="6549"/>
                      <a:pt x="6847" y="6584"/>
                      <a:pt x="6704" y="6608"/>
                    </a:cubicBezTo>
                    <a:cubicBezTo>
                      <a:pt x="5204" y="11930"/>
                      <a:pt x="3704" y="17252"/>
                      <a:pt x="2204" y="22586"/>
                    </a:cubicBezTo>
                    <a:cubicBezTo>
                      <a:pt x="2025" y="21289"/>
                      <a:pt x="2037" y="20003"/>
                      <a:pt x="2168" y="18741"/>
                    </a:cubicBezTo>
                    <a:cubicBezTo>
                      <a:pt x="2501" y="15633"/>
                      <a:pt x="2168" y="12609"/>
                      <a:pt x="1001" y="9716"/>
                    </a:cubicBezTo>
                    <a:cubicBezTo>
                      <a:pt x="739" y="9049"/>
                      <a:pt x="418" y="8394"/>
                      <a:pt x="1" y="7787"/>
                    </a:cubicBezTo>
                    <a:lnTo>
                      <a:pt x="1" y="32028"/>
                    </a:lnTo>
                    <a:cubicBezTo>
                      <a:pt x="72" y="31838"/>
                      <a:pt x="132" y="31659"/>
                      <a:pt x="203" y="31492"/>
                    </a:cubicBezTo>
                    <a:cubicBezTo>
                      <a:pt x="453" y="31445"/>
                      <a:pt x="703" y="31397"/>
                      <a:pt x="942" y="31349"/>
                    </a:cubicBezTo>
                    <a:cubicBezTo>
                      <a:pt x="1346" y="31266"/>
                      <a:pt x="1727" y="31171"/>
                      <a:pt x="2096" y="31076"/>
                    </a:cubicBezTo>
                    <a:cubicBezTo>
                      <a:pt x="3478" y="30695"/>
                      <a:pt x="4692" y="30230"/>
                      <a:pt x="5656" y="29766"/>
                    </a:cubicBezTo>
                    <a:cubicBezTo>
                      <a:pt x="6549" y="29337"/>
                      <a:pt x="7252" y="28932"/>
                      <a:pt x="7716" y="28635"/>
                    </a:cubicBezTo>
                    <a:cubicBezTo>
                      <a:pt x="8192" y="28337"/>
                      <a:pt x="8442" y="28147"/>
                      <a:pt x="8442" y="28147"/>
                    </a:cubicBezTo>
                    <a:lnTo>
                      <a:pt x="8442" y="28147"/>
                    </a:lnTo>
                    <a:cubicBezTo>
                      <a:pt x="5966" y="28742"/>
                      <a:pt x="3751" y="29516"/>
                      <a:pt x="1989" y="30183"/>
                    </a:cubicBezTo>
                    <a:cubicBezTo>
                      <a:pt x="3180" y="22574"/>
                      <a:pt x="6252" y="15586"/>
                      <a:pt x="7311" y="8097"/>
                    </a:cubicBezTo>
                    <a:cubicBezTo>
                      <a:pt x="7585" y="6168"/>
                      <a:pt x="7442" y="5239"/>
                      <a:pt x="5799" y="4060"/>
                    </a:cubicBezTo>
                    <a:cubicBezTo>
                      <a:pt x="3882" y="2691"/>
                      <a:pt x="1954" y="1334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42"/>
              <p:cNvSpPr/>
              <p:nvPr/>
            </p:nvSpPr>
            <p:spPr>
              <a:xfrm>
                <a:off x="4149900" y="1088650"/>
                <a:ext cx="224775" cy="192625"/>
              </a:xfrm>
              <a:custGeom>
                <a:rect b="b" l="l" r="r" t="t"/>
                <a:pathLst>
                  <a:path extrusionOk="0" h="7705" w="8991">
                    <a:moveTo>
                      <a:pt x="7145" y="1"/>
                    </a:moveTo>
                    <a:cubicBezTo>
                      <a:pt x="4811" y="2561"/>
                      <a:pt x="2418" y="5097"/>
                      <a:pt x="1" y="7704"/>
                    </a:cubicBezTo>
                    <a:cubicBezTo>
                      <a:pt x="3418" y="5644"/>
                      <a:pt x="6347" y="3156"/>
                      <a:pt x="8800" y="227"/>
                    </a:cubicBezTo>
                    <a:cubicBezTo>
                      <a:pt x="8859" y="156"/>
                      <a:pt x="8919" y="72"/>
                      <a:pt x="89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42"/>
              <p:cNvSpPr/>
              <p:nvPr/>
            </p:nvSpPr>
            <p:spPr>
              <a:xfrm>
                <a:off x="4741350" y="1088650"/>
                <a:ext cx="21150" cy="32175"/>
              </a:xfrm>
              <a:custGeom>
                <a:rect b="b" l="l" r="r" t="t"/>
                <a:pathLst>
                  <a:path extrusionOk="0" h="1287" w="846">
                    <a:moveTo>
                      <a:pt x="1" y="1"/>
                    </a:moveTo>
                    <a:cubicBezTo>
                      <a:pt x="251" y="429"/>
                      <a:pt x="536" y="870"/>
                      <a:pt x="846" y="1287"/>
                    </a:cubicBezTo>
                    <a:lnTo>
                      <a:pt x="8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42"/>
              <p:cNvSpPr/>
              <p:nvPr/>
            </p:nvSpPr>
            <p:spPr>
              <a:xfrm>
                <a:off x="4619025" y="1410725"/>
                <a:ext cx="143475" cy="120575"/>
              </a:xfrm>
              <a:custGeom>
                <a:rect b="b" l="l" r="r" t="t"/>
                <a:pathLst>
                  <a:path extrusionOk="0" h="4823" w="5739">
                    <a:moveTo>
                      <a:pt x="5739" y="0"/>
                    </a:moveTo>
                    <a:cubicBezTo>
                      <a:pt x="4679" y="1667"/>
                      <a:pt x="3167" y="3096"/>
                      <a:pt x="1286" y="4120"/>
                    </a:cubicBezTo>
                    <a:cubicBezTo>
                      <a:pt x="1012" y="4263"/>
                      <a:pt x="750" y="4418"/>
                      <a:pt x="476" y="4560"/>
                    </a:cubicBezTo>
                    <a:cubicBezTo>
                      <a:pt x="322" y="4656"/>
                      <a:pt x="167" y="4739"/>
                      <a:pt x="0" y="4822"/>
                    </a:cubicBezTo>
                    <a:cubicBezTo>
                      <a:pt x="2286" y="4810"/>
                      <a:pt x="4251" y="4048"/>
                      <a:pt x="5739" y="2548"/>
                    </a:cubicBezTo>
                    <a:lnTo>
                      <a:pt x="57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42"/>
              <p:cNvSpPr/>
              <p:nvPr/>
            </p:nvSpPr>
            <p:spPr>
              <a:xfrm>
                <a:off x="3341775" y="3035325"/>
                <a:ext cx="49125" cy="614675"/>
              </a:xfrm>
              <a:custGeom>
                <a:rect b="b" l="l" r="r" t="t"/>
                <a:pathLst>
                  <a:path extrusionOk="0" h="24587" w="1965">
                    <a:moveTo>
                      <a:pt x="1965" y="0"/>
                    </a:moveTo>
                    <a:lnTo>
                      <a:pt x="1965" y="0"/>
                    </a:lnTo>
                    <a:cubicBezTo>
                      <a:pt x="905" y="8109"/>
                      <a:pt x="0" y="16229"/>
                      <a:pt x="560" y="24587"/>
                    </a:cubicBezTo>
                    <a:cubicBezTo>
                      <a:pt x="1036" y="16264"/>
                      <a:pt x="1501" y="8132"/>
                      <a:pt x="19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42"/>
              <p:cNvSpPr/>
              <p:nvPr/>
            </p:nvSpPr>
            <p:spPr>
              <a:xfrm>
                <a:off x="3645675" y="4313750"/>
                <a:ext cx="303950" cy="71600"/>
              </a:xfrm>
              <a:custGeom>
                <a:rect b="b" l="l" r="r" t="t"/>
                <a:pathLst>
                  <a:path extrusionOk="0" h="2864" w="12158">
                    <a:moveTo>
                      <a:pt x="12157" y="1"/>
                    </a:moveTo>
                    <a:cubicBezTo>
                      <a:pt x="7978" y="834"/>
                      <a:pt x="4085" y="1596"/>
                      <a:pt x="1" y="2406"/>
                    </a:cubicBezTo>
                    <a:cubicBezTo>
                      <a:pt x="1311" y="2706"/>
                      <a:pt x="2579" y="2864"/>
                      <a:pt x="3813" y="2864"/>
                    </a:cubicBezTo>
                    <a:cubicBezTo>
                      <a:pt x="6739" y="2864"/>
                      <a:pt x="9477" y="1977"/>
                      <a:pt x="121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42"/>
              <p:cNvSpPr/>
              <p:nvPr/>
            </p:nvSpPr>
            <p:spPr>
              <a:xfrm>
                <a:off x="2921175" y="2581100"/>
                <a:ext cx="536700" cy="347975"/>
              </a:xfrm>
              <a:custGeom>
                <a:rect b="b" l="l" r="r" t="t"/>
                <a:pathLst>
                  <a:path extrusionOk="0" h="13919" w="21468">
                    <a:moveTo>
                      <a:pt x="21218" y="1"/>
                    </a:moveTo>
                    <a:cubicBezTo>
                      <a:pt x="17848" y="2084"/>
                      <a:pt x="14384" y="4025"/>
                      <a:pt x="11229" y="6430"/>
                    </a:cubicBezTo>
                    <a:cubicBezTo>
                      <a:pt x="8693" y="7871"/>
                      <a:pt x="6407" y="9276"/>
                      <a:pt x="4478" y="10514"/>
                    </a:cubicBezTo>
                    <a:cubicBezTo>
                      <a:pt x="2656" y="11681"/>
                      <a:pt x="1144" y="12705"/>
                      <a:pt x="1" y="13490"/>
                    </a:cubicBezTo>
                    <a:lnTo>
                      <a:pt x="1" y="13919"/>
                    </a:lnTo>
                    <a:cubicBezTo>
                      <a:pt x="882" y="13443"/>
                      <a:pt x="1751" y="12966"/>
                      <a:pt x="2597" y="12502"/>
                    </a:cubicBezTo>
                    <a:cubicBezTo>
                      <a:pt x="7145" y="9978"/>
                      <a:pt x="11181" y="7573"/>
                      <a:pt x="14312" y="5644"/>
                    </a:cubicBezTo>
                    <a:cubicBezTo>
                      <a:pt x="18539" y="3037"/>
                      <a:pt x="21122" y="1287"/>
                      <a:pt x="21123" y="1286"/>
                    </a:cubicBezTo>
                    <a:lnTo>
                      <a:pt x="21123" y="1286"/>
                    </a:lnTo>
                    <a:cubicBezTo>
                      <a:pt x="19801" y="1906"/>
                      <a:pt x="18515" y="2537"/>
                      <a:pt x="17253" y="3180"/>
                    </a:cubicBezTo>
                    <a:cubicBezTo>
                      <a:pt x="18658" y="2239"/>
                      <a:pt x="20063" y="1298"/>
                      <a:pt x="21468" y="370"/>
                    </a:cubicBezTo>
                    <a:cubicBezTo>
                      <a:pt x="21385" y="239"/>
                      <a:pt x="21301" y="120"/>
                      <a:pt x="212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42"/>
              <p:cNvSpPr/>
              <p:nvPr/>
            </p:nvSpPr>
            <p:spPr>
              <a:xfrm>
                <a:off x="3381950" y="1329450"/>
                <a:ext cx="87250" cy="171175"/>
              </a:xfrm>
              <a:custGeom>
                <a:rect b="b" l="l" r="r" t="t"/>
                <a:pathLst>
                  <a:path extrusionOk="0" h="6847" w="3490">
                    <a:moveTo>
                      <a:pt x="1227" y="1"/>
                    </a:moveTo>
                    <a:cubicBezTo>
                      <a:pt x="1144" y="60"/>
                      <a:pt x="1049" y="108"/>
                      <a:pt x="953" y="168"/>
                    </a:cubicBezTo>
                    <a:cubicBezTo>
                      <a:pt x="1334" y="1370"/>
                      <a:pt x="1715" y="2573"/>
                      <a:pt x="2120" y="3859"/>
                    </a:cubicBezTo>
                    <a:cubicBezTo>
                      <a:pt x="1394" y="4811"/>
                      <a:pt x="703" y="5728"/>
                      <a:pt x="1" y="6645"/>
                    </a:cubicBezTo>
                    <a:lnTo>
                      <a:pt x="227" y="6847"/>
                    </a:lnTo>
                    <a:cubicBezTo>
                      <a:pt x="965" y="6335"/>
                      <a:pt x="1739" y="5859"/>
                      <a:pt x="2442" y="5287"/>
                    </a:cubicBezTo>
                    <a:cubicBezTo>
                      <a:pt x="3108" y="4751"/>
                      <a:pt x="3489" y="3989"/>
                      <a:pt x="3073" y="3156"/>
                    </a:cubicBezTo>
                    <a:cubicBezTo>
                      <a:pt x="2537" y="2073"/>
                      <a:pt x="1858" y="1049"/>
                      <a:pt x="1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42"/>
              <p:cNvSpPr/>
              <p:nvPr/>
            </p:nvSpPr>
            <p:spPr>
              <a:xfrm>
                <a:off x="2946475" y="1870000"/>
                <a:ext cx="165225" cy="45600"/>
              </a:xfrm>
              <a:custGeom>
                <a:rect b="b" l="l" r="r" t="t"/>
                <a:pathLst>
                  <a:path extrusionOk="0" h="1824" w="6609">
                    <a:moveTo>
                      <a:pt x="72" y="1"/>
                    </a:moveTo>
                    <a:cubicBezTo>
                      <a:pt x="49" y="96"/>
                      <a:pt x="25" y="191"/>
                      <a:pt x="1" y="286"/>
                    </a:cubicBezTo>
                    <a:cubicBezTo>
                      <a:pt x="1620" y="775"/>
                      <a:pt x="3239" y="1298"/>
                      <a:pt x="4883" y="1739"/>
                    </a:cubicBezTo>
                    <a:cubicBezTo>
                      <a:pt x="5068" y="1790"/>
                      <a:pt x="5254" y="1823"/>
                      <a:pt x="5433" y="1823"/>
                    </a:cubicBezTo>
                    <a:cubicBezTo>
                      <a:pt x="5923" y="1823"/>
                      <a:pt x="6365" y="1576"/>
                      <a:pt x="6609" y="775"/>
                    </a:cubicBezTo>
                    <a:cubicBezTo>
                      <a:pt x="4382" y="513"/>
                      <a:pt x="2227" y="251"/>
                      <a:pt x="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42"/>
              <p:cNvSpPr/>
              <p:nvPr/>
            </p:nvSpPr>
            <p:spPr>
              <a:xfrm>
                <a:off x="3243250" y="1894700"/>
                <a:ext cx="139925" cy="32125"/>
              </a:xfrm>
              <a:custGeom>
                <a:rect b="b" l="l" r="r" t="t"/>
                <a:pathLst>
                  <a:path extrusionOk="0" h="1285" w="5597">
                    <a:moveTo>
                      <a:pt x="5596" y="1"/>
                    </a:moveTo>
                    <a:cubicBezTo>
                      <a:pt x="393" y="132"/>
                      <a:pt x="358" y="144"/>
                      <a:pt x="1" y="1180"/>
                    </a:cubicBezTo>
                    <a:cubicBezTo>
                      <a:pt x="335" y="1251"/>
                      <a:pt x="708" y="1285"/>
                      <a:pt x="1104" y="1285"/>
                    </a:cubicBezTo>
                    <a:cubicBezTo>
                      <a:pt x="2568" y="1285"/>
                      <a:pt x="4341" y="816"/>
                      <a:pt x="55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42"/>
              <p:cNvSpPr/>
              <p:nvPr/>
            </p:nvSpPr>
            <p:spPr>
              <a:xfrm>
                <a:off x="2968225" y="2729025"/>
                <a:ext cx="384575" cy="232800"/>
              </a:xfrm>
              <a:custGeom>
                <a:rect b="b" l="l" r="r" t="t"/>
                <a:pathLst>
                  <a:path extrusionOk="0" h="9312" w="15383">
                    <a:moveTo>
                      <a:pt x="15383" y="1"/>
                    </a:moveTo>
                    <a:cubicBezTo>
                      <a:pt x="12811" y="965"/>
                      <a:pt x="10418" y="2144"/>
                      <a:pt x="8335" y="3347"/>
                    </a:cubicBezTo>
                    <a:cubicBezTo>
                      <a:pt x="6822" y="4228"/>
                      <a:pt x="5453" y="5109"/>
                      <a:pt x="4310" y="5918"/>
                    </a:cubicBezTo>
                    <a:cubicBezTo>
                      <a:pt x="2953" y="6871"/>
                      <a:pt x="1869" y="7728"/>
                      <a:pt x="1131" y="8335"/>
                    </a:cubicBezTo>
                    <a:cubicBezTo>
                      <a:pt x="405" y="8943"/>
                      <a:pt x="0" y="9312"/>
                      <a:pt x="0" y="9312"/>
                    </a:cubicBezTo>
                    <a:cubicBezTo>
                      <a:pt x="3822" y="7192"/>
                      <a:pt x="7263" y="5133"/>
                      <a:pt x="9930" y="3478"/>
                    </a:cubicBezTo>
                    <a:cubicBezTo>
                      <a:pt x="10263" y="3275"/>
                      <a:pt x="10585" y="3073"/>
                      <a:pt x="10894" y="2882"/>
                    </a:cubicBezTo>
                    <a:cubicBezTo>
                      <a:pt x="12287" y="2013"/>
                      <a:pt x="13407" y="1299"/>
                      <a:pt x="14180" y="799"/>
                    </a:cubicBezTo>
                    <a:cubicBezTo>
                      <a:pt x="14954" y="287"/>
                      <a:pt x="15383" y="1"/>
                      <a:pt x="15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42"/>
              <p:cNvSpPr/>
              <p:nvPr/>
            </p:nvSpPr>
            <p:spPr>
              <a:xfrm>
                <a:off x="3815050" y="1088650"/>
                <a:ext cx="198550" cy="87250"/>
              </a:xfrm>
              <a:custGeom>
                <a:rect b="b" l="l" r="r" t="t"/>
                <a:pathLst>
                  <a:path extrusionOk="0" h="3490" w="7942">
                    <a:moveTo>
                      <a:pt x="7132" y="1"/>
                    </a:moveTo>
                    <a:cubicBezTo>
                      <a:pt x="6180" y="406"/>
                      <a:pt x="5299" y="810"/>
                      <a:pt x="4501" y="1191"/>
                    </a:cubicBezTo>
                    <a:cubicBezTo>
                      <a:pt x="3763" y="1537"/>
                      <a:pt x="3096" y="1870"/>
                      <a:pt x="2501" y="2156"/>
                    </a:cubicBezTo>
                    <a:cubicBezTo>
                      <a:pt x="1739" y="2549"/>
                      <a:pt x="1108" y="2870"/>
                      <a:pt x="679" y="3108"/>
                    </a:cubicBezTo>
                    <a:cubicBezTo>
                      <a:pt x="239" y="3335"/>
                      <a:pt x="0" y="3489"/>
                      <a:pt x="0" y="3489"/>
                    </a:cubicBezTo>
                    <a:cubicBezTo>
                      <a:pt x="1846" y="3335"/>
                      <a:pt x="3525" y="2751"/>
                      <a:pt x="4870" y="2072"/>
                    </a:cubicBezTo>
                    <a:cubicBezTo>
                      <a:pt x="5406" y="1811"/>
                      <a:pt x="5882" y="1525"/>
                      <a:pt x="6299" y="1251"/>
                    </a:cubicBezTo>
                    <a:cubicBezTo>
                      <a:pt x="7013" y="787"/>
                      <a:pt x="7561" y="334"/>
                      <a:pt x="79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42"/>
              <p:cNvSpPr/>
              <p:nvPr/>
            </p:nvSpPr>
            <p:spPr>
              <a:xfrm>
                <a:off x="3999900" y="1088650"/>
                <a:ext cx="183075" cy="90525"/>
              </a:xfrm>
              <a:custGeom>
                <a:rect b="b" l="l" r="r" t="t"/>
                <a:pathLst>
                  <a:path extrusionOk="0" h="3621" w="7323">
                    <a:moveTo>
                      <a:pt x="5858" y="1"/>
                    </a:moveTo>
                    <a:cubicBezTo>
                      <a:pt x="2262" y="1656"/>
                      <a:pt x="0" y="3620"/>
                      <a:pt x="0" y="3620"/>
                    </a:cubicBezTo>
                    <a:cubicBezTo>
                      <a:pt x="3191" y="2692"/>
                      <a:pt x="5799" y="1084"/>
                      <a:pt x="73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42"/>
              <p:cNvSpPr/>
              <p:nvPr/>
            </p:nvSpPr>
            <p:spPr>
              <a:xfrm>
                <a:off x="4209750" y="1088650"/>
                <a:ext cx="90200" cy="57475"/>
              </a:xfrm>
              <a:custGeom>
                <a:rect b="b" l="l" r="r" t="t"/>
                <a:pathLst>
                  <a:path extrusionOk="0" h="2299" w="3608">
                    <a:moveTo>
                      <a:pt x="2703" y="1"/>
                    </a:moveTo>
                    <a:cubicBezTo>
                      <a:pt x="834" y="834"/>
                      <a:pt x="0" y="2299"/>
                      <a:pt x="0" y="2299"/>
                    </a:cubicBezTo>
                    <a:cubicBezTo>
                      <a:pt x="1977" y="1953"/>
                      <a:pt x="3131" y="656"/>
                      <a:pt x="36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025" lIns="43025" spcFirstLastPara="1" rIns="43025" wrap="square" tIns="43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15" name="Google Shape;1315;p42"/>
          <p:cNvSpPr/>
          <p:nvPr/>
        </p:nvSpPr>
        <p:spPr>
          <a:xfrm flipH="1">
            <a:off x="8210585" y="4290625"/>
            <a:ext cx="1308300" cy="1812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42"/>
          <p:cNvSpPr txBox="1"/>
          <p:nvPr/>
        </p:nvSpPr>
        <p:spPr>
          <a:xfrm>
            <a:off x="629350" y="1578300"/>
            <a:ext cx="13083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Hasta los 90 no había mucha diferencia entre géneros.</a:t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Drama, el menos popular en general.</a:t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A partir de los 2000, boom de Acción, Comedia y Aventuras.</a:t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pic>
        <p:nvPicPr>
          <p:cNvPr id="1317" name="Google Shape;1317;p42" title="Captura de pantalla 2025-10-23 1719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037" y="862426"/>
            <a:ext cx="5858149" cy="377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43"/>
          <p:cNvSpPr/>
          <p:nvPr/>
        </p:nvSpPr>
        <p:spPr>
          <a:xfrm>
            <a:off x="1830125" y="4573900"/>
            <a:ext cx="4224000" cy="881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43"/>
          <p:cNvSpPr txBox="1"/>
          <p:nvPr>
            <p:ph idx="1" type="subTitle"/>
          </p:nvPr>
        </p:nvSpPr>
        <p:spPr>
          <a:xfrm flipH="1">
            <a:off x="5117525" y="1722925"/>
            <a:ext cx="3586500" cy="10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¿Estará mejor valorado un anime cuantos más capítulos tenga?</a:t>
            </a:r>
            <a:endParaRPr b="1" sz="2100"/>
          </a:p>
        </p:txBody>
      </p:sp>
      <p:sp>
        <p:nvSpPr>
          <p:cNvPr id="1324" name="Google Shape;1324;p43"/>
          <p:cNvSpPr txBox="1"/>
          <p:nvPr>
            <p:ph idx="2" type="title"/>
          </p:nvPr>
        </p:nvSpPr>
        <p:spPr>
          <a:xfrm flipH="1">
            <a:off x="4840575" y="-5025"/>
            <a:ext cx="3731100" cy="1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Duda:</a:t>
            </a:r>
            <a:endParaRPr/>
          </a:p>
        </p:txBody>
      </p:sp>
      <p:grpSp>
        <p:nvGrpSpPr>
          <p:cNvPr id="1325" name="Google Shape;1325;p43"/>
          <p:cNvGrpSpPr/>
          <p:nvPr/>
        </p:nvGrpSpPr>
        <p:grpSpPr>
          <a:xfrm>
            <a:off x="458996" y="929692"/>
            <a:ext cx="3461397" cy="1183360"/>
            <a:chOff x="2840225" y="2669500"/>
            <a:chExt cx="1515100" cy="517950"/>
          </a:xfrm>
        </p:grpSpPr>
        <p:sp>
          <p:nvSpPr>
            <p:cNvPr id="1326" name="Google Shape;1326;p43"/>
            <p:cNvSpPr/>
            <p:nvPr/>
          </p:nvSpPr>
          <p:spPr>
            <a:xfrm>
              <a:off x="3958525" y="2987700"/>
              <a:ext cx="117600" cy="127425"/>
            </a:xfrm>
            <a:custGeom>
              <a:rect b="b" l="l" r="r" t="t"/>
              <a:pathLst>
                <a:path extrusionOk="0" h="5097" w="4704">
                  <a:moveTo>
                    <a:pt x="4703" y="0"/>
                  </a:moveTo>
                  <a:cubicBezTo>
                    <a:pt x="1358" y="4001"/>
                    <a:pt x="524" y="4513"/>
                    <a:pt x="0" y="5096"/>
                  </a:cubicBezTo>
                  <a:cubicBezTo>
                    <a:pt x="167" y="5013"/>
                    <a:pt x="322" y="4918"/>
                    <a:pt x="453" y="4787"/>
                  </a:cubicBezTo>
                  <a:cubicBezTo>
                    <a:pt x="1393" y="3810"/>
                    <a:pt x="2310" y="2810"/>
                    <a:pt x="3239" y="1810"/>
                  </a:cubicBezTo>
                  <a:cubicBezTo>
                    <a:pt x="3775" y="1239"/>
                    <a:pt x="4263" y="632"/>
                    <a:pt x="47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43"/>
            <p:cNvSpPr/>
            <p:nvPr/>
          </p:nvSpPr>
          <p:spPr>
            <a:xfrm>
              <a:off x="3919225" y="3157950"/>
              <a:ext cx="14600" cy="29500"/>
            </a:xfrm>
            <a:custGeom>
              <a:rect b="b" l="l" r="r" t="t"/>
              <a:pathLst>
                <a:path extrusionOk="0" h="1180" w="584">
                  <a:moveTo>
                    <a:pt x="584" y="1"/>
                  </a:moveTo>
                  <a:cubicBezTo>
                    <a:pt x="417" y="322"/>
                    <a:pt x="239" y="703"/>
                    <a:pt x="1" y="1180"/>
                  </a:cubicBezTo>
                  <a:lnTo>
                    <a:pt x="155" y="1180"/>
                  </a:lnTo>
                  <a:cubicBezTo>
                    <a:pt x="322" y="799"/>
                    <a:pt x="465" y="406"/>
                    <a:pt x="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43"/>
            <p:cNvSpPr/>
            <p:nvPr/>
          </p:nvSpPr>
          <p:spPr>
            <a:xfrm>
              <a:off x="3387025" y="2699875"/>
              <a:ext cx="77700" cy="41100"/>
            </a:xfrm>
            <a:custGeom>
              <a:rect b="b" l="l" r="r" t="t"/>
              <a:pathLst>
                <a:path extrusionOk="0" h="1644" w="3108">
                  <a:moveTo>
                    <a:pt x="405" y="0"/>
                  </a:moveTo>
                  <a:lnTo>
                    <a:pt x="405" y="0"/>
                  </a:lnTo>
                  <a:cubicBezTo>
                    <a:pt x="250" y="119"/>
                    <a:pt x="131" y="214"/>
                    <a:pt x="0" y="310"/>
                  </a:cubicBezTo>
                  <a:cubicBezTo>
                    <a:pt x="905" y="762"/>
                    <a:pt x="1774" y="1191"/>
                    <a:pt x="2667" y="1643"/>
                  </a:cubicBezTo>
                  <a:cubicBezTo>
                    <a:pt x="2822" y="1262"/>
                    <a:pt x="2953" y="941"/>
                    <a:pt x="3108" y="560"/>
                  </a:cubicBezTo>
                  <a:cubicBezTo>
                    <a:pt x="2322" y="369"/>
                    <a:pt x="1584" y="203"/>
                    <a:pt x="834" y="24"/>
                  </a:cubicBezTo>
                  <a:cubicBezTo>
                    <a:pt x="785" y="11"/>
                    <a:pt x="739" y="4"/>
                    <a:pt x="697" y="4"/>
                  </a:cubicBezTo>
                  <a:cubicBezTo>
                    <a:pt x="585" y="4"/>
                    <a:pt x="495" y="51"/>
                    <a:pt x="417" y="155"/>
                  </a:cubicBezTo>
                  <a:cubicBezTo>
                    <a:pt x="417" y="167"/>
                    <a:pt x="393" y="167"/>
                    <a:pt x="369" y="167"/>
                  </a:cubicBezTo>
                  <a:cubicBezTo>
                    <a:pt x="381" y="131"/>
                    <a:pt x="393" y="84"/>
                    <a:pt x="4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43"/>
            <p:cNvSpPr/>
            <p:nvPr/>
          </p:nvSpPr>
          <p:spPr>
            <a:xfrm>
              <a:off x="3356650" y="2725275"/>
              <a:ext cx="94975" cy="27900"/>
            </a:xfrm>
            <a:custGeom>
              <a:rect b="b" l="l" r="r" t="t"/>
              <a:pathLst>
                <a:path extrusionOk="0" h="1116" w="3799">
                  <a:moveTo>
                    <a:pt x="494" y="0"/>
                  </a:moveTo>
                  <a:cubicBezTo>
                    <a:pt x="310" y="0"/>
                    <a:pt x="122" y="91"/>
                    <a:pt x="1" y="306"/>
                  </a:cubicBezTo>
                  <a:cubicBezTo>
                    <a:pt x="1263" y="425"/>
                    <a:pt x="2501" y="508"/>
                    <a:pt x="3644" y="1115"/>
                  </a:cubicBezTo>
                  <a:cubicBezTo>
                    <a:pt x="3799" y="961"/>
                    <a:pt x="3775" y="865"/>
                    <a:pt x="3596" y="818"/>
                  </a:cubicBezTo>
                  <a:cubicBezTo>
                    <a:pt x="2608" y="544"/>
                    <a:pt x="1632" y="258"/>
                    <a:pt x="644" y="20"/>
                  </a:cubicBezTo>
                  <a:cubicBezTo>
                    <a:pt x="595" y="7"/>
                    <a:pt x="545" y="0"/>
                    <a:pt x="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43"/>
            <p:cNvSpPr/>
            <p:nvPr/>
          </p:nvSpPr>
          <p:spPr>
            <a:xfrm>
              <a:off x="3205150" y="2670850"/>
              <a:ext cx="575100" cy="516600"/>
            </a:xfrm>
            <a:custGeom>
              <a:rect b="b" l="l" r="r" t="t"/>
              <a:pathLst>
                <a:path extrusionOk="0" h="20664" w="23004">
                  <a:moveTo>
                    <a:pt x="5180" y="8198"/>
                  </a:moveTo>
                  <a:cubicBezTo>
                    <a:pt x="6287" y="8388"/>
                    <a:pt x="7406" y="8579"/>
                    <a:pt x="8513" y="8769"/>
                  </a:cubicBezTo>
                  <a:cubicBezTo>
                    <a:pt x="8513" y="8805"/>
                    <a:pt x="8513" y="8829"/>
                    <a:pt x="8513" y="8853"/>
                  </a:cubicBezTo>
                  <a:cubicBezTo>
                    <a:pt x="7740" y="8745"/>
                    <a:pt x="6966" y="8638"/>
                    <a:pt x="6192" y="8531"/>
                  </a:cubicBezTo>
                  <a:cubicBezTo>
                    <a:pt x="6180" y="8531"/>
                    <a:pt x="6180" y="8543"/>
                    <a:pt x="6180" y="8555"/>
                  </a:cubicBezTo>
                  <a:cubicBezTo>
                    <a:pt x="6513" y="8638"/>
                    <a:pt x="6847" y="8734"/>
                    <a:pt x="7180" y="8817"/>
                  </a:cubicBezTo>
                  <a:cubicBezTo>
                    <a:pt x="7078" y="8821"/>
                    <a:pt x="6976" y="8823"/>
                    <a:pt x="6875" y="8823"/>
                  </a:cubicBezTo>
                  <a:cubicBezTo>
                    <a:pt x="6125" y="8823"/>
                    <a:pt x="5394" y="8701"/>
                    <a:pt x="4692" y="8376"/>
                  </a:cubicBezTo>
                  <a:lnTo>
                    <a:pt x="4692" y="8376"/>
                  </a:lnTo>
                  <a:cubicBezTo>
                    <a:pt x="5025" y="8400"/>
                    <a:pt x="5346" y="8424"/>
                    <a:pt x="5668" y="8448"/>
                  </a:cubicBezTo>
                  <a:cubicBezTo>
                    <a:pt x="5680" y="8436"/>
                    <a:pt x="5680" y="8424"/>
                    <a:pt x="5680" y="8412"/>
                  </a:cubicBezTo>
                  <a:cubicBezTo>
                    <a:pt x="5513" y="8364"/>
                    <a:pt x="5335" y="8305"/>
                    <a:pt x="5168" y="8245"/>
                  </a:cubicBezTo>
                  <a:cubicBezTo>
                    <a:pt x="5168" y="8233"/>
                    <a:pt x="5180" y="8222"/>
                    <a:pt x="5180" y="8198"/>
                  </a:cubicBezTo>
                  <a:close/>
                  <a:moveTo>
                    <a:pt x="3453" y="9567"/>
                  </a:moveTo>
                  <a:lnTo>
                    <a:pt x="4334" y="9805"/>
                  </a:lnTo>
                  <a:cubicBezTo>
                    <a:pt x="4037" y="9734"/>
                    <a:pt x="3739" y="9662"/>
                    <a:pt x="3453" y="9567"/>
                  </a:cubicBezTo>
                  <a:close/>
                  <a:moveTo>
                    <a:pt x="3263" y="9555"/>
                  </a:moveTo>
                  <a:cubicBezTo>
                    <a:pt x="3403" y="9595"/>
                    <a:pt x="4029" y="9862"/>
                    <a:pt x="4290" y="9862"/>
                  </a:cubicBezTo>
                  <a:cubicBezTo>
                    <a:pt x="4340" y="9862"/>
                    <a:pt x="4377" y="9852"/>
                    <a:pt x="4394" y="9829"/>
                  </a:cubicBezTo>
                  <a:lnTo>
                    <a:pt x="4334" y="9805"/>
                  </a:lnTo>
                  <a:lnTo>
                    <a:pt x="4334" y="9805"/>
                  </a:lnTo>
                  <a:cubicBezTo>
                    <a:pt x="5345" y="10050"/>
                    <a:pt x="6373" y="10172"/>
                    <a:pt x="7410" y="10172"/>
                  </a:cubicBezTo>
                  <a:cubicBezTo>
                    <a:pt x="7583" y="10172"/>
                    <a:pt x="7757" y="10169"/>
                    <a:pt x="7930" y="10162"/>
                  </a:cubicBezTo>
                  <a:cubicBezTo>
                    <a:pt x="7972" y="10159"/>
                    <a:pt x="8016" y="10157"/>
                    <a:pt x="8060" y="10157"/>
                  </a:cubicBezTo>
                  <a:cubicBezTo>
                    <a:pt x="8193" y="10157"/>
                    <a:pt x="8332" y="10177"/>
                    <a:pt x="8430" y="10258"/>
                  </a:cubicBezTo>
                  <a:cubicBezTo>
                    <a:pt x="8644" y="10424"/>
                    <a:pt x="8597" y="10758"/>
                    <a:pt x="8525" y="11008"/>
                  </a:cubicBezTo>
                  <a:cubicBezTo>
                    <a:pt x="8192" y="12127"/>
                    <a:pt x="7716" y="13210"/>
                    <a:pt x="7097" y="14210"/>
                  </a:cubicBezTo>
                  <a:cubicBezTo>
                    <a:pt x="6906" y="14508"/>
                    <a:pt x="6680" y="14830"/>
                    <a:pt x="6335" y="14949"/>
                  </a:cubicBezTo>
                  <a:cubicBezTo>
                    <a:pt x="6229" y="14988"/>
                    <a:pt x="6124" y="15006"/>
                    <a:pt x="6022" y="15006"/>
                  </a:cubicBezTo>
                  <a:cubicBezTo>
                    <a:pt x="5408" y="15006"/>
                    <a:pt x="4861" y="14363"/>
                    <a:pt x="4525" y="13782"/>
                  </a:cubicBezTo>
                  <a:cubicBezTo>
                    <a:pt x="4096" y="13020"/>
                    <a:pt x="3727" y="12234"/>
                    <a:pt x="3406" y="11436"/>
                  </a:cubicBezTo>
                  <a:cubicBezTo>
                    <a:pt x="3156" y="10829"/>
                    <a:pt x="2953" y="10127"/>
                    <a:pt x="3263" y="9555"/>
                  </a:cubicBezTo>
                  <a:close/>
                  <a:moveTo>
                    <a:pt x="15907" y="13282"/>
                  </a:moveTo>
                  <a:cubicBezTo>
                    <a:pt x="16491" y="13984"/>
                    <a:pt x="17003" y="14746"/>
                    <a:pt x="17443" y="15544"/>
                  </a:cubicBezTo>
                  <a:cubicBezTo>
                    <a:pt x="17503" y="15663"/>
                    <a:pt x="17574" y="15794"/>
                    <a:pt x="17538" y="15925"/>
                  </a:cubicBezTo>
                  <a:cubicBezTo>
                    <a:pt x="17515" y="16020"/>
                    <a:pt x="17443" y="16092"/>
                    <a:pt x="17372" y="16163"/>
                  </a:cubicBezTo>
                  <a:cubicBezTo>
                    <a:pt x="16800" y="16723"/>
                    <a:pt x="16086" y="17139"/>
                    <a:pt x="15324" y="17389"/>
                  </a:cubicBezTo>
                  <a:lnTo>
                    <a:pt x="15598" y="17246"/>
                  </a:lnTo>
                  <a:cubicBezTo>
                    <a:pt x="15693" y="15925"/>
                    <a:pt x="15800" y="14603"/>
                    <a:pt x="15907" y="13282"/>
                  </a:cubicBezTo>
                  <a:close/>
                  <a:moveTo>
                    <a:pt x="14657" y="10448"/>
                  </a:moveTo>
                  <a:cubicBezTo>
                    <a:pt x="14657" y="12901"/>
                    <a:pt x="14657" y="15353"/>
                    <a:pt x="14657" y="17830"/>
                  </a:cubicBezTo>
                  <a:cubicBezTo>
                    <a:pt x="14550" y="17639"/>
                    <a:pt x="14455" y="17461"/>
                    <a:pt x="14359" y="17282"/>
                  </a:cubicBezTo>
                  <a:cubicBezTo>
                    <a:pt x="14169" y="16961"/>
                    <a:pt x="14002" y="16615"/>
                    <a:pt x="13800" y="16294"/>
                  </a:cubicBezTo>
                  <a:cubicBezTo>
                    <a:pt x="13466" y="15758"/>
                    <a:pt x="13419" y="15187"/>
                    <a:pt x="13574" y="14591"/>
                  </a:cubicBezTo>
                  <a:cubicBezTo>
                    <a:pt x="13705" y="14127"/>
                    <a:pt x="13824" y="13651"/>
                    <a:pt x="13919" y="13186"/>
                  </a:cubicBezTo>
                  <a:cubicBezTo>
                    <a:pt x="14086" y="12448"/>
                    <a:pt x="14228" y="11698"/>
                    <a:pt x="14395" y="10972"/>
                  </a:cubicBezTo>
                  <a:cubicBezTo>
                    <a:pt x="14443" y="10781"/>
                    <a:pt x="14538" y="10615"/>
                    <a:pt x="14609" y="10448"/>
                  </a:cubicBezTo>
                  <a:close/>
                  <a:moveTo>
                    <a:pt x="17416" y="1"/>
                  </a:moveTo>
                  <a:cubicBezTo>
                    <a:pt x="17314" y="1"/>
                    <a:pt x="17234" y="10"/>
                    <a:pt x="17181" y="30"/>
                  </a:cubicBezTo>
                  <a:cubicBezTo>
                    <a:pt x="16479" y="1459"/>
                    <a:pt x="15741" y="2876"/>
                    <a:pt x="14990" y="4281"/>
                  </a:cubicBezTo>
                  <a:cubicBezTo>
                    <a:pt x="14693" y="4816"/>
                    <a:pt x="14276" y="5269"/>
                    <a:pt x="13955" y="5805"/>
                  </a:cubicBezTo>
                  <a:cubicBezTo>
                    <a:pt x="13312" y="6888"/>
                    <a:pt x="12585" y="7900"/>
                    <a:pt x="11776" y="8876"/>
                  </a:cubicBezTo>
                  <a:cubicBezTo>
                    <a:pt x="11502" y="9210"/>
                    <a:pt x="11192" y="9519"/>
                    <a:pt x="10895" y="9841"/>
                  </a:cubicBezTo>
                  <a:cubicBezTo>
                    <a:pt x="10859" y="9829"/>
                    <a:pt x="10823" y="9817"/>
                    <a:pt x="10799" y="9805"/>
                  </a:cubicBezTo>
                  <a:cubicBezTo>
                    <a:pt x="10990" y="9341"/>
                    <a:pt x="11192" y="8888"/>
                    <a:pt x="11383" y="8436"/>
                  </a:cubicBezTo>
                  <a:cubicBezTo>
                    <a:pt x="11383" y="8436"/>
                    <a:pt x="11383" y="8436"/>
                    <a:pt x="11383" y="8424"/>
                  </a:cubicBezTo>
                  <a:cubicBezTo>
                    <a:pt x="11371" y="8424"/>
                    <a:pt x="11359" y="8412"/>
                    <a:pt x="11335" y="8400"/>
                  </a:cubicBezTo>
                  <a:lnTo>
                    <a:pt x="10954" y="9043"/>
                  </a:lnTo>
                  <a:cubicBezTo>
                    <a:pt x="11085" y="8698"/>
                    <a:pt x="11228" y="8353"/>
                    <a:pt x="11371" y="8007"/>
                  </a:cubicBezTo>
                  <a:lnTo>
                    <a:pt x="11371" y="8007"/>
                  </a:lnTo>
                  <a:cubicBezTo>
                    <a:pt x="11264" y="8114"/>
                    <a:pt x="11157" y="8198"/>
                    <a:pt x="11026" y="8269"/>
                  </a:cubicBezTo>
                  <a:cubicBezTo>
                    <a:pt x="10740" y="8436"/>
                    <a:pt x="10395" y="8472"/>
                    <a:pt x="10073" y="8483"/>
                  </a:cubicBezTo>
                  <a:cubicBezTo>
                    <a:pt x="9905" y="8490"/>
                    <a:pt x="9738" y="8494"/>
                    <a:pt x="9570" y="8494"/>
                  </a:cubicBezTo>
                  <a:cubicBezTo>
                    <a:pt x="8274" y="8494"/>
                    <a:pt x="6983" y="8292"/>
                    <a:pt x="5739" y="7912"/>
                  </a:cubicBezTo>
                  <a:lnTo>
                    <a:pt x="5739" y="7912"/>
                  </a:lnTo>
                  <a:cubicBezTo>
                    <a:pt x="5918" y="7972"/>
                    <a:pt x="6085" y="8031"/>
                    <a:pt x="6263" y="8079"/>
                  </a:cubicBezTo>
                  <a:cubicBezTo>
                    <a:pt x="6656" y="8198"/>
                    <a:pt x="7061" y="8305"/>
                    <a:pt x="7442" y="8412"/>
                  </a:cubicBezTo>
                  <a:cubicBezTo>
                    <a:pt x="5513" y="8305"/>
                    <a:pt x="3811" y="7626"/>
                    <a:pt x="2382" y="6317"/>
                  </a:cubicBezTo>
                  <a:cubicBezTo>
                    <a:pt x="2275" y="6257"/>
                    <a:pt x="2179" y="6186"/>
                    <a:pt x="2084" y="6114"/>
                  </a:cubicBezTo>
                  <a:cubicBezTo>
                    <a:pt x="2072" y="6138"/>
                    <a:pt x="2060" y="6162"/>
                    <a:pt x="2048" y="6186"/>
                  </a:cubicBezTo>
                  <a:cubicBezTo>
                    <a:pt x="2227" y="6340"/>
                    <a:pt x="2394" y="6507"/>
                    <a:pt x="2560" y="6674"/>
                  </a:cubicBezTo>
                  <a:cubicBezTo>
                    <a:pt x="2548" y="6698"/>
                    <a:pt x="2525" y="6709"/>
                    <a:pt x="2513" y="6733"/>
                  </a:cubicBezTo>
                  <a:cubicBezTo>
                    <a:pt x="1679" y="6031"/>
                    <a:pt x="858" y="5328"/>
                    <a:pt x="1" y="4602"/>
                  </a:cubicBezTo>
                  <a:lnTo>
                    <a:pt x="1" y="4602"/>
                  </a:lnTo>
                  <a:cubicBezTo>
                    <a:pt x="536" y="8769"/>
                    <a:pt x="1191" y="12913"/>
                    <a:pt x="1989" y="17032"/>
                  </a:cubicBezTo>
                  <a:cubicBezTo>
                    <a:pt x="2203" y="18092"/>
                    <a:pt x="2417" y="19151"/>
                    <a:pt x="2739" y="20175"/>
                  </a:cubicBezTo>
                  <a:cubicBezTo>
                    <a:pt x="2787" y="20342"/>
                    <a:pt x="2846" y="20497"/>
                    <a:pt x="2906" y="20664"/>
                  </a:cubicBezTo>
                  <a:lnTo>
                    <a:pt x="22980" y="20664"/>
                  </a:lnTo>
                  <a:cubicBezTo>
                    <a:pt x="22980" y="20616"/>
                    <a:pt x="22991" y="20568"/>
                    <a:pt x="22991" y="20533"/>
                  </a:cubicBezTo>
                  <a:cubicBezTo>
                    <a:pt x="23003" y="20211"/>
                    <a:pt x="22432" y="9031"/>
                    <a:pt x="22111" y="9031"/>
                  </a:cubicBezTo>
                  <a:cubicBezTo>
                    <a:pt x="22111" y="9031"/>
                    <a:pt x="22111" y="9031"/>
                    <a:pt x="22110" y="9031"/>
                  </a:cubicBezTo>
                  <a:cubicBezTo>
                    <a:pt x="21988" y="9037"/>
                    <a:pt x="21869" y="9039"/>
                    <a:pt x="21755" y="9039"/>
                  </a:cubicBezTo>
                  <a:cubicBezTo>
                    <a:pt x="18816" y="9039"/>
                    <a:pt x="18428" y="7302"/>
                    <a:pt x="19253" y="5102"/>
                  </a:cubicBezTo>
                  <a:lnTo>
                    <a:pt x="19253" y="5102"/>
                  </a:lnTo>
                  <a:cubicBezTo>
                    <a:pt x="18979" y="5281"/>
                    <a:pt x="18705" y="5471"/>
                    <a:pt x="18431" y="5638"/>
                  </a:cubicBezTo>
                  <a:cubicBezTo>
                    <a:pt x="18396" y="5614"/>
                    <a:pt x="18372" y="5590"/>
                    <a:pt x="18348" y="5566"/>
                  </a:cubicBezTo>
                  <a:cubicBezTo>
                    <a:pt x="18455" y="5412"/>
                    <a:pt x="18550" y="5221"/>
                    <a:pt x="18693" y="5114"/>
                  </a:cubicBezTo>
                  <a:cubicBezTo>
                    <a:pt x="18979" y="4876"/>
                    <a:pt x="19253" y="4650"/>
                    <a:pt x="19539" y="4423"/>
                  </a:cubicBezTo>
                  <a:cubicBezTo>
                    <a:pt x="19622" y="4257"/>
                    <a:pt x="19705" y="4090"/>
                    <a:pt x="19789" y="3911"/>
                  </a:cubicBezTo>
                  <a:lnTo>
                    <a:pt x="19789" y="3911"/>
                  </a:lnTo>
                  <a:cubicBezTo>
                    <a:pt x="19682" y="3959"/>
                    <a:pt x="19574" y="4007"/>
                    <a:pt x="19467" y="4054"/>
                  </a:cubicBezTo>
                  <a:cubicBezTo>
                    <a:pt x="19610" y="3935"/>
                    <a:pt x="19753" y="3816"/>
                    <a:pt x="19908" y="3709"/>
                  </a:cubicBezTo>
                  <a:cubicBezTo>
                    <a:pt x="20217" y="3126"/>
                    <a:pt x="20598" y="2542"/>
                    <a:pt x="21003" y="1959"/>
                  </a:cubicBezTo>
                  <a:lnTo>
                    <a:pt x="21003" y="1959"/>
                  </a:lnTo>
                  <a:cubicBezTo>
                    <a:pt x="20265" y="2304"/>
                    <a:pt x="19527" y="2685"/>
                    <a:pt x="18800" y="3114"/>
                  </a:cubicBezTo>
                  <a:cubicBezTo>
                    <a:pt x="19170" y="2614"/>
                    <a:pt x="19562" y="2173"/>
                    <a:pt x="20074" y="1876"/>
                  </a:cubicBezTo>
                  <a:cubicBezTo>
                    <a:pt x="20634" y="1566"/>
                    <a:pt x="21194" y="1268"/>
                    <a:pt x="21753" y="959"/>
                  </a:cubicBezTo>
                  <a:cubicBezTo>
                    <a:pt x="21753" y="959"/>
                    <a:pt x="18454" y="1"/>
                    <a:pt x="1741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43"/>
            <p:cNvSpPr/>
            <p:nvPr/>
          </p:nvSpPr>
          <p:spPr>
            <a:xfrm>
              <a:off x="3464700" y="2669800"/>
              <a:ext cx="91400" cy="133075"/>
            </a:xfrm>
            <a:custGeom>
              <a:rect b="b" l="l" r="r" t="t"/>
              <a:pathLst>
                <a:path extrusionOk="0" h="5323" w="3656">
                  <a:moveTo>
                    <a:pt x="2608" y="1"/>
                  </a:moveTo>
                  <a:cubicBezTo>
                    <a:pt x="2013" y="1132"/>
                    <a:pt x="1322" y="2227"/>
                    <a:pt x="537" y="3263"/>
                  </a:cubicBezTo>
                  <a:cubicBezTo>
                    <a:pt x="679" y="3370"/>
                    <a:pt x="822" y="3465"/>
                    <a:pt x="965" y="3572"/>
                  </a:cubicBezTo>
                  <a:cubicBezTo>
                    <a:pt x="953" y="3596"/>
                    <a:pt x="941" y="3620"/>
                    <a:pt x="918" y="3644"/>
                  </a:cubicBezTo>
                  <a:cubicBezTo>
                    <a:pt x="763" y="3584"/>
                    <a:pt x="596" y="3477"/>
                    <a:pt x="441" y="3477"/>
                  </a:cubicBezTo>
                  <a:cubicBezTo>
                    <a:pt x="298" y="3489"/>
                    <a:pt x="167" y="3608"/>
                    <a:pt x="1" y="3692"/>
                  </a:cubicBezTo>
                  <a:cubicBezTo>
                    <a:pt x="584" y="4215"/>
                    <a:pt x="1132" y="4692"/>
                    <a:pt x="1680" y="5180"/>
                  </a:cubicBezTo>
                  <a:cubicBezTo>
                    <a:pt x="1739" y="5227"/>
                    <a:pt x="1799" y="5275"/>
                    <a:pt x="1858" y="5323"/>
                  </a:cubicBezTo>
                  <a:cubicBezTo>
                    <a:pt x="1894" y="5251"/>
                    <a:pt x="1930" y="5180"/>
                    <a:pt x="1953" y="5108"/>
                  </a:cubicBezTo>
                  <a:cubicBezTo>
                    <a:pt x="2584" y="3430"/>
                    <a:pt x="3180" y="1727"/>
                    <a:pt x="365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43"/>
            <p:cNvSpPr/>
            <p:nvPr/>
          </p:nvSpPr>
          <p:spPr>
            <a:xfrm>
              <a:off x="3307550" y="2753150"/>
              <a:ext cx="35150" cy="4200"/>
            </a:xfrm>
            <a:custGeom>
              <a:rect b="b" l="l" r="r" t="t"/>
              <a:pathLst>
                <a:path extrusionOk="0" h="168" w="1406">
                  <a:moveTo>
                    <a:pt x="1369" y="0"/>
                  </a:moveTo>
                  <a:cubicBezTo>
                    <a:pt x="917" y="48"/>
                    <a:pt x="465" y="84"/>
                    <a:pt x="0" y="131"/>
                  </a:cubicBezTo>
                  <a:cubicBezTo>
                    <a:pt x="453" y="131"/>
                    <a:pt x="905" y="143"/>
                    <a:pt x="1358" y="167"/>
                  </a:cubicBezTo>
                  <a:cubicBezTo>
                    <a:pt x="1369" y="155"/>
                    <a:pt x="1393" y="131"/>
                    <a:pt x="1405" y="119"/>
                  </a:cubicBezTo>
                  <a:lnTo>
                    <a:pt x="13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43"/>
            <p:cNvSpPr/>
            <p:nvPr/>
          </p:nvSpPr>
          <p:spPr>
            <a:xfrm>
              <a:off x="3183725" y="2769225"/>
              <a:ext cx="325" cy="2100"/>
            </a:xfrm>
            <a:custGeom>
              <a:rect b="b" l="l" r="r" t="t"/>
              <a:pathLst>
                <a:path extrusionOk="0" h="84" w="13">
                  <a:moveTo>
                    <a:pt x="0" y="0"/>
                  </a:moveTo>
                  <a:cubicBezTo>
                    <a:pt x="0" y="24"/>
                    <a:pt x="12" y="60"/>
                    <a:pt x="12" y="84"/>
                  </a:cubicBezTo>
                  <a:lnTo>
                    <a:pt x="12" y="12"/>
                  </a:lnTo>
                  <a:cubicBezTo>
                    <a:pt x="12" y="12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C5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43"/>
            <p:cNvSpPr/>
            <p:nvPr/>
          </p:nvSpPr>
          <p:spPr>
            <a:xfrm>
              <a:off x="3181925" y="2700175"/>
              <a:ext cx="23850" cy="27400"/>
            </a:xfrm>
            <a:custGeom>
              <a:rect b="b" l="l" r="r" t="t"/>
              <a:pathLst>
                <a:path extrusionOk="0" h="1096" w="954">
                  <a:moveTo>
                    <a:pt x="882" y="0"/>
                  </a:moveTo>
                  <a:cubicBezTo>
                    <a:pt x="596" y="333"/>
                    <a:pt x="298" y="667"/>
                    <a:pt x="1" y="988"/>
                  </a:cubicBezTo>
                  <a:cubicBezTo>
                    <a:pt x="48" y="1024"/>
                    <a:pt x="84" y="1060"/>
                    <a:pt x="120" y="1095"/>
                  </a:cubicBezTo>
                  <a:cubicBezTo>
                    <a:pt x="394" y="750"/>
                    <a:pt x="679" y="405"/>
                    <a:pt x="953" y="72"/>
                  </a:cubicBezTo>
                  <a:cubicBezTo>
                    <a:pt x="930" y="48"/>
                    <a:pt x="906" y="24"/>
                    <a:pt x="8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43"/>
            <p:cNvSpPr/>
            <p:nvPr/>
          </p:nvSpPr>
          <p:spPr>
            <a:xfrm>
              <a:off x="3929650" y="2669800"/>
              <a:ext cx="425675" cy="517650"/>
            </a:xfrm>
            <a:custGeom>
              <a:rect b="b" l="l" r="r" t="t"/>
              <a:pathLst>
                <a:path extrusionOk="0" h="20706" w="17027">
                  <a:moveTo>
                    <a:pt x="6751" y="1"/>
                  </a:moveTo>
                  <a:cubicBezTo>
                    <a:pt x="6668" y="441"/>
                    <a:pt x="6513" y="882"/>
                    <a:pt x="6406" y="1322"/>
                  </a:cubicBezTo>
                  <a:cubicBezTo>
                    <a:pt x="6930" y="1501"/>
                    <a:pt x="7406" y="1810"/>
                    <a:pt x="7585" y="2346"/>
                  </a:cubicBezTo>
                  <a:cubicBezTo>
                    <a:pt x="7799" y="3001"/>
                    <a:pt x="7978" y="3680"/>
                    <a:pt x="8061" y="4370"/>
                  </a:cubicBezTo>
                  <a:cubicBezTo>
                    <a:pt x="8228" y="5728"/>
                    <a:pt x="8299" y="7097"/>
                    <a:pt x="8156" y="8478"/>
                  </a:cubicBezTo>
                  <a:cubicBezTo>
                    <a:pt x="8073" y="9299"/>
                    <a:pt x="7870" y="10085"/>
                    <a:pt x="7466" y="10811"/>
                  </a:cubicBezTo>
                  <a:cubicBezTo>
                    <a:pt x="6644" y="12264"/>
                    <a:pt x="5703" y="13621"/>
                    <a:pt x="4549" y="14824"/>
                  </a:cubicBezTo>
                  <a:cubicBezTo>
                    <a:pt x="3691" y="15729"/>
                    <a:pt x="2858" y="16634"/>
                    <a:pt x="1989" y="17527"/>
                  </a:cubicBezTo>
                  <a:cubicBezTo>
                    <a:pt x="1762" y="17753"/>
                    <a:pt x="1477" y="17931"/>
                    <a:pt x="1191" y="18098"/>
                  </a:cubicBezTo>
                  <a:cubicBezTo>
                    <a:pt x="1136" y="18125"/>
                    <a:pt x="1054" y="18173"/>
                    <a:pt x="976" y="18173"/>
                  </a:cubicBezTo>
                  <a:cubicBezTo>
                    <a:pt x="952" y="18173"/>
                    <a:pt x="928" y="18169"/>
                    <a:pt x="905" y="18158"/>
                  </a:cubicBezTo>
                  <a:cubicBezTo>
                    <a:pt x="810" y="18289"/>
                    <a:pt x="715" y="18455"/>
                    <a:pt x="596" y="18658"/>
                  </a:cubicBezTo>
                  <a:cubicBezTo>
                    <a:pt x="512" y="18932"/>
                    <a:pt x="429" y="19205"/>
                    <a:pt x="369" y="19491"/>
                  </a:cubicBezTo>
                  <a:cubicBezTo>
                    <a:pt x="274" y="19908"/>
                    <a:pt x="143" y="20313"/>
                    <a:pt x="0" y="20706"/>
                  </a:cubicBezTo>
                  <a:lnTo>
                    <a:pt x="17026" y="20706"/>
                  </a:lnTo>
                  <a:lnTo>
                    <a:pt x="17026" y="1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43"/>
            <p:cNvSpPr/>
            <p:nvPr/>
          </p:nvSpPr>
          <p:spPr>
            <a:xfrm>
              <a:off x="2840225" y="2669800"/>
              <a:ext cx="402450" cy="517650"/>
            </a:xfrm>
            <a:custGeom>
              <a:rect b="b" l="l" r="r" t="t"/>
              <a:pathLst>
                <a:path extrusionOk="0" h="20706" w="16098">
                  <a:moveTo>
                    <a:pt x="15295" y="17809"/>
                  </a:moveTo>
                  <a:lnTo>
                    <a:pt x="15295" y="17809"/>
                  </a:lnTo>
                  <a:cubicBezTo>
                    <a:pt x="15294" y="17809"/>
                    <a:pt x="15295" y="17816"/>
                    <a:pt x="15299" y="17834"/>
                  </a:cubicBezTo>
                  <a:lnTo>
                    <a:pt x="15299" y="17834"/>
                  </a:lnTo>
                  <a:cubicBezTo>
                    <a:pt x="15298" y="17819"/>
                    <a:pt x="15295" y="17809"/>
                    <a:pt x="15295" y="17809"/>
                  </a:cubicBezTo>
                  <a:close/>
                  <a:moveTo>
                    <a:pt x="0" y="1"/>
                  </a:moveTo>
                  <a:lnTo>
                    <a:pt x="0" y="20706"/>
                  </a:lnTo>
                  <a:lnTo>
                    <a:pt x="16098" y="20706"/>
                  </a:lnTo>
                  <a:cubicBezTo>
                    <a:pt x="15788" y="19955"/>
                    <a:pt x="15562" y="19158"/>
                    <a:pt x="15407" y="18324"/>
                  </a:cubicBezTo>
                  <a:cubicBezTo>
                    <a:pt x="15383" y="18170"/>
                    <a:pt x="15336" y="18003"/>
                    <a:pt x="15300" y="17848"/>
                  </a:cubicBezTo>
                  <a:cubicBezTo>
                    <a:pt x="15300" y="17844"/>
                    <a:pt x="15300" y="17840"/>
                    <a:pt x="15300" y="17836"/>
                  </a:cubicBezTo>
                  <a:lnTo>
                    <a:pt x="15300" y="17836"/>
                  </a:lnTo>
                  <a:cubicBezTo>
                    <a:pt x="15300" y="17836"/>
                    <a:pt x="15300" y="17836"/>
                    <a:pt x="15300" y="17836"/>
                  </a:cubicBezTo>
                  <a:cubicBezTo>
                    <a:pt x="15300" y="17835"/>
                    <a:pt x="15300" y="17834"/>
                    <a:pt x="15299" y="17834"/>
                  </a:cubicBezTo>
                  <a:lnTo>
                    <a:pt x="15299" y="17834"/>
                  </a:lnTo>
                  <a:cubicBezTo>
                    <a:pt x="15299" y="17834"/>
                    <a:pt x="15299" y="17835"/>
                    <a:pt x="15300" y="17836"/>
                  </a:cubicBezTo>
                  <a:lnTo>
                    <a:pt x="15300" y="17836"/>
                  </a:lnTo>
                  <a:cubicBezTo>
                    <a:pt x="15038" y="17741"/>
                    <a:pt x="14812" y="17705"/>
                    <a:pt x="14621" y="17598"/>
                  </a:cubicBezTo>
                  <a:cubicBezTo>
                    <a:pt x="14443" y="17503"/>
                    <a:pt x="14264" y="17348"/>
                    <a:pt x="14121" y="17193"/>
                  </a:cubicBezTo>
                  <a:cubicBezTo>
                    <a:pt x="12823" y="15693"/>
                    <a:pt x="11478" y="14229"/>
                    <a:pt x="10252" y="12669"/>
                  </a:cubicBezTo>
                  <a:cubicBezTo>
                    <a:pt x="9609" y="11847"/>
                    <a:pt x="9133" y="10883"/>
                    <a:pt x="8621" y="9966"/>
                  </a:cubicBezTo>
                  <a:cubicBezTo>
                    <a:pt x="8251" y="9311"/>
                    <a:pt x="8132" y="8573"/>
                    <a:pt x="8121" y="7835"/>
                  </a:cubicBezTo>
                  <a:cubicBezTo>
                    <a:pt x="8109" y="6835"/>
                    <a:pt x="8109" y="5823"/>
                    <a:pt x="8204" y="4823"/>
                  </a:cubicBezTo>
                  <a:cubicBezTo>
                    <a:pt x="8323" y="3692"/>
                    <a:pt x="8561" y="2572"/>
                    <a:pt x="8740" y="1441"/>
                  </a:cubicBezTo>
                  <a:cubicBezTo>
                    <a:pt x="8752" y="1346"/>
                    <a:pt x="8763" y="1227"/>
                    <a:pt x="8728" y="1144"/>
                  </a:cubicBezTo>
                  <a:cubicBezTo>
                    <a:pt x="8573" y="763"/>
                    <a:pt x="8418" y="382"/>
                    <a:pt x="8263" y="1"/>
                  </a:cubicBezTo>
                  <a:lnTo>
                    <a:pt x="8001" y="1"/>
                  </a:lnTo>
                  <a:cubicBezTo>
                    <a:pt x="8156" y="739"/>
                    <a:pt x="8311" y="1477"/>
                    <a:pt x="8466" y="2203"/>
                  </a:cubicBezTo>
                  <a:cubicBezTo>
                    <a:pt x="8442" y="2215"/>
                    <a:pt x="8430" y="2215"/>
                    <a:pt x="8406" y="2215"/>
                  </a:cubicBezTo>
                  <a:cubicBezTo>
                    <a:pt x="8335" y="2013"/>
                    <a:pt x="8251" y="1810"/>
                    <a:pt x="8168" y="1620"/>
                  </a:cubicBezTo>
                  <a:cubicBezTo>
                    <a:pt x="7954" y="1084"/>
                    <a:pt x="7751" y="548"/>
                    <a:pt x="7549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43"/>
            <p:cNvSpPr/>
            <p:nvPr/>
          </p:nvSpPr>
          <p:spPr>
            <a:xfrm>
              <a:off x="3279850" y="2686100"/>
              <a:ext cx="98275" cy="28975"/>
            </a:xfrm>
            <a:custGeom>
              <a:rect b="b" l="l" r="r" t="t"/>
              <a:pathLst>
                <a:path extrusionOk="0" h="1159" w="3931">
                  <a:moveTo>
                    <a:pt x="1737" y="0"/>
                  </a:moveTo>
                  <a:cubicBezTo>
                    <a:pt x="1679" y="0"/>
                    <a:pt x="1622" y="22"/>
                    <a:pt x="1573" y="51"/>
                  </a:cubicBezTo>
                  <a:cubicBezTo>
                    <a:pt x="1049" y="384"/>
                    <a:pt x="525" y="718"/>
                    <a:pt x="1" y="1063"/>
                  </a:cubicBezTo>
                  <a:cubicBezTo>
                    <a:pt x="13" y="1099"/>
                    <a:pt x="13" y="1135"/>
                    <a:pt x="25" y="1158"/>
                  </a:cubicBezTo>
                  <a:cubicBezTo>
                    <a:pt x="882" y="1063"/>
                    <a:pt x="1739" y="956"/>
                    <a:pt x="2597" y="861"/>
                  </a:cubicBezTo>
                  <a:cubicBezTo>
                    <a:pt x="2788" y="839"/>
                    <a:pt x="2979" y="799"/>
                    <a:pt x="3170" y="799"/>
                  </a:cubicBezTo>
                  <a:cubicBezTo>
                    <a:pt x="3193" y="799"/>
                    <a:pt x="3216" y="800"/>
                    <a:pt x="3239" y="801"/>
                  </a:cubicBezTo>
                  <a:cubicBezTo>
                    <a:pt x="3271" y="804"/>
                    <a:pt x="3302" y="806"/>
                    <a:pt x="3331" y="806"/>
                  </a:cubicBezTo>
                  <a:cubicBezTo>
                    <a:pt x="3630" y="806"/>
                    <a:pt x="3800" y="641"/>
                    <a:pt x="3930" y="337"/>
                  </a:cubicBezTo>
                  <a:cubicBezTo>
                    <a:pt x="3204" y="218"/>
                    <a:pt x="2489" y="111"/>
                    <a:pt x="1775" y="3"/>
                  </a:cubicBezTo>
                  <a:cubicBezTo>
                    <a:pt x="1762" y="1"/>
                    <a:pt x="1750" y="0"/>
                    <a:pt x="1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43"/>
            <p:cNvSpPr/>
            <p:nvPr/>
          </p:nvSpPr>
          <p:spPr>
            <a:xfrm>
              <a:off x="3373325" y="2669800"/>
              <a:ext cx="19375" cy="4475"/>
            </a:xfrm>
            <a:custGeom>
              <a:rect b="b" l="l" r="r" t="t"/>
              <a:pathLst>
                <a:path extrusionOk="0" h="179" w="775">
                  <a:moveTo>
                    <a:pt x="1" y="1"/>
                  </a:moveTo>
                  <a:cubicBezTo>
                    <a:pt x="155" y="48"/>
                    <a:pt x="310" y="96"/>
                    <a:pt x="465" y="155"/>
                  </a:cubicBezTo>
                  <a:cubicBezTo>
                    <a:pt x="509" y="170"/>
                    <a:pt x="546" y="178"/>
                    <a:pt x="579" y="178"/>
                  </a:cubicBezTo>
                  <a:cubicBezTo>
                    <a:pt x="652" y="178"/>
                    <a:pt x="701" y="139"/>
                    <a:pt x="751" y="48"/>
                  </a:cubicBezTo>
                  <a:cubicBezTo>
                    <a:pt x="763" y="24"/>
                    <a:pt x="774" y="13"/>
                    <a:pt x="774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43"/>
            <p:cNvSpPr/>
            <p:nvPr/>
          </p:nvSpPr>
          <p:spPr>
            <a:xfrm>
              <a:off x="3415600" y="2669800"/>
              <a:ext cx="61925" cy="30400"/>
            </a:xfrm>
            <a:custGeom>
              <a:rect b="b" l="l" r="r" t="t"/>
              <a:pathLst>
                <a:path extrusionOk="0" h="1216" w="2477">
                  <a:moveTo>
                    <a:pt x="619" y="1"/>
                  </a:moveTo>
                  <a:cubicBezTo>
                    <a:pt x="429" y="191"/>
                    <a:pt x="215" y="382"/>
                    <a:pt x="0" y="560"/>
                  </a:cubicBezTo>
                  <a:cubicBezTo>
                    <a:pt x="750" y="798"/>
                    <a:pt x="1405" y="1001"/>
                    <a:pt x="2072" y="1215"/>
                  </a:cubicBezTo>
                  <a:cubicBezTo>
                    <a:pt x="2203" y="810"/>
                    <a:pt x="2334" y="405"/>
                    <a:pt x="2477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43"/>
            <p:cNvSpPr/>
            <p:nvPr/>
          </p:nvSpPr>
          <p:spPr>
            <a:xfrm>
              <a:off x="3214375" y="2722075"/>
              <a:ext cx="29500" cy="11300"/>
            </a:xfrm>
            <a:custGeom>
              <a:rect b="b" l="l" r="r" t="t"/>
              <a:pathLst>
                <a:path extrusionOk="0" h="452" w="1180">
                  <a:moveTo>
                    <a:pt x="863" y="1"/>
                  </a:moveTo>
                  <a:cubicBezTo>
                    <a:pt x="545" y="1"/>
                    <a:pt x="233" y="41"/>
                    <a:pt x="1" y="362"/>
                  </a:cubicBezTo>
                  <a:cubicBezTo>
                    <a:pt x="239" y="389"/>
                    <a:pt x="473" y="452"/>
                    <a:pt x="691" y="452"/>
                  </a:cubicBezTo>
                  <a:cubicBezTo>
                    <a:pt x="866" y="452"/>
                    <a:pt x="1031" y="411"/>
                    <a:pt x="1179" y="279"/>
                  </a:cubicBezTo>
                  <a:lnTo>
                    <a:pt x="1179" y="5"/>
                  </a:lnTo>
                  <a:cubicBezTo>
                    <a:pt x="1075" y="5"/>
                    <a:pt x="969" y="1"/>
                    <a:pt x="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43"/>
            <p:cNvSpPr/>
            <p:nvPr/>
          </p:nvSpPr>
          <p:spPr>
            <a:xfrm>
              <a:off x="3223600" y="2677850"/>
              <a:ext cx="37525" cy="40500"/>
            </a:xfrm>
            <a:custGeom>
              <a:rect b="b" l="l" r="r" t="t"/>
              <a:pathLst>
                <a:path extrusionOk="0" h="1620" w="1501">
                  <a:moveTo>
                    <a:pt x="1501" y="0"/>
                  </a:moveTo>
                  <a:cubicBezTo>
                    <a:pt x="1001" y="536"/>
                    <a:pt x="501" y="1072"/>
                    <a:pt x="1" y="1619"/>
                  </a:cubicBezTo>
                  <a:cubicBezTo>
                    <a:pt x="644" y="1203"/>
                    <a:pt x="1168" y="691"/>
                    <a:pt x="15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43"/>
            <p:cNvSpPr/>
            <p:nvPr/>
          </p:nvSpPr>
          <p:spPr>
            <a:xfrm>
              <a:off x="3231950" y="2677850"/>
              <a:ext cx="44650" cy="41675"/>
            </a:xfrm>
            <a:custGeom>
              <a:rect b="b" l="l" r="r" t="t"/>
              <a:pathLst>
                <a:path extrusionOk="0" h="1667" w="1786">
                  <a:moveTo>
                    <a:pt x="1667" y="0"/>
                  </a:moveTo>
                  <a:cubicBezTo>
                    <a:pt x="1369" y="238"/>
                    <a:pt x="1215" y="607"/>
                    <a:pt x="929" y="857"/>
                  </a:cubicBezTo>
                  <a:cubicBezTo>
                    <a:pt x="631" y="1119"/>
                    <a:pt x="333" y="1369"/>
                    <a:pt x="0" y="1667"/>
                  </a:cubicBezTo>
                  <a:cubicBezTo>
                    <a:pt x="405" y="1643"/>
                    <a:pt x="774" y="1655"/>
                    <a:pt x="1012" y="1286"/>
                  </a:cubicBezTo>
                  <a:cubicBezTo>
                    <a:pt x="1262" y="893"/>
                    <a:pt x="1524" y="512"/>
                    <a:pt x="1786" y="119"/>
                  </a:cubicBezTo>
                  <a:cubicBezTo>
                    <a:pt x="1750" y="83"/>
                    <a:pt x="1703" y="36"/>
                    <a:pt x="16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43"/>
            <p:cNvSpPr/>
            <p:nvPr/>
          </p:nvSpPr>
          <p:spPr>
            <a:xfrm>
              <a:off x="3257825" y="2720100"/>
              <a:ext cx="97975" cy="12300"/>
            </a:xfrm>
            <a:custGeom>
              <a:rect b="b" l="l" r="r" t="t"/>
              <a:pathLst>
                <a:path extrusionOk="0" h="492" w="3919">
                  <a:moveTo>
                    <a:pt x="525" y="1"/>
                  </a:moveTo>
                  <a:cubicBezTo>
                    <a:pt x="346" y="1"/>
                    <a:pt x="180" y="108"/>
                    <a:pt x="1" y="167"/>
                  </a:cubicBezTo>
                  <a:cubicBezTo>
                    <a:pt x="1" y="215"/>
                    <a:pt x="13" y="251"/>
                    <a:pt x="13" y="287"/>
                  </a:cubicBezTo>
                  <a:cubicBezTo>
                    <a:pt x="620" y="346"/>
                    <a:pt x="1215" y="417"/>
                    <a:pt x="1811" y="453"/>
                  </a:cubicBezTo>
                  <a:cubicBezTo>
                    <a:pt x="2055" y="471"/>
                    <a:pt x="2302" y="471"/>
                    <a:pt x="2549" y="471"/>
                  </a:cubicBezTo>
                  <a:cubicBezTo>
                    <a:pt x="2796" y="471"/>
                    <a:pt x="3043" y="471"/>
                    <a:pt x="3287" y="489"/>
                  </a:cubicBezTo>
                  <a:cubicBezTo>
                    <a:pt x="3309" y="491"/>
                    <a:pt x="3330" y="492"/>
                    <a:pt x="3350" y="492"/>
                  </a:cubicBezTo>
                  <a:cubicBezTo>
                    <a:pt x="3609" y="492"/>
                    <a:pt x="3763" y="353"/>
                    <a:pt x="3918" y="132"/>
                  </a:cubicBezTo>
                  <a:cubicBezTo>
                    <a:pt x="3859" y="120"/>
                    <a:pt x="3823" y="96"/>
                    <a:pt x="3787" y="96"/>
                  </a:cubicBezTo>
                  <a:cubicBezTo>
                    <a:pt x="2704" y="60"/>
                    <a:pt x="1608" y="13"/>
                    <a:pt x="5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43"/>
            <p:cNvSpPr/>
            <p:nvPr/>
          </p:nvSpPr>
          <p:spPr>
            <a:xfrm>
              <a:off x="3665475" y="2769225"/>
              <a:ext cx="308550" cy="418225"/>
            </a:xfrm>
            <a:custGeom>
              <a:rect b="b" l="l" r="r" t="t"/>
              <a:pathLst>
                <a:path extrusionOk="0" h="16729" w="12342">
                  <a:moveTo>
                    <a:pt x="7543" y="0"/>
                  </a:moveTo>
                  <a:cubicBezTo>
                    <a:pt x="7507" y="0"/>
                    <a:pt x="7484" y="12"/>
                    <a:pt x="7472" y="24"/>
                  </a:cubicBezTo>
                  <a:cubicBezTo>
                    <a:pt x="7603" y="286"/>
                    <a:pt x="7757" y="548"/>
                    <a:pt x="7853" y="822"/>
                  </a:cubicBezTo>
                  <a:cubicBezTo>
                    <a:pt x="8317" y="2191"/>
                    <a:pt x="7638" y="3513"/>
                    <a:pt x="6293" y="4013"/>
                  </a:cubicBezTo>
                  <a:cubicBezTo>
                    <a:pt x="5980" y="4129"/>
                    <a:pt x="5639" y="4183"/>
                    <a:pt x="5295" y="4183"/>
                  </a:cubicBezTo>
                  <a:cubicBezTo>
                    <a:pt x="4261" y="4183"/>
                    <a:pt x="3203" y="3694"/>
                    <a:pt x="2828" y="2917"/>
                  </a:cubicBezTo>
                  <a:cubicBezTo>
                    <a:pt x="2507" y="2251"/>
                    <a:pt x="2400" y="1596"/>
                    <a:pt x="2662" y="905"/>
                  </a:cubicBezTo>
                  <a:cubicBezTo>
                    <a:pt x="2757" y="655"/>
                    <a:pt x="2864" y="405"/>
                    <a:pt x="2971" y="96"/>
                  </a:cubicBezTo>
                  <a:lnTo>
                    <a:pt x="2971" y="96"/>
                  </a:lnTo>
                  <a:cubicBezTo>
                    <a:pt x="2459" y="334"/>
                    <a:pt x="1935" y="548"/>
                    <a:pt x="1435" y="810"/>
                  </a:cubicBezTo>
                  <a:cubicBezTo>
                    <a:pt x="1233" y="929"/>
                    <a:pt x="1030" y="1048"/>
                    <a:pt x="840" y="1179"/>
                  </a:cubicBezTo>
                  <a:cubicBezTo>
                    <a:pt x="1" y="3374"/>
                    <a:pt x="405" y="5115"/>
                    <a:pt x="3369" y="5115"/>
                  </a:cubicBezTo>
                  <a:cubicBezTo>
                    <a:pt x="3475" y="5115"/>
                    <a:pt x="3585" y="5113"/>
                    <a:pt x="3697" y="5108"/>
                  </a:cubicBezTo>
                  <a:cubicBezTo>
                    <a:pt x="3697" y="5072"/>
                    <a:pt x="3697" y="5049"/>
                    <a:pt x="3686" y="5025"/>
                  </a:cubicBezTo>
                  <a:cubicBezTo>
                    <a:pt x="4840" y="4858"/>
                    <a:pt x="5995" y="4691"/>
                    <a:pt x="7138" y="4525"/>
                  </a:cubicBezTo>
                  <a:cubicBezTo>
                    <a:pt x="7150" y="4537"/>
                    <a:pt x="7150" y="4548"/>
                    <a:pt x="7150" y="4560"/>
                  </a:cubicBezTo>
                  <a:lnTo>
                    <a:pt x="6603" y="4727"/>
                  </a:lnTo>
                  <a:cubicBezTo>
                    <a:pt x="6603" y="4739"/>
                    <a:pt x="6603" y="4763"/>
                    <a:pt x="6603" y="4775"/>
                  </a:cubicBezTo>
                  <a:cubicBezTo>
                    <a:pt x="6936" y="4751"/>
                    <a:pt x="7269" y="4727"/>
                    <a:pt x="7615" y="4715"/>
                  </a:cubicBezTo>
                  <a:lnTo>
                    <a:pt x="7615" y="4715"/>
                  </a:lnTo>
                  <a:cubicBezTo>
                    <a:pt x="6769" y="5096"/>
                    <a:pt x="5876" y="5144"/>
                    <a:pt x="4971" y="5144"/>
                  </a:cubicBezTo>
                  <a:cubicBezTo>
                    <a:pt x="5138" y="5096"/>
                    <a:pt x="5317" y="5037"/>
                    <a:pt x="5483" y="4989"/>
                  </a:cubicBezTo>
                  <a:cubicBezTo>
                    <a:pt x="5662" y="4953"/>
                    <a:pt x="5841" y="4918"/>
                    <a:pt x="6019" y="4846"/>
                  </a:cubicBezTo>
                  <a:lnTo>
                    <a:pt x="6019" y="4846"/>
                  </a:lnTo>
                  <a:cubicBezTo>
                    <a:pt x="5245" y="4929"/>
                    <a:pt x="4471" y="5013"/>
                    <a:pt x="3697" y="5108"/>
                  </a:cubicBezTo>
                  <a:cubicBezTo>
                    <a:pt x="3698" y="5108"/>
                    <a:pt x="3698" y="5108"/>
                    <a:pt x="3698" y="5108"/>
                  </a:cubicBezTo>
                  <a:cubicBezTo>
                    <a:pt x="4019" y="5108"/>
                    <a:pt x="4590" y="16288"/>
                    <a:pt x="4578" y="16598"/>
                  </a:cubicBezTo>
                  <a:lnTo>
                    <a:pt x="4567" y="16729"/>
                  </a:lnTo>
                  <a:lnTo>
                    <a:pt x="10151" y="16729"/>
                  </a:lnTo>
                  <a:cubicBezTo>
                    <a:pt x="10377" y="16264"/>
                    <a:pt x="10567" y="15871"/>
                    <a:pt x="10722" y="15550"/>
                  </a:cubicBezTo>
                  <a:cubicBezTo>
                    <a:pt x="10889" y="14990"/>
                    <a:pt x="11008" y="14419"/>
                    <a:pt x="11091" y="13835"/>
                  </a:cubicBezTo>
                  <a:cubicBezTo>
                    <a:pt x="11234" y="12859"/>
                    <a:pt x="11317" y="11883"/>
                    <a:pt x="11401" y="10895"/>
                  </a:cubicBezTo>
                  <a:cubicBezTo>
                    <a:pt x="11425" y="10573"/>
                    <a:pt x="11317" y="10228"/>
                    <a:pt x="11365" y="9906"/>
                  </a:cubicBezTo>
                  <a:cubicBezTo>
                    <a:pt x="11496" y="9001"/>
                    <a:pt x="11675" y="8097"/>
                    <a:pt x="11853" y="7192"/>
                  </a:cubicBezTo>
                  <a:cubicBezTo>
                    <a:pt x="11913" y="6894"/>
                    <a:pt x="12020" y="6620"/>
                    <a:pt x="12103" y="6323"/>
                  </a:cubicBezTo>
                  <a:lnTo>
                    <a:pt x="12008" y="6287"/>
                  </a:lnTo>
                  <a:cubicBezTo>
                    <a:pt x="11948" y="6418"/>
                    <a:pt x="11865" y="6549"/>
                    <a:pt x="11841" y="6680"/>
                  </a:cubicBezTo>
                  <a:cubicBezTo>
                    <a:pt x="11615" y="7882"/>
                    <a:pt x="11401" y="9097"/>
                    <a:pt x="11175" y="10299"/>
                  </a:cubicBezTo>
                  <a:cubicBezTo>
                    <a:pt x="11163" y="10263"/>
                    <a:pt x="11151" y="10240"/>
                    <a:pt x="11139" y="10228"/>
                  </a:cubicBezTo>
                  <a:cubicBezTo>
                    <a:pt x="11115" y="10466"/>
                    <a:pt x="11079" y="10716"/>
                    <a:pt x="11032" y="11025"/>
                  </a:cubicBezTo>
                  <a:cubicBezTo>
                    <a:pt x="10948" y="9573"/>
                    <a:pt x="11198" y="8239"/>
                    <a:pt x="11544" y="6906"/>
                  </a:cubicBezTo>
                  <a:cubicBezTo>
                    <a:pt x="11520" y="6894"/>
                    <a:pt x="11496" y="6870"/>
                    <a:pt x="11460" y="6858"/>
                  </a:cubicBezTo>
                  <a:cubicBezTo>
                    <a:pt x="11127" y="7287"/>
                    <a:pt x="10782" y="7716"/>
                    <a:pt x="10436" y="8156"/>
                  </a:cubicBezTo>
                  <a:cubicBezTo>
                    <a:pt x="10424" y="8120"/>
                    <a:pt x="10413" y="8097"/>
                    <a:pt x="10413" y="8097"/>
                  </a:cubicBezTo>
                  <a:cubicBezTo>
                    <a:pt x="10782" y="7620"/>
                    <a:pt x="10841" y="7049"/>
                    <a:pt x="10960" y="6489"/>
                  </a:cubicBezTo>
                  <a:cubicBezTo>
                    <a:pt x="11186" y="5465"/>
                    <a:pt x="11484" y="4453"/>
                    <a:pt x="11746" y="3429"/>
                  </a:cubicBezTo>
                  <a:cubicBezTo>
                    <a:pt x="11937" y="2667"/>
                    <a:pt x="12115" y="1905"/>
                    <a:pt x="12306" y="1131"/>
                  </a:cubicBezTo>
                  <a:cubicBezTo>
                    <a:pt x="12329" y="1036"/>
                    <a:pt x="12329" y="941"/>
                    <a:pt x="12341" y="762"/>
                  </a:cubicBezTo>
                  <a:lnTo>
                    <a:pt x="12341" y="762"/>
                  </a:lnTo>
                  <a:cubicBezTo>
                    <a:pt x="12151" y="929"/>
                    <a:pt x="12008" y="1036"/>
                    <a:pt x="11865" y="1143"/>
                  </a:cubicBezTo>
                  <a:cubicBezTo>
                    <a:pt x="11091" y="1762"/>
                    <a:pt x="10329" y="2370"/>
                    <a:pt x="9567" y="2989"/>
                  </a:cubicBezTo>
                  <a:cubicBezTo>
                    <a:pt x="8377" y="3965"/>
                    <a:pt x="7007" y="4489"/>
                    <a:pt x="5495" y="4632"/>
                  </a:cubicBezTo>
                  <a:cubicBezTo>
                    <a:pt x="5329" y="4644"/>
                    <a:pt x="5174" y="4668"/>
                    <a:pt x="5007" y="4691"/>
                  </a:cubicBezTo>
                  <a:cubicBezTo>
                    <a:pt x="4983" y="4691"/>
                    <a:pt x="4948" y="4691"/>
                    <a:pt x="4852" y="4679"/>
                  </a:cubicBezTo>
                  <a:cubicBezTo>
                    <a:pt x="5221" y="4584"/>
                    <a:pt x="5543" y="4489"/>
                    <a:pt x="5852" y="4418"/>
                  </a:cubicBezTo>
                  <a:cubicBezTo>
                    <a:pt x="6591" y="4251"/>
                    <a:pt x="7245" y="3953"/>
                    <a:pt x="7853" y="3477"/>
                  </a:cubicBezTo>
                  <a:cubicBezTo>
                    <a:pt x="9174" y="2441"/>
                    <a:pt x="10532" y="1453"/>
                    <a:pt x="11877" y="453"/>
                  </a:cubicBezTo>
                  <a:cubicBezTo>
                    <a:pt x="11972" y="381"/>
                    <a:pt x="12056" y="298"/>
                    <a:pt x="12222" y="155"/>
                  </a:cubicBezTo>
                  <a:lnTo>
                    <a:pt x="10234" y="155"/>
                  </a:lnTo>
                  <a:cubicBezTo>
                    <a:pt x="10210" y="274"/>
                    <a:pt x="10174" y="429"/>
                    <a:pt x="10139" y="631"/>
                  </a:cubicBezTo>
                  <a:cubicBezTo>
                    <a:pt x="10127" y="429"/>
                    <a:pt x="10115" y="262"/>
                    <a:pt x="10103" y="107"/>
                  </a:cubicBezTo>
                  <a:cubicBezTo>
                    <a:pt x="10091" y="96"/>
                    <a:pt x="10067" y="96"/>
                    <a:pt x="10043" y="96"/>
                  </a:cubicBezTo>
                  <a:cubicBezTo>
                    <a:pt x="10008" y="143"/>
                    <a:pt x="9984" y="203"/>
                    <a:pt x="9948" y="262"/>
                  </a:cubicBezTo>
                  <a:cubicBezTo>
                    <a:pt x="9948" y="262"/>
                    <a:pt x="9936" y="262"/>
                    <a:pt x="9924" y="250"/>
                  </a:cubicBezTo>
                  <a:cubicBezTo>
                    <a:pt x="9853" y="191"/>
                    <a:pt x="9793" y="96"/>
                    <a:pt x="9722" y="84"/>
                  </a:cubicBezTo>
                  <a:cubicBezTo>
                    <a:pt x="8996" y="48"/>
                    <a:pt x="8269" y="24"/>
                    <a:pt x="754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43"/>
            <p:cNvSpPr/>
            <p:nvPr/>
          </p:nvSpPr>
          <p:spPr>
            <a:xfrm>
              <a:off x="3920125" y="2730625"/>
              <a:ext cx="39300" cy="11525"/>
            </a:xfrm>
            <a:custGeom>
              <a:rect b="b" l="l" r="r" t="t"/>
              <a:pathLst>
                <a:path extrusionOk="0" h="461" w="1572">
                  <a:moveTo>
                    <a:pt x="741" y="1"/>
                  </a:moveTo>
                  <a:cubicBezTo>
                    <a:pt x="513" y="1"/>
                    <a:pt x="284" y="8"/>
                    <a:pt x="60" y="8"/>
                  </a:cubicBezTo>
                  <a:cubicBezTo>
                    <a:pt x="36" y="44"/>
                    <a:pt x="24" y="92"/>
                    <a:pt x="0" y="127"/>
                  </a:cubicBezTo>
                  <a:cubicBezTo>
                    <a:pt x="60" y="173"/>
                    <a:pt x="125" y="189"/>
                    <a:pt x="194" y="189"/>
                  </a:cubicBezTo>
                  <a:cubicBezTo>
                    <a:pt x="346" y="189"/>
                    <a:pt x="520" y="113"/>
                    <a:pt x="709" y="113"/>
                  </a:cubicBezTo>
                  <a:cubicBezTo>
                    <a:pt x="727" y="113"/>
                    <a:pt x="744" y="114"/>
                    <a:pt x="762" y="116"/>
                  </a:cubicBezTo>
                  <a:cubicBezTo>
                    <a:pt x="500" y="235"/>
                    <a:pt x="298" y="318"/>
                    <a:pt x="96" y="401"/>
                  </a:cubicBezTo>
                  <a:cubicBezTo>
                    <a:pt x="107" y="425"/>
                    <a:pt x="107" y="437"/>
                    <a:pt x="119" y="461"/>
                  </a:cubicBezTo>
                  <a:lnTo>
                    <a:pt x="1524" y="461"/>
                  </a:lnTo>
                  <a:cubicBezTo>
                    <a:pt x="1536" y="437"/>
                    <a:pt x="1560" y="401"/>
                    <a:pt x="1572" y="366"/>
                  </a:cubicBezTo>
                  <a:cubicBezTo>
                    <a:pt x="1465" y="247"/>
                    <a:pt x="1370" y="44"/>
                    <a:pt x="1250" y="20"/>
                  </a:cubicBezTo>
                  <a:cubicBezTo>
                    <a:pt x="1082" y="5"/>
                    <a:pt x="912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43"/>
            <p:cNvSpPr/>
            <p:nvPr/>
          </p:nvSpPr>
          <p:spPr>
            <a:xfrm>
              <a:off x="3949000" y="2712550"/>
              <a:ext cx="179500" cy="407625"/>
            </a:xfrm>
            <a:custGeom>
              <a:rect b="b" l="l" r="r" t="t"/>
              <a:pathLst>
                <a:path extrusionOk="0" h="16305" w="7180">
                  <a:moveTo>
                    <a:pt x="5002" y="2204"/>
                  </a:moveTo>
                  <a:cubicBezTo>
                    <a:pt x="5155" y="2204"/>
                    <a:pt x="5292" y="2293"/>
                    <a:pt x="5370" y="2470"/>
                  </a:cubicBezTo>
                  <a:cubicBezTo>
                    <a:pt x="5549" y="2839"/>
                    <a:pt x="5715" y="3232"/>
                    <a:pt x="5751" y="3625"/>
                  </a:cubicBezTo>
                  <a:cubicBezTo>
                    <a:pt x="5834" y="4518"/>
                    <a:pt x="5858" y="5422"/>
                    <a:pt x="5882" y="6315"/>
                  </a:cubicBezTo>
                  <a:cubicBezTo>
                    <a:pt x="5894" y="6982"/>
                    <a:pt x="5632" y="7554"/>
                    <a:pt x="5322" y="8113"/>
                  </a:cubicBezTo>
                  <a:cubicBezTo>
                    <a:pt x="4417" y="9721"/>
                    <a:pt x="3358" y="11209"/>
                    <a:pt x="2239" y="12673"/>
                  </a:cubicBezTo>
                  <a:cubicBezTo>
                    <a:pt x="2131" y="12816"/>
                    <a:pt x="2024" y="12959"/>
                    <a:pt x="1858" y="13078"/>
                  </a:cubicBezTo>
                  <a:cubicBezTo>
                    <a:pt x="1905" y="12995"/>
                    <a:pt x="1953" y="12911"/>
                    <a:pt x="2000" y="12828"/>
                  </a:cubicBezTo>
                  <a:cubicBezTo>
                    <a:pt x="2715" y="11721"/>
                    <a:pt x="3453" y="10625"/>
                    <a:pt x="4144" y="9494"/>
                  </a:cubicBezTo>
                  <a:cubicBezTo>
                    <a:pt x="5739" y="6875"/>
                    <a:pt x="5608" y="7030"/>
                    <a:pt x="5453" y="3863"/>
                  </a:cubicBezTo>
                  <a:cubicBezTo>
                    <a:pt x="5429" y="3482"/>
                    <a:pt x="5322" y="3101"/>
                    <a:pt x="5203" y="2732"/>
                  </a:cubicBezTo>
                  <a:cubicBezTo>
                    <a:pt x="5145" y="2555"/>
                    <a:pt x="5079" y="2472"/>
                    <a:pt x="4990" y="2472"/>
                  </a:cubicBezTo>
                  <a:cubicBezTo>
                    <a:pt x="4917" y="2472"/>
                    <a:pt x="4828" y="2529"/>
                    <a:pt x="4715" y="2636"/>
                  </a:cubicBezTo>
                  <a:cubicBezTo>
                    <a:pt x="4298" y="3053"/>
                    <a:pt x="4167" y="3601"/>
                    <a:pt x="4025" y="4137"/>
                  </a:cubicBezTo>
                  <a:cubicBezTo>
                    <a:pt x="3917" y="4553"/>
                    <a:pt x="3751" y="4958"/>
                    <a:pt x="3596" y="5363"/>
                  </a:cubicBezTo>
                  <a:cubicBezTo>
                    <a:pt x="3524" y="5530"/>
                    <a:pt x="3501" y="5661"/>
                    <a:pt x="3584" y="5851"/>
                  </a:cubicBezTo>
                  <a:cubicBezTo>
                    <a:pt x="3917" y="6565"/>
                    <a:pt x="4001" y="7316"/>
                    <a:pt x="3763" y="8089"/>
                  </a:cubicBezTo>
                  <a:cubicBezTo>
                    <a:pt x="3727" y="8197"/>
                    <a:pt x="3667" y="8292"/>
                    <a:pt x="3632" y="8387"/>
                  </a:cubicBezTo>
                  <a:cubicBezTo>
                    <a:pt x="3715" y="7542"/>
                    <a:pt x="3608" y="6744"/>
                    <a:pt x="3417" y="5934"/>
                  </a:cubicBezTo>
                  <a:cubicBezTo>
                    <a:pt x="3370" y="5934"/>
                    <a:pt x="3334" y="5923"/>
                    <a:pt x="3286" y="5923"/>
                  </a:cubicBezTo>
                  <a:cubicBezTo>
                    <a:pt x="3167" y="6423"/>
                    <a:pt x="3024" y="6911"/>
                    <a:pt x="2929" y="7411"/>
                  </a:cubicBezTo>
                  <a:cubicBezTo>
                    <a:pt x="2905" y="7530"/>
                    <a:pt x="3024" y="7661"/>
                    <a:pt x="3060" y="7780"/>
                  </a:cubicBezTo>
                  <a:cubicBezTo>
                    <a:pt x="3203" y="8280"/>
                    <a:pt x="3179" y="8768"/>
                    <a:pt x="2941" y="9256"/>
                  </a:cubicBezTo>
                  <a:lnTo>
                    <a:pt x="2941" y="7685"/>
                  </a:lnTo>
                  <a:lnTo>
                    <a:pt x="2846" y="7673"/>
                  </a:lnTo>
                  <a:cubicBezTo>
                    <a:pt x="2655" y="8387"/>
                    <a:pt x="2393" y="9101"/>
                    <a:pt x="2632" y="9863"/>
                  </a:cubicBezTo>
                  <a:cubicBezTo>
                    <a:pt x="2929" y="10828"/>
                    <a:pt x="2572" y="11614"/>
                    <a:pt x="1953" y="12376"/>
                  </a:cubicBezTo>
                  <a:cubicBezTo>
                    <a:pt x="2084" y="11959"/>
                    <a:pt x="2239" y="11590"/>
                    <a:pt x="2310" y="11209"/>
                  </a:cubicBezTo>
                  <a:cubicBezTo>
                    <a:pt x="2370" y="10876"/>
                    <a:pt x="2405" y="10518"/>
                    <a:pt x="2322" y="10209"/>
                  </a:cubicBezTo>
                  <a:cubicBezTo>
                    <a:pt x="2143" y="9459"/>
                    <a:pt x="2203" y="8732"/>
                    <a:pt x="2417" y="8030"/>
                  </a:cubicBezTo>
                  <a:cubicBezTo>
                    <a:pt x="2858" y="6577"/>
                    <a:pt x="3334" y="5137"/>
                    <a:pt x="3810" y="3708"/>
                  </a:cubicBezTo>
                  <a:cubicBezTo>
                    <a:pt x="3905" y="3410"/>
                    <a:pt x="4048" y="3113"/>
                    <a:pt x="4203" y="2839"/>
                  </a:cubicBezTo>
                  <a:cubicBezTo>
                    <a:pt x="4322" y="2648"/>
                    <a:pt x="4501" y="2470"/>
                    <a:pt x="4679" y="2327"/>
                  </a:cubicBezTo>
                  <a:cubicBezTo>
                    <a:pt x="4785" y="2245"/>
                    <a:pt x="4897" y="2204"/>
                    <a:pt x="5002" y="2204"/>
                  </a:cubicBezTo>
                  <a:close/>
                  <a:moveTo>
                    <a:pt x="5576" y="0"/>
                  </a:moveTo>
                  <a:cubicBezTo>
                    <a:pt x="5436" y="0"/>
                    <a:pt x="5298" y="54"/>
                    <a:pt x="5168" y="172"/>
                  </a:cubicBezTo>
                  <a:cubicBezTo>
                    <a:pt x="4989" y="338"/>
                    <a:pt x="4787" y="493"/>
                    <a:pt x="4656" y="696"/>
                  </a:cubicBezTo>
                  <a:cubicBezTo>
                    <a:pt x="4013" y="1624"/>
                    <a:pt x="3394" y="2553"/>
                    <a:pt x="2774" y="3494"/>
                  </a:cubicBezTo>
                  <a:cubicBezTo>
                    <a:pt x="2691" y="3625"/>
                    <a:pt x="2679" y="3779"/>
                    <a:pt x="2643" y="3934"/>
                  </a:cubicBezTo>
                  <a:cubicBezTo>
                    <a:pt x="2096" y="6387"/>
                    <a:pt x="1536" y="8828"/>
                    <a:pt x="1000" y="11280"/>
                  </a:cubicBezTo>
                  <a:cubicBezTo>
                    <a:pt x="655" y="12888"/>
                    <a:pt x="346" y="14495"/>
                    <a:pt x="12" y="16114"/>
                  </a:cubicBezTo>
                  <a:cubicBezTo>
                    <a:pt x="0" y="16174"/>
                    <a:pt x="12" y="16245"/>
                    <a:pt x="24" y="16305"/>
                  </a:cubicBezTo>
                  <a:cubicBezTo>
                    <a:pt x="143" y="16233"/>
                    <a:pt x="262" y="16174"/>
                    <a:pt x="381" y="16102"/>
                  </a:cubicBezTo>
                  <a:cubicBezTo>
                    <a:pt x="905" y="15519"/>
                    <a:pt x="1739" y="15007"/>
                    <a:pt x="5084" y="11006"/>
                  </a:cubicBezTo>
                  <a:cubicBezTo>
                    <a:pt x="5620" y="10256"/>
                    <a:pt x="6084" y="9459"/>
                    <a:pt x="6513" y="8637"/>
                  </a:cubicBezTo>
                  <a:cubicBezTo>
                    <a:pt x="6692" y="8292"/>
                    <a:pt x="6823" y="7899"/>
                    <a:pt x="6894" y="7506"/>
                  </a:cubicBezTo>
                  <a:cubicBezTo>
                    <a:pt x="7180" y="6065"/>
                    <a:pt x="7156" y="4601"/>
                    <a:pt x="6989" y="3136"/>
                  </a:cubicBezTo>
                  <a:cubicBezTo>
                    <a:pt x="6906" y="2458"/>
                    <a:pt x="6787" y="1779"/>
                    <a:pt x="6644" y="1112"/>
                  </a:cubicBezTo>
                  <a:cubicBezTo>
                    <a:pt x="6561" y="708"/>
                    <a:pt x="6334" y="362"/>
                    <a:pt x="5965" y="124"/>
                  </a:cubicBezTo>
                  <a:cubicBezTo>
                    <a:pt x="5835" y="45"/>
                    <a:pt x="5704" y="0"/>
                    <a:pt x="55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43"/>
            <p:cNvSpPr/>
            <p:nvPr/>
          </p:nvSpPr>
          <p:spPr>
            <a:xfrm>
              <a:off x="3909400" y="2669800"/>
              <a:ext cx="45875" cy="59850"/>
            </a:xfrm>
            <a:custGeom>
              <a:rect b="b" l="l" r="r" t="t"/>
              <a:pathLst>
                <a:path extrusionOk="0" h="2394" w="1835">
                  <a:moveTo>
                    <a:pt x="1" y="1"/>
                  </a:moveTo>
                  <a:cubicBezTo>
                    <a:pt x="144" y="775"/>
                    <a:pt x="286" y="1525"/>
                    <a:pt x="441" y="2287"/>
                  </a:cubicBezTo>
                  <a:cubicBezTo>
                    <a:pt x="882" y="2322"/>
                    <a:pt x="1322" y="2358"/>
                    <a:pt x="1834" y="2394"/>
                  </a:cubicBezTo>
                  <a:cubicBezTo>
                    <a:pt x="1537" y="1572"/>
                    <a:pt x="1251" y="786"/>
                    <a:pt x="97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43"/>
            <p:cNvSpPr/>
            <p:nvPr/>
          </p:nvSpPr>
          <p:spPr>
            <a:xfrm>
              <a:off x="3805525" y="2821650"/>
              <a:ext cx="41150" cy="32875"/>
            </a:xfrm>
            <a:custGeom>
              <a:rect b="b" l="l" r="r" t="t"/>
              <a:pathLst>
                <a:path extrusionOk="0" h="1315" w="1646">
                  <a:moveTo>
                    <a:pt x="1505" y="1"/>
                  </a:moveTo>
                  <a:cubicBezTo>
                    <a:pt x="1504" y="1"/>
                    <a:pt x="1506" y="4"/>
                    <a:pt x="1513" y="11"/>
                  </a:cubicBezTo>
                  <a:cubicBezTo>
                    <a:pt x="1072" y="261"/>
                    <a:pt x="679" y="487"/>
                    <a:pt x="274" y="713"/>
                  </a:cubicBezTo>
                  <a:cubicBezTo>
                    <a:pt x="227" y="749"/>
                    <a:pt x="155" y="773"/>
                    <a:pt x="131" y="820"/>
                  </a:cubicBezTo>
                  <a:cubicBezTo>
                    <a:pt x="72" y="904"/>
                    <a:pt x="0" y="1011"/>
                    <a:pt x="24" y="1082"/>
                  </a:cubicBezTo>
                  <a:cubicBezTo>
                    <a:pt x="48" y="1178"/>
                    <a:pt x="155" y="1273"/>
                    <a:pt x="250" y="1297"/>
                  </a:cubicBezTo>
                  <a:cubicBezTo>
                    <a:pt x="293" y="1309"/>
                    <a:pt x="337" y="1315"/>
                    <a:pt x="383" y="1315"/>
                  </a:cubicBezTo>
                  <a:cubicBezTo>
                    <a:pt x="917" y="1315"/>
                    <a:pt x="1645" y="528"/>
                    <a:pt x="1524" y="35"/>
                  </a:cubicBezTo>
                  <a:cubicBezTo>
                    <a:pt x="1524" y="18"/>
                    <a:pt x="1507" y="1"/>
                    <a:pt x="15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43"/>
            <p:cNvSpPr/>
            <p:nvPr/>
          </p:nvSpPr>
          <p:spPr>
            <a:xfrm>
              <a:off x="3793325" y="2669800"/>
              <a:ext cx="1500" cy="625"/>
            </a:xfrm>
            <a:custGeom>
              <a:rect b="b" l="l" r="r" t="t"/>
              <a:pathLst>
                <a:path extrusionOk="0" h="25" w="60">
                  <a:moveTo>
                    <a:pt x="0" y="1"/>
                  </a:moveTo>
                  <a:lnTo>
                    <a:pt x="0" y="24"/>
                  </a:lnTo>
                  <a:cubicBezTo>
                    <a:pt x="12" y="13"/>
                    <a:pt x="36" y="13"/>
                    <a:pt x="60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43"/>
            <p:cNvSpPr/>
            <p:nvPr/>
          </p:nvSpPr>
          <p:spPr>
            <a:xfrm>
              <a:off x="3751050" y="2774875"/>
              <a:ext cx="29200" cy="28600"/>
            </a:xfrm>
            <a:custGeom>
              <a:rect b="b" l="l" r="r" t="t"/>
              <a:pathLst>
                <a:path extrusionOk="0" h="1144" w="1168">
                  <a:moveTo>
                    <a:pt x="584" y="1"/>
                  </a:moveTo>
                  <a:cubicBezTo>
                    <a:pt x="274" y="1"/>
                    <a:pt x="1" y="298"/>
                    <a:pt x="1" y="620"/>
                  </a:cubicBezTo>
                  <a:cubicBezTo>
                    <a:pt x="1" y="917"/>
                    <a:pt x="215" y="1144"/>
                    <a:pt x="524" y="1144"/>
                  </a:cubicBezTo>
                  <a:cubicBezTo>
                    <a:pt x="531" y="1144"/>
                    <a:pt x="537" y="1144"/>
                    <a:pt x="543" y="1144"/>
                  </a:cubicBezTo>
                  <a:cubicBezTo>
                    <a:pt x="846" y="1144"/>
                    <a:pt x="1144" y="863"/>
                    <a:pt x="1155" y="560"/>
                  </a:cubicBezTo>
                  <a:cubicBezTo>
                    <a:pt x="1167" y="251"/>
                    <a:pt x="917" y="12"/>
                    <a:pt x="5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43"/>
            <p:cNvSpPr/>
            <p:nvPr/>
          </p:nvSpPr>
          <p:spPr>
            <a:xfrm>
              <a:off x="3944525" y="3120750"/>
              <a:ext cx="7775" cy="15500"/>
            </a:xfrm>
            <a:custGeom>
              <a:rect b="b" l="l" r="r" t="t"/>
              <a:pathLst>
                <a:path extrusionOk="0" h="620" w="311">
                  <a:moveTo>
                    <a:pt x="203" y="1"/>
                  </a:moveTo>
                  <a:cubicBezTo>
                    <a:pt x="144" y="203"/>
                    <a:pt x="72" y="417"/>
                    <a:pt x="1" y="620"/>
                  </a:cubicBezTo>
                  <a:cubicBezTo>
                    <a:pt x="120" y="417"/>
                    <a:pt x="215" y="251"/>
                    <a:pt x="310" y="120"/>
                  </a:cubicBezTo>
                  <a:cubicBezTo>
                    <a:pt x="263" y="96"/>
                    <a:pt x="227" y="60"/>
                    <a:pt x="203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43"/>
            <p:cNvSpPr/>
            <p:nvPr/>
          </p:nvSpPr>
          <p:spPr>
            <a:xfrm>
              <a:off x="3693600" y="2729350"/>
              <a:ext cx="210775" cy="52100"/>
            </a:xfrm>
            <a:custGeom>
              <a:rect b="b" l="l" r="r" t="t"/>
              <a:pathLst>
                <a:path extrusionOk="0" h="2084" w="8431">
                  <a:moveTo>
                    <a:pt x="6833" y="0"/>
                  </a:moveTo>
                  <a:cubicBezTo>
                    <a:pt x="4718" y="0"/>
                    <a:pt x="2648" y="236"/>
                    <a:pt x="727" y="1345"/>
                  </a:cubicBezTo>
                  <a:cubicBezTo>
                    <a:pt x="572" y="1429"/>
                    <a:pt x="417" y="1512"/>
                    <a:pt x="251" y="1583"/>
                  </a:cubicBezTo>
                  <a:cubicBezTo>
                    <a:pt x="167" y="1750"/>
                    <a:pt x="84" y="1917"/>
                    <a:pt x="1" y="2083"/>
                  </a:cubicBezTo>
                  <a:cubicBezTo>
                    <a:pt x="227" y="1917"/>
                    <a:pt x="441" y="1750"/>
                    <a:pt x="679" y="1583"/>
                  </a:cubicBezTo>
                  <a:cubicBezTo>
                    <a:pt x="1453" y="1060"/>
                    <a:pt x="2322" y="690"/>
                    <a:pt x="3251" y="571"/>
                  </a:cubicBezTo>
                  <a:cubicBezTo>
                    <a:pt x="4192" y="464"/>
                    <a:pt x="5132" y="428"/>
                    <a:pt x="6073" y="393"/>
                  </a:cubicBezTo>
                  <a:cubicBezTo>
                    <a:pt x="6267" y="385"/>
                    <a:pt x="6462" y="382"/>
                    <a:pt x="6656" y="382"/>
                  </a:cubicBezTo>
                  <a:cubicBezTo>
                    <a:pt x="7045" y="382"/>
                    <a:pt x="7434" y="393"/>
                    <a:pt x="7823" y="393"/>
                  </a:cubicBezTo>
                  <a:cubicBezTo>
                    <a:pt x="8014" y="393"/>
                    <a:pt x="8204" y="357"/>
                    <a:pt x="8395" y="333"/>
                  </a:cubicBezTo>
                  <a:cubicBezTo>
                    <a:pt x="8430" y="83"/>
                    <a:pt x="8287" y="24"/>
                    <a:pt x="8121" y="24"/>
                  </a:cubicBezTo>
                  <a:cubicBezTo>
                    <a:pt x="7690" y="10"/>
                    <a:pt x="7261" y="0"/>
                    <a:pt x="68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43"/>
            <p:cNvSpPr/>
            <p:nvPr/>
          </p:nvSpPr>
          <p:spPr>
            <a:xfrm>
              <a:off x="3489700" y="288142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ubicBezTo>
                    <a:pt x="1" y="13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43"/>
            <p:cNvSpPr/>
            <p:nvPr/>
          </p:nvSpPr>
          <p:spPr>
            <a:xfrm>
              <a:off x="3702825" y="2669800"/>
              <a:ext cx="198875" cy="93800"/>
            </a:xfrm>
            <a:custGeom>
              <a:rect b="b" l="l" r="r" t="t"/>
              <a:pathLst>
                <a:path extrusionOk="0" h="3752" w="7955">
                  <a:moveTo>
                    <a:pt x="6168" y="1"/>
                  </a:moveTo>
                  <a:cubicBezTo>
                    <a:pt x="4466" y="632"/>
                    <a:pt x="2751" y="1239"/>
                    <a:pt x="1108" y="2001"/>
                  </a:cubicBezTo>
                  <a:cubicBezTo>
                    <a:pt x="691" y="2584"/>
                    <a:pt x="310" y="3180"/>
                    <a:pt x="1" y="3751"/>
                  </a:cubicBezTo>
                  <a:cubicBezTo>
                    <a:pt x="739" y="3203"/>
                    <a:pt x="1560" y="2787"/>
                    <a:pt x="2442" y="2560"/>
                  </a:cubicBezTo>
                  <a:cubicBezTo>
                    <a:pt x="3501" y="2299"/>
                    <a:pt x="4608" y="2179"/>
                    <a:pt x="5490" y="2025"/>
                  </a:cubicBezTo>
                  <a:cubicBezTo>
                    <a:pt x="5225" y="1982"/>
                    <a:pt x="4953" y="1961"/>
                    <a:pt x="4675" y="1961"/>
                  </a:cubicBezTo>
                  <a:cubicBezTo>
                    <a:pt x="3715" y="1961"/>
                    <a:pt x="2689" y="2207"/>
                    <a:pt x="1691" y="2632"/>
                  </a:cubicBezTo>
                  <a:cubicBezTo>
                    <a:pt x="2346" y="2227"/>
                    <a:pt x="3037" y="1965"/>
                    <a:pt x="3775" y="1858"/>
                  </a:cubicBezTo>
                  <a:cubicBezTo>
                    <a:pt x="4069" y="1818"/>
                    <a:pt x="4361" y="1800"/>
                    <a:pt x="4650" y="1800"/>
                  </a:cubicBezTo>
                  <a:cubicBezTo>
                    <a:pt x="5475" y="1800"/>
                    <a:pt x="6286" y="1944"/>
                    <a:pt x="7097" y="2120"/>
                  </a:cubicBezTo>
                  <a:cubicBezTo>
                    <a:pt x="7359" y="2179"/>
                    <a:pt x="7621" y="2203"/>
                    <a:pt x="7954" y="2263"/>
                  </a:cubicBezTo>
                  <a:cubicBezTo>
                    <a:pt x="7680" y="1477"/>
                    <a:pt x="7418" y="751"/>
                    <a:pt x="7145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43"/>
            <p:cNvSpPr/>
            <p:nvPr/>
          </p:nvSpPr>
          <p:spPr>
            <a:xfrm>
              <a:off x="3573050" y="2669800"/>
              <a:ext cx="15800" cy="35450"/>
            </a:xfrm>
            <a:custGeom>
              <a:rect b="b" l="l" r="r" t="t"/>
              <a:pathLst>
                <a:path extrusionOk="0" h="1418" w="632">
                  <a:moveTo>
                    <a:pt x="203" y="1"/>
                  </a:moveTo>
                  <a:cubicBezTo>
                    <a:pt x="155" y="203"/>
                    <a:pt x="108" y="394"/>
                    <a:pt x="60" y="584"/>
                  </a:cubicBezTo>
                  <a:cubicBezTo>
                    <a:pt x="72" y="596"/>
                    <a:pt x="84" y="596"/>
                    <a:pt x="84" y="596"/>
                  </a:cubicBezTo>
                  <a:cubicBezTo>
                    <a:pt x="144" y="489"/>
                    <a:pt x="203" y="370"/>
                    <a:pt x="263" y="251"/>
                  </a:cubicBezTo>
                  <a:cubicBezTo>
                    <a:pt x="286" y="263"/>
                    <a:pt x="310" y="263"/>
                    <a:pt x="334" y="274"/>
                  </a:cubicBezTo>
                  <a:cubicBezTo>
                    <a:pt x="227" y="644"/>
                    <a:pt x="108" y="1025"/>
                    <a:pt x="1" y="1406"/>
                  </a:cubicBezTo>
                  <a:cubicBezTo>
                    <a:pt x="13" y="1406"/>
                    <a:pt x="24" y="1406"/>
                    <a:pt x="36" y="1417"/>
                  </a:cubicBezTo>
                  <a:cubicBezTo>
                    <a:pt x="239" y="941"/>
                    <a:pt x="441" y="477"/>
                    <a:pt x="632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43"/>
            <p:cNvSpPr/>
            <p:nvPr/>
          </p:nvSpPr>
          <p:spPr>
            <a:xfrm>
              <a:off x="4041850" y="2669800"/>
              <a:ext cx="4800" cy="24725"/>
            </a:xfrm>
            <a:custGeom>
              <a:rect b="b" l="l" r="r" t="t"/>
              <a:pathLst>
                <a:path extrusionOk="0" h="989" w="192">
                  <a:moveTo>
                    <a:pt x="49" y="1"/>
                  </a:moveTo>
                  <a:cubicBezTo>
                    <a:pt x="37" y="334"/>
                    <a:pt x="13" y="655"/>
                    <a:pt x="1" y="989"/>
                  </a:cubicBezTo>
                  <a:lnTo>
                    <a:pt x="13" y="989"/>
                  </a:lnTo>
                  <a:cubicBezTo>
                    <a:pt x="72" y="655"/>
                    <a:pt x="132" y="334"/>
                    <a:pt x="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43"/>
            <p:cNvSpPr/>
            <p:nvPr/>
          </p:nvSpPr>
          <p:spPr>
            <a:xfrm>
              <a:off x="4020425" y="2669800"/>
              <a:ext cx="14025" cy="44675"/>
            </a:xfrm>
            <a:custGeom>
              <a:rect b="b" l="l" r="r" t="t"/>
              <a:pathLst>
                <a:path extrusionOk="0" h="1787" w="561">
                  <a:moveTo>
                    <a:pt x="251" y="1"/>
                  </a:moveTo>
                  <a:cubicBezTo>
                    <a:pt x="167" y="596"/>
                    <a:pt x="84" y="1191"/>
                    <a:pt x="1" y="1787"/>
                  </a:cubicBezTo>
                  <a:lnTo>
                    <a:pt x="25" y="1787"/>
                  </a:lnTo>
                  <a:cubicBezTo>
                    <a:pt x="120" y="1453"/>
                    <a:pt x="215" y="1120"/>
                    <a:pt x="322" y="751"/>
                  </a:cubicBezTo>
                  <a:cubicBezTo>
                    <a:pt x="346" y="810"/>
                    <a:pt x="358" y="834"/>
                    <a:pt x="382" y="929"/>
                  </a:cubicBezTo>
                  <a:cubicBezTo>
                    <a:pt x="441" y="608"/>
                    <a:pt x="501" y="310"/>
                    <a:pt x="560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43"/>
            <p:cNvSpPr/>
            <p:nvPr/>
          </p:nvSpPr>
          <p:spPr>
            <a:xfrm>
              <a:off x="3586150" y="2669800"/>
              <a:ext cx="17300" cy="29200"/>
            </a:xfrm>
            <a:custGeom>
              <a:rect b="b" l="l" r="r" t="t"/>
              <a:pathLst>
                <a:path extrusionOk="0" h="1168" w="692">
                  <a:moveTo>
                    <a:pt x="274" y="1"/>
                  </a:moveTo>
                  <a:cubicBezTo>
                    <a:pt x="227" y="120"/>
                    <a:pt x="179" y="239"/>
                    <a:pt x="143" y="346"/>
                  </a:cubicBezTo>
                  <a:cubicBezTo>
                    <a:pt x="155" y="358"/>
                    <a:pt x="167" y="370"/>
                    <a:pt x="179" y="382"/>
                  </a:cubicBezTo>
                  <a:cubicBezTo>
                    <a:pt x="251" y="286"/>
                    <a:pt x="334" y="191"/>
                    <a:pt x="405" y="108"/>
                  </a:cubicBezTo>
                  <a:cubicBezTo>
                    <a:pt x="417" y="108"/>
                    <a:pt x="429" y="120"/>
                    <a:pt x="441" y="120"/>
                  </a:cubicBezTo>
                  <a:cubicBezTo>
                    <a:pt x="298" y="465"/>
                    <a:pt x="155" y="810"/>
                    <a:pt x="1" y="1156"/>
                  </a:cubicBezTo>
                  <a:cubicBezTo>
                    <a:pt x="12" y="1156"/>
                    <a:pt x="24" y="1156"/>
                    <a:pt x="36" y="1167"/>
                  </a:cubicBezTo>
                  <a:cubicBezTo>
                    <a:pt x="251" y="775"/>
                    <a:pt x="465" y="394"/>
                    <a:pt x="69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43"/>
            <p:cNvSpPr/>
            <p:nvPr/>
          </p:nvSpPr>
          <p:spPr>
            <a:xfrm>
              <a:off x="3601925" y="2669800"/>
              <a:ext cx="17575" cy="24725"/>
            </a:xfrm>
            <a:custGeom>
              <a:rect b="b" l="l" r="r" t="t"/>
              <a:pathLst>
                <a:path extrusionOk="0" h="989" w="703">
                  <a:moveTo>
                    <a:pt x="346" y="1"/>
                  </a:moveTo>
                  <a:cubicBezTo>
                    <a:pt x="239" y="322"/>
                    <a:pt x="120" y="644"/>
                    <a:pt x="1" y="989"/>
                  </a:cubicBezTo>
                  <a:cubicBezTo>
                    <a:pt x="72" y="870"/>
                    <a:pt x="108" y="810"/>
                    <a:pt x="155" y="763"/>
                  </a:cubicBezTo>
                  <a:cubicBezTo>
                    <a:pt x="370" y="525"/>
                    <a:pt x="548" y="274"/>
                    <a:pt x="70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43"/>
            <p:cNvSpPr/>
            <p:nvPr/>
          </p:nvSpPr>
          <p:spPr>
            <a:xfrm>
              <a:off x="4005250" y="2669800"/>
              <a:ext cx="13125" cy="37225"/>
            </a:xfrm>
            <a:custGeom>
              <a:rect b="b" l="l" r="r" t="t"/>
              <a:pathLst>
                <a:path extrusionOk="0" h="1489" w="525">
                  <a:moveTo>
                    <a:pt x="48" y="1"/>
                  </a:moveTo>
                  <a:cubicBezTo>
                    <a:pt x="36" y="358"/>
                    <a:pt x="12" y="727"/>
                    <a:pt x="1" y="1084"/>
                  </a:cubicBezTo>
                  <a:cubicBezTo>
                    <a:pt x="48" y="894"/>
                    <a:pt x="84" y="727"/>
                    <a:pt x="120" y="560"/>
                  </a:cubicBezTo>
                  <a:lnTo>
                    <a:pt x="143" y="560"/>
                  </a:lnTo>
                  <a:lnTo>
                    <a:pt x="143" y="1477"/>
                  </a:lnTo>
                  <a:cubicBezTo>
                    <a:pt x="167" y="1477"/>
                    <a:pt x="191" y="1477"/>
                    <a:pt x="215" y="1489"/>
                  </a:cubicBezTo>
                  <a:lnTo>
                    <a:pt x="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43"/>
            <p:cNvSpPr/>
            <p:nvPr/>
          </p:nvSpPr>
          <p:spPr>
            <a:xfrm>
              <a:off x="3634675" y="2669800"/>
              <a:ext cx="152725" cy="25025"/>
            </a:xfrm>
            <a:custGeom>
              <a:rect b="b" l="l" r="r" t="t"/>
              <a:pathLst>
                <a:path extrusionOk="0" h="1001" w="6109">
                  <a:moveTo>
                    <a:pt x="36" y="1"/>
                  </a:moveTo>
                  <a:lnTo>
                    <a:pt x="0" y="72"/>
                  </a:lnTo>
                  <a:cubicBezTo>
                    <a:pt x="54" y="52"/>
                    <a:pt x="135" y="43"/>
                    <a:pt x="238" y="43"/>
                  </a:cubicBezTo>
                  <a:cubicBezTo>
                    <a:pt x="1283" y="43"/>
                    <a:pt x="4572" y="1001"/>
                    <a:pt x="4572" y="1001"/>
                  </a:cubicBezTo>
                  <a:cubicBezTo>
                    <a:pt x="5001" y="775"/>
                    <a:pt x="5429" y="536"/>
                    <a:pt x="5870" y="310"/>
                  </a:cubicBezTo>
                  <a:cubicBezTo>
                    <a:pt x="6025" y="227"/>
                    <a:pt x="6096" y="144"/>
                    <a:pt x="610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43"/>
            <p:cNvSpPr/>
            <p:nvPr/>
          </p:nvSpPr>
          <p:spPr>
            <a:xfrm>
              <a:off x="4054650" y="2669800"/>
              <a:ext cx="925" cy="3600"/>
            </a:xfrm>
            <a:custGeom>
              <a:rect b="b" l="l" r="r" t="t"/>
              <a:pathLst>
                <a:path extrusionOk="0" h="144" w="37">
                  <a:moveTo>
                    <a:pt x="13" y="1"/>
                  </a:moveTo>
                  <a:cubicBezTo>
                    <a:pt x="13" y="48"/>
                    <a:pt x="1" y="96"/>
                    <a:pt x="1" y="144"/>
                  </a:cubicBezTo>
                  <a:cubicBezTo>
                    <a:pt x="13" y="96"/>
                    <a:pt x="25" y="48"/>
                    <a:pt x="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43"/>
            <p:cNvSpPr/>
            <p:nvPr/>
          </p:nvSpPr>
          <p:spPr>
            <a:xfrm>
              <a:off x="3189975" y="2772800"/>
              <a:ext cx="87825" cy="414650"/>
            </a:xfrm>
            <a:custGeom>
              <a:rect b="b" l="l" r="r" t="t"/>
              <a:pathLst>
                <a:path extrusionOk="0" h="16586" w="3513">
                  <a:moveTo>
                    <a:pt x="0" y="0"/>
                  </a:moveTo>
                  <a:lnTo>
                    <a:pt x="0" y="0"/>
                  </a:lnTo>
                  <a:cubicBezTo>
                    <a:pt x="274" y="1738"/>
                    <a:pt x="536" y="3405"/>
                    <a:pt x="798" y="5072"/>
                  </a:cubicBezTo>
                  <a:lnTo>
                    <a:pt x="762" y="5072"/>
                  </a:lnTo>
                  <a:cubicBezTo>
                    <a:pt x="691" y="4703"/>
                    <a:pt x="608" y="4334"/>
                    <a:pt x="536" y="3953"/>
                  </a:cubicBezTo>
                  <a:lnTo>
                    <a:pt x="465" y="3965"/>
                  </a:lnTo>
                  <a:cubicBezTo>
                    <a:pt x="655" y="5132"/>
                    <a:pt x="846" y="6299"/>
                    <a:pt x="1048" y="7453"/>
                  </a:cubicBezTo>
                  <a:lnTo>
                    <a:pt x="1012" y="7465"/>
                  </a:lnTo>
                  <a:lnTo>
                    <a:pt x="643" y="6168"/>
                  </a:lnTo>
                  <a:cubicBezTo>
                    <a:pt x="619" y="6168"/>
                    <a:pt x="608" y="6168"/>
                    <a:pt x="584" y="6156"/>
                  </a:cubicBezTo>
                  <a:cubicBezTo>
                    <a:pt x="584" y="6251"/>
                    <a:pt x="572" y="6334"/>
                    <a:pt x="584" y="6418"/>
                  </a:cubicBezTo>
                  <a:cubicBezTo>
                    <a:pt x="881" y="8430"/>
                    <a:pt x="1179" y="10442"/>
                    <a:pt x="1477" y="12454"/>
                  </a:cubicBezTo>
                  <a:cubicBezTo>
                    <a:pt x="1608" y="13335"/>
                    <a:pt x="1715" y="14240"/>
                    <a:pt x="1881" y="15121"/>
                  </a:cubicBezTo>
                  <a:cubicBezTo>
                    <a:pt x="1977" y="15633"/>
                    <a:pt x="2132" y="16121"/>
                    <a:pt x="2346" y="16586"/>
                  </a:cubicBezTo>
                  <a:lnTo>
                    <a:pt x="3513" y="16586"/>
                  </a:lnTo>
                  <a:cubicBezTo>
                    <a:pt x="3453" y="16419"/>
                    <a:pt x="3394" y="16264"/>
                    <a:pt x="3346" y="16097"/>
                  </a:cubicBezTo>
                  <a:cubicBezTo>
                    <a:pt x="3024" y="15073"/>
                    <a:pt x="2810" y="14014"/>
                    <a:pt x="2596" y="12954"/>
                  </a:cubicBezTo>
                  <a:cubicBezTo>
                    <a:pt x="1798" y="8835"/>
                    <a:pt x="1143" y="4691"/>
                    <a:pt x="619" y="524"/>
                  </a:cubicBezTo>
                  <a:cubicBezTo>
                    <a:pt x="417" y="345"/>
                    <a:pt x="215" y="179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43"/>
            <p:cNvSpPr/>
            <p:nvPr/>
          </p:nvSpPr>
          <p:spPr>
            <a:xfrm>
              <a:off x="3184025" y="2769525"/>
              <a:ext cx="5675" cy="29475"/>
            </a:xfrm>
            <a:custGeom>
              <a:rect b="b" l="l" r="r" t="t"/>
              <a:pathLst>
                <a:path extrusionOk="0" h="1179" w="227">
                  <a:moveTo>
                    <a:pt x="0" y="0"/>
                  </a:moveTo>
                  <a:lnTo>
                    <a:pt x="0" y="72"/>
                  </a:lnTo>
                  <a:cubicBezTo>
                    <a:pt x="48" y="453"/>
                    <a:pt x="84" y="822"/>
                    <a:pt x="131" y="1179"/>
                  </a:cubicBezTo>
                  <a:cubicBezTo>
                    <a:pt x="226" y="548"/>
                    <a:pt x="179" y="167"/>
                    <a:pt x="0" y="0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43"/>
            <p:cNvSpPr/>
            <p:nvPr/>
          </p:nvSpPr>
          <p:spPr>
            <a:xfrm>
              <a:off x="3332850" y="2770125"/>
              <a:ext cx="29475" cy="31575"/>
            </a:xfrm>
            <a:custGeom>
              <a:rect b="b" l="l" r="r" t="t"/>
              <a:pathLst>
                <a:path extrusionOk="0" h="1263" w="1179">
                  <a:moveTo>
                    <a:pt x="619" y="0"/>
                  </a:moveTo>
                  <a:cubicBezTo>
                    <a:pt x="298" y="0"/>
                    <a:pt x="0" y="333"/>
                    <a:pt x="12" y="679"/>
                  </a:cubicBezTo>
                  <a:cubicBezTo>
                    <a:pt x="12" y="1000"/>
                    <a:pt x="274" y="1262"/>
                    <a:pt x="596" y="1262"/>
                  </a:cubicBezTo>
                  <a:cubicBezTo>
                    <a:pt x="603" y="1262"/>
                    <a:pt x="610" y="1262"/>
                    <a:pt x="617" y="1262"/>
                  </a:cubicBezTo>
                  <a:cubicBezTo>
                    <a:pt x="940" y="1262"/>
                    <a:pt x="1179" y="1004"/>
                    <a:pt x="1179" y="643"/>
                  </a:cubicBezTo>
                  <a:cubicBezTo>
                    <a:pt x="1179" y="274"/>
                    <a:pt x="941" y="0"/>
                    <a:pt x="6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43"/>
            <p:cNvSpPr/>
            <p:nvPr/>
          </p:nvSpPr>
          <p:spPr>
            <a:xfrm>
              <a:off x="3389400" y="2823575"/>
              <a:ext cx="38725" cy="27525"/>
            </a:xfrm>
            <a:custGeom>
              <a:rect b="b" l="l" r="r" t="t"/>
              <a:pathLst>
                <a:path extrusionOk="0" h="1101" w="1549">
                  <a:moveTo>
                    <a:pt x="1416" y="0"/>
                  </a:moveTo>
                  <a:cubicBezTo>
                    <a:pt x="1377" y="0"/>
                    <a:pt x="1336" y="9"/>
                    <a:pt x="1310" y="29"/>
                  </a:cubicBezTo>
                  <a:cubicBezTo>
                    <a:pt x="870" y="255"/>
                    <a:pt x="441" y="481"/>
                    <a:pt x="0" y="720"/>
                  </a:cubicBezTo>
                  <a:cubicBezTo>
                    <a:pt x="73" y="937"/>
                    <a:pt x="316" y="1100"/>
                    <a:pt x="574" y="1100"/>
                  </a:cubicBezTo>
                  <a:cubicBezTo>
                    <a:pt x="613" y="1100"/>
                    <a:pt x="652" y="1096"/>
                    <a:pt x="691" y="1089"/>
                  </a:cubicBezTo>
                  <a:cubicBezTo>
                    <a:pt x="1108" y="1005"/>
                    <a:pt x="1489" y="600"/>
                    <a:pt x="1548" y="172"/>
                  </a:cubicBezTo>
                  <a:cubicBezTo>
                    <a:pt x="1548" y="124"/>
                    <a:pt x="1536" y="29"/>
                    <a:pt x="1501" y="17"/>
                  </a:cubicBezTo>
                  <a:cubicBezTo>
                    <a:pt x="1479" y="6"/>
                    <a:pt x="1448" y="0"/>
                    <a:pt x="14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43"/>
            <p:cNvSpPr/>
            <p:nvPr/>
          </p:nvSpPr>
          <p:spPr>
            <a:xfrm>
              <a:off x="3506675" y="2799575"/>
              <a:ext cx="4500" cy="3900"/>
            </a:xfrm>
            <a:custGeom>
              <a:rect b="b" l="l" r="r" t="t"/>
              <a:pathLst>
                <a:path extrusionOk="0" h="156" w="180">
                  <a:moveTo>
                    <a:pt x="1" y="1"/>
                  </a:moveTo>
                  <a:lnTo>
                    <a:pt x="1" y="1"/>
                  </a:lnTo>
                  <a:cubicBezTo>
                    <a:pt x="48" y="48"/>
                    <a:pt x="108" y="96"/>
                    <a:pt x="167" y="156"/>
                  </a:cubicBezTo>
                  <a:cubicBezTo>
                    <a:pt x="167" y="144"/>
                    <a:pt x="179" y="144"/>
                    <a:pt x="179" y="132"/>
                  </a:cubicBezTo>
                  <a:cubicBezTo>
                    <a:pt x="120" y="84"/>
                    <a:pt x="60" y="48"/>
                    <a:pt x="1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43"/>
            <p:cNvSpPr/>
            <p:nvPr/>
          </p:nvSpPr>
          <p:spPr>
            <a:xfrm>
              <a:off x="3206050" y="2756425"/>
              <a:ext cx="303325" cy="126800"/>
            </a:xfrm>
            <a:custGeom>
              <a:rect b="b" l="l" r="r" t="t"/>
              <a:pathLst>
                <a:path extrusionOk="0" h="5072" w="12133">
                  <a:moveTo>
                    <a:pt x="4060" y="0"/>
                  </a:moveTo>
                  <a:cubicBezTo>
                    <a:pt x="2727" y="131"/>
                    <a:pt x="1381" y="250"/>
                    <a:pt x="0" y="381"/>
                  </a:cubicBezTo>
                  <a:cubicBezTo>
                    <a:pt x="119" y="512"/>
                    <a:pt x="191" y="608"/>
                    <a:pt x="286" y="679"/>
                  </a:cubicBezTo>
                  <a:cubicBezTo>
                    <a:pt x="1405" y="1584"/>
                    <a:pt x="2524" y="2501"/>
                    <a:pt x="3644" y="3417"/>
                  </a:cubicBezTo>
                  <a:cubicBezTo>
                    <a:pt x="4263" y="3917"/>
                    <a:pt x="4965" y="4239"/>
                    <a:pt x="5703" y="4489"/>
                  </a:cubicBezTo>
                  <a:cubicBezTo>
                    <a:pt x="6941" y="4877"/>
                    <a:pt x="8225" y="5071"/>
                    <a:pt x="9514" y="5071"/>
                  </a:cubicBezTo>
                  <a:cubicBezTo>
                    <a:pt x="9689" y="5071"/>
                    <a:pt x="9863" y="5068"/>
                    <a:pt x="10037" y="5060"/>
                  </a:cubicBezTo>
                  <a:cubicBezTo>
                    <a:pt x="10359" y="5049"/>
                    <a:pt x="10704" y="5013"/>
                    <a:pt x="10990" y="4858"/>
                  </a:cubicBezTo>
                  <a:cubicBezTo>
                    <a:pt x="11121" y="4787"/>
                    <a:pt x="11228" y="4691"/>
                    <a:pt x="11335" y="4584"/>
                  </a:cubicBezTo>
                  <a:cubicBezTo>
                    <a:pt x="11668" y="3763"/>
                    <a:pt x="11990" y="2941"/>
                    <a:pt x="12133" y="2048"/>
                  </a:cubicBezTo>
                  <a:cubicBezTo>
                    <a:pt x="11383" y="1631"/>
                    <a:pt x="10621" y="1203"/>
                    <a:pt x="9847" y="786"/>
                  </a:cubicBezTo>
                  <a:cubicBezTo>
                    <a:pt x="9823" y="774"/>
                    <a:pt x="9790" y="769"/>
                    <a:pt x="9754" y="769"/>
                  </a:cubicBezTo>
                  <a:cubicBezTo>
                    <a:pt x="9683" y="769"/>
                    <a:pt x="9601" y="790"/>
                    <a:pt x="9561" y="822"/>
                  </a:cubicBezTo>
                  <a:cubicBezTo>
                    <a:pt x="9501" y="881"/>
                    <a:pt x="9501" y="1024"/>
                    <a:pt x="9525" y="1120"/>
                  </a:cubicBezTo>
                  <a:cubicBezTo>
                    <a:pt x="9894" y="2310"/>
                    <a:pt x="9513" y="3406"/>
                    <a:pt x="8489" y="4108"/>
                  </a:cubicBezTo>
                  <a:cubicBezTo>
                    <a:pt x="8031" y="4428"/>
                    <a:pt x="7518" y="4585"/>
                    <a:pt x="7008" y="4585"/>
                  </a:cubicBezTo>
                  <a:cubicBezTo>
                    <a:pt x="6285" y="4585"/>
                    <a:pt x="5569" y="4270"/>
                    <a:pt x="5025" y="3656"/>
                  </a:cubicBezTo>
                  <a:cubicBezTo>
                    <a:pt x="4215" y="2751"/>
                    <a:pt x="4239" y="1310"/>
                    <a:pt x="5084" y="334"/>
                  </a:cubicBezTo>
                  <a:cubicBezTo>
                    <a:pt x="5179" y="227"/>
                    <a:pt x="5299" y="131"/>
                    <a:pt x="5418" y="36"/>
                  </a:cubicBezTo>
                  <a:cubicBezTo>
                    <a:pt x="4965" y="12"/>
                    <a:pt x="4513" y="12"/>
                    <a:pt x="40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43"/>
            <p:cNvSpPr/>
            <p:nvPr/>
          </p:nvSpPr>
          <p:spPr>
            <a:xfrm>
              <a:off x="3257250" y="2822500"/>
              <a:ext cx="7450" cy="6275"/>
            </a:xfrm>
            <a:custGeom>
              <a:rect b="b" l="l" r="r" t="t"/>
              <a:pathLst>
                <a:path extrusionOk="0" h="251" w="298">
                  <a:moveTo>
                    <a:pt x="36" y="1"/>
                  </a:moveTo>
                  <a:cubicBezTo>
                    <a:pt x="24" y="24"/>
                    <a:pt x="12" y="36"/>
                    <a:pt x="0" y="48"/>
                  </a:cubicBezTo>
                  <a:cubicBezTo>
                    <a:pt x="95" y="120"/>
                    <a:pt x="203" y="191"/>
                    <a:pt x="298" y="251"/>
                  </a:cubicBezTo>
                  <a:cubicBezTo>
                    <a:pt x="203" y="167"/>
                    <a:pt x="119" y="84"/>
                    <a:pt x="36" y="1"/>
                  </a:cubicBez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43"/>
            <p:cNvSpPr/>
            <p:nvPr/>
          </p:nvSpPr>
          <p:spPr>
            <a:xfrm>
              <a:off x="3944825" y="30267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43"/>
            <p:cNvSpPr/>
            <p:nvPr/>
          </p:nvSpPr>
          <p:spPr>
            <a:xfrm>
              <a:off x="3042625" y="2669800"/>
              <a:ext cx="592950" cy="517650"/>
            </a:xfrm>
            <a:custGeom>
              <a:rect b="b" l="l" r="r" t="t"/>
              <a:pathLst>
                <a:path extrusionOk="0" h="20706" w="23718">
                  <a:moveTo>
                    <a:pt x="11230" y="652"/>
                  </a:moveTo>
                  <a:cubicBezTo>
                    <a:pt x="11242" y="652"/>
                    <a:pt x="11253" y="653"/>
                    <a:pt x="11264" y="655"/>
                  </a:cubicBezTo>
                  <a:cubicBezTo>
                    <a:pt x="11978" y="763"/>
                    <a:pt x="12693" y="870"/>
                    <a:pt x="13419" y="989"/>
                  </a:cubicBezTo>
                  <a:cubicBezTo>
                    <a:pt x="13288" y="1283"/>
                    <a:pt x="13118" y="1458"/>
                    <a:pt x="12816" y="1458"/>
                  </a:cubicBezTo>
                  <a:cubicBezTo>
                    <a:pt x="12788" y="1458"/>
                    <a:pt x="12759" y="1456"/>
                    <a:pt x="12728" y="1453"/>
                  </a:cubicBezTo>
                  <a:cubicBezTo>
                    <a:pt x="12705" y="1452"/>
                    <a:pt x="12682" y="1451"/>
                    <a:pt x="12659" y="1451"/>
                  </a:cubicBezTo>
                  <a:cubicBezTo>
                    <a:pt x="12468" y="1451"/>
                    <a:pt x="12277" y="1491"/>
                    <a:pt x="12086" y="1513"/>
                  </a:cubicBezTo>
                  <a:cubicBezTo>
                    <a:pt x="11228" y="1608"/>
                    <a:pt x="10371" y="1715"/>
                    <a:pt x="9514" y="1810"/>
                  </a:cubicBezTo>
                  <a:cubicBezTo>
                    <a:pt x="9502" y="1775"/>
                    <a:pt x="9502" y="1751"/>
                    <a:pt x="9502" y="1715"/>
                  </a:cubicBezTo>
                  <a:cubicBezTo>
                    <a:pt x="10014" y="1370"/>
                    <a:pt x="10538" y="1036"/>
                    <a:pt x="11062" y="703"/>
                  </a:cubicBezTo>
                  <a:cubicBezTo>
                    <a:pt x="11111" y="674"/>
                    <a:pt x="11176" y="652"/>
                    <a:pt x="11230" y="652"/>
                  </a:cubicBezTo>
                  <a:close/>
                  <a:moveTo>
                    <a:pt x="8740" y="322"/>
                  </a:moveTo>
                  <a:lnTo>
                    <a:pt x="8740" y="322"/>
                  </a:lnTo>
                  <a:cubicBezTo>
                    <a:pt x="8407" y="1013"/>
                    <a:pt x="7883" y="1525"/>
                    <a:pt x="7240" y="1941"/>
                  </a:cubicBezTo>
                  <a:cubicBezTo>
                    <a:pt x="7740" y="1406"/>
                    <a:pt x="8240" y="858"/>
                    <a:pt x="8740" y="322"/>
                  </a:cubicBezTo>
                  <a:close/>
                  <a:moveTo>
                    <a:pt x="9240" y="322"/>
                  </a:moveTo>
                  <a:cubicBezTo>
                    <a:pt x="9276" y="358"/>
                    <a:pt x="9311" y="405"/>
                    <a:pt x="9359" y="441"/>
                  </a:cubicBezTo>
                  <a:cubicBezTo>
                    <a:pt x="9097" y="834"/>
                    <a:pt x="8835" y="1215"/>
                    <a:pt x="8585" y="1608"/>
                  </a:cubicBezTo>
                  <a:cubicBezTo>
                    <a:pt x="8347" y="1977"/>
                    <a:pt x="7978" y="1965"/>
                    <a:pt x="7573" y="1989"/>
                  </a:cubicBezTo>
                  <a:cubicBezTo>
                    <a:pt x="7906" y="1691"/>
                    <a:pt x="8204" y="1441"/>
                    <a:pt x="8502" y="1179"/>
                  </a:cubicBezTo>
                  <a:cubicBezTo>
                    <a:pt x="8788" y="929"/>
                    <a:pt x="8942" y="560"/>
                    <a:pt x="9240" y="322"/>
                  </a:cubicBezTo>
                  <a:close/>
                  <a:moveTo>
                    <a:pt x="6454" y="1215"/>
                  </a:moveTo>
                  <a:cubicBezTo>
                    <a:pt x="6478" y="1239"/>
                    <a:pt x="6502" y="1263"/>
                    <a:pt x="6537" y="1287"/>
                  </a:cubicBezTo>
                  <a:cubicBezTo>
                    <a:pt x="6251" y="1620"/>
                    <a:pt x="5978" y="1965"/>
                    <a:pt x="5692" y="2310"/>
                  </a:cubicBezTo>
                  <a:cubicBezTo>
                    <a:pt x="5656" y="2275"/>
                    <a:pt x="5620" y="2239"/>
                    <a:pt x="5585" y="2203"/>
                  </a:cubicBezTo>
                  <a:cubicBezTo>
                    <a:pt x="5870" y="1882"/>
                    <a:pt x="6168" y="1548"/>
                    <a:pt x="6454" y="1215"/>
                  </a:cubicBezTo>
                  <a:close/>
                  <a:moveTo>
                    <a:pt x="9133" y="2013"/>
                  </a:moveTo>
                  <a:cubicBezTo>
                    <a:pt x="10216" y="2025"/>
                    <a:pt x="11312" y="2072"/>
                    <a:pt x="12395" y="2096"/>
                  </a:cubicBezTo>
                  <a:cubicBezTo>
                    <a:pt x="12431" y="2108"/>
                    <a:pt x="12467" y="2120"/>
                    <a:pt x="12514" y="2144"/>
                  </a:cubicBezTo>
                  <a:cubicBezTo>
                    <a:pt x="12371" y="2365"/>
                    <a:pt x="12217" y="2504"/>
                    <a:pt x="11958" y="2504"/>
                  </a:cubicBezTo>
                  <a:cubicBezTo>
                    <a:pt x="11938" y="2504"/>
                    <a:pt x="11917" y="2503"/>
                    <a:pt x="11895" y="2501"/>
                  </a:cubicBezTo>
                  <a:cubicBezTo>
                    <a:pt x="11651" y="2483"/>
                    <a:pt x="11404" y="2483"/>
                    <a:pt x="11157" y="2483"/>
                  </a:cubicBezTo>
                  <a:cubicBezTo>
                    <a:pt x="10910" y="2483"/>
                    <a:pt x="10663" y="2483"/>
                    <a:pt x="10419" y="2465"/>
                  </a:cubicBezTo>
                  <a:cubicBezTo>
                    <a:pt x="9823" y="2429"/>
                    <a:pt x="9228" y="2358"/>
                    <a:pt x="8621" y="2299"/>
                  </a:cubicBezTo>
                  <a:cubicBezTo>
                    <a:pt x="8621" y="2263"/>
                    <a:pt x="8609" y="2215"/>
                    <a:pt x="8609" y="2179"/>
                  </a:cubicBezTo>
                  <a:cubicBezTo>
                    <a:pt x="8776" y="2120"/>
                    <a:pt x="8954" y="2013"/>
                    <a:pt x="9133" y="2013"/>
                  </a:cubicBezTo>
                  <a:close/>
                  <a:moveTo>
                    <a:pt x="7733" y="2092"/>
                  </a:moveTo>
                  <a:cubicBezTo>
                    <a:pt x="7839" y="2092"/>
                    <a:pt x="7945" y="2096"/>
                    <a:pt x="8049" y="2096"/>
                  </a:cubicBezTo>
                  <a:lnTo>
                    <a:pt x="8049" y="2370"/>
                  </a:lnTo>
                  <a:cubicBezTo>
                    <a:pt x="7901" y="2502"/>
                    <a:pt x="7736" y="2543"/>
                    <a:pt x="7561" y="2543"/>
                  </a:cubicBezTo>
                  <a:cubicBezTo>
                    <a:pt x="7343" y="2543"/>
                    <a:pt x="7109" y="2480"/>
                    <a:pt x="6871" y="2453"/>
                  </a:cubicBezTo>
                  <a:cubicBezTo>
                    <a:pt x="7103" y="2132"/>
                    <a:pt x="7415" y="2092"/>
                    <a:pt x="7733" y="2092"/>
                  </a:cubicBezTo>
                  <a:close/>
                  <a:moveTo>
                    <a:pt x="14181" y="1203"/>
                  </a:moveTo>
                  <a:cubicBezTo>
                    <a:pt x="14169" y="1287"/>
                    <a:pt x="14157" y="1334"/>
                    <a:pt x="14145" y="1370"/>
                  </a:cubicBezTo>
                  <a:cubicBezTo>
                    <a:pt x="14169" y="1370"/>
                    <a:pt x="14193" y="1370"/>
                    <a:pt x="14193" y="1358"/>
                  </a:cubicBezTo>
                  <a:cubicBezTo>
                    <a:pt x="14271" y="1254"/>
                    <a:pt x="14361" y="1207"/>
                    <a:pt x="14473" y="1207"/>
                  </a:cubicBezTo>
                  <a:cubicBezTo>
                    <a:pt x="14515" y="1207"/>
                    <a:pt x="14561" y="1214"/>
                    <a:pt x="14610" y="1227"/>
                  </a:cubicBezTo>
                  <a:cubicBezTo>
                    <a:pt x="15360" y="1406"/>
                    <a:pt x="16098" y="1572"/>
                    <a:pt x="16884" y="1763"/>
                  </a:cubicBezTo>
                  <a:cubicBezTo>
                    <a:pt x="16729" y="2132"/>
                    <a:pt x="16598" y="2465"/>
                    <a:pt x="16443" y="2846"/>
                  </a:cubicBezTo>
                  <a:cubicBezTo>
                    <a:pt x="15550" y="2394"/>
                    <a:pt x="14681" y="1965"/>
                    <a:pt x="13776" y="1513"/>
                  </a:cubicBezTo>
                  <a:cubicBezTo>
                    <a:pt x="13907" y="1417"/>
                    <a:pt x="14026" y="1322"/>
                    <a:pt x="14181" y="1203"/>
                  </a:cubicBezTo>
                  <a:close/>
                  <a:moveTo>
                    <a:pt x="13055" y="2219"/>
                  </a:moveTo>
                  <a:cubicBezTo>
                    <a:pt x="13106" y="2219"/>
                    <a:pt x="13156" y="2226"/>
                    <a:pt x="13205" y="2239"/>
                  </a:cubicBezTo>
                  <a:cubicBezTo>
                    <a:pt x="14193" y="2477"/>
                    <a:pt x="15169" y="2763"/>
                    <a:pt x="16157" y="3037"/>
                  </a:cubicBezTo>
                  <a:cubicBezTo>
                    <a:pt x="16336" y="3084"/>
                    <a:pt x="16360" y="3180"/>
                    <a:pt x="16205" y="3334"/>
                  </a:cubicBezTo>
                  <a:cubicBezTo>
                    <a:pt x="15062" y="2727"/>
                    <a:pt x="13824" y="2644"/>
                    <a:pt x="12562" y="2525"/>
                  </a:cubicBezTo>
                  <a:cubicBezTo>
                    <a:pt x="12683" y="2310"/>
                    <a:pt x="12871" y="2219"/>
                    <a:pt x="13055" y="2219"/>
                  </a:cubicBezTo>
                  <a:close/>
                  <a:moveTo>
                    <a:pt x="5644" y="3977"/>
                  </a:moveTo>
                  <a:cubicBezTo>
                    <a:pt x="5644" y="3977"/>
                    <a:pt x="5656" y="3989"/>
                    <a:pt x="5656" y="3989"/>
                  </a:cubicBezTo>
                  <a:cubicBezTo>
                    <a:pt x="5835" y="4156"/>
                    <a:pt x="5882" y="4537"/>
                    <a:pt x="5787" y="5168"/>
                  </a:cubicBezTo>
                  <a:cubicBezTo>
                    <a:pt x="5740" y="4811"/>
                    <a:pt x="5704" y="4442"/>
                    <a:pt x="5656" y="4061"/>
                  </a:cubicBezTo>
                  <a:cubicBezTo>
                    <a:pt x="5656" y="4037"/>
                    <a:pt x="5656" y="4001"/>
                    <a:pt x="5644" y="3977"/>
                  </a:cubicBezTo>
                  <a:close/>
                  <a:moveTo>
                    <a:pt x="12228" y="4013"/>
                  </a:moveTo>
                  <a:cubicBezTo>
                    <a:pt x="12550" y="4013"/>
                    <a:pt x="12788" y="4299"/>
                    <a:pt x="12788" y="4656"/>
                  </a:cubicBezTo>
                  <a:cubicBezTo>
                    <a:pt x="12788" y="5017"/>
                    <a:pt x="12549" y="5275"/>
                    <a:pt x="12226" y="5275"/>
                  </a:cubicBezTo>
                  <a:cubicBezTo>
                    <a:pt x="12219" y="5275"/>
                    <a:pt x="12212" y="5275"/>
                    <a:pt x="12205" y="5275"/>
                  </a:cubicBezTo>
                  <a:cubicBezTo>
                    <a:pt x="11883" y="5275"/>
                    <a:pt x="11621" y="5013"/>
                    <a:pt x="11621" y="4692"/>
                  </a:cubicBezTo>
                  <a:cubicBezTo>
                    <a:pt x="11609" y="4346"/>
                    <a:pt x="11907" y="4013"/>
                    <a:pt x="12228" y="4013"/>
                  </a:cubicBezTo>
                  <a:close/>
                  <a:moveTo>
                    <a:pt x="15276" y="6150"/>
                  </a:moveTo>
                  <a:cubicBezTo>
                    <a:pt x="15312" y="6150"/>
                    <a:pt x="15348" y="6156"/>
                    <a:pt x="15372" y="6168"/>
                  </a:cubicBezTo>
                  <a:cubicBezTo>
                    <a:pt x="15407" y="6180"/>
                    <a:pt x="15419" y="6275"/>
                    <a:pt x="15419" y="6323"/>
                  </a:cubicBezTo>
                  <a:cubicBezTo>
                    <a:pt x="15360" y="6751"/>
                    <a:pt x="14979" y="7144"/>
                    <a:pt x="14562" y="7240"/>
                  </a:cubicBezTo>
                  <a:cubicBezTo>
                    <a:pt x="14523" y="7247"/>
                    <a:pt x="14484" y="7251"/>
                    <a:pt x="14445" y="7251"/>
                  </a:cubicBezTo>
                  <a:cubicBezTo>
                    <a:pt x="14187" y="7251"/>
                    <a:pt x="13944" y="7088"/>
                    <a:pt x="13871" y="6871"/>
                  </a:cubicBezTo>
                  <a:cubicBezTo>
                    <a:pt x="14312" y="6632"/>
                    <a:pt x="14741" y="6394"/>
                    <a:pt x="15181" y="6168"/>
                  </a:cubicBezTo>
                  <a:cubicBezTo>
                    <a:pt x="15205" y="6156"/>
                    <a:pt x="15241" y="6150"/>
                    <a:pt x="15276" y="6150"/>
                  </a:cubicBezTo>
                  <a:close/>
                  <a:moveTo>
                    <a:pt x="155" y="1"/>
                  </a:moveTo>
                  <a:cubicBezTo>
                    <a:pt x="322" y="382"/>
                    <a:pt x="477" y="763"/>
                    <a:pt x="632" y="1144"/>
                  </a:cubicBezTo>
                  <a:cubicBezTo>
                    <a:pt x="667" y="1227"/>
                    <a:pt x="656" y="1346"/>
                    <a:pt x="644" y="1441"/>
                  </a:cubicBezTo>
                  <a:cubicBezTo>
                    <a:pt x="465" y="2572"/>
                    <a:pt x="227" y="3692"/>
                    <a:pt x="108" y="4823"/>
                  </a:cubicBezTo>
                  <a:cubicBezTo>
                    <a:pt x="13" y="5823"/>
                    <a:pt x="1" y="6835"/>
                    <a:pt x="25" y="7835"/>
                  </a:cubicBezTo>
                  <a:cubicBezTo>
                    <a:pt x="25" y="8573"/>
                    <a:pt x="144" y="9311"/>
                    <a:pt x="525" y="9966"/>
                  </a:cubicBezTo>
                  <a:cubicBezTo>
                    <a:pt x="1037" y="10883"/>
                    <a:pt x="1501" y="11847"/>
                    <a:pt x="2156" y="12669"/>
                  </a:cubicBezTo>
                  <a:cubicBezTo>
                    <a:pt x="3382" y="14229"/>
                    <a:pt x="4727" y="15693"/>
                    <a:pt x="6025" y="17193"/>
                  </a:cubicBezTo>
                  <a:cubicBezTo>
                    <a:pt x="6168" y="17348"/>
                    <a:pt x="6335" y="17491"/>
                    <a:pt x="6525" y="17598"/>
                  </a:cubicBezTo>
                  <a:cubicBezTo>
                    <a:pt x="6715" y="17705"/>
                    <a:pt x="6939" y="17740"/>
                    <a:pt x="7199" y="17834"/>
                  </a:cubicBezTo>
                  <a:lnTo>
                    <a:pt x="7199" y="17834"/>
                  </a:lnTo>
                  <a:cubicBezTo>
                    <a:pt x="7201" y="17839"/>
                    <a:pt x="7202" y="17843"/>
                    <a:pt x="7204" y="17848"/>
                  </a:cubicBezTo>
                  <a:cubicBezTo>
                    <a:pt x="7240" y="18003"/>
                    <a:pt x="7275" y="18158"/>
                    <a:pt x="7311" y="18324"/>
                  </a:cubicBezTo>
                  <a:cubicBezTo>
                    <a:pt x="7466" y="19158"/>
                    <a:pt x="7692" y="19955"/>
                    <a:pt x="7990" y="20706"/>
                  </a:cubicBezTo>
                  <a:lnTo>
                    <a:pt x="8240" y="20706"/>
                  </a:lnTo>
                  <a:cubicBezTo>
                    <a:pt x="8026" y="20241"/>
                    <a:pt x="7871" y="19753"/>
                    <a:pt x="7775" y="19241"/>
                  </a:cubicBezTo>
                  <a:cubicBezTo>
                    <a:pt x="7609" y="18360"/>
                    <a:pt x="7502" y="17455"/>
                    <a:pt x="7371" y="16574"/>
                  </a:cubicBezTo>
                  <a:cubicBezTo>
                    <a:pt x="7073" y="14562"/>
                    <a:pt x="6775" y="12550"/>
                    <a:pt x="6478" y="10538"/>
                  </a:cubicBezTo>
                  <a:cubicBezTo>
                    <a:pt x="6466" y="10454"/>
                    <a:pt x="6478" y="10371"/>
                    <a:pt x="6478" y="10276"/>
                  </a:cubicBezTo>
                  <a:cubicBezTo>
                    <a:pt x="6502" y="10288"/>
                    <a:pt x="6513" y="10288"/>
                    <a:pt x="6537" y="10288"/>
                  </a:cubicBezTo>
                  <a:lnTo>
                    <a:pt x="6906" y="11585"/>
                  </a:lnTo>
                  <a:lnTo>
                    <a:pt x="6942" y="11573"/>
                  </a:lnTo>
                  <a:cubicBezTo>
                    <a:pt x="6740" y="10419"/>
                    <a:pt x="6549" y="9252"/>
                    <a:pt x="6359" y="8085"/>
                  </a:cubicBezTo>
                  <a:lnTo>
                    <a:pt x="6430" y="8073"/>
                  </a:lnTo>
                  <a:cubicBezTo>
                    <a:pt x="6502" y="8454"/>
                    <a:pt x="6585" y="8823"/>
                    <a:pt x="6656" y="9192"/>
                  </a:cubicBezTo>
                  <a:lnTo>
                    <a:pt x="6692" y="9192"/>
                  </a:lnTo>
                  <a:cubicBezTo>
                    <a:pt x="6430" y="7525"/>
                    <a:pt x="6168" y="5858"/>
                    <a:pt x="5894" y="4120"/>
                  </a:cubicBezTo>
                  <a:lnTo>
                    <a:pt x="5894" y="4120"/>
                  </a:lnTo>
                  <a:cubicBezTo>
                    <a:pt x="6109" y="4299"/>
                    <a:pt x="6311" y="4465"/>
                    <a:pt x="6502" y="4644"/>
                  </a:cubicBezTo>
                  <a:cubicBezTo>
                    <a:pt x="7359" y="5370"/>
                    <a:pt x="8192" y="6073"/>
                    <a:pt x="9014" y="6775"/>
                  </a:cubicBezTo>
                  <a:cubicBezTo>
                    <a:pt x="9026" y="6751"/>
                    <a:pt x="9049" y="6740"/>
                    <a:pt x="9061" y="6716"/>
                  </a:cubicBezTo>
                  <a:cubicBezTo>
                    <a:pt x="8895" y="6549"/>
                    <a:pt x="8728" y="6382"/>
                    <a:pt x="8549" y="6228"/>
                  </a:cubicBezTo>
                  <a:cubicBezTo>
                    <a:pt x="8561" y="6204"/>
                    <a:pt x="8573" y="6180"/>
                    <a:pt x="8585" y="6156"/>
                  </a:cubicBezTo>
                  <a:cubicBezTo>
                    <a:pt x="8597" y="6144"/>
                    <a:pt x="8609" y="6132"/>
                    <a:pt x="8609" y="6109"/>
                  </a:cubicBezTo>
                  <a:cubicBezTo>
                    <a:pt x="8704" y="6192"/>
                    <a:pt x="8788" y="6275"/>
                    <a:pt x="8883" y="6359"/>
                  </a:cubicBezTo>
                  <a:cubicBezTo>
                    <a:pt x="10312" y="7668"/>
                    <a:pt x="12014" y="8347"/>
                    <a:pt x="13943" y="8454"/>
                  </a:cubicBezTo>
                  <a:cubicBezTo>
                    <a:pt x="13562" y="8347"/>
                    <a:pt x="13157" y="8240"/>
                    <a:pt x="12764" y="8121"/>
                  </a:cubicBezTo>
                  <a:cubicBezTo>
                    <a:pt x="12586" y="8073"/>
                    <a:pt x="12419" y="8014"/>
                    <a:pt x="12240" y="7954"/>
                  </a:cubicBezTo>
                  <a:cubicBezTo>
                    <a:pt x="11502" y="7704"/>
                    <a:pt x="10800" y="7382"/>
                    <a:pt x="10181" y="6871"/>
                  </a:cubicBezTo>
                  <a:cubicBezTo>
                    <a:pt x="9061" y="5966"/>
                    <a:pt x="7930" y="5049"/>
                    <a:pt x="6823" y="4144"/>
                  </a:cubicBezTo>
                  <a:cubicBezTo>
                    <a:pt x="6728" y="4061"/>
                    <a:pt x="6656" y="3977"/>
                    <a:pt x="6537" y="3846"/>
                  </a:cubicBezTo>
                  <a:cubicBezTo>
                    <a:pt x="7918" y="3715"/>
                    <a:pt x="9264" y="3596"/>
                    <a:pt x="10597" y="3465"/>
                  </a:cubicBezTo>
                  <a:lnTo>
                    <a:pt x="11966" y="3334"/>
                  </a:lnTo>
                  <a:lnTo>
                    <a:pt x="12002" y="3453"/>
                  </a:lnTo>
                  <a:cubicBezTo>
                    <a:pt x="11990" y="3465"/>
                    <a:pt x="11966" y="3477"/>
                    <a:pt x="11955" y="3501"/>
                  </a:cubicBezTo>
                  <a:cubicBezTo>
                    <a:pt x="11836" y="3596"/>
                    <a:pt x="11716" y="3692"/>
                    <a:pt x="11621" y="3799"/>
                  </a:cubicBezTo>
                  <a:cubicBezTo>
                    <a:pt x="10776" y="4775"/>
                    <a:pt x="10752" y="6216"/>
                    <a:pt x="11562" y="7121"/>
                  </a:cubicBezTo>
                  <a:cubicBezTo>
                    <a:pt x="12108" y="7730"/>
                    <a:pt x="12827" y="8047"/>
                    <a:pt x="13553" y="8047"/>
                  </a:cubicBezTo>
                  <a:cubicBezTo>
                    <a:pt x="14060" y="8047"/>
                    <a:pt x="14571" y="7892"/>
                    <a:pt x="15026" y="7573"/>
                  </a:cubicBezTo>
                  <a:cubicBezTo>
                    <a:pt x="16050" y="6871"/>
                    <a:pt x="16431" y="5763"/>
                    <a:pt x="16062" y="4573"/>
                  </a:cubicBezTo>
                  <a:cubicBezTo>
                    <a:pt x="16038" y="4489"/>
                    <a:pt x="16038" y="4346"/>
                    <a:pt x="16098" y="4287"/>
                  </a:cubicBezTo>
                  <a:cubicBezTo>
                    <a:pt x="16135" y="4250"/>
                    <a:pt x="16210" y="4231"/>
                    <a:pt x="16278" y="4231"/>
                  </a:cubicBezTo>
                  <a:cubicBezTo>
                    <a:pt x="16318" y="4231"/>
                    <a:pt x="16357" y="4238"/>
                    <a:pt x="16384" y="4251"/>
                  </a:cubicBezTo>
                  <a:cubicBezTo>
                    <a:pt x="17158" y="4668"/>
                    <a:pt x="17920" y="5096"/>
                    <a:pt x="18670" y="5513"/>
                  </a:cubicBezTo>
                  <a:cubicBezTo>
                    <a:pt x="18527" y="6406"/>
                    <a:pt x="18205" y="7228"/>
                    <a:pt x="17872" y="8049"/>
                  </a:cubicBezTo>
                  <a:cubicBezTo>
                    <a:pt x="17729" y="8395"/>
                    <a:pt x="17586" y="8740"/>
                    <a:pt x="17455" y="9085"/>
                  </a:cubicBezTo>
                  <a:lnTo>
                    <a:pt x="17836" y="8442"/>
                  </a:lnTo>
                  <a:cubicBezTo>
                    <a:pt x="17860" y="8454"/>
                    <a:pt x="17872" y="8454"/>
                    <a:pt x="17884" y="8466"/>
                  </a:cubicBezTo>
                  <a:cubicBezTo>
                    <a:pt x="17884" y="8466"/>
                    <a:pt x="17884" y="8478"/>
                    <a:pt x="17884" y="8478"/>
                  </a:cubicBezTo>
                  <a:cubicBezTo>
                    <a:pt x="17693" y="8930"/>
                    <a:pt x="17491" y="9383"/>
                    <a:pt x="17300" y="9835"/>
                  </a:cubicBezTo>
                  <a:cubicBezTo>
                    <a:pt x="17324" y="9859"/>
                    <a:pt x="17360" y="9871"/>
                    <a:pt x="17384" y="9883"/>
                  </a:cubicBezTo>
                  <a:cubicBezTo>
                    <a:pt x="17681" y="9561"/>
                    <a:pt x="18003" y="9252"/>
                    <a:pt x="18277" y="8918"/>
                  </a:cubicBezTo>
                  <a:cubicBezTo>
                    <a:pt x="19086" y="7942"/>
                    <a:pt x="19813" y="6930"/>
                    <a:pt x="20456" y="5847"/>
                  </a:cubicBezTo>
                  <a:cubicBezTo>
                    <a:pt x="20765" y="5311"/>
                    <a:pt x="21194" y="4858"/>
                    <a:pt x="21480" y="4311"/>
                  </a:cubicBezTo>
                  <a:cubicBezTo>
                    <a:pt x="22242" y="2918"/>
                    <a:pt x="22980" y="1501"/>
                    <a:pt x="23682" y="72"/>
                  </a:cubicBezTo>
                  <a:lnTo>
                    <a:pt x="23718" y="1"/>
                  </a:lnTo>
                  <a:lnTo>
                    <a:pt x="23075" y="1"/>
                  </a:lnTo>
                  <a:cubicBezTo>
                    <a:pt x="22920" y="274"/>
                    <a:pt x="22742" y="525"/>
                    <a:pt x="22527" y="763"/>
                  </a:cubicBezTo>
                  <a:cubicBezTo>
                    <a:pt x="22468" y="810"/>
                    <a:pt x="22444" y="870"/>
                    <a:pt x="22373" y="989"/>
                  </a:cubicBezTo>
                  <a:cubicBezTo>
                    <a:pt x="22492" y="644"/>
                    <a:pt x="22611" y="322"/>
                    <a:pt x="22718" y="1"/>
                  </a:cubicBezTo>
                  <a:lnTo>
                    <a:pt x="22432" y="1"/>
                  </a:lnTo>
                  <a:cubicBezTo>
                    <a:pt x="22206" y="382"/>
                    <a:pt x="21992" y="775"/>
                    <a:pt x="21777" y="1167"/>
                  </a:cubicBezTo>
                  <a:cubicBezTo>
                    <a:pt x="21765" y="1156"/>
                    <a:pt x="21753" y="1156"/>
                    <a:pt x="21742" y="1144"/>
                  </a:cubicBezTo>
                  <a:cubicBezTo>
                    <a:pt x="21884" y="810"/>
                    <a:pt x="22039" y="465"/>
                    <a:pt x="22182" y="120"/>
                  </a:cubicBezTo>
                  <a:cubicBezTo>
                    <a:pt x="22170" y="108"/>
                    <a:pt x="22158" y="108"/>
                    <a:pt x="22146" y="108"/>
                  </a:cubicBezTo>
                  <a:cubicBezTo>
                    <a:pt x="22075" y="191"/>
                    <a:pt x="21992" y="286"/>
                    <a:pt x="21920" y="382"/>
                  </a:cubicBezTo>
                  <a:cubicBezTo>
                    <a:pt x="21908" y="370"/>
                    <a:pt x="21896" y="358"/>
                    <a:pt x="21884" y="346"/>
                  </a:cubicBezTo>
                  <a:cubicBezTo>
                    <a:pt x="21920" y="227"/>
                    <a:pt x="21968" y="120"/>
                    <a:pt x="22015" y="1"/>
                  </a:cubicBezTo>
                  <a:lnTo>
                    <a:pt x="21849" y="1"/>
                  </a:lnTo>
                  <a:cubicBezTo>
                    <a:pt x="21646" y="465"/>
                    <a:pt x="21456" y="941"/>
                    <a:pt x="21253" y="1417"/>
                  </a:cubicBezTo>
                  <a:cubicBezTo>
                    <a:pt x="21241" y="1406"/>
                    <a:pt x="21230" y="1406"/>
                    <a:pt x="21218" y="1394"/>
                  </a:cubicBezTo>
                  <a:cubicBezTo>
                    <a:pt x="21325" y="1025"/>
                    <a:pt x="21444" y="644"/>
                    <a:pt x="21551" y="274"/>
                  </a:cubicBezTo>
                  <a:cubicBezTo>
                    <a:pt x="21527" y="263"/>
                    <a:pt x="21503" y="263"/>
                    <a:pt x="21480" y="251"/>
                  </a:cubicBezTo>
                  <a:cubicBezTo>
                    <a:pt x="21420" y="370"/>
                    <a:pt x="21361" y="477"/>
                    <a:pt x="21301" y="596"/>
                  </a:cubicBezTo>
                  <a:cubicBezTo>
                    <a:pt x="21289" y="596"/>
                    <a:pt x="21289" y="584"/>
                    <a:pt x="21277" y="584"/>
                  </a:cubicBezTo>
                  <a:cubicBezTo>
                    <a:pt x="21325" y="394"/>
                    <a:pt x="21372" y="191"/>
                    <a:pt x="21420" y="1"/>
                  </a:cubicBezTo>
                  <a:lnTo>
                    <a:pt x="20539" y="1"/>
                  </a:lnTo>
                  <a:cubicBezTo>
                    <a:pt x="20063" y="1727"/>
                    <a:pt x="19467" y="3430"/>
                    <a:pt x="18836" y="5108"/>
                  </a:cubicBezTo>
                  <a:cubicBezTo>
                    <a:pt x="18813" y="5180"/>
                    <a:pt x="18777" y="5239"/>
                    <a:pt x="18741" y="5323"/>
                  </a:cubicBezTo>
                  <a:cubicBezTo>
                    <a:pt x="18741" y="5323"/>
                    <a:pt x="18729" y="5335"/>
                    <a:pt x="18729" y="5335"/>
                  </a:cubicBezTo>
                  <a:lnTo>
                    <a:pt x="18563" y="5180"/>
                  </a:lnTo>
                  <a:cubicBezTo>
                    <a:pt x="18015" y="4692"/>
                    <a:pt x="17467" y="4215"/>
                    <a:pt x="16884" y="3692"/>
                  </a:cubicBezTo>
                  <a:cubicBezTo>
                    <a:pt x="17050" y="3608"/>
                    <a:pt x="17181" y="3477"/>
                    <a:pt x="17324" y="3477"/>
                  </a:cubicBezTo>
                  <a:cubicBezTo>
                    <a:pt x="17479" y="3477"/>
                    <a:pt x="17646" y="3584"/>
                    <a:pt x="17801" y="3644"/>
                  </a:cubicBezTo>
                  <a:cubicBezTo>
                    <a:pt x="17812" y="3620"/>
                    <a:pt x="17836" y="3596"/>
                    <a:pt x="17848" y="3572"/>
                  </a:cubicBezTo>
                  <a:cubicBezTo>
                    <a:pt x="17705" y="3465"/>
                    <a:pt x="17562" y="3370"/>
                    <a:pt x="17420" y="3263"/>
                  </a:cubicBezTo>
                  <a:cubicBezTo>
                    <a:pt x="18205" y="2227"/>
                    <a:pt x="18896" y="1132"/>
                    <a:pt x="19491" y="1"/>
                  </a:cubicBezTo>
                  <a:lnTo>
                    <a:pt x="17396" y="1"/>
                  </a:lnTo>
                  <a:cubicBezTo>
                    <a:pt x="17253" y="394"/>
                    <a:pt x="17122" y="798"/>
                    <a:pt x="16991" y="1203"/>
                  </a:cubicBezTo>
                  <a:cubicBezTo>
                    <a:pt x="16324" y="1001"/>
                    <a:pt x="15657" y="786"/>
                    <a:pt x="14919" y="548"/>
                  </a:cubicBezTo>
                  <a:cubicBezTo>
                    <a:pt x="15134" y="370"/>
                    <a:pt x="15336" y="191"/>
                    <a:pt x="15538" y="1"/>
                  </a:cubicBezTo>
                  <a:lnTo>
                    <a:pt x="14002" y="1"/>
                  </a:lnTo>
                  <a:cubicBezTo>
                    <a:pt x="14002" y="13"/>
                    <a:pt x="13991" y="24"/>
                    <a:pt x="13979" y="36"/>
                  </a:cubicBezTo>
                  <a:cubicBezTo>
                    <a:pt x="13931" y="132"/>
                    <a:pt x="13883" y="174"/>
                    <a:pt x="13815" y="174"/>
                  </a:cubicBezTo>
                  <a:cubicBezTo>
                    <a:pt x="13780" y="174"/>
                    <a:pt x="13741" y="163"/>
                    <a:pt x="13693" y="144"/>
                  </a:cubicBezTo>
                  <a:cubicBezTo>
                    <a:pt x="13538" y="96"/>
                    <a:pt x="13383" y="48"/>
                    <a:pt x="1321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43"/>
            <p:cNvSpPr/>
            <p:nvPr/>
          </p:nvSpPr>
          <p:spPr>
            <a:xfrm>
              <a:off x="3675450" y="2669800"/>
              <a:ext cx="181600" cy="78900"/>
            </a:xfrm>
            <a:custGeom>
              <a:rect b="b" l="l" r="r" t="t"/>
              <a:pathLst>
                <a:path extrusionOk="0" h="3156" w="7264">
                  <a:moveTo>
                    <a:pt x="4477" y="1"/>
                  </a:moveTo>
                  <a:cubicBezTo>
                    <a:pt x="4465" y="144"/>
                    <a:pt x="4394" y="227"/>
                    <a:pt x="4239" y="310"/>
                  </a:cubicBezTo>
                  <a:cubicBezTo>
                    <a:pt x="3798" y="536"/>
                    <a:pt x="3370" y="775"/>
                    <a:pt x="2941" y="1001"/>
                  </a:cubicBezTo>
                  <a:cubicBezTo>
                    <a:pt x="2382" y="1310"/>
                    <a:pt x="1822" y="1608"/>
                    <a:pt x="1274" y="1918"/>
                  </a:cubicBezTo>
                  <a:cubicBezTo>
                    <a:pt x="750" y="2215"/>
                    <a:pt x="358" y="2656"/>
                    <a:pt x="0" y="3156"/>
                  </a:cubicBezTo>
                  <a:cubicBezTo>
                    <a:pt x="715" y="2727"/>
                    <a:pt x="1453" y="2346"/>
                    <a:pt x="2203" y="2001"/>
                  </a:cubicBezTo>
                  <a:cubicBezTo>
                    <a:pt x="3846" y="1239"/>
                    <a:pt x="5561" y="632"/>
                    <a:pt x="7263" y="1"/>
                  </a:cubicBezTo>
                  <a:lnTo>
                    <a:pt x="4775" y="1"/>
                  </a:lnTo>
                  <a:cubicBezTo>
                    <a:pt x="4751" y="13"/>
                    <a:pt x="4727" y="13"/>
                    <a:pt x="4715" y="24"/>
                  </a:cubicBezTo>
                  <a:lnTo>
                    <a:pt x="471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43"/>
            <p:cNvSpPr/>
            <p:nvPr/>
          </p:nvSpPr>
          <p:spPr>
            <a:xfrm>
              <a:off x="3028950" y="2669800"/>
              <a:ext cx="22925" cy="55700"/>
            </a:xfrm>
            <a:custGeom>
              <a:rect b="b" l="l" r="r" t="t"/>
              <a:pathLst>
                <a:path extrusionOk="0" h="2228" w="917">
                  <a:moveTo>
                    <a:pt x="0" y="1"/>
                  </a:moveTo>
                  <a:cubicBezTo>
                    <a:pt x="202" y="548"/>
                    <a:pt x="405" y="1084"/>
                    <a:pt x="619" y="1620"/>
                  </a:cubicBezTo>
                  <a:cubicBezTo>
                    <a:pt x="702" y="1822"/>
                    <a:pt x="786" y="2025"/>
                    <a:pt x="857" y="2227"/>
                  </a:cubicBezTo>
                  <a:cubicBezTo>
                    <a:pt x="881" y="2215"/>
                    <a:pt x="893" y="2215"/>
                    <a:pt x="917" y="2203"/>
                  </a:cubicBezTo>
                  <a:cubicBezTo>
                    <a:pt x="762" y="1477"/>
                    <a:pt x="607" y="739"/>
                    <a:pt x="45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43"/>
            <p:cNvSpPr/>
            <p:nvPr/>
          </p:nvSpPr>
          <p:spPr>
            <a:xfrm>
              <a:off x="3663850" y="2669500"/>
              <a:ext cx="473275" cy="517950"/>
            </a:xfrm>
            <a:custGeom>
              <a:rect b="b" l="l" r="r" t="t"/>
              <a:pathLst>
                <a:path extrusionOk="0" h="20718" w="18931">
                  <a:moveTo>
                    <a:pt x="10992" y="2446"/>
                  </a:moveTo>
                  <a:cubicBezTo>
                    <a:pt x="11163" y="2446"/>
                    <a:pt x="11333" y="2450"/>
                    <a:pt x="11501" y="2465"/>
                  </a:cubicBezTo>
                  <a:cubicBezTo>
                    <a:pt x="11621" y="2489"/>
                    <a:pt x="11716" y="2692"/>
                    <a:pt x="11823" y="2811"/>
                  </a:cubicBezTo>
                  <a:cubicBezTo>
                    <a:pt x="11811" y="2846"/>
                    <a:pt x="11787" y="2882"/>
                    <a:pt x="11775" y="2906"/>
                  </a:cubicBezTo>
                  <a:lnTo>
                    <a:pt x="10370" y="2906"/>
                  </a:lnTo>
                  <a:cubicBezTo>
                    <a:pt x="10358" y="2882"/>
                    <a:pt x="10358" y="2870"/>
                    <a:pt x="10347" y="2846"/>
                  </a:cubicBezTo>
                  <a:cubicBezTo>
                    <a:pt x="10549" y="2763"/>
                    <a:pt x="10751" y="2680"/>
                    <a:pt x="11013" y="2561"/>
                  </a:cubicBezTo>
                  <a:cubicBezTo>
                    <a:pt x="10995" y="2559"/>
                    <a:pt x="10978" y="2558"/>
                    <a:pt x="10960" y="2558"/>
                  </a:cubicBezTo>
                  <a:cubicBezTo>
                    <a:pt x="10771" y="2558"/>
                    <a:pt x="10597" y="2634"/>
                    <a:pt x="10445" y="2634"/>
                  </a:cubicBezTo>
                  <a:cubicBezTo>
                    <a:pt x="10376" y="2634"/>
                    <a:pt x="10311" y="2618"/>
                    <a:pt x="10251" y="2572"/>
                  </a:cubicBezTo>
                  <a:cubicBezTo>
                    <a:pt x="10275" y="2537"/>
                    <a:pt x="10287" y="2489"/>
                    <a:pt x="10311" y="2453"/>
                  </a:cubicBezTo>
                  <a:cubicBezTo>
                    <a:pt x="10535" y="2453"/>
                    <a:pt x="10764" y="2446"/>
                    <a:pt x="10992" y="2446"/>
                  </a:cubicBezTo>
                  <a:close/>
                  <a:moveTo>
                    <a:pt x="4054" y="4227"/>
                  </a:moveTo>
                  <a:cubicBezTo>
                    <a:pt x="4060" y="4227"/>
                    <a:pt x="4066" y="4227"/>
                    <a:pt x="4072" y="4227"/>
                  </a:cubicBezTo>
                  <a:cubicBezTo>
                    <a:pt x="4405" y="4227"/>
                    <a:pt x="4655" y="4466"/>
                    <a:pt x="4643" y="4775"/>
                  </a:cubicBezTo>
                  <a:cubicBezTo>
                    <a:pt x="4632" y="5078"/>
                    <a:pt x="4334" y="5359"/>
                    <a:pt x="4031" y="5359"/>
                  </a:cubicBezTo>
                  <a:cubicBezTo>
                    <a:pt x="4025" y="5359"/>
                    <a:pt x="4019" y="5359"/>
                    <a:pt x="4012" y="5359"/>
                  </a:cubicBezTo>
                  <a:cubicBezTo>
                    <a:pt x="3703" y="5359"/>
                    <a:pt x="3489" y="5132"/>
                    <a:pt x="3489" y="4847"/>
                  </a:cubicBezTo>
                  <a:cubicBezTo>
                    <a:pt x="3489" y="4520"/>
                    <a:pt x="3752" y="4227"/>
                    <a:pt x="4054" y="4227"/>
                  </a:cubicBezTo>
                  <a:close/>
                  <a:moveTo>
                    <a:pt x="7172" y="6087"/>
                  </a:moveTo>
                  <a:cubicBezTo>
                    <a:pt x="7174" y="6087"/>
                    <a:pt x="7191" y="6104"/>
                    <a:pt x="7191" y="6121"/>
                  </a:cubicBezTo>
                  <a:cubicBezTo>
                    <a:pt x="7312" y="6614"/>
                    <a:pt x="6584" y="7401"/>
                    <a:pt x="6040" y="7401"/>
                  </a:cubicBezTo>
                  <a:cubicBezTo>
                    <a:pt x="5994" y="7401"/>
                    <a:pt x="5949" y="7395"/>
                    <a:pt x="5906" y="7383"/>
                  </a:cubicBezTo>
                  <a:cubicBezTo>
                    <a:pt x="5822" y="7359"/>
                    <a:pt x="5715" y="7252"/>
                    <a:pt x="5691" y="7168"/>
                  </a:cubicBezTo>
                  <a:cubicBezTo>
                    <a:pt x="5667" y="7097"/>
                    <a:pt x="5739" y="6990"/>
                    <a:pt x="5798" y="6906"/>
                  </a:cubicBezTo>
                  <a:cubicBezTo>
                    <a:pt x="5822" y="6859"/>
                    <a:pt x="5894" y="6835"/>
                    <a:pt x="5941" y="6799"/>
                  </a:cubicBezTo>
                  <a:cubicBezTo>
                    <a:pt x="6346" y="6573"/>
                    <a:pt x="6739" y="6347"/>
                    <a:pt x="7180" y="6097"/>
                  </a:cubicBezTo>
                  <a:cubicBezTo>
                    <a:pt x="7173" y="6090"/>
                    <a:pt x="7171" y="6087"/>
                    <a:pt x="7172" y="6087"/>
                  </a:cubicBezTo>
                  <a:close/>
                  <a:moveTo>
                    <a:pt x="16982" y="1722"/>
                  </a:moveTo>
                  <a:cubicBezTo>
                    <a:pt x="17110" y="1722"/>
                    <a:pt x="17241" y="1767"/>
                    <a:pt x="17371" y="1846"/>
                  </a:cubicBezTo>
                  <a:cubicBezTo>
                    <a:pt x="17740" y="2084"/>
                    <a:pt x="17967" y="2430"/>
                    <a:pt x="18050" y="2834"/>
                  </a:cubicBezTo>
                  <a:cubicBezTo>
                    <a:pt x="18193" y="3501"/>
                    <a:pt x="18312" y="4180"/>
                    <a:pt x="18395" y="4858"/>
                  </a:cubicBezTo>
                  <a:cubicBezTo>
                    <a:pt x="18562" y="6323"/>
                    <a:pt x="18586" y="7787"/>
                    <a:pt x="18300" y="9228"/>
                  </a:cubicBezTo>
                  <a:cubicBezTo>
                    <a:pt x="18229" y="9621"/>
                    <a:pt x="18098" y="10014"/>
                    <a:pt x="17919" y="10359"/>
                  </a:cubicBezTo>
                  <a:cubicBezTo>
                    <a:pt x="17490" y="11181"/>
                    <a:pt x="17026" y="11978"/>
                    <a:pt x="16490" y="12728"/>
                  </a:cubicBezTo>
                  <a:cubicBezTo>
                    <a:pt x="16050" y="13360"/>
                    <a:pt x="15562" y="13967"/>
                    <a:pt x="15026" y="14538"/>
                  </a:cubicBezTo>
                  <a:cubicBezTo>
                    <a:pt x="14097" y="15538"/>
                    <a:pt x="13180" y="16538"/>
                    <a:pt x="12240" y="17515"/>
                  </a:cubicBezTo>
                  <a:cubicBezTo>
                    <a:pt x="12109" y="17646"/>
                    <a:pt x="11954" y="17741"/>
                    <a:pt x="11787" y="17824"/>
                  </a:cubicBezTo>
                  <a:cubicBezTo>
                    <a:pt x="11668" y="17896"/>
                    <a:pt x="11549" y="17955"/>
                    <a:pt x="11430" y="18027"/>
                  </a:cubicBezTo>
                  <a:cubicBezTo>
                    <a:pt x="11418" y="17967"/>
                    <a:pt x="11406" y="17896"/>
                    <a:pt x="11418" y="17836"/>
                  </a:cubicBezTo>
                  <a:cubicBezTo>
                    <a:pt x="11752" y="16217"/>
                    <a:pt x="12061" y="14610"/>
                    <a:pt x="12406" y="13002"/>
                  </a:cubicBezTo>
                  <a:cubicBezTo>
                    <a:pt x="12942" y="10550"/>
                    <a:pt x="13502" y="8109"/>
                    <a:pt x="14049" y="5656"/>
                  </a:cubicBezTo>
                  <a:cubicBezTo>
                    <a:pt x="14085" y="5501"/>
                    <a:pt x="14109" y="5335"/>
                    <a:pt x="14180" y="5216"/>
                  </a:cubicBezTo>
                  <a:cubicBezTo>
                    <a:pt x="14800" y="4275"/>
                    <a:pt x="15419" y="3346"/>
                    <a:pt x="16062" y="2418"/>
                  </a:cubicBezTo>
                  <a:cubicBezTo>
                    <a:pt x="16193" y="2215"/>
                    <a:pt x="16395" y="2049"/>
                    <a:pt x="16574" y="1894"/>
                  </a:cubicBezTo>
                  <a:cubicBezTo>
                    <a:pt x="16704" y="1776"/>
                    <a:pt x="16842" y="1722"/>
                    <a:pt x="16982" y="1722"/>
                  </a:cubicBezTo>
                  <a:close/>
                  <a:moveTo>
                    <a:pt x="8704" y="1"/>
                  </a:moveTo>
                  <a:cubicBezTo>
                    <a:pt x="8965" y="763"/>
                    <a:pt x="9227" y="1477"/>
                    <a:pt x="9513" y="2263"/>
                  </a:cubicBezTo>
                  <a:cubicBezTo>
                    <a:pt x="9180" y="2215"/>
                    <a:pt x="8918" y="2191"/>
                    <a:pt x="8656" y="2132"/>
                  </a:cubicBezTo>
                  <a:cubicBezTo>
                    <a:pt x="7845" y="1956"/>
                    <a:pt x="7034" y="1812"/>
                    <a:pt x="6209" y="1812"/>
                  </a:cubicBezTo>
                  <a:cubicBezTo>
                    <a:pt x="5920" y="1812"/>
                    <a:pt x="5628" y="1830"/>
                    <a:pt x="5334" y="1870"/>
                  </a:cubicBezTo>
                  <a:cubicBezTo>
                    <a:pt x="4596" y="1977"/>
                    <a:pt x="3893" y="2239"/>
                    <a:pt x="3250" y="2644"/>
                  </a:cubicBezTo>
                  <a:cubicBezTo>
                    <a:pt x="4248" y="2219"/>
                    <a:pt x="5274" y="1973"/>
                    <a:pt x="6234" y="1973"/>
                  </a:cubicBezTo>
                  <a:cubicBezTo>
                    <a:pt x="6512" y="1973"/>
                    <a:pt x="6784" y="1994"/>
                    <a:pt x="7049" y="2037"/>
                  </a:cubicBezTo>
                  <a:cubicBezTo>
                    <a:pt x="6167" y="2191"/>
                    <a:pt x="5060" y="2311"/>
                    <a:pt x="4001" y="2572"/>
                  </a:cubicBezTo>
                  <a:cubicBezTo>
                    <a:pt x="3108" y="2799"/>
                    <a:pt x="2298" y="3215"/>
                    <a:pt x="1548" y="3763"/>
                  </a:cubicBezTo>
                  <a:cubicBezTo>
                    <a:pt x="1405" y="3870"/>
                    <a:pt x="1262" y="3989"/>
                    <a:pt x="1119" y="4108"/>
                  </a:cubicBezTo>
                  <a:cubicBezTo>
                    <a:pt x="1226" y="4061"/>
                    <a:pt x="1334" y="4013"/>
                    <a:pt x="1441" y="3977"/>
                  </a:cubicBezTo>
                  <a:cubicBezTo>
                    <a:pt x="1607" y="3906"/>
                    <a:pt x="1762" y="3823"/>
                    <a:pt x="1917" y="3739"/>
                  </a:cubicBezTo>
                  <a:cubicBezTo>
                    <a:pt x="3838" y="2630"/>
                    <a:pt x="5908" y="2394"/>
                    <a:pt x="8023" y="2394"/>
                  </a:cubicBezTo>
                  <a:cubicBezTo>
                    <a:pt x="8451" y="2394"/>
                    <a:pt x="8880" y="2404"/>
                    <a:pt x="9311" y="2418"/>
                  </a:cubicBezTo>
                  <a:cubicBezTo>
                    <a:pt x="9477" y="2430"/>
                    <a:pt x="9620" y="2489"/>
                    <a:pt x="9573" y="2727"/>
                  </a:cubicBezTo>
                  <a:cubicBezTo>
                    <a:pt x="9394" y="2751"/>
                    <a:pt x="9204" y="2787"/>
                    <a:pt x="9013" y="2787"/>
                  </a:cubicBezTo>
                  <a:cubicBezTo>
                    <a:pt x="8624" y="2787"/>
                    <a:pt x="8235" y="2776"/>
                    <a:pt x="7846" y="2776"/>
                  </a:cubicBezTo>
                  <a:cubicBezTo>
                    <a:pt x="7652" y="2776"/>
                    <a:pt x="7457" y="2779"/>
                    <a:pt x="7263" y="2787"/>
                  </a:cubicBezTo>
                  <a:cubicBezTo>
                    <a:pt x="6322" y="2822"/>
                    <a:pt x="5382" y="2858"/>
                    <a:pt x="4441" y="2965"/>
                  </a:cubicBezTo>
                  <a:cubicBezTo>
                    <a:pt x="3512" y="3084"/>
                    <a:pt x="2643" y="3454"/>
                    <a:pt x="1869" y="3977"/>
                  </a:cubicBezTo>
                  <a:cubicBezTo>
                    <a:pt x="1631" y="4132"/>
                    <a:pt x="1417" y="4311"/>
                    <a:pt x="1191" y="4477"/>
                  </a:cubicBezTo>
                  <a:cubicBezTo>
                    <a:pt x="905" y="4704"/>
                    <a:pt x="619" y="4930"/>
                    <a:pt x="345" y="5168"/>
                  </a:cubicBezTo>
                  <a:cubicBezTo>
                    <a:pt x="202" y="5275"/>
                    <a:pt x="107" y="5466"/>
                    <a:pt x="0" y="5620"/>
                  </a:cubicBezTo>
                  <a:cubicBezTo>
                    <a:pt x="24" y="5644"/>
                    <a:pt x="48" y="5668"/>
                    <a:pt x="71" y="5692"/>
                  </a:cubicBezTo>
                  <a:cubicBezTo>
                    <a:pt x="357" y="5525"/>
                    <a:pt x="619" y="5335"/>
                    <a:pt x="905" y="5156"/>
                  </a:cubicBezTo>
                  <a:cubicBezTo>
                    <a:pt x="1095" y="5025"/>
                    <a:pt x="1298" y="4906"/>
                    <a:pt x="1500" y="4799"/>
                  </a:cubicBezTo>
                  <a:cubicBezTo>
                    <a:pt x="2000" y="4525"/>
                    <a:pt x="2524" y="4323"/>
                    <a:pt x="3036" y="4085"/>
                  </a:cubicBezTo>
                  <a:lnTo>
                    <a:pt x="3036" y="4085"/>
                  </a:lnTo>
                  <a:cubicBezTo>
                    <a:pt x="2929" y="4382"/>
                    <a:pt x="2822" y="4632"/>
                    <a:pt x="2727" y="4882"/>
                  </a:cubicBezTo>
                  <a:cubicBezTo>
                    <a:pt x="2465" y="5585"/>
                    <a:pt x="2572" y="6240"/>
                    <a:pt x="2893" y="6906"/>
                  </a:cubicBezTo>
                  <a:cubicBezTo>
                    <a:pt x="3269" y="7676"/>
                    <a:pt x="4332" y="8170"/>
                    <a:pt x="5368" y="8170"/>
                  </a:cubicBezTo>
                  <a:cubicBezTo>
                    <a:pt x="5710" y="8170"/>
                    <a:pt x="6048" y="8117"/>
                    <a:pt x="6358" y="8002"/>
                  </a:cubicBezTo>
                  <a:cubicBezTo>
                    <a:pt x="7703" y="7490"/>
                    <a:pt x="8382" y="6168"/>
                    <a:pt x="7918" y="4799"/>
                  </a:cubicBezTo>
                  <a:cubicBezTo>
                    <a:pt x="7822" y="4525"/>
                    <a:pt x="7668" y="4275"/>
                    <a:pt x="7537" y="4001"/>
                  </a:cubicBezTo>
                  <a:cubicBezTo>
                    <a:pt x="7549" y="4001"/>
                    <a:pt x="7572" y="3977"/>
                    <a:pt x="7608" y="3977"/>
                  </a:cubicBezTo>
                  <a:cubicBezTo>
                    <a:pt x="8334" y="4001"/>
                    <a:pt x="9061" y="4037"/>
                    <a:pt x="9787" y="4073"/>
                  </a:cubicBezTo>
                  <a:cubicBezTo>
                    <a:pt x="9858" y="4073"/>
                    <a:pt x="9918" y="4180"/>
                    <a:pt x="9989" y="4239"/>
                  </a:cubicBezTo>
                  <a:lnTo>
                    <a:pt x="10013" y="4239"/>
                  </a:lnTo>
                  <a:cubicBezTo>
                    <a:pt x="10049" y="4180"/>
                    <a:pt x="10073" y="4132"/>
                    <a:pt x="10108" y="4073"/>
                  </a:cubicBezTo>
                  <a:cubicBezTo>
                    <a:pt x="10132" y="4085"/>
                    <a:pt x="10156" y="4085"/>
                    <a:pt x="10180" y="4085"/>
                  </a:cubicBezTo>
                  <a:cubicBezTo>
                    <a:pt x="10180" y="4251"/>
                    <a:pt x="10192" y="4406"/>
                    <a:pt x="10204" y="4620"/>
                  </a:cubicBezTo>
                  <a:cubicBezTo>
                    <a:pt x="10251" y="4406"/>
                    <a:pt x="10275" y="4263"/>
                    <a:pt x="10299" y="4144"/>
                  </a:cubicBezTo>
                  <a:lnTo>
                    <a:pt x="12287" y="4144"/>
                  </a:lnTo>
                  <a:cubicBezTo>
                    <a:pt x="12121" y="4287"/>
                    <a:pt x="12037" y="4370"/>
                    <a:pt x="11942" y="4430"/>
                  </a:cubicBezTo>
                  <a:cubicBezTo>
                    <a:pt x="10609" y="5442"/>
                    <a:pt x="9239" y="6430"/>
                    <a:pt x="7918" y="7466"/>
                  </a:cubicBezTo>
                  <a:cubicBezTo>
                    <a:pt x="7322" y="7942"/>
                    <a:pt x="6656" y="8240"/>
                    <a:pt x="5917" y="8407"/>
                  </a:cubicBezTo>
                  <a:cubicBezTo>
                    <a:pt x="5608" y="8478"/>
                    <a:pt x="5298" y="8561"/>
                    <a:pt x="4917" y="8668"/>
                  </a:cubicBezTo>
                  <a:cubicBezTo>
                    <a:pt x="5013" y="8668"/>
                    <a:pt x="5048" y="8680"/>
                    <a:pt x="5072" y="8680"/>
                  </a:cubicBezTo>
                  <a:cubicBezTo>
                    <a:pt x="5239" y="8657"/>
                    <a:pt x="5394" y="8633"/>
                    <a:pt x="5560" y="8609"/>
                  </a:cubicBezTo>
                  <a:cubicBezTo>
                    <a:pt x="7084" y="8466"/>
                    <a:pt x="8442" y="7942"/>
                    <a:pt x="9632" y="6978"/>
                  </a:cubicBezTo>
                  <a:cubicBezTo>
                    <a:pt x="10394" y="6359"/>
                    <a:pt x="11156" y="5740"/>
                    <a:pt x="11930" y="5132"/>
                  </a:cubicBezTo>
                  <a:cubicBezTo>
                    <a:pt x="12073" y="5013"/>
                    <a:pt x="12216" y="4906"/>
                    <a:pt x="12418" y="4751"/>
                  </a:cubicBezTo>
                  <a:lnTo>
                    <a:pt x="12418" y="4751"/>
                  </a:lnTo>
                  <a:cubicBezTo>
                    <a:pt x="12394" y="4930"/>
                    <a:pt x="12394" y="5025"/>
                    <a:pt x="12371" y="5120"/>
                  </a:cubicBezTo>
                  <a:cubicBezTo>
                    <a:pt x="12192" y="5882"/>
                    <a:pt x="12002" y="6656"/>
                    <a:pt x="11811" y="7418"/>
                  </a:cubicBezTo>
                  <a:cubicBezTo>
                    <a:pt x="11549" y="8442"/>
                    <a:pt x="11251" y="9442"/>
                    <a:pt x="11025" y="10478"/>
                  </a:cubicBezTo>
                  <a:cubicBezTo>
                    <a:pt x="10906" y="11038"/>
                    <a:pt x="10847" y="11597"/>
                    <a:pt x="10478" y="12074"/>
                  </a:cubicBezTo>
                  <a:cubicBezTo>
                    <a:pt x="10478" y="12086"/>
                    <a:pt x="10489" y="12109"/>
                    <a:pt x="10501" y="12145"/>
                  </a:cubicBezTo>
                  <a:cubicBezTo>
                    <a:pt x="10847" y="11705"/>
                    <a:pt x="11192" y="11276"/>
                    <a:pt x="11525" y="10847"/>
                  </a:cubicBezTo>
                  <a:cubicBezTo>
                    <a:pt x="11561" y="10859"/>
                    <a:pt x="11585" y="10871"/>
                    <a:pt x="11609" y="10895"/>
                  </a:cubicBezTo>
                  <a:cubicBezTo>
                    <a:pt x="11263" y="12217"/>
                    <a:pt x="11013" y="13562"/>
                    <a:pt x="11097" y="15014"/>
                  </a:cubicBezTo>
                  <a:cubicBezTo>
                    <a:pt x="11144" y="14693"/>
                    <a:pt x="11180" y="14443"/>
                    <a:pt x="11216" y="14217"/>
                  </a:cubicBezTo>
                  <a:cubicBezTo>
                    <a:pt x="11216" y="14217"/>
                    <a:pt x="11228" y="14252"/>
                    <a:pt x="11240" y="14288"/>
                  </a:cubicBezTo>
                  <a:cubicBezTo>
                    <a:pt x="11466" y="13074"/>
                    <a:pt x="11680" y="11871"/>
                    <a:pt x="11906" y="10669"/>
                  </a:cubicBezTo>
                  <a:cubicBezTo>
                    <a:pt x="11930" y="10538"/>
                    <a:pt x="12013" y="10407"/>
                    <a:pt x="12073" y="10276"/>
                  </a:cubicBezTo>
                  <a:lnTo>
                    <a:pt x="12168" y="10312"/>
                  </a:lnTo>
                  <a:cubicBezTo>
                    <a:pt x="12085" y="10597"/>
                    <a:pt x="11978" y="10883"/>
                    <a:pt x="11918" y="11181"/>
                  </a:cubicBezTo>
                  <a:cubicBezTo>
                    <a:pt x="11740" y="12074"/>
                    <a:pt x="11561" y="12979"/>
                    <a:pt x="11430" y="13883"/>
                  </a:cubicBezTo>
                  <a:cubicBezTo>
                    <a:pt x="11382" y="14205"/>
                    <a:pt x="11490" y="14550"/>
                    <a:pt x="11466" y="14884"/>
                  </a:cubicBezTo>
                  <a:cubicBezTo>
                    <a:pt x="11382" y="15860"/>
                    <a:pt x="11299" y="16848"/>
                    <a:pt x="11156" y="17824"/>
                  </a:cubicBezTo>
                  <a:cubicBezTo>
                    <a:pt x="11073" y="18408"/>
                    <a:pt x="10954" y="18979"/>
                    <a:pt x="10799" y="19539"/>
                  </a:cubicBezTo>
                  <a:cubicBezTo>
                    <a:pt x="10680" y="19932"/>
                    <a:pt x="10537" y="20325"/>
                    <a:pt x="10370" y="20718"/>
                  </a:cubicBezTo>
                  <a:lnTo>
                    <a:pt x="10632" y="20718"/>
                  </a:lnTo>
                  <a:cubicBezTo>
                    <a:pt x="10775" y="20325"/>
                    <a:pt x="10894" y="19920"/>
                    <a:pt x="11001" y="19491"/>
                  </a:cubicBezTo>
                  <a:cubicBezTo>
                    <a:pt x="11061" y="19217"/>
                    <a:pt x="11144" y="18944"/>
                    <a:pt x="11228" y="18670"/>
                  </a:cubicBezTo>
                  <a:cubicBezTo>
                    <a:pt x="11299" y="18455"/>
                    <a:pt x="11371" y="18253"/>
                    <a:pt x="11430" y="18039"/>
                  </a:cubicBezTo>
                  <a:cubicBezTo>
                    <a:pt x="11454" y="18110"/>
                    <a:pt x="11490" y="18146"/>
                    <a:pt x="11525" y="18158"/>
                  </a:cubicBezTo>
                  <a:cubicBezTo>
                    <a:pt x="11553" y="18170"/>
                    <a:pt x="11582" y="18175"/>
                    <a:pt x="11610" y="18175"/>
                  </a:cubicBezTo>
                  <a:cubicBezTo>
                    <a:pt x="11691" y="18175"/>
                    <a:pt x="11770" y="18133"/>
                    <a:pt x="11823" y="18098"/>
                  </a:cubicBezTo>
                  <a:cubicBezTo>
                    <a:pt x="12109" y="17931"/>
                    <a:pt x="12394" y="17765"/>
                    <a:pt x="12621" y="17527"/>
                  </a:cubicBezTo>
                  <a:cubicBezTo>
                    <a:pt x="13478" y="16646"/>
                    <a:pt x="14323" y="15729"/>
                    <a:pt x="15181" y="14836"/>
                  </a:cubicBezTo>
                  <a:cubicBezTo>
                    <a:pt x="16324" y="13621"/>
                    <a:pt x="17264" y="12264"/>
                    <a:pt x="18086" y="10812"/>
                  </a:cubicBezTo>
                  <a:cubicBezTo>
                    <a:pt x="18502" y="10085"/>
                    <a:pt x="18705" y="9299"/>
                    <a:pt x="18788" y="8478"/>
                  </a:cubicBezTo>
                  <a:cubicBezTo>
                    <a:pt x="18931" y="7109"/>
                    <a:pt x="18860" y="5728"/>
                    <a:pt x="18693" y="4370"/>
                  </a:cubicBezTo>
                  <a:cubicBezTo>
                    <a:pt x="18610" y="3692"/>
                    <a:pt x="18431" y="3001"/>
                    <a:pt x="18217" y="2358"/>
                  </a:cubicBezTo>
                  <a:cubicBezTo>
                    <a:pt x="18026" y="1810"/>
                    <a:pt x="17562" y="1501"/>
                    <a:pt x="17026" y="1322"/>
                  </a:cubicBezTo>
                  <a:cubicBezTo>
                    <a:pt x="17145" y="882"/>
                    <a:pt x="17300" y="453"/>
                    <a:pt x="17383" y="1"/>
                  </a:cubicBezTo>
                  <a:lnTo>
                    <a:pt x="15669" y="1"/>
                  </a:lnTo>
                  <a:cubicBezTo>
                    <a:pt x="15657" y="48"/>
                    <a:pt x="15645" y="96"/>
                    <a:pt x="15633" y="144"/>
                  </a:cubicBezTo>
                  <a:cubicBezTo>
                    <a:pt x="15633" y="96"/>
                    <a:pt x="15645" y="48"/>
                    <a:pt x="15645" y="1"/>
                  </a:cubicBezTo>
                  <a:lnTo>
                    <a:pt x="15311" y="1"/>
                  </a:lnTo>
                  <a:cubicBezTo>
                    <a:pt x="15252" y="334"/>
                    <a:pt x="15192" y="667"/>
                    <a:pt x="15133" y="989"/>
                  </a:cubicBezTo>
                  <a:lnTo>
                    <a:pt x="15109" y="989"/>
                  </a:lnTo>
                  <a:cubicBezTo>
                    <a:pt x="15133" y="667"/>
                    <a:pt x="15145" y="334"/>
                    <a:pt x="15169" y="1"/>
                  </a:cubicBezTo>
                  <a:lnTo>
                    <a:pt x="14823" y="1"/>
                  </a:lnTo>
                  <a:cubicBezTo>
                    <a:pt x="14764" y="310"/>
                    <a:pt x="14704" y="620"/>
                    <a:pt x="14645" y="929"/>
                  </a:cubicBezTo>
                  <a:cubicBezTo>
                    <a:pt x="14609" y="846"/>
                    <a:pt x="14597" y="810"/>
                    <a:pt x="14585" y="751"/>
                  </a:cubicBezTo>
                  <a:cubicBezTo>
                    <a:pt x="14478" y="1120"/>
                    <a:pt x="14383" y="1453"/>
                    <a:pt x="14288" y="1787"/>
                  </a:cubicBezTo>
                  <a:lnTo>
                    <a:pt x="14264" y="1787"/>
                  </a:lnTo>
                  <a:cubicBezTo>
                    <a:pt x="14347" y="1191"/>
                    <a:pt x="14430" y="596"/>
                    <a:pt x="14514" y="1"/>
                  </a:cubicBezTo>
                  <a:lnTo>
                    <a:pt x="14180" y="1"/>
                  </a:lnTo>
                  <a:lnTo>
                    <a:pt x="13871" y="1489"/>
                  </a:lnTo>
                  <a:cubicBezTo>
                    <a:pt x="13847" y="1489"/>
                    <a:pt x="13823" y="1477"/>
                    <a:pt x="13799" y="1477"/>
                  </a:cubicBezTo>
                  <a:lnTo>
                    <a:pt x="13799" y="572"/>
                  </a:lnTo>
                  <a:lnTo>
                    <a:pt x="13776" y="572"/>
                  </a:lnTo>
                  <a:cubicBezTo>
                    <a:pt x="13740" y="739"/>
                    <a:pt x="13692" y="906"/>
                    <a:pt x="13657" y="1096"/>
                  </a:cubicBezTo>
                  <a:cubicBezTo>
                    <a:pt x="13668" y="727"/>
                    <a:pt x="13692" y="370"/>
                    <a:pt x="13704" y="1"/>
                  </a:cubicBezTo>
                  <a:lnTo>
                    <a:pt x="10787" y="1"/>
                  </a:lnTo>
                  <a:cubicBezTo>
                    <a:pt x="11073" y="798"/>
                    <a:pt x="11359" y="1584"/>
                    <a:pt x="11656" y="2394"/>
                  </a:cubicBezTo>
                  <a:cubicBezTo>
                    <a:pt x="11144" y="2358"/>
                    <a:pt x="10704" y="2322"/>
                    <a:pt x="10251" y="2299"/>
                  </a:cubicBezTo>
                  <a:cubicBezTo>
                    <a:pt x="10108" y="1525"/>
                    <a:pt x="9966" y="775"/>
                    <a:pt x="981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43"/>
            <p:cNvSpPr/>
            <p:nvPr/>
          </p:nvSpPr>
          <p:spPr>
            <a:xfrm>
              <a:off x="3540300" y="2932050"/>
              <a:ext cx="31000" cy="184550"/>
            </a:xfrm>
            <a:custGeom>
              <a:rect b="b" l="l" r="r" t="t"/>
              <a:pathLst>
                <a:path extrusionOk="0" h="7382" w="1240">
                  <a:moveTo>
                    <a:pt x="1203" y="0"/>
                  </a:moveTo>
                  <a:cubicBezTo>
                    <a:pt x="1132" y="167"/>
                    <a:pt x="1037" y="345"/>
                    <a:pt x="989" y="524"/>
                  </a:cubicBezTo>
                  <a:cubicBezTo>
                    <a:pt x="822" y="1262"/>
                    <a:pt x="680" y="2000"/>
                    <a:pt x="513" y="2738"/>
                  </a:cubicBezTo>
                  <a:cubicBezTo>
                    <a:pt x="406" y="3203"/>
                    <a:pt x="299" y="3679"/>
                    <a:pt x="168" y="4143"/>
                  </a:cubicBezTo>
                  <a:cubicBezTo>
                    <a:pt x="1" y="4739"/>
                    <a:pt x="60" y="5310"/>
                    <a:pt x="394" y="5846"/>
                  </a:cubicBezTo>
                  <a:cubicBezTo>
                    <a:pt x="584" y="6167"/>
                    <a:pt x="763" y="6513"/>
                    <a:pt x="942" y="6834"/>
                  </a:cubicBezTo>
                  <a:cubicBezTo>
                    <a:pt x="1037" y="7013"/>
                    <a:pt x="1144" y="7191"/>
                    <a:pt x="1239" y="7382"/>
                  </a:cubicBezTo>
                  <a:lnTo>
                    <a:pt x="1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43"/>
            <p:cNvSpPr/>
            <p:nvPr/>
          </p:nvSpPr>
          <p:spPr>
            <a:xfrm>
              <a:off x="3757600" y="2882325"/>
              <a:ext cx="98250" cy="15200"/>
            </a:xfrm>
            <a:custGeom>
              <a:rect b="b" l="l" r="r" t="t"/>
              <a:pathLst>
                <a:path extrusionOk="0" h="608" w="3930">
                  <a:moveTo>
                    <a:pt x="3453" y="1"/>
                  </a:moveTo>
                  <a:cubicBezTo>
                    <a:pt x="2310" y="167"/>
                    <a:pt x="1155" y="334"/>
                    <a:pt x="1" y="489"/>
                  </a:cubicBezTo>
                  <a:cubicBezTo>
                    <a:pt x="12" y="525"/>
                    <a:pt x="12" y="548"/>
                    <a:pt x="12" y="572"/>
                  </a:cubicBezTo>
                  <a:cubicBezTo>
                    <a:pt x="786" y="489"/>
                    <a:pt x="1560" y="405"/>
                    <a:pt x="2334" y="310"/>
                  </a:cubicBezTo>
                  <a:lnTo>
                    <a:pt x="2334" y="310"/>
                  </a:lnTo>
                  <a:cubicBezTo>
                    <a:pt x="2167" y="382"/>
                    <a:pt x="1989" y="417"/>
                    <a:pt x="1810" y="465"/>
                  </a:cubicBezTo>
                  <a:cubicBezTo>
                    <a:pt x="1632" y="513"/>
                    <a:pt x="1453" y="560"/>
                    <a:pt x="1286" y="608"/>
                  </a:cubicBezTo>
                  <a:cubicBezTo>
                    <a:pt x="2191" y="608"/>
                    <a:pt x="3084" y="572"/>
                    <a:pt x="3930" y="179"/>
                  </a:cubicBezTo>
                  <a:lnTo>
                    <a:pt x="3930" y="179"/>
                  </a:lnTo>
                  <a:cubicBezTo>
                    <a:pt x="3596" y="203"/>
                    <a:pt x="3263" y="227"/>
                    <a:pt x="2918" y="239"/>
                  </a:cubicBezTo>
                  <a:cubicBezTo>
                    <a:pt x="2918" y="227"/>
                    <a:pt x="2918" y="215"/>
                    <a:pt x="2918" y="203"/>
                  </a:cubicBezTo>
                  <a:lnTo>
                    <a:pt x="3465" y="36"/>
                  </a:lnTo>
                  <a:cubicBezTo>
                    <a:pt x="3465" y="24"/>
                    <a:pt x="3465" y="13"/>
                    <a:pt x="3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43"/>
            <p:cNvSpPr/>
            <p:nvPr/>
          </p:nvSpPr>
          <p:spPr>
            <a:xfrm>
              <a:off x="3322725" y="2875775"/>
              <a:ext cx="95275" cy="16400"/>
            </a:xfrm>
            <a:custGeom>
              <a:rect b="b" l="l" r="r" t="t"/>
              <a:pathLst>
                <a:path extrusionOk="0" h="656" w="3811">
                  <a:moveTo>
                    <a:pt x="477" y="1"/>
                  </a:moveTo>
                  <a:cubicBezTo>
                    <a:pt x="477" y="13"/>
                    <a:pt x="465" y="36"/>
                    <a:pt x="465" y="48"/>
                  </a:cubicBezTo>
                  <a:cubicBezTo>
                    <a:pt x="632" y="108"/>
                    <a:pt x="810" y="156"/>
                    <a:pt x="977" y="215"/>
                  </a:cubicBezTo>
                  <a:cubicBezTo>
                    <a:pt x="977" y="227"/>
                    <a:pt x="977" y="239"/>
                    <a:pt x="977" y="251"/>
                  </a:cubicBezTo>
                  <a:cubicBezTo>
                    <a:pt x="643" y="227"/>
                    <a:pt x="322" y="191"/>
                    <a:pt x="0" y="167"/>
                  </a:cubicBezTo>
                  <a:lnTo>
                    <a:pt x="0" y="167"/>
                  </a:lnTo>
                  <a:cubicBezTo>
                    <a:pt x="693" y="503"/>
                    <a:pt x="1423" y="626"/>
                    <a:pt x="2173" y="626"/>
                  </a:cubicBezTo>
                  <a:cubicBezTo>
                    <a:pt x="2274" y="626"/>
                    <a:pt x="2375" y="624"/>
                    <a:pt x="2477" y="620"/>
                  </a:cubicBezTo>
                  <a:cubicBezTo>
                    <a:pt x="2144" y="525"/>
                    <a:pt x="1810" y="441"/>
                    <a:pt x="1477" y="346"/>
                  </a:cubicBezTo>
                  <a:cubicBezTo>
                    <a:pt x="1477" y="346"/>
                    <a:pt x="1477" y="334"/>
                    <a:pt x="1489" y="322"/>
                  </a:cubicBezTo>
                  <a:cubicBezTo>
                    <a:pt x="2263" y="441"/>
                    <a:pt x="3037" y="548"/>
                    <a:pt x="3810" y="656"/>
                  </a:cubicBezTo>
                  <a:cubicBezTo>
                    <a:pt x="3810" y="632"/>
                    <a:pt x="3810" y="596"/>
                    <a:pt x="3810" y="572"/>
                  </a:cubicBezTo>
                  <a:cubicBezTo>
                    <a:pt x="2703" y="382"/>
                    <a:pt x="1584" y="191"/>
                    <a:pt x="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43"/>
            <p:cNvSpPr/>
            <p:nvPr/>
          </p:nvSpPr>
          <p:spPr>
            <a:xfrm>
              <a:off x="3995425" y="2767550"/>
              <a:ext cx="100925" cy="271975"/>
            </a:xfrm>
            <a:custGeom>
              <a:rect b="b" l="l" r="r" t="t"/>
              <a:pathLst>
                <a:path extrusionOk="0" h="10879" w="4037">
                  <a:moveTo>
                    <a:pt x="3150" y="0"/>
                  </a:moveTo>
                  <a:cubicBezTo>
                    <a:pt x="3044" y="0"/>
                    <a:pt x="2930" y="43"/>
                    <a:pt x="2822" y="127"/>
                  </a:cubicBezTo>
                  <a:cubicBezTo>
                    <a:pt x="2644" y="270"/>
                    <a:pt x="2465" y="448"/>
                    <a:pt x="2346" y="639"/>
                  </a:cubicBezTo>
                  <a:cubicBezTo>
                    <a:pt x="2191" y="913"/>
                    <a:pt x="2048" y="1198"/>
                    <a:pt x="1953" y="1508"/>
                  </a:cubicBezTo>
                  <a:cubicBezTo>
                    <a:pt x="1477" y="2937"/>
                    <a:pt x="1001" y="4377"/>
                    <a:pt x="560" y="5818"/>
                  </a:cubicBezTo>
                  <a:cubicBezTo>
                    <a:pt x="346" y="6532"/>
                    <a:pt x="286" y="7259"/>
                    <a:pt x="465" y="8009"/>
                  </a:cubicBezTo>
                  <a:cubicBezTo>
                    <a:pt x="548" y="8318"/>
                    <a:pt x="513" y="8676"/>
                    <a:pt x="453" y="9009"/>
                  </a:cubicBezTo>
                  <a:cubicBezTo>
                    <a:pt x="382" y="9390"/>
                    <a:pt x="227" y="9759"/>
                    <a:pt x="96" y="10176"/>
                  </a:cubicBezTo>
                  <a:cubicBezTo>
                    <a:pt x="715" y="9414"/>
                    <a:pt x="1072" y="8628"/>
                    <a:pt x="775" y="7663"/>
                  </a:cubicBezTo>
                  <a:cubicBezTo>
                    <a:pt x="536" y="6901"/>
                    <a:pt x="798" y="6187"/>
                    <a:pt x="989" y="5473"/>
                  </a:cubicBezTo>
                  <a:lnTo>
                    <a:pt x="1084" y="5473"/>
                  </a:lnTo>
                  <a:lnTo>
                    <a:pt x="1084" y="7056"/>
                  </a:lnTo>
                  <a:cubicBezTo>
                    <a:pt x="1322" y="6568"/>
                    <a:pt x="1346" y="6080"/>
                    <a:pt x="1203" y="5580"/>
                  </a:cubicBezTo>
                  <a:cubicBezTo>
                    <a:pt x="1167" y="5461"/>
                    <a:pt x="1048" y="5330"/>
                    <a:pt x="1072" y="5211"/>
                  </a:cubicBezTo>
                  <a:cubicBezTo>
                    <a:pt x="1167" y="4711"/>
                    <a:pt x="1310" y="4211"/>
                    <a:pt x="1429" y="3723"/>
                  </a:cubicBezTo>
                  <a:cubicBezTo>
                    <a:pt x="1465" y="3723"/>
                    <a:pt x="1513" y="3734"/>
                    <a:pt x="1560" y="3734"/>
                  </a:cubicBezTo>
                  <a:cubicBezTo>
                    <a:pt x="1751" y="4532"/>
                    <a:pt x="1858" y="5342"/>
                    <a:pt x="1775" y="6187"/>
                  </a:cubicBezTo>
                  <a:cubicBezTo>
                    <a:pt x="1810" y="6092"/>
                    <a:pt x="1870" y="5985"/>
                    <a:pt x="1906" y="5889"/>
                  </a:cubicBezTo>
                  <a:cubicBezTo>
                    <a:pt x="2144" y="5116"/>
                    <a:pt x="2060" y="4365"/>
                    <a:pt x="1727" y="3639"/>
                  </a:cubicBezTo>
                  <a:cubicBezTo>
                    <a:pt x="1644" y="3461"/>
                    <a:pt x="1667" y="3330"/>
                    <a:pt x="1739" y="3163"/>
                  </a:cubicBezTo>
                  <a:cubicBezTo>
                    <a:pt x="1894" y="2758"/>
                    <a:pt x="2060" y="2353"/>
                    <a:pt x="2168" y="1937"/>
                  </a:cubicBezTo>
                  <a:cubicBezTo>
                    <a:pt x="2310" y="1389"/>
                    <a:pt x="2441" y="853"/>
                    <a:pt x="2858" y="436"/>
                  </a:cubicBezTo>
                  <a:cubicBezTo>
                    <a:pt x="2971" y="329"/>
                    <a:pt x="3060" y="272"/>
                    <a:pt x="3133" y="272"/>
                  </a:cubicBezTo>
                  <a:cubicBezTo>
                    <a:pt x="3222" y="272"/>
                    <a:pt x="3288" y="355"/>
                    <a:pt x="3346" y="532"/>
                  </a:cubicBezTo>
                  <a:cubicBezTo>
                    <a:pt x="3465" y="901"/>
                    <a:pt x="3572" y="1282"/>
                    <a:pt x="3596" y="1663"/>
                  </a:cubicBezTo>
                  <a:cubicBezTo>
                    <a:pt x="3751" y="4830"/>
                    <a:pt x="3882" y="4675"/>
                    <a:pt x="2287" y="7294"/>
                  </a:cubicBezTo>
                  <a:cubicBezTo>
                    <a:pt x="1596" y="8414"/>
                    <a:pt x="858" y="9521"/>
                    <a:pt x="143" y="10628"/>
                  </a:cubicBezTo>
                  <a:cubicBezTo>
                    <a:pt x="96" y="10711"/>
                    <a:pt x="48" y="10795"/>
                    <a:pt x="1" y="10878"/>
                  </a:cubicBezTo>
                  <a:cubicBezTo>
                    <a:pt x="167" y="10759"/>
                    <a:pt x="274" y="10616"/>
                    <a:pt x="382" y="10461"/>
                  </a:cubicBezTo>
                  <a:cubicBezTo>
                    <a:pt x="1501" y="9009"/>
                    <a:pt x="2560" y="7521"/>
                    <a:pt x="3465" y="5913"/>
                  </a:cubicBezTo>
                  <a:cubicBezTo>
                    <a:pt x="3775" y="5354"/>
                    <a:pt x="4037" y="4782"/>
                    <a:pt x="4025" y="4115"/>
                  </a:cubicBezTo>
                  <a:cubicBezTo>
                    <a:pt x="3989" y="3222"/>
                    <a:pt x="3977" y="2318"/>
                    <a:pt x="3894" y="1425"/>
                  </a:cubicBezTo>
                  <a:cubicBezTo>
                    <a:pt x="3858" y="1032"/>
                    <a:pt x="3692" y="627"/>
                    <a:pt x="3513" y="270"/>
                  </a:cubicBezTo>
                  <a:cubicBezTo>
                    <a:pt x="3436" y="88"/>
                    <a:pt x="3301" y="0"/>
                    <a:pt x="3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43"/>
            <p:cNvSpPr/>
            <p:nvPr/>
          </p:nvSpPr>
          <p:spPr>
            <a:xfrm>
              <a:off x="3278975" y="2909725"/>
              <a:ext cx="142000" cy="136275"/>
            </a:xfrm>
            <a:custGeom>
              <a:rect b="b" l="l" r="r" t="t"/>
              <a:pathLst>
                <a:path extrusionOk="0" h="5451" w="5680">
                  <a:moveTo>
                    <a:pt x="310" y="0"/>
                  </a:moveTo>
                  <a:cubicBezTo>
                    <a:pt x="0" y="572"/>
                    <a:pt x="203" y="1274"/>
                    <a:pt x="441" y="1881"/>
                  </a:cubicBezTo>
                  <a:cubicBezTo>
                    <a:pt x="774" y="2679"/>
                    <a:pt x="1143" y="3465"/>
                    <a:pt x="1572" y="4227"/>
                  </a:cubicBezTo>
                  <a:cubicBezTo>
                    <a:pt x="1898" y="4808"/>
                    <a:pt x="2452" y="5451"/>
                    <a:pt x="3068" y="5451"/>
                  </a:cubicBezTo>
                  <a:cubicBezTo>
                    <a:pt x="3171" y="5451"/>
                    <a:pt x="3276" y="5433"/>
                    <a:pt x="3382" y="5394"/>
                  </a:cubicBezTo>
                  <a:cubicBezTo>
                    <a:pt x="3727" y="5275"/>
                    <a:pt x="3953" y="4953"/>
                    <a:pt x="4144" y="4655"/>
                  </a:cubicBezTo>
                  <a:cubicBezTo>
                    <a:pt x="4763" y="3655"/>
                    <a:pt x="5239" y="2584"/>
                    <a:pt x="5560" y="1453"/>
                  </a:cubicBezTo>
                  <a:cubicBezTo>
                    <a:pt x="5644" y="1203"/>
                    <a:pt x="5680" y="869"/>
                    <a:pt x="5477" y="703"/>
                  </a:cubicBezTo>
                  <a:cubicBezTo>
                    <a:pt x="5379" y="622"/>
                    <a:pt x="5240" y="602"/>
                    <a:pt x="5102" y="602"/>
                  </a:cubicBezTo>
                  <a:cubicBezTo>
                    <a:pt x="5056" y="602"/>
                    <a:pt x="5010" y="604"/>
                    <a:pt x="4965" y="607"/>
                  </a:cubicBezTo>
                  <a:cubicBezTo>
                    <a:pt x="4793" y="614"/>
                    <a:pt x="4622" y="617"/>
                    <a:pt x="4450" y="617"/>
                  </a:cubicBezTo>
                  <a:cubicBezTo>
                    <a:pt x="3420" y="617"/>
                    <a:pt x="2392" y="495"/>
                    <a:pt x="1381" y="250"/>
                  </a:cubicBezTo>
                  <a:lnTo>
                    <a:pt x="1381" y="250"/>
                  </a:lnTo>
                  <a:lnTo>
                    <a:pt x="1441" y="274"/>
                  </a:lnTo>
                  <a:cubicBezTo>
                    <a:pt x="1424" y="297"/>
                    <a:pt x="1387" y="307"/>
                    <a:pt x="1337" y="307"/>
                  </a:cubicBezTo>
                  <a:cubicBezTo>
                    <a:pt x="1076" y="307"/>
                    <a:pt x="450" y="40"/>
                    <a:pt x="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43"/>
            <p:cNvSpPr/>
            <p:nvPr/>
          </p:nvSpPr>
          <p:spPr>
            <a:xfrm>
              <a:off x="3291475" y="2910000"/>
              <a:ext cx="22050" cy="6000"/>
            </a:xfrm>
            <a:custGeom>
              <a:rect b="b" l="l" r="r" t="t"/>
              <a:pathLst>
                <a:path extrusionOk="0" h="240" w="882">
                  <a:moveTo>
                    <a:pt x="0" y="1"/>
                  </a:moveTo>
                  <a:cubicBezTo>
                    <a:pt x="286" y="96"/>
                    <a:pt x="584" y="168"/>
                    <a:pt x="881" y="23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43"/>
            <p:cNvSpPr/>
            <p:nvPr/>
          </p:nvSpPr>
          <p:spPr>
            <a:xfrm>
              <a:off x="3588225" y="3002875"/>
              <a:ext cx="56300" cy="102725"/>
            </a:xfrm>
            <a:custGeom>
              <a:rect b="b" l="l" r="r" t="t"/>
              <a:pathLst>
                <a:path extrusionOk="0" h="4109" w="2252">
                  <a:moveTo>
                    <a:pt x="584" y="1"/>
                  </a:moveTo>
                  <a:cubicBezTo>
                    <a:pt x="477" y="1322"/>
                    <a:pt x="370" y="2644"/>
                    <a:pt x="275" y="3965"/>
                  </a:cubicBezTo>
                  <a:lnTo>
                    <a:pt x="1" y="4108"/>
                  </a:lnTo>
                  <a:cubicBezTo>
                    <a:pt x="763" y="3858"/>
                    <a:pt x="1477" y="3442"/>
                    <a:pt x="2049" y="2882"/>
                  </a:cubicBezTo>
                  <a:cubicBezTo>
                    <a:pt x="2120" y="2811"/>
                    <a:pt x="2192" y="2739"/>
                    <a:pt x="2215" y="2644"/>
                  </a:cubicBezTo>
                  <a:cubicBezTo>
                    <a:pt x="2251" y="2513"/>
                    <a:pt x="2180" y="2382"/>
                    <a:pt x="2120" y="2263"/>
                  </a:cubicBezTo>
                  <a:cubicBezTo>
                    <a:pt x="1680" y="1465"/>
                    <a:pt x="1168" y="703"/>
                    <a:pt x="5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2" name="Google Shape;1382;p43"/>
          <p:cNvGrpSpPr/>
          <p:nvPr/>
        </p:nvGrpSpPr>
        <p:grpSpPr>
          <a:xfrm>
            <a:off x="1525990" y="2227710"/>
            <a:ext cx="1327434" cy="2454929"/>
            <a:chOff x="2671887" y="1144396"/>
            <a:chExt cx="1849051" cy="3419597"/>
          </a:xfrm>
        </p:grpSpPr>
        <p:sp>
          <p:nvSpPr>
            <p:cNvPr id="1383" name="Google Shape;1383;p43"/>
            <p:cNvSpPr/>
            <p:nvPr/>
          </p:nvSpPr>
          <p:spPr>
            <a:xfrm>
              <a:off x="2671887" y="1144396"/>
              <a:ext cx="1849051" cy="3419597"/>
            </a:xfrm>
            <a:custGeom>
              <a:rect b="b" l="l" r="r" t="t"/>
              <a:pathLst>
                <a:path extrusionOk="0" h="136470" w="73237">
                  <a:moveTo>
                    <a:pt x="1" y="0"/>
                  </a:moveTo>
                  <a:lnTo>
                    <a:pt x="1" y="136469"/>
                  </a:lnTo>
                  <a:lnTo>
                    <a:pt x="73236" y="136469"/>
                  </a:lnTo>
                  <a:lnTo>
                    <a:pt x="732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43"/>
            <p:cNvSpPr/>
            <p:nvPr/>
          </p:nvSpPr>
          <p:spPr>
            <a:xfrm>
              <a:off x="3966550" y="1151175"/>
              <a:ext cx="107475" cy="26200"/>
            </a:xfrm>
            <a:custGeom>
              <a:rect b="b" l="l" r="r" t="t"/>
              <a:pathLst>
                <a:path extrusionOk="0" h="1048" w="4299">
                  <a:moveTo>
                    <a:pt x="727" y="0"/>
                  </a:moveTo>
                  <a:cubicBezTo>
                    <a:pt x="489" y="345"/>
                    <a:pt x="251" y="703"/>
                    <a:pt x="1" y="1048"/>
                  </a:cubicBezTo>
                  <a:lnTo>
                    <a:pt x="2977" y="1048"/>
                  </a:lnTo>
                  <a:cubicBezTo>
                    <a:pt x="3394" y="893"/>
                    <a:pt x="3835" y="500"/>
                    <a:pt x="429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43"/>
            <p:cNvSpPr/>
            <p:nvPr/>
          </p:nvSpPr>
          <p:spPr>
            <a:xfrm>
              <a:off x="4501750" y="1164250"/>
              <a:ext cx="11025" cy="26825"/>
            </a:xfrm>
            <a:custGeom>
              <a:rect b="b" l="l" r="r" t="t"/>
              <a:pathLst>
                <a:path extrusionOk="0" h="1073" w="441">
                  <a:moveTo>
                    <a:pt x="441" y="1"/>
                  </a:moveTo>
                  <a:cubicBezTo>
                    <a:pt x="298" y="358"/>
                    <a:pt x="155" y="715"/>
                    <a:pt x="0" y="1073"/>
                  </a:cubicBezTo>
                  <a:cubicBezTo>
                    <a:pt x="155" y="930"/>
                    <a:pt x="298" y="775"/>
                    <a:pt x="441" y="632"/>
                  </a:cubicBezTo>
                  <a:lnTo>
                    <a:pt x="4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43"/>
            <p:cNvSpPr/>
            <p:nvPr/>
          </p:nvSpPr>
          <p:spPr>
            <a:xfrm>
              <a:off x="3712650" y="1151175"/>
              <a:ext cx="42000" cy="41975"/>
            </a:xfrm>
            <a:custGeom>
              <a:rect b="b" l="l" r="r" t="t"/>
              <a:pathLst>
                <a:path extrusionOk="0" h="1679" w="1680">
                  <a:moveTo>
                    <a:pt x="1132" y="0"/>
                  </a:moveTo>
                  <a:cubicBezTo>
                    <a:pt x="763" y="560"/>
                    <a:pt x="382" y="1119"/>
                    <a:pt x="1" y="1679"/>
                  </a:cubicBezTo>
                  <a:cubicBezTo>
                    <a:pt x="632" y="1334"/>
                    <a:pt x="1144" y="845"/>
                    <a:pt x="1572" y="155"/>
                  </a:cubicBezTo>
                  <a:cubicBezTo>
                    <a:pt x="1608" y="107"/>
                    <a:pt x="1644" y="48"/>
                    <a:pt x="16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43"/>
            <p:cNvSpPr/>
            <p:nvPr/>
          </p:nvSpPr>
          <p:spPr>
            <a:xfrm>
              <a:off x="3821900" y="1294050"/>
              <a:ext cx="112225" cy="82475"/>
            </a:xfrm>
            <a:custGeom>
              <a:rect b="b" l="l" r="r" t="t"/>
              <a:pathLst>
                <a:path extrusionOk="0" h="3299" w="4489">
                  <a:moveTo>
                    <a:pt x="2441" y="0"/>
                  </a:moveTo>
                  <a:cubicBezTo>
                    <a:pt x="1631" y="1107"/>
                    <a:pt x="822" y="2203"/>
                    <a:pt x="0" y="3286"/>
                  </a:cubicBezTo>
                  <a:lnTo>
                    <a:pt x="1334" y="3286"/>
                  </a:lnTo>
                  <a:lnTo>
                    <a:pt x="1334" y="3298"/>
                  </a:lnTo>
                  <a:cubicBezTo>
                    <a:pt x="1477" y="3167"/>
                    <a:pt x="1620" y="3048"/>
                    <a:pt x="1750" y="2917"/>
                  </a:cubicBezTo>
                  <a:cubicBezTo>
                    <a:pt x="2572" y="2048"/>
                    <a:pt x="3477" y="1084"/>
                    <a:pt x="4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43"/>
            <p:cNvSpPr/>
            <p:nvPr/>
          </p:nvSpPr>
          <p:spPr>
            <a:xfrm>
              <a:off x="3771900" y="1405075"/>
              <a:ext cx="44950" cy="38125"/>
            </a:xfrm>
            <a:custGeom>
              <a:rect b="b" l="l" r="r" t="t"/>
              <a:pathLst>
                <a:path extrusionOk="0" h="1525" w="1798">
                  <a:moveTo>
                    <a:pt x="1131" y="0"/>
                  </a:moveTo>
                  <a:cubicBezTo>
                    <a:pt x="750" y="500"/>
                    <a:pt x="381" y="988"/>
                    <a:pt x="0" y="1488"/>
                  </a:cubicBezTo>
                  <a:cubicBezTo>
                    <a:pt x="83" y="1500"/>
                    <a:pt x="179" y="1512"/>
                    <a:pt x="262" y="1524"/>
                  </a:cubicBezTo>
                  <a:cubicBezTo>
                    <a:pt x="774" y="1084"/>
                    <a:pt x="1286" y="655"/>
                    <a:pt x="1798" y="214"/>
                  </a:cubicBezTo>
                  <a:cubicBezTo>
                    <a:pt x="1762" y="167"/>
                    <a:pt x="1726" y="131"/>
                    <a:pt x="1691" y="83"/>
                  </a:cubicBezTo>
                  <a:cubicBezTo>
                    <a:pt x="1524" y="48"/>
                    <a:pt x="1334" y="24"/>
                    <a:pt x="11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43"/>
            <p:cNvSpPr/>
            <p:nvPr/>
          </p:nvSpPr>
          <p:spPr>
            <a:xfrm>
              <a:off x="3322725" y="1467875"/>
              <a:ext cx="206300" cy="182475"/>
            </a:xfrm>
            <a:custGeom>
              <a:rect b="b" l="l" r="r" t="t"/>
              <a:pathLst>
                <a:path extrusionOk="0" h="7299" w="8252">
                  <a:moveTo>
                    <a:pt x="8252" y="0"/>
                  </a:moveTo>
                  <a:lnTo>
                    <a:pt x="8252" y="0"/>
                  </a:lnTo>
                  <a:cubicBezTo>
                    <a:pt x="7001" y="631"/>
                    <a:pt x="5477" y="750"/>
                    <a:pt x="4668" y="2120"/>
                  </a:cubicBezTo>
                  <a:cubicBezTo>
                    <a:pt x="4476" y="2062"/>
                    <a:pt x="4301" y="2035"/>
                    <a:pt x="4139" y="2035"/>
                  </a:cubicBezTo>
                  <a:cubicBezTo>
                    <a:pt x="3305" y="2035"/>
                    <a:pt x="2832" y="2734"/>
                    <a:pt x="2394" y="3382"/>
                  </a:cubicBezTo>
                  <a:cubicBezTo>
                    <a:pt x="1548" y="4644"/>
                    <a:pt x="774" y="5977"/>
                    <a:pt x="0" y="7287"/>
                  </a:cubicBezTo>
                  <a:cubicBezTo>
                    <a:pt x="0" y="7287"/>
                    <a:pt x="0" y="7299"/>
                    <a:pt x="0" y="7299"/>
                  </a:cubicBezTo>
                  <a:cubicBezTo>
                    <a:pt x="572" y="7120"/>
                    <a:pt x="1132" y="6918"/>
                    <a:pt x="1691" y="6692"/>
                  </a:cubicBezTo>
                  <a:cubicBezTo>
                    <a:pt x="2584" y="5299"/>
                    <a:pt x="3489" y="3929"/>
                    <a:pt x="4394" y="2548"/>
                  </a:cubicBezTo>
                  <a:lnTo>
                    <a:pt x="4394" y="2548"/>
                  </a:lnTo>
                  <a:cubicBezTo>
                    <a:pt x="3953" y="3465"/>
                    <a:pt x="3501" y="4394"/>
                    <a:pt x="3048" y="5322"/>
                  </a:cubicBezTo>
                  <a:cubicBezTo>
                    <a:pt x="2870" y="5668"/>
                    <a:pt x="2691" y="6001"/>
                    <a:pt x="2501" y="6346"/>
                  </a:cubicBezTo>
                  <a:cubicBezTo>
                    <a:pt x="2715" y="6239"/>
                    <a:pt x="2929" y="6144"/>
                    <a:pt x="3144" y="6037"/>
                  </a:cubicBezTo>
                  <a:cubicBezTo>
                    <a:pt x="5180" y="4334"/>
                    <a:pt x="7275" y="2667"/>
                    <a:pt x="82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43"/>
            <p:cNvSpPr/>
            <p:nvPr/>
          </p:nvSpPr>
          <p:spPr>
            <a:xfrm>
              <a:off x="4068050" y="1188075"/>
              <a:ext cx="19675" cy="37525"/>
            </a:xfrm>
            <a:custGeom>
              <a:rect b="b" l="l" r="r" t="t"/>
              <a:pathLst>
                <a:path extrusionOk="0" h="1501" w="787">
                  <a:moveTo>
                    <a:pt x="691" y="0"/>
                  </a:moveTo>
                  <a:cubicBezTo>
                    <a:pt x="263" y="465"/>
                    <a:pt x="96" y="965"/>
                    <a:pt x="1" y="1501"/>
                  </a:cubicBezTo>
                  <a:cubicBezTo>
                    <a:pt x="263" y="1215"/>
                    <a:pt x="525" y="929"/>
                    <a:pt x="787" y="643"/>
                  </a:cubicBezTo>
                  <a:cubicBezTo>
                    <a:pt x="775" y="429"/>
                    <a:pt x="751" y="215"/>
                    <a:pt x="6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43"/>
            <p:cNvSpPr/>
            <p:nvPr/>
          </p:nvSpPr>
          <p:spPr>
            <a:xfrm>
              <a:off x="3270625" y="1661050"/>
              <a:ext cx="77425" cy="76525"/>
            </a:xfrm>
            <a:custGeom>
              <a:rect b="b" l="l" r="r" t="t"/>
              <a:pathLst>
                <a:path extrusionOk="0" h="3061" w="3097">
                  <a:moveTo>
                    <a:pt x="3097" y="0"/>
                  </a:moveTo>
                  <a:cubicBezTo>
                    <a:pt x="2632" y="96"/>
                    <a:pt x="2168" y="167"/>
                    <a:pt x="1692" y="215"/>
                  </a:cubicBezTo>
                  <a:cubicBezTo>
                    <a:pt x="1132" y="1167"/>
                    <a:pt x="560" y="2120"/>
                    <a:pt x="1" y="3060"/>
                  </a:cubicBezTo>
                  <a:cubicBezTo>
                    <a:pt x="882" y="2620"/>
                    <a:pt x="1751" y="2132"/>
                    <a:pt x="2585" y="1608"/>
                  </a:cubicBezTo>
                  <a:cubicBezTo>
                    <a:pt x="2668" y="1393"/>
                    <a:pt x="2739" y="1179"/>
                    <a:pt x="2835" y="965"/>
                  </a:cubicBezTo>
                  <a:cubicBezTo>
                    <a:pt x="2906" y="667"/>
                    <a:pt x="2906" y="310"/>
                    <a:pt x="3061" y="48"/>
                  </a:cubicBezTo>
                  <a:cubicBezTo>
                    <a:pt x="3073" y="36"/>
                    <a:pt x="3085" y="24"/>
                    <a:pt x="30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43"/>
            <p:cNvSpPr/>
            <p:nvPr/>
          </p:nvSpPr>
          <p:spPr>
            <a:xfrm>
              <a:off x="3082525" y="1308325"/>
              <a:ext cx="558425" cy="677200"/>
            </a:xfrm>
            <a:custGeom>
              <a:rect b="b" l="l" r="r" t="t"/>
              <a:pathLst>
                <a:path extrusionOk="0" h="27088" w="22337">
                  <a:moveTo>
                    <a:pt x="22110" y="1"/>
                  </a:moveTo>
                  <a:cubicBezTo>
                    <a:pt x="21050" y="215"/>
                    <a:pt x="19967" y="346"/>
                    <a:pt x="18943" y="667"/>
                  </a:cubicBezTo>
                  <a:cubicBezTo>
                    <a:pt x="15835" y="1632"/>
                    <a:pt x="12764" y="2679"/>
                    <a:pt x="9680" y="3691"/>
                  </a:cubicBezTo>
                  <a:cubicBezTo>
                    <a:pt x="8906" y="3953"/>
                    <a:pt x="8346" y="4406"/>
                    <a:pt x="7906" y="5037"/>
                  </a:cubicBezTo>
                  <a:cubicBezTo>
                    <a:pt x="7108" y="6870"/>
                    <a:pt x="6322" y="8716"/>
                    <a:pt x="5560" y="10561"/>
                  </a:cubicBezTo>
                  <a:cubicBezTo>
                    <a:pt x="4024" y="14252"/>
                    <a:pt x="2584" y="17991"/>
                    <a:pt x="1417" y="21789"/>
                  </a:cubicBezTo>
                  <a:cubicBezTo>
                    <a:pt x="881" y="23539"/>
                    <a:pt x="405" y="25301"/>
                    <a:pt x="0" y="27087"/>
                  </a:cubicBezTo>
                  <a:cubicBezTo>
                    <a:pt x="1000" y="25254"/>
                    <a:pt x="2119" y="23492"/>
                    <a:pt x="3191" y="21706"/>
                  </a:cubicBezTo>
                  <a:cubicBezTo>
                    <a:pt x="3798" y="20682"/>
                    <a:pt x="4417" y="19658"/>
                    <a:pt x="5025" y="18634"/>
                  </a:cubicBezTo>
                  <a:lnTo>
                    <a:pt x="5025" y="18634"/>
                  </a:lnTo>
                  <a:cubicBezTo>
                    <a:pt x="4644" y="18670"/>
                    <a:pt x="4263" y="18693"/>
                    <a:pt x="3893" y="18693"/>
                  </a:cubicBezTo>
                  <a:cubicBezTo>
                    <a:pt x="4370" y="18527"/>
                    <a:pt x="4834" y="18360"/>
                    <a:pt x="5310" y="18169"/>
                  </a:cubicBezTo>
                  <a:cubicBezTo>
                    <a:pt x="6049" y="16931"/>
                    <a:pt x="6787" y="15681"/>
                    <a:pt x="7525" y="14443"/>
                  </a:cubicBezTo>
                  <a:lnTo>
                    <a:pt x="7525" y="14443"/>
                  </a:lnTo>
                  <a:cubicBezTo>
                    <a:pt x="7372" y="14448"/>
                    <a:pt x="7217" y="14451"/>
                    <a:pt x="7062" y="14451"/>
                  </a:cubicBezTo>
                  <a:cubicBezTo>
                    <a:pt x="6842" y="14451"/>
                    <a:pt x="6622" y="14445"/>
                    <a:pt x="6406" y="14431"/>
                  </a:cubicBezTo>
                  <a:cubicBezTo>
                    <a:pt x="6822" y="14371"/>
                    <a:pt x="7251" y="14276"/>
                    <a:pt x="7680" y="14193"/>
                  </a:cubicBezTo>
                  <a:cubicBezTo>
                    <a:pt x="7870" y="13859"/>
                    <a:pt x="8073" y="13526"/>
                    <a:pt x="8263" y="13205"/>
                  </a:cubicBezTo>
                  <a:cubicBezTo>
                    <a:pt x="8525" y="12764"/>
                    <a:pt x="8704" y="12288"/>
                    <a:pt x="8918" y="11835"/>
                  </a:cubicBezTo>
                  <a:cubicBezTo>
                    <a:pt x="8835" y="11752"/>
                    <a:pt x="8751" y="11669"/>
                    <a:pt x="8680" y="11597"/>
                  </a:cubicBezTo>
                  <a:cubicBezTo>
                    <a:pt x="8001" y="12050"/>
                    <a:pt x="7334" y="12514"/>
                    <a:pt x="6656" y="12966"/>
                  </a:cubicBezTo>
                  <a:cubicBezTo>
                    <a:pt x="6596" y="12895"/>
                    <a:pt x="6525" y="12824"/>
                    <a:pt x="6465" y="12764"/>
                  </a:cubicBezTo>
                  <a:cubicBezTo>
                    <a:pt x="8787" y="10728"/>
                    <a:pt x="11109" y="8692"/>
                    <a:pt x="13014" y="7013"/>
                  </a:cubicBezTo>
                  <a:cubicBezTo>
                    <a:pt x="15621" y="5787"/>
                    <a:pt x="17907" y="4977"/>
                    <a:pt x="19872" y="3680"/>
                  </a:cubicBezTo>
                  <a:cubicBezTo>
                    <a:pt x="20955" y="2965"/>
                    <a:pt x="21539" y="1453"/>
                    <a:pt x="22336" y="310"/>
                  </a:cubicBezTo>
                  <a:cubicBezTo>
                    <a:pt x="22265" y="203"/>
                    <a:pt x="22181" y="96"/>
                    <a:pt x="221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43"/>
            <p:cNvSpPr/>
            <p:nvPr/>
          </p:nvSpPr>
          <p:spPr>
            <a:xfrm>
              <a:off x="2953325" y="2413525"/>
              <a:ext cx="62550" cy="15200"/>
            </a:xfrm>
            <a:custGeom>
              <a:rect b="b" l="l" r="r" t="t"/>
              <a:pathLst>
                <a:path extrusionOk="0" h="608" w="2502">
                  <a:moveTo>
                    <a:pt x="1" y="0"/>
                  </a:moveTo>
                  <a:cubicBezTo>
                    <a:pt x="203" y="167"/>
                    <a:pt x="418" y="358"/>
                    <a:pt x="644" y="548"/>
                  </a:cubicBezTo>
                  <a:lnTo>
                    <a:pt x="2501" y="608"/>
                  </a:lnTo>
                  <a:cubicBezTo>
                    <a:pt x="1668" y="405"/>
                    <a:pt x="834" y="19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43"/>
            <p:cNvSpPr/>
            <p:nvPr/>
          </p:nvSpPr>
          <p:spPr>
            <a:xfrm>
              <a:off x="3778425" y="1410425"/>
              <a:ext cx="42900" cy="33050"/>
            </a:xfrm>
            <a:custGeom>
              <a:rect b="b" l="l" r="r" t="t"/>
              <a:pathLst>
                <a:path extrusionOk="0" h="1322" w="1716">
                  <a:moveTo>
                    <a:pt x="1537" y="0"/>
                  </a:moveTo>
                  <a:cubicBezTo>
                    <a:pt x="1025" y="441"/>
                    <a:pt x="513" y="881"/>
                    <a:pt x="1" y="1310"/>
                  </a:cubicBezTo>
                  <a:cubicBezTo>
                    <a:pt x="49" y="1310"/>
                    <a:pt x="108" y="1322"/>
                    <a:pt x="156" y="1322"/>
                  </a:cubicBezTo>
                  <a:cubicBezTo>
                    <a:pt x="799" y="870"/>
                    <a:pt x="1263" y="560"/>
                    <a:pt x="1715" y="239"/>
                  </a:cubicBezTo>
                  <a:cubicBezTo>
                    <a:pt x="1656" y="155"/>
                    <a:pt x="1596" y="84"/>
                    <a:pt x="15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43"/>
            <p:cNvSpPr/>
            <p:nvPr/>
          </p:nvSpPr>
          <p:spPr>
            <a:xfrm>
              <a:off x="2720575" y="2114675"/>
              <a:ext cx="603075" cy="318025"/>
            </a:xfrm>
            <a:custGeom>
              <a:rect b="b" l="l" r="r" t="t"/>
              <a:pathLst>
                <a:path extrusionOk="0" h="12721" w="24123">
                  <a:moveTo>
                    <a:pt x="131" y="1"/>
                  </a:moveTo>
                  <a:lnTo>
                    <a:pt x="0" y="953"/>
                  </a:lnTo>
                  <a:cubicBezTo>
                    <a:pt x="0" y="965"/>
                    <a:pt x="12" y="977"/>
                    <a:pt x="12" y="989"/>
                  </a:cubicBezTo>
                  <a:cubicBezTo>
                    <a:pt x="24" y="1013"/>
                    <a:pt x="24" y="1036"/>
                    <a:pt x="24" y="1060"/>
                  </a:cubicBezTo>
                  <a:cubicBezTo>
                    <a:pt x="595" y="1965"/>
                    <a:pt x="1143" y="2882"/>
                    <a:pt x="1738" y="3775"/>
                  </a:cubicBezTo>
                  <a:cubicBezTo>
                    <a:pt x="1893" y="4013"/>
                    <a:pt x="2167" y="4168"/>
                    <a:pt x="2548" y="4489"/>
                  </a:cubicBezTo>
                  <a:cubicBezTo>
                    <a:pt x="3691" y="7347"/>
                    <a:pt x="6322" y="9037"/>
                    <a:pt x="9049" y="10526"/>
                  </a:cubicBezTo>
                  <a:cubicBezTo>
                    <a:pt x="11883" y="12059"/>
                    <a:pt x="14867" y="12721"/>
                    <a:pt x="17945" y="12721"/>
                  </a:cubicBezTo>
                  <a:cubicBezTo>
                    <a:pt x="19289" y="12721"/>
                    <a:pt x="20651" y="12594"/>
                    <a:pt x="22027" y="12359"/>
                  </a:cubicBezTo>
                  <a:cubicBezTo>
                    <a:pt x="22312" y="12300"/>
                    <a:pt x="22598" y="12252"/>
                    <a:pt x="22884" y="12204"/>
                  </a:cubicBezTo>
                  <a:cubicBezTo>
                    <a:pt x="23646" y="11835"/>
                    <a:pt x="23979" y="11561"/>
                    <a:pt x="24122" y="11371"/>
                  </a:cubicBezTo>
                  <a:lnTo>
                    <a:pt x="24122" y="11371"/>
                  </a:lnTo>
                  <a:cubicBezTo>
                    <a:pt x="22761" y="11899"/>
                    <a:pt x="21296" y="12160"/>
                    <a:pt x="19830" y="12160"/>
                  </a:cubicBezTo>
                  <a:cubicBezTo>
                    <a:pt x="16961" y="12160"/>
                    <a:pt x="14085" y="11158"/>
                    <a:pt x="11966" y="9180"/>
                  </a:cubicBezTo>
                  <a:lnTo>
                    <a:pt x="11966" y="9180"/>
                  </a:lnTo>
                  <a:cubicBezTo>
                    <a:pt x="14423" y="10527"/>
                    <a:pt x="16983" y="11205"/>
                    <a:pt x="19649" y="11205"/>
                  </a:cubicBezTo>
                  <a:cubicBezTo>
                    <a:pt x="20730" y="11205"/>
                    <a:pt x="21828" y="11094"/>
                    <a:pt x="22943" y="10871"/>
                  </a:cubicBezTo>
                  <a:cubicBezTo>
                    <a:pt x="22753" y="10835"/>
                    <a:pt x="22574" y="10788"/>
                    <a:pt x="22408" y="10740"/>
                  </a:cubicBezTo>
                  <a:cubicBezTo>
                    <a:pt x="20538" y="10490"/>
                    <a:pt x="18800" y="9871"/>
                    <a:pt x="17205" y="8883"/>
                  </a:cubicBezTo>
                  <a:cubicBezTo>
                    <a:pt x="15955" y="8109"/>
                    <a:pt x="14835" y="7109"/>
                    <a:pt x="13561" y="6394"/>
                  </a:cubicBezTo>
                  <a:cubicBezTo>
                    <a:pt x="12811" y="5989"/>
                    <a:pt x="11859" y="5799"/>
                    <a:pt x="10990" y="5799"/>
                  </a:cubicBezTo>
                  <a:cubicBezTo>
                    <a:pt x="7715" y="5799"/>
                    <a:pt x="4906" y="4668"/>
                    <a:pt x="2500" y="2513"/>
                  </a:cubicBezTo>
                  <a:cubicBezTo>
                    <a:pt x="1691" y="1786"/>
                    <a:pt x="1000" y="929"/>
                    <a:pt x="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43"/>
            <p:cNvSpPr/>
            <p:nvPr/>
          </p:nvSpPr>
          <p:spPr>
            <a:xfrm>
              <a:off x="3606100" y="1403400"/>
              <a:ext cx="194100" cy="66875"/>
            </a:xfrm>
            <a:custGeom>
              <a:rect b="b" l="l" r="r" t="t"/>
              <a:pathLst>
                <a:path extrusionOk="0" h="2675" w="7764">
                  <a:moveTo>
                    <a:pt x="6377" y="0"/>
                  </a:moveTo>
                  <a:cubicBezTo>
                    <a:pt x="4504" y="0"/>
                    <a:pt x="2259" y="312"/>
                    <a:pt x="988" y="877"/>
                  </a:cubicBezTo>
                  <a:cubicBezTo>
                    <a:pt x="655" y="1496"/>
                    <a:pt x="322" y="2103"/>
                    <a:pt x="0" y="2675"/>
                  </a:cubicBezTo>
                  <a:cubicBezTo>
                    <a:pt x="1923" y="2037"/>
                    <a:pt x="3855" y="1515"/>
                    <a:pt x="5743" y="1515"/>
                  </a:cubicBezTo>
                  <a:cubicBezTo>
                    <a:pt x="6040" y="1515"/>
                    <a:pt x="6337" y="1528"/>
                    <a:pt x="6632" y="1555"/>
                  </a:cubicBezTo>
                  <a:cubicBezTo>
                    <a:pt x="7013" y="1067"/>
                    <a:pt x="7382" y="567"/>
                    <a:pt x="7763" y="67"/>
                  </a:cubicBezTo>
                  <a:cubicBezTo>
                    <a:pt x="7344" y="22"/>
                    <a:pt x="6874" y="0"/>
                    <a:pt x="63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43"/>
            <p:cNvSpPr/>
            <p:nvPr/>
          </p:nvSpPr>
          <p:spPr>
            <a:xfrm>
              <a:off x="4000500" y="1291950"/>
              <a:ext cx="3000" cy="1525"/>
            </a:xfrm>
            <a:custGeom>
              <a:rect b="b" l="l" r="r" t="t"/>
              <a:pathLst>
                <a:path extrusionOk="0" h="61" w="120">
                  <a:moveTo>
                    <a:pt x="119" y="1"/>
                  </a:moveTo>
                  <a:lnTo>
                    <a:pt x="119" y="1"/>
                  </a:lnTo>
                  <a:cubicBezTo>
                    <a:pt x="83" y="13"/>
                    <a:pt x="36" y="25"/>
                    <a:pt x="0" y="36"/>
                  </a:cubicBezTo>
                  <a:cubicBezTo>
                    <a:pt x="12" y="36"/>
                    <a:pt x="36" y="48"/>
                    <a:pt x="48" y="60"/>
                  </a:cubicBezTo>
                  <a:cubicBezTo>
                    <a:pt x="71" y="36"/>
                    <a:pt x="95" y="25"/>
                    <a:pt x="119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43"/>
            <p:cNvSpPr/>
            <p:nvPr/>
          </p:nvSpPr>
          <p:spPr>
            <a:xfrm>
              <a:off x="3232825" y="1763450"/>
              <a:ext cx="41400" cy="37225"/>
            </a:xfrm>
            <a:custGeom>
              <a:rect b="b" l="l" r="r" t="t"/>
              <a:pathLst>
                <a:path extrusionOk="0" h="1489" w="1656">
                  <a:moveTo>
                    <a:pt x="1656" y="0"/>
                  </a:moveTo>
                  <a:lnTo>
                    <a:pt x="1656" y="0"/>
                  </a:lnTo>
                  <a:cubicBezTo>
                    <a:pt x="1370" y="72"/>
                    <a:pt x="1072" y="131"/>
                    <a:pt x="787" y="191"/>
                  </a:cubicBezTo>
                  <a:cubicBezTo>
                    <a:pt x="525" y="619"/>
                    <a:pt x="263" y="1060"/>
                    <a:pt x="1" y="1488"/>
                  </a:cubicBezTo>
                  <a:cubicBezTo>
                    <a:pt x="560" y="1012"/>
                    <a:pt x="1108" y="512"/>
                    <a:pt x="1656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43"/>
            <p:cNvSpPr/>
            <p:nvPr/>
          </p:nvSpPr>
          <p:spPr>
            <a:xfrm>
              <a:off x="3657600" y="1294325"/>
              <a:ext cx="225350" cy="82200"/>
            </a:xfrm>
            <a:custGeom>
              <a:rect b="b" l="l" r="r" t="t"/>
              <a:pathLst>
                <a:path extrusionOk="0" h="3288" w="9014">
                  <a:moveTo>
                    <a:pt x="2774" y="1"/>
                  </a:moveTo>
                  <a:cubicBezTo>
                    <a:pt x="1798" y="1108"/>
                    <a:pt x="1000" y="2025"/>
                    <a:pt x="155" y="2989"/>
                  </a:cubicBezTo>
                  <a:cubicBezTo>
                    <a:pt x="107" y="3085"/>
                    <a:pt x="48" y="3192"/>
                    <a:pt x="0" y="3287"/>
                  </a:cubicBezTo>
                  <a:lnTo>
                    <a:pt x="6572" y="3287"/>
                  </a:lnTo>
                  <a:cubicBezTo>
                    <a:pt x="7394" y="2192"/>
                    <a:pt x="8203" y="1096"/>
                    <a:pt x="90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43"/>
            <p:cNvSpPr/>
            <p:nvPr/>
          </p:nvSpPr>
          <p:spPr>
            <a:xfrm>
              <a:off x="3855225" y="1366975"/>
              <a:ext cx="10450" cy="9550"/>
            </a:xfrm>
            <a:custGeom>
              <a:rect b="b" l="l" r="r" t="t"/>
              <a:pathLst>
                <a:path extrusionOk="0" h="382" w="418">
                  <a:moveTo>
                    <a:pt x="417" y="0"/>
                  </a:moveTo>
                  <a:lnTo>
                    <a:pt x="417" y="0"/>
                  </a:lnTo>
                  <a:cubicBezTo>
                    <a:pt x="287" y="131"/>
                    <a:pt x="144" y="250"/>
                    <a:pt x="1" y="381"/>
                  </a:cubicBezTo>
                  <a:lnTo>
                    <a:pt x="72" y="381"/>
                  </a:lnTo>
                  <a:cubicBezTo>
                    <a:pt x="179" y="262"/>
                    <a:pt x="298" y="131"/>
                    <a:pt x="4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43"/>
            <p:cNvSpPr/>
            <p:nvPr/>
          </p:nvSpPr>
          <p:spPr>
            <a:xfrm>
              <a:off x="3822200" y="1151175"/>
              <a:ext cx="162525" cy="26200"/>
            </a:xfrm>
            <a:custGeom>
              <a:rect b="b" l="l" r="r" t="t"/>
              <a:pathLst>
                <a:path extrusionOk="0" h="1048" w="6501">
                  <a:moveTo>
                    <a:pt x="536" y="0"/>
                  </a:moveTo>
                  <a:cubicBezTo>
                    <a:pt x="357" y="345"/>
                    <a:pt x="179" y="691"/>
                    <a:pt x="0" y="1048"/>
                  </a:cubicBezTo>
                  <a:lnTo>
                    <a:pt x="5775" y="1048"/>
                  </a:lnTo>
                  <a:cubicBezTo>
                    <a:pt x="6013" y="703"/>
                    <a:pt x="6251" y="345"/>
                    <a:pt x="65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43"/>
            <p:cNvSpPr/>
            <p:nvPr/>
          </p:nvSpPr>
          <p:spPr>
            <a:xfrm>
              <a:off x="2790525" y="1150875"/>
              <a:ext cx="166700" cy="877800"/>
            </a:xfrm>
            <a:custGeom>
              <a:rect b="b" l="l" r="r" t="t"/>
              <a:pathLst>
                <a:path extrusionOk="0" h="35112" w="6668">
                  <a:moveTo>
                    <a:pt x="572" y="0"/>
                  </a:moveTo>
                  <a:cubicBezTo>
                    <a:pt x="214" y="3382"/>
                    <a:pt x="0" y="6763"/>
                    <a:pt x="83" y="10168"/>
                  </a:cubicBezTo>
                  <a:cubicBezTo>
                    <a:pt x="119" y="11787"/>
                    <a:pt x="286" y="13407"/>
                    <a:pt x="619" y="15038"/>
                  </a:cubicBezTo>
                  <a:cubicBezTo>
                    <a:pt x="679" y="14633"/>
                    <a:pt x="750" y="14228"/>
                    <a:pt x="810" y="13823"/>
                  </a:cubicBezTo>
                  <a:cubicBezTo>
                    <a:pt x="2000" y="20765"/>
                    <a:pt x="4655" y="30349"/>
                    <a:pt x="6668" y="35112"/>
                  </a:cubicBezTo>
                  <a:cubicBezTo>
                    <a:pt x="4227" y="23527"/>
                    <a:pt x="4024" y="11549"/>
                    <a:pt x="601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43"/>
            <p:cNvSpPr/>
            <p:nvPr/>
          </p:nvSpPr>
          <p:spPr>
            <a:xfrm>
              <a:off x="2995900" y="1151175"/>
              <a:ext cx="395000" cy="895950"/>
            </a:xfrm>
            <a:custGeom>
              <a:rect b="b" l="l" r="r" t="t"/>
              <a:pathLst>
                <a:path extrusionOk="0" h="35838" w="15800">
                  <a:moveTo>
                    <a:pt x="3977" y="0"/>
                  </a:moveTo>
                  <a:cubicBezTo>
                    <a:pt x="3501" y="2238"/>
                    <a:pt x="3013" y="4489"/>
                    <a:pt x="2608" y="6739"/>
                  </a:cubicBezTo>
                  <a:cubicBezTo>
                    <a:pt x="1167" y="14800"/>
                    <a:pt x="0" y="22896"/>
                    <a:pt x="155" y="31123"/>
                  </a:cubicBezTo>
                  <a:cubicBezTo>
                    <a:pt x="179" y="32337"/>
                    <a:pt x="358" y="33564"/>
                    <a:pt x="524" y="34778"/>
                  </a:cubicBezTo>
                  <a:cubicBezTo>
                    <a:pt x="620" y="35123"/>
                    <a:pt x="715" y="35481"/>
                    <a:pt x="810" y="35838"/>
                  </a:cubicBezTo>
                  <a:cubicBezTo>
                    <a:pt x="1453" y="33016"/>
                    <a:pt x="2286" y="30242"/>
                    <a:pt x="3263" y="27539"/>
                  </a:cubicBezTo>
                  <a:cubicBezTo>
                    <a:pt x="4632" y="23717"/>
                    <a:pt x="6263" y="20026"/>
                    <a:pt x="7978" y="16383"/>
                  </a:cubicBezTo>
                  <a:cubicBezTo>
                    <a:pt x="8656" y="14954"/>
                    <a:pt x="9347" y="13537"/>
                    <a:pt x="10037" y="12121"/>
                  </a:cubicBezTo>
                  <a:cubicBezTo>
                    <a:pt x="10145" y="11859"/>
                    <a:pt x="10264" y="11609"/>
                    <a:pt x="10383" y="11347"/>
                  </a:cubicBezTo>
                  <a:lnTo>
                    <a:pt x="10383" y="11347"/>
                  </a:lnTo>
                  <a:lnTo>
                    <a:pt x="6799" y="12633"/>
                  </a:lnTo>
                  <a:cubicBezTo>
                    <a:pt x="6751" y="12549"/>
                    <a:pt x="6692" y="12466"/>
                    <a:pt x="6644" y="12394"/>
                  </a:cubicBezTo>
                  <a:cubicBezTo>
                    <a:pt x="6775" y="12216"/>
                    <a:pt x="6882" y="12013"/>
                    <a:pt x="7037" y="11882"/>
                  </a:cubicBezTo>
                  <a:cubicBezTo>
                    <a:pt x="7370" y="11609"/>
                    <a:pt x="7704" y="11323"/>
                    <a:pt x="8085" y="11132"/>
                  </a:cubicBezTo>
                  <a:cubicBezTo>
                    <a:pt x="9549" y="10370"/>
                    <a:pt x="10811" y="9418"/>
                    <a:pt x="11895" y="8311"/>
                  </a:cubicBezTo>
                  <a:cubicBezTo>
                    <a:pt x="13240" y="5560"/>
                    <a:pt x="14562" y="2798"/>
                    <a:pt x="15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43"/>
            <p:cNvSpPr/>
            <p:nvPr/>
          </p:nvSpPr>
          <p:spPr>
            <a:xfrm>
              <a:off x="2768775" y="1151175"/>
              <a:ext cx="26825" cy="129200"/>
            </a:xfrm>
            <a:custGeom>
              <a:rect b="b" l="l" r="r" t="t"/>
              <a:pathLst>
                <a:path extrusionOk="0" h="5168" w="1073">
                  <a:moveTo>
                    <a:pt x="1" y="0"/>
                  </a:moveTo>
                  <a:cubicBezTo>
                    <a:pt x="1" y="24"/>
                    <a:pt x="1" y="60"/>
                    <a:pt x="1" y="95"/>
                  </a:cubicBezTo>
                  <a:cubicBezTo>
                    <a:pt x="96" y="1750"/>
                    <a:pt x="275" y="3453"/>
                    <a:pt x="549" y="5167"/>
                  </a:cubicBezTo>
                  <a:cubicBezTo>
                    <a:pt x="668" y="3441"/>
                    <a:pt x="858" y="1715"/>
                    <a:pt x="107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43"/>
            <p:cNvSpPr/>
            <p:nvPr/>
          </p:nvSpPr>
          <p:spPr>
            <a:xfrm>
              <a:off x="2676800" y="1566450"/>
              <a:ext cx="305725" cy="625350"/>
            </a:xfrm>
            <a:custGeom>
              <a:rect b="b" l="l" r="r" t="t"/>
              <a:pathLst>
                <a:path extrusionOk="0" h="25014" w="12229">
                  <a:moveTo>
                    <a:pt x="3308" y="0"/>
                  </a:moveTo>
                  <a:cubicBezTo>
                    <a:pt x="2290" y="0"/>
                    <a:pt x="1307" y="545"/>
                    <a:pt x="715" y="1629"/>
                  </a:cubicBezTo>
                  <a:cubicBezTo>
                    <a:pt x="358" y="2308"/>
                    <a:pt x="156" y="3082"/>
                    <a:pt x="1" y="3856"/>
                  </a:cubicBezTo>
                  <a:lnTo>
                    <a:pt x="1" y="17762"/>
                  </a:lnTo>
                  <a:cubicBezTo>
                    <a:pt x="2085" y="21525"/>
                    <a:pt x="5240" y="23823"/>
                    <a:pt x="9502" y="24787"/>
                  </a:cubicBezTo>
                  <a:cubicBezTo>
                    <a:pt x="10252" y="24966"/>
                    <a:pt x="11074" y="24930"/>
                    <a:pt x="12229" y="25013"/>
                  </a:cubicBezTo>
                  <a:cubicBezTo>
                    <a:pt x="9454" y="19798"/>
                    <a:pt x="7919" y="14500"/>
                    <a:pt x="6240" y="9261"/>
                  </a:cubicBezTo>
                  <a:cubicBezTo>
                    <a:pt x="4668" y="9726"/>
                    <a:pt x="4073" y="11142"/>
                    <a:pt x="4001" y="14452"/>
                  </a:cubicBezTo>
                  <a:cubicBezTo>
                    <a:pt x="2668" y="12357"/>
                    <a:pt x="3478" y="10035"/>
                    <a:pt x="6025" y="8690"/>
                  </a:cubicBezTo>
                  <a:cubicBezTo>
                    <a:pt x="5454" y="5856"/>
                    <a:pt x="4882" y="3011"/>
                    <a:pt x="4311" y="177"/>
                  </a:cubicBezTo>
                  <a:cubicBezTo>
                    <a:pt x="3981" y="59"/>
                    <a:pt x="3643" y="0"/>
                    <a:pt x="3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43"/>
            <p:cNvSpPr/>
            <p:nvPr/>
          </p:nvSpPr>
          <p:spPr>
            <a:xfrm>
              <a:off x="2676525" y="1150875"/>
              <a:ext cx="105675" cy="450675"/>
            </a:xfrm>
            <a:custGeom>
              <a:rect b="b" l="l" r="r" t="t"/>
              <a:pathLst>
                <a:path extrusionOk="0" h="18027" w="4227">
                  <a:moveTo>
                    <a:pt x="0" y="0"/>
                  </a:moveTo>
                  <a:lnTo>
                    <a:pt x="0" y="7418"/>
                  </a:lnTo>
                  <a:cubicBezTo>
                    <a:pt x="690" y="6978"/>
                    <a:pt x="1448" y="6708"/>
                    <a:pt x="2320" y="6708"/>
                  </a:cubicBezTo>
                  <a:cubicBezTo>
                    <a:pt x="2605" y="6708"/>
                    <a:pt x="2903" y="6737"/>
                    <a:pt x="3215" y="6799"/>
                  </a:cubicBezTo>
                  <a:cubicBezTo>
                    <a:pt x="3048" y="7025"/>
                    <a:pt x="3000" y="7144"/>
                    <a:pt x="2941" y="7156"/>
                  </a:cubicBezTo>
                  <a:cubicBezTo>
                    <a:pt x="1750" y="7287"/>
                    <a:pt x="798" y="7680"/>
                    <a:pt x="0" y="8275"/>
                  </a:cubicBezTo>
                  <a:lnTo>
                    <a:pt x="0" y="18026"/>
                  </a:lnTo>
                  <a:cubicBezTo>
                    <a:pt x="786" y="16633"/>
                    <a:pt x="2203" y="15645"/>
                    <a:pt x="4191" y="15204"/>
                  </a:cubicBezTo>
                  <a:cubicBezTo>
                    <a:pt x="4191" y="14669"/>
                    <a:pt x="4227" y="14109"/>
                    <a:pt x="4179" y="13549"/>
                  </a:cubicBezTo>
                  <a:cubicBezTo>
                    <a:pt x="3989" y="10942"/>
                    <a:pt x="4024" y="8346"/>
                    <a:pt x="4191" y="5763"/>
                  </a:cubicBezTo>
                  <a:cubicBezTo>
                    <a:pt x="4167" y="5679"/>
                    <a:pt x="4143" y="5608"/>
                    <a:pt x="4120" y="5513"/>
                  </a:cubicBezTo>
                  <a:cubicBezTo>
                    <a:pt x="4072" y="5334"/>
                    <a:pt x="4024" y="5144"/>
                    <a:pt x="3965" y="4941"/>
                  </a:cubicBezTo>
                  <a:cubicBezTo>
                    <a:pt x="3917" y="4739"/>
                    <a:pt x="3881" y="4525"/>
                    <a:pt x="3822" y="4286"/>
                  </a:cubicBezTo>
                  <a:cubicBezTo>
                    <a:pt x="3560" y="3167"/>
                    <a:pt x="3298" y="1715"/>
                    <a:pt x="3119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43"/>
            <p:cNvSpPr/>
            <p:nvPr/>
          </p:nvSpPr>
          <p:spPr>
            <a:xfrm>
              <a:off x="2676800" y="2050975"/>
              <a:ext cx="164350" cy="392925"/>
            </a:xfrm>
            <a:custGeom>
              <a:rect b="b" l="l" r="r" t="t"/>
              <a:pathLst>
                <a:path extrusionOk="0" h="15717" w="6574">
                  <a:moveTo>
                    <a:pt x="1" y="1"/>
                  </a:moveTo>
                  <a:lnTo>
                    <a:pt x="1" y="5299"/>
                  </a:lnTo>
                  <a:cubicBezTo>
                    <a:pt x="1180" y="8466"/>
                    <a:pt x="2608" y="11514"/>
                    <a:pt x="4775" y="14086"/>
                  </a:cubicBezTo>
                  <a:cubicBezTo>
                    <a:pt x="5240" y="14633"/>
                    <a:pt x="5740" y="15169"/>
                    <a:pt x="6216" y="15717"/>
                  </a:cubicBezTo>
                  <a:cubicBezTo>
                    <a:pt x="6335" y="15645"/>
                    <a:pt x="6454" y="15586"/>
                    <a:pt x="6573" y="15526"/>
                  </a:cubicBezTo>
                  <a:cubicBezTo>
                    <a:pt x="6085" y="14645"/>
                    <a:pt x="5680" y="13705"/>
                    <a:pt x="5073" y="12895"/>
                  </a:cubicBezTo>
                  <a:cubicBezTo>
                    <a:pt x="3025" y="10133"/>
                    <a:pt x="2358" y="6894"/>
                    <a:pt x="1775" y="3608"/>
                  </a:cubicBezTo>
                  <a:lnTo>
                    <a:pt x="1739" y="3549"/>
                  </a:lnTo>
                  <a:cubicBezTo>
                    <a:pt x="1751" y="3537"/>
                    <a:pt x="1751" y="3513"/>
                    <a:pt x="1751" y="3501"/>
                  </a:cubicBezTo>
                  <a:cubicBezTo>
                    <a:pt x="1323" y="2572"/>
                    <a:pt x="1001" y="1560"/>
                    <a:pt x="441" y="727"/>
                  </a:cubicBezTo>
                  <a:cubicBezTo>
                    <a:pt x="287" y="489"/>
                    <a:pt x="144" y="25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43"/>
            <p:cNvSpPr/>
            <p:nvPr/>
          </p:nvSpPr>
          <p:spPr>
            <a:xfrm>
              <a:off x="3334025" y="1151175"/>
              <a:ext cx="406925" cy="184850"/>
            </a:xfrm>
            <a:custGeom>
              <a:rect b="b" l="l" r="r" t="t"/>
              <a:pathLst>
                <a:path extrusionOk="0" h="7394" w="16277">
                  <a:moveTo>
                    <a:pt x="2573" y="0"/>
                  </a:moveTo>
                  <a:cubicBezTo>
                    <a:pt x="1763" y="2107"/>
                    <a:pt x="894" y="4203"/>
                    <a:pt x="1" y="6298"/>
                  </a:cubicBezTo>
                  <a:cubicBezTo>
                    <a:pt x="644" y="5346"/>
                    <a:pt x="1203" y="4310"/>
                    <a:pt x="1668" y="3203"/>
                  </a:cubicBezTo>
                  <a:cubicBezTo>
                    <a:pt x="2120" y="2107"/>
                    <a:pt x="2775" y="1107"/>
                    <a:pt x="3335" y="60"/>
                  </a:cubicBezTo>
                  <a:lnTo>
                    <a:pt x="3597" y="191"/>
                  </a:lnTo>
                  <a:lnTo>
                    <a:pt x="60" y="7191"/>
                  </a:lnTo>
                  <a:cubicBezTo>
                    <a:pt x="120" y="7251"/>
                    <a:pt x="191" y="7322"/>
                    <a:pt x="263" y="7394"/>
                  </a:cubicBezTo>
                  <a:cubicBezTo>
                    <a:pt x="1656" y="6727"/>
                    <a:pt x="3097" y="6120"/>
                    <a:pt x="4454" y="5382"/>
                  </a:cubicBezTo>
                  <a:cubicBezTo>
                    <a:pt x="7347" y="3810"/>
                    <a:pt x="10431" y="2822"/>
                    <a:pt x="13634" y="2203"/>
                  </a:cubicBezTo>
                  <a:cubicBezTo>
                    <a:pt x="14205" y="2096"/>
                    <a:pt x="14705" y="1929"/>
                    <a:pt x="15158" y="1679"/>
                  </a:cubicBezTo>
                  <a:cubicBezTo>
                    <a:pt x="15527" y="1119"/>
                    <a:pt x="15908" y="548"/>
                    <a:pt x="16277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43"/>
            <p:cNvSpPr/>
            <p:nvPr/>
          </p:nvSpPr>
          <p:spPr>
            <a:xfrm>
              <a:off x="2925050" y="1151175"/>
              <a:ext cx="162250" cy="656050"/>
            </a:xfrm>
            <a:custGeom>
              <a:rect b="b" l="l" r="r" t="t"/>
              <a:pathLst>
                <a:path extrusionOk="0" h="26242" w="6490">
                  <a:moveTo>
                    <a:pt x="858" y="0"/>
                  </a:moveTo>
                  <a:cubicBezTo>
                    <a:pt x="48" y="6751"/>
                    <a:pt x="1" y="13573"/>
                    <a:pt x="691" y="20300"/>
                  </a:cubicBezTo>
                  <a:cubicBezTo>
                    <a:pt x="929" y="16502"/>
                    <a:pt x="1560" y="12692"/>
                    <a:pt x="2561" y="8894"/>
                  </a:cubicBezTo>
                  <a:lnTo>
                    <a:pt x="2561" y="8894"/>
                  </a:lnTo>
                  <a:cubicBezTo>
                    <a:pt x="2561" y="9716"/>
                    <a:pt x="2668" y="10549"/>
                    <a:pt x="2549" y="11347"/>
                  </a:cubicBezTo>
                  <a:cubicBezTo>
                    <a:pt x="1799" y="16288"/>
                    <a:pt x="1799" y="21253"/>
                    <a:pt x="2251" y="26206"/>
                  </a:cubicBezTo>
                  <a:lnTo>
                    <a:pt x="2537" y="26241"/>
                  </a:lnTo>
                  <a:cubicBezTo>
                    <a:pt x="2811" y="23217"/>
                    <a:pt x="3025" y="20181"/>
                    <a:pt x="3394" y="17169"/>
                  </a:cubicBezTo>
                  <a:cubicBezTo>
                    <a:pt x="3763" y="14085"/>
                    <a:pt x="4204" y="11001"/>
                    <a:pt x="4763" y="7953"/>
                  </a:cubicBezTo>
                  <a:cubicBezTo>
                    <a:pt x="5263" y="5286"/>
                    <a:pt x="5894" y="2643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43"/>
            <p:cNvSpPr/>
            <p:nvPr/>
          </p:nvSpPr>
          <p:spPr>
            <a:xfrm>
              <a:off x="4104975" y="1151175"/>
              <a:ext cx="28600" cy="32150"/>
            </a:xfrm>
            <a:custGeom>
              <a:rect b="b" l="l" r="r" t="t"/>
              <a:pathLst>
                <a:path extrusionOk="0" h="1286" w="1144">
                  <a:moveTo>
                    <a:pt x="357" y="0"/>
                  </a:moveTo>
                  <a:cubicBezTo>
                    <a:pt x="131" y="405"/>
                    <a:pt x="0" y="822"/>
                    <a:pt x="36" y="1286"/>
                  </a:cubicBezTo>
                  <a:cubicBezTo>
                    <a:pt x="417" y="857"/>
                    <a:pt x="786" y="429"/>
                    <a:pt x="1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43"/>
            <p:cNvSpPr/>
            <p:nvPr/>
          </p:nvSpPr>
          <p:spPr>
            <a:xfrm>
              <a:off x="4484775" y="1151175"/>
              <a:ext cx="19375" cy="27700"/>
            </a:xfrm>
            <a:custGeom>
              <a:rect b="b" l="l" r="r" t="t"/>
              <a:pathLst>
                <a:path extrusionOk="0" h="1108" w="775">
                  <a:moveTo>
                    <a:pt x="0" y="0"/>
                  </a:moveTo>
                  <a:cubicBezTo>
                    <a:pt x="12" y="393"/>
                    <a:pt x="36" y="774"/>
                    <a:pt x="60" y="1107"/>
                  </a:cubicBezTo>
                  <a:cubicBezTo>
                    <a:pt x="298" y="738"/>
                    <a:pt x="536" y="369"/>
                    <a:pt x="774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43"/>
            <p:cNvSpPr/>
            <p:nvPr/>
          </p:nvSpPr>
          <p:spPr>
            <a:xfrm>
              <a:off x="4044550" y="1151175"/>
              <a:ext cx="403350" cy="573900"/>
            </a:xfrm>
            <a:custGeom>
              <a:rect b="b" l="l" r="r" t="t"/>
              <a:pathLst>
                <a:path extrusionOk="0" h="22956" w="16134">
                  <a:moveTo>
                    <a:pt x="15240" y="0"/>
                  </a:moveTo>
                  <a:cubicBezTo>
                    <a:pt x="15193" y="107"/>
                    <a:pt x="15133" y="214"/>
                    <a:pt x="15073" y="333"/>
                  </a:cubicBezTo>
                  <a:cubicBezTo>
                    <a:pt x="14407" y="1703"/>
                    <a:pt x="13418" y="3667"/>
                    <a:pt x="12109" y="5989"/>
                  </a:cubicBezTo>
                  <a:cubicBezTo>
                    <a:pt x="10799" y="8323"/>
                    <a:pt x="9192" y="11025"/>
                    <a:pt x="7287" y="13871"/>
                  </a:cubicBezTo>
                  <a:cubicBezTo>
                    <a:pt x="6334" y="15300"/>
                    <a:pt x="5310" y="16752"/>
                    <a:pt x="4227" y="18228"/>
                  </a:cubicBezTo>
                  <a:cubicBezTo>
                    <a:pt x="3679" y="18967"/>
                    <a:pt x="3096" y="19705"/>
                    <a:pt x="2429" y="20360"/>
                  </a:cubicBezTo>
                  <a:cubicBezTo>
                    <a:pt x="1834" y="20955"/>
                    <a:pt x="1155" y="21479"/>
                    <a:pt x="393" y="21848"/>
                  </a:cubicBezTo>
                  <a:cubicBezTo>
                    <a:pt x="143" y="22550"/>
                    <a:pt x="0" y="22955"/>
                    <a:pt x="0" y="22955"/>
                  </a:cubicBezTo>
                  <a:cubicBezTo>
                    <a:pt x="4870" y="19074"/>
                    <a:pt x="12764" y="6239"/>
                    <a:pt x="1613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43"/>
            <p:cNvSpPr/>
            <p:nvPr/>
          </p:nvSpPr>
          <p:spPr>
            <a:xfrm>
              <a:off x="4054650" y="1150875"/>
              <a:ext cx="366450" cy="545925"/>
            </a:xfrm>
            <a:custGeom>
              <a:rect b="b" l="l" r="r" t="t"/>
              <a:pathLst>
                <a:path extrusionOk="0" h="21837" w="14658">
                  <a:moveTo>
                    <a:pt x="7764" y="0"/>
                  </a:moveTo>
                  <a:cubicBezTo>
                    <a:pt x="5811" y="5929"/>
                    <a:pt x="3763" y="11811"/>
                    <a:pt x="1489" y="17621"/>
                  </a:cubicBezTo>
                  <a:cubicBezTo>
                    <a:pt x="846" y="19443"/>
                    <a:pt x="334" y="20896"/>
                    <a:pt x="1" y="21836"/>
                  </a:cubicBezTo>
                  <a:cubicBezTo>
                    <a:pt x="60" y="21789"/>
                    <a:pt x="144" y="21741"/>
                    <a:pt x="227" y="21693"/>
                  </a:cubicBezTo>
                  <a:cubicBezTo>
                    <a:pt x="549" y="21467"/>
                    <a:pt x="1001" y="21122"/>
                    <a:pt x="1513" y="20586"/>
                  </a:cubicBezTo>
                  <a:cubicBezTo>
                    <a:pt x="2549" y="19550"/>
                    <a:pt x="3668" y="17740"/>
                    <a:pt x="5109" y="15538"/>
                  </a:cubicBezTo>
                  <a:cubicBezTo>
                    <a:pt x="7728" y="11525"/>
                    <a:pt x="11109" y="6096"/>
                    <a:pt x="14658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43"/>
            <p:cNvSpPr/>
            <p:nvPr/>
          </p:nvSpPr>
          <p:spPr>
            <a:xfrm>
              <a:off x="4486275" y="1151175"/>
              <a:ext cx="26500" cy="53900"/>
            </a:xfrm>
            <a:custGeom>
              <a:rect b="b" l="l" r="r" t="t"/>
              <a:pathLst>
                <a:path extrusionOk="0" h="2156" w="1060">
                  <a:moveTo>
                    <a:pt x="1024" y="0"/>
                  </a:moveTo>
                  <a:cubicBezTo>
                    <a:pt x="691" y="405"/>
                    <a:pt x="357" y="810"/>
                    <a:pt x="0" y="1203"/>
                  </a:cubicBezTo>
                  <a:cubicBezTo>
                    <a:pt x="36" y="1774"/>
                    <a:pt x="60" y="2155"/>
                    <a:pt x="60" y="2155"/>
                  </a:cubicBezTo>
                  <a:cubicBezTo>
                    <a:pt x="250" y="1965"/>
                    <a:pt x="441" y="1786"/>
                    <a:pt x="619" y="1607"/>
                  </a:cubicBezTo>
                  <a:cubicBezTo>
                    <a:pt x="774" y="1238"/>
                    <a:pt x="917" y="881"/>
                    <a:pt x="1060" y="524"/>
                  </a:cubicBezTo>
                  <a:lnTo>
                    <a:pt x="1060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43"/>
            <p:cNvSpPr/>
            <p:nvPr/>
          </p:nvSpPr>
          <p:spPr>
            <a:xfrm>
              <a:off x="2676800" y="2183425"/>
              <a:ext cx="155400" cy="261675"/>
            </a:xfrm>
            <a:custGeom>
              <a:rect b="b" l="l" r="r" t="t"/>
              <a:pathLst>
                <a:path extrusionOk="0" h="10467" w="6216">
                  <a:moveTo>
                    <a:pt x="1" y="1"/>
                  </a:moveTo>
                  <a:lnTo>
                    <a:pt x="1" y="5109"/>
                  </a:lnTo>
                  <a:cubicBezTo>
                    <a:pt x="1525" y="7168"/>
                    <a:pt x="3537" y="8966"/>
                    <a:pt x="6109" y="10466"/>
                  </a:cubicBezTo>
                  <a:cubicBezTo>
                    <a:pt x="6145" y="10455"/>
                    <a:pt x="6180" y="10431"/>
                    <a:pt x="6216" y="10419"/>
                  </a:cubicBezTo>
                  <a:cubicBezTo>
                    <a:pt x="5740" y="9871"/>
                    <a:pt x="5240" y="9335"/>
                    <a:pt x="4787" y="8788"/>
                  </a:cubicBezTo>
                  <a:cubicBezTo>
                    <a:pt x="2620" y="6216"/>
                    <a:pt x="1180" y="316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43"/>
            <p:cNvSpPr/>
            <p:nvPr/>
          </p:nvSpPr>
          <p:spPr>
            <a:xfrm>
              <a:off x="2969400" y="1150875"/>
              <a:ext cx="1543375" cy="2317050"/>
            </a:xfrm>
            <a:custGeom>
              <a:rect b="b" l="l" r="r" t="t"/>
              <a:pathLst>
                <a:path extrusionOk="0" h="92682" w="61735">
                  <a:moveTo>
                    <a:pt x="25742" y="42527"/>
                  </a:moveTo>
                  <a:cubicBezTo>
                    <a:pt x="25742" y="42527"/>
                    <a:pt x="25742" y="42528"/>
                    <a:pt x="25742" y="42529"/>
                  </a:cubicBezTo>
                  <a:cubicBezTo>
                    <a:pt x="25754" y="42565"/>
                    <a:pt x="25742" y="42589"/>
                    <a:pt x="25706" y="42589"/>
                  </a:cubicBezTo>
                  <a:cubicBezTo>
                    <a:pt x="25737" y="42558"/>
                    <a:pt x="25741" y="42527"/>
                    <a:pt x="25742" y="42527"/>
                  </a:cubicBezTo>
                  <a:close/>
                  <a:moveTo>
                    <a:pt x="32398" y="39076"/>
                  </a:moveTo>
                  <a:cubicBezTo>
                    <a:pt x="32398" y="39076"/>
                    <a:pt x="31612" y="39707"/>
                    <a:pt x="30278" y="40446"/>
                  </a:cubicBezTo>
                  <a:cubicBezTo>
                    <a:pt x="29612" y="40803"/>
                    <a:pt x="28814" y="41196"/>
                    <a:pt x="27897" y="41553"/>
                  </a:cubicBezTo>
                  <a:cubicBezTo>
                    <a:pt x="27445" y="41731"/>
                    <a:pt x="26968" y="41898"/>
                    <a:pt x="26468" y="42041"/>
                  </a:cubicBezTo>
                  <a:cubicBezTo>
                    <a:pt x="26218" y="42112"/>
                    <a:pt x="25933" y="42184"/>
                    <a:pt x="25718" y="42243"/>
                  </a:cubicBezTo>
                  <a:cubicBezTo>
                    <a:pt x="25623" y="42279"/>
                    <a:pt x="25516" y="42351"/>
                    <a:pt x="25528" y="42470"/>
                  </a:cubicBezTo>
                  <a:cubicBezTo>
                    <a:pt x="25540" y="42517"/>
                    <a:pt x="25575" y="42553"/>
                    <a:pt x="25635" y="42577"/>
                  </a:cubicBezTo>
                  <a:cubicBezTo>
                    <a:pt x="25652" y="42585"/>
                    <a:pt x="25669" y="42594"/>
                    <a:pt x="25685" y="42594"/>
                  </a:cubicBezTo>
                  <a:cubicBezTo>
                    <a:pt x="25692" y="42594"/>
                    <a:pt x="25699" y="42592"/>
                    <a:pt x="25706" y="42589"/>
                  </a:cubicBezTo>
                  <a:lnTo>
                    <a:pt x="25706" y="42589"/>
                  </a:lnTo>
                  <a:cubicBezTo>
                    <a:pt x="25687" y="42608"/>
                    <a:pt x="25660" y="42628"/>
                    <a:pt x="25618" y="42628"/>
                  </a:cubicBezTo>
                  <a:cubicBezTo>
                    <a:pt x="25608" y="42628"/>
                    <a:pt x="25598" y="42627"/>
                    <a:pt x="25587" y="42624"/>
                  </a:cubicBezTo>
                  <a:cubicBezTo>
                    <a:pt x="25516" y="42613"/>
                    <a:pt x="25433" y="42565"/>
                    <a:pt x="25373" y="42482"/>
                  </a:cubicBezTo>
                  <a:cubicBezTo>
                    <a:pt x="25325" y="42386"/>
                    <a:pt x="25337" y="42243"/>
                    <a:pt x="25409" y="42124"/>
                  </a:cubicBezTo>
                  <a:cubicBezTo>
                    <a:pt x="25492" y="42005"/>
                    <a:pt x="25611" y="41922"/>
                    <a:pt x="25730" y="41851"/>
                  </a:cubicBezTo>
                  <a:cubicBezTo>
                    <a:pt x="25837" y="41779"/>
                    <a:pt x="25956" y="41708"/>
                    <a:pt x="26087" y="41624"/>
                  </a:cubicBezTo>
                  <a:cubicBezTo>
                    <a:pt x="26349" y="41470"/>
                    <a:pt x="26647" y="41303"/>
                    <a:pt x="26968" y="41124"/>
                  </a:cubicBezTo>
                  <a:cubicBezTo>
                    <a:pt x="28290" y="40410"/>
                    <a:pt x="30171" y="39576"/>
                    <a:pt x="32398" y="39076"/>
                  </a:cubicBezTo>
                  <a:close/>
                  <a:moveTo>
                    <a:pt x="37208" y="39422"/>
                  </a:moveTo>
                  <a:lnTo>
                    <a:pt x="37208" y="39422"/>
                  </a:lnTo>
                  <a:cubicBezTo>
                    <a:pt x="37208" y="39422"/>
                    <a:pt x="34410" y="41874"/>
                    <a:pt x="30409" y="42636"/>
                  </a:cubicBezTo>
                  <a:cubicBezTo>
                    <a:pt x="30409" y="42636"/>
                    <a:pt x="33124" y="40350"/>
                    <a:pt x="37208" y="39422"/>
                  </a:cubicBezTo>
                  <a:close/>
                  <a:moveTo>
                    <a:pt x="26242" y="38422"/>
                  </a:moveTo>
                  <a:cubicBezTo>
                    <a:pt x="26242" y="38422"/>
                    <a:pt x="23182" y="41422"/>
                    <a:pt x="18705" y="42886"/>
                  </a:cubicBezTo>
                  <a:cubicBezTo>
                    <a:pt x="18705" y="42886"/>
                    <a:pt x="21682" y="40065"/>
                    <a:pt x="26242" y="38422"/>
                  </a:cubicBezTo>
                  <a:close/>
                  <a:moveTo>
                    <a:pt x="49245" y="66866"/>
                  </a:moveTo>
                  <a:cubicBezTo>
                    <a:pt x="51162" y="67092"/>
                    <a:pt x="53079" y="67330"/>
                    <a:pt x="55055" y="67556"/>
                  </a:cubicBezTo>
                  <a:cubicBezTo>
                    <a:pt x="54838" y="68270"/>
                    <a:pt x="54448" y="68487"/>
                    <a:pt x="54012" y="68487"/>
                  </a:cubicBezTo>
                  <a:cubicBezTo>
                    <a:pt x="53852" y="68487"/>
                    <a:pt x="53686" y="68458"/>
                    <a:pt x="53519" y="68413"/>
                  </a:cubicBezTo>
                  <a:cubicBezTo>
                    <a:pt x="52067" y="68020"/>
                    <a:pt x="50626" y="67556"/>
                    <a:pt x="49174" y="67127"/>
                  </a:cubicBezTo>
                  <a:lnTo>
                    <a:pt x="49245" y="66866"/>
                  </a:lnTo>
                  <a:close/>
                  <a:moveTo>
                    <a:pt x="60711" y="72092"/>
                  </a:moveTo>
                  <a:lnTo>
                    <a:pt x="60711" y="72092"/>
                  </a:lnTo>
                  <a:cubicBezTo>
                    <a:pt x="60754" y="74089"/>
                    <a:pt x="58878" y="75859"/>
                    <a:pt x="56923" y="75859"/>
                  </a:cubicBezTo>
                  <a:cubicBezTo>
                    <a:pt x="56733" y="75859"/>
                    <a:pt x="56543" y="75842"/>
                    <a:pt x="56353" y="75807"/>
                  </a:cubicBezTo>
                  <a:cubicBezTo>
                    <a:pt x="56332" y="74078"/>
                    <a:pt x="57982" y="72573"/>
                    <a:pt x="59682" y="72573"/>
                  </a:cubicBezTo>
                  <a:cubicBezTo>
                    <a:pt x="59902" y="72573"/>
                    <a:pt x="60123" y="72599"/>
                    <a:pt x="60342" y="72652"/>
                  </a:cubicBezTo>
                  <a:lnTo>
                    <a:pt x="60711" y="72092"/>
                  </a:lnTo>
                  <a:close/>
                  <a:moveTo>
                    <a:pt x="46566" y="0"/>
                  </a:moveTo>
                  <a:cubicBezTo>
                    <a:pt x="46209" y="429"/>
                    <a:pt x="45840" y="869"/>
                    <a:pt x="45459" y="1298"/>
                  </a:cubicBezTo>
                  <a:cubicBezTo>
                    <a:pt x="45471" y="1477"/>
                    <a:pt x="45506" y="1655"/>
                    <a:pt x="45566" y="1846"/>
                  </a:cubicBezTo>
                  <a:cubicBezTo>
                    <a:pt x="45876" y="2870"/>
                    <a:pt x="45804" y="3893"/>
                    <a:pt x="45054" y="4929"/>
                  </a:cubicBezTo>
                  <a:cubicBezTo>
                    <a:pt x="44363" y="4036"/>
                    <a:pt x="44768" y="3120"/>
                    <a:pt x="44733" y="2131"/>
                  </a:cubicBezTo>
                  <a:lnTo>
                    <a:pt x="44733" y="2131"/>
                  </a:lnTo>
                  <a:cubicBezTo>
                    <a:pt x="44471" y="2417"/>
                    <a:pt x="44209" y="2703"/>
                    <a:pt x="43947" y="2989"/>
                  </a:cubicBezTo>
                  <a:cubicBezTo>
                    <a:pt x="43828" y="3620"/>
                    <a:pt x="43804" y="4298"/>
                    <a:pt x="43578" y="5001"/>
                  </a:cubicBezTo>
                  <a:cubicBezTo>
                    <a:pt x="42947" y="5191"/>
                    <a:pt x="42161" y="5406"/>
                    <a:pt x="41363" y="5644"/>
                  </a:cubicBezTo>
                  <a:cubicBezTo>
                    <a:pt x="41339" y="5656"/>
                    <a:pt x="41315" y="5679"/>
                    <a:pt x="41292" y="5703"/>
                  </a:cubicBezTo>
                  <a:cubicBezTo>
                    <a:pt x="41339" y="5727"/>
                    <a:pt x="41375" y="5751"/>
                    <a:pt x="41411" y="5775"/>
                  </a:cubicBezTo>
                  <a:cubicBezTo>
                    <a:pt x="39946" y="7061"/>
                    <a:pt x="38482" y="8358"/>
                    <a:pt x="36863" y="9775"/>
                  </a:cubicBezTo>
                  <a:cubicBezTo>
                    <a:pt x="37648" y="10406"/>
                    <a:pt x="38303" y="10930"/>
                    <a:pt x="38958" y="11454"/>
                  </a:cubicBezTo>
                  <a:cubicBezTo>
                    <a:pt x="38875" y="11537"/>
                    <a:pt x="38803" y="11633"/>
                    <a:pt x="38720" y="11728"/>
                  </a:cubicBezTo>
                  <a:cubicBezTo>
                    <a:pt x="37946" y="11323"/>
                    <a:pt x="37172" y="10930"/>
                    <a:pt x="36303" y="10490"/>
                  </a:cubicBezTo>
                  <a:cubicBezTo>
                    <a:pt x="35672" y="11025"/>
                    <a:pt x="35100" y="11502"/>
                    <a:pt x="34374" y="12109"/>
                  </a:cubicBezTo>
                  <a:cubicBezTo>
                    <a:pt x="37220" y="13573"/>
                    <a:pt x="39780" y="15109"/>
                    <a:pt x="40542" y="18276"/>
                  </a:cubicBezTo>
                  <a:cubicBezTo>
                    <a:pt x="40530" y="18276"/>
                    <a:pt x="40518" y="18288"/>
                    <a:pt x="40518" y="18300"/>
                  </a:cubicBezTo>
                  <a:cubicBezTo>
                    <a:pt x="40958" y="19574"/>
                    <a:pt x="41137" y="20812"/>
                    <a:pt x="41232" y="21717"/>
                  </a:cubicBezTo>
                  <a:cubicBezTo>
                    <a:pt x="41554" y="25182"/>
                    <a:pt x="41720" y="37731"/>
                    <a:pt x="29671" y="38052"/>
                  </a:cubicBezTo>
                  <a:cubicBezTo>
                    <a:pt x="29370" y="38061"/>
                    <a:pt x="29076" y="38065"/>
                    <a:pt x="28789" y="38065"/>
                  </a:cubicBezTo>
                  <a:cubicBezTo>
                    <a:pt x="20600" y="38065"/>
                    <a:pt x="18102" y="34692"/>
                    <a:pt x="17193" y="32242"/>
                  </a:cubicBezTo>
                  <a:cubicBezTo>
                    <a:pt x="17074" y="32040"/>
                    <a:pt x="16931" y="31826"/>
                    <a:pt x="16800" y="31587"/>
                  </a:cubicBezTo>
                  <a:lnTo>
                    <a:pt x="16800" y="31587"/>
                  </a:lnTo>
                  <a:cubicBezTo>
                    <a:pt x="16848" y="32349"/>
                    <a:pt x="16872" y="32790"/>
                    <a:pt x="16908" y="33219"/>
                  </a:cubicBezTo>
                  <a:lnTo>
                    <a:pt x="16753" y="33242"/>
                  </a:lnTo>
                  <a:cubicBezTo>
                    <a:pt x="16360" y="32254"/>
                    <a:pt x="15967" y="31278"/>
                    <a:pt x="15384" y="29801"/>
                  </a:cubicBezTo>
                  <a:lnTo>
                    <a:pt x="15384" y="26622"/>
                  </a:lnTo>
                  <a:cubicBezTo>
                    <a:pt x="15300" y="26575"/>
                    <a:pt x="15229" y="26515"/>
                    <a:pt x="15157" y="26456"/>
                  </a:cubicBezTo>
                  <a:cubicBezTo>
                    <a:pt x="14776" y="26884"/>
                    <a:pt x="14384" y="27313"/>
                    <a:pt x="14014" y="27754"/>
                  </a:cubicBezTo>
                  <a:cubicBezTo>
                    <a:pt x="13645" y="28182"/>
                    <a:pt x="13276" y="28611"/>
                    <a:pt x="12705" y="29289"/>
                  </a:cubicBezTo>
                  <a:cubicBezTo>
                    <a:pt x="12776" y="28813"/>
                    <a:pt x="12824" y="28349"/>
                    <a:pt x="12871" y="27896"/>
                  </a:cubicBezTo>
                  <a:lnTo>
                    <a:pt x="12871" y="27896"/>
                  </a:lnTo>
                  <a:cubicBezTo>
                    <a:pt x="12836" y="27932"/>
                    <a:pt x="12812" y="27968"/>
                    <a:pt x="12776" y="28004"/>
                  </a:cubicBezTo>
                  <a:lnTo>
                    <a:pt x="12883" y="27861"/>
                  </a:lnTo>
                  <a:cubicBezTo>
                    <a:pt x="13038" y="26503"/>
                    <a:pt x="13205" y="25241"/>
                    <a:pt x="13717" y="24063"/>
                  </a:cubicBezTo>
                  <a:lnTo>
                    <a:pt x="13717" y="24063"/>
                  </a:lnTo>
                  <a:cubicBezTo>
                    <a:pt x="13217" y="24229"/>
                    <a:pt x="12717" y="24384"/>
                    <a:pt x="12193" y="24503"/>
                  </a:cubicBezTo>
                  <a:cubicBezTo>
                    <a:pt x="11645" y="25015"/>
                    <a:pt x="11097" y="25515"/>
                    <a:pt x="10550" y="26003"/>
                  </a:cubicBezTo>
                  <a:cubicBezTo>
                    <a:pt x="9073" y="28468"/>
                    <a:pt x="7609" y="30944"/>
                    <a:pt x="6180" y="33445"/>
                  </a:cubicBezTo>
                  <a:cubicBezTo>
                    <a:pt x="5216" y="35124"/>
                    <a:pt x="4430" y="36909"/>
                    <a:pt x="3573" y="38660"/>
                  </a:cubicBezTo>
                  <a:cubicBezTo>
                    <a:pt x="3525" y="38993"/>
                    <a:pt x="3489" y="39326"/>
                    <a:pt x="3442" y="39660"/>
                  </a:cubicBezTo>
                  <a:lnTo>
                    <a:pt x="3108" y="39612"/>
                  </a:lnTo>
                  <a:lnTo>
                    <a:pt x="3108" y="39612"/>
                  </a:lnTo>
                  <a:cubicBezTo>
                    <a:pt x="2799" y="40327"/>
                    <a:pt x="2858" y="40958"/>
                    <a:pt x="3251" y="41636"/>
                  </a:cubicBezTo>
                  <a:cubicBezTo>
                    <a:pt x="4680" y="44137"/>
                    <a:pt x="6656" y="46053"/>
                    <a:pt x="9395" y="46994"/>
                  </a:cubicBezTo>
                  <a:cubicBezTo>
                    <a:pt x="11621" y="47756"/>
                    <a:pt x="13931" y="48316"/>
                    <a:pt x="16146" y="48947"/>
                  </a:cubicBezTo>
                  <a:cubicBezTo>
                    <a:pt x="15527" y="49340"/>
                    <a:pt x="14860" y="49673"/>
                    <a:pt x="14169" y="49935"/>
                  </a:cubicBezTo>
                  <a:cubicBezTo>
                    <a:pt x="14026" y="50113"/>
                    <a:pt x="13693" y="50387"/>
                    <a:pt x="12931" y="50756"/>
                  </a:cubicBezTo>
                  <a:cubicBezTo>
                    <a:pt x="13264" y="50697"/>
                    <a:pt x="13586" y="50637"/>
                    <a:pt x="13919" y="50578"/>
                  </a:cubicBezTo>
                  <a:lnTo>
                    <a:pt x="13919" y="50578"/>
                  </a:lnTo>
                  <a:cubicBezTo>
                    <a:pt x="12943" y="51453"/>
                    <a:pt x="10557" y="52192"/>
                    <a:pt x="8037" y="52192"/>
                  </a:cubicBezTo>
                  <a:cubicBezTo>
                    <a:pt x="7575" y="52192"/>
                    <a:pt x="7108" y="52167"/>
                    <a:pt x="6644" y="52114"/>
                  </a:cubicBezTo>
                  <a:cubicBezTo>
                    <a:pt x="5037" y="51923"/>
                    <a:pt x="3442" y="51530"/>
                    <a:pt x="1858" y="51125"/>
                  </a:cubicBezTo>
                  <a:lnTo>
                    <a:pt x="1" y="51066"/>
                  </a:lnTo>
                  <a:lnTo>
                    <a:pt x="1" y="51066"/>
                  </a:lnTo>
                  <a:cubicBezTo>
                    <a:pt x="275" y="51292"/>
                    <a:pt x="560" y="51542"/>
                    <a:pt x="858" y="51804"/>
                  </a:cubicBezTo>
                  <a:cubicBezTo>
                    <a:pt x="632" y="51864"/>
                    <a:pt x="429" y="51923"/>
                    <a:pt x="215" y="51983"/>
                  </a:cubicBezTo>
                  <a:cubicBezTo>
                    <a:pt x="1411" y="53026"/>
                    <a:pt x="3387" y="53704"/>
                    <a:pt x="6399" y="53704"/>
                  </a:cubicBezTo>
                  <a:cubicBezTo>
                    <a:pt x="8336" y="53704"/>
                    <a:pt x="10701" y="53424"/>
                    <a:pt x="13562" y="52780"/>
                  </a:cubicBezTo>
                  <a:cubicBezTo>
                    <a:pt x="13962" y="53245"/>
                    <a:pt x="14402" y="53355"/>
                    <a:pt x="14862" y="53355"/>
                  </a:cubicBezTo>
                  <a:cubicBezTo>
                    <a:pt x="15274" y="53355"/>
                    <a:pt x="15702" y="53267"/>
                    <a:pt x="16135" y="53267"/>
                  </a:cubicBezTo>
                  <a:cubicBezTo>
                    <a:pt x="16384" y="53267"/>
                    <a:pt x="16634" y="53296"/>
                    <a:pt x="16884" y="53388"/>
                  </a:cubicBezTo>
                  <a:cubicBezTo>
                    <a:pt x="14967" y="54054"/>
                    <a:pt x="13050" y="54721"/>
                    <a:pt x="11121" y="55388"/>
                  </a:cubicBezTo>
                  <a:cubicBezTo>
                    <a:pt x="11121" y="55459"/>
                    <a:pt x="11121" y="55531"/>
                    <a:pt x="11109" y="55614"/>
                  </a:cubicBezTo>
                  <a:lnTo>
                    <a:pt x="14467" y="55614"/>
                  </a:lnTo>
                  <a:cubicBezTo>
                    <a:pt x="14491" y="55757"/>
                    <a:pt x="14514" y="55900"/>
                    <a:pt x="14538" y="56043"/>
                  </a:cubicBezTo>
                  <a:cubicBezTo>
                    <a:pt x="13550" y="56364"/>
                    <a:pt x="12562" y="56698"/>
                    <a:pt x="11574" y="57019"/>
                  </a:cubicBezTo>
                  <a:cubicBezTo>
                    <a:pt x="11562" y="57114"/>
                    <a:pt x="11562" y="57198"/>
                    <a:pt x="11550" y="57281"/>
                  </a:cubicBezTo>
                  <a:cubicBezTo>
                    <a:pt x="13193" y="57436"/>
                    <a:pt x="14824" y="57591"/>
                    <a:pt x="16467" y="57733"/>
                  </a:cubicBezTo>
                  <a:cubicBezTo>
                    <a:pt x="16467" y="57853"/>
                    <a:pt x="16467" y="57972"/>
                    <a:pt x="16455" y="58079"/>
                  </a:cubicBezTo>
                  <a:cubicBezTo>
                    <a:pt x="15550" y="58138"/>
                    <a:pt x="14645" y="58186"/>
                    <a:pt x="13741" y="58234"/>
                  </a:cubicBezTo>
                  <a:cubicBezTo>
                    <a:pt x="13741" y="58317"/>
                    <a:pt x="13741" y="58400"/>
                    <a:pt x="13729" y="58484"/>
                  </a:cubicBezTo>
                  <a:cubicBezTo>
                    <a:pt x="15134" y="58674"/>
                    <a:pt x="16527" y="58865"/>
                    <a:pt x="18170" y="59079"/>
                  </a:cubicBezTo>
                  <a:cubicBezTo>
                    <a:pt x="17253" y="59507"/>
                    <a:pt x="16527" y="59853"/>
                    <a:pt x="15634" y="60258"/>
                  </a:cubicBezTo>
                  <a:cubicBezTo>
                    <a:pt x="16241" y="60639"/>
                    <a:pt x="16693" y="60924"/>
                    <a:pt x="17158" y="61210"/>
                  </a:cubicBezTo>
                  <a:cubicBezTo>
                    <a:pt x="17134" y="61270"/>
                    <a:pt x="17122" y="61341"/>
                    <a:pt x="17098" y="61412"/>
                  </a:cubicBezTo>
                  <a:cubicBezTo>
                    <a:pt x="15265" y="60710"/>
                    <a:pt x="13419" y="60019"/>
                    <a:pt x="11586" y="59329"/>
                  </a:cubicBezTo>
                  <a:cubicBezTo>
                    <a:pt x="11526" y="59436"/>
                    <a:pt x="11466" y="59543"/>
                    <a:pt x="11395" y="59650"/>
                  </a:cubicBezTo>
                  <a:cubicBezTo>
                    <a:pt x="14038" y="61436"/>
                    <a:pt x="16681" y="63222"/>
                    <a:pt x="19325" y="65008"/>
                  </a:cubicBezTo>
                  <a:cubicBezTo>
                    <a:pt x="19265" y="65103"/>
                    <a:pt x="19206" y="65199"/>
                    <a:pt x="19146" y="65294"/>
                  </a:cubicBezTo>
                  <a:cubicBezTo>
                    <a:pt x="17491" y="64353"/>
                    <a:pt x="15836" y="63425"/>
                    <a:pt x="13907" y="62317"/>
                  </a:cubicBezTo>
                  <a:lnTo>
                    <a:pt x="13907" y="62317"/>
                  </a:lnTo>
                  <a:cubicBezTo>
                    <a:pt x="14074" y="62805"/>
                    <a:pt x="14098" y="63020"/>
                    <a:pt x="14217" y="63175"/>
                  </a:cubicBezTo>
                  <a:cubicBezTo>
                    <a:pt x="16681" y="66461"/>
                    <a:pt x="19063" y="69818"/>
                    <a:pt x="21670" y="73009"/>
                  </a:cubicBezTo>
                  <a:cubicBezTo>
                    <a:pt x="25385" y="77569"/>
                    <a:pt x="29778" y="81355"/>
                    <a:pt x="35029" y="84130"/>
                  </a:cubicBezTo>
                  <a:cubicBezTo>
                    <a:pt x="40946" y="87273"/>
                    <a:pt x="46888" y="90345"/>
                    <a:pt x="53293" y="92416"/>
                  </a:cubicBezTo>
                  <a:cubicBezTo>
                    <a:pt x="53686" y="92541"/>
                    <a:pt x="54134" y="92681"/>
                    <a:pt x="54542" y="92681"/>
                  </a:cubicBezTo>
                  <a:cubicBezTo>
                    <a:pt x="54640" y="92681"/>
                    <a:pt x="54736" y="92673"/>
                    <a:pt x="54829" y="92654"/>
                  </a:cubicBezTo>
                  <a:cubicBezTo>
                    <a:pt x="56579" y="92321"/>
                    <a:pt x="58282" y="92000"/>
                    <a:pt x="59818" y="90821"/>
                  </a:cubicBezTo>
                  <a:cubicBezTo>
                    <a:pt x="60461" y="90333"/>
                    <a:pt x="61104" y="89845"/>
                    <a:pt x="61735" y="89368"/>
                  </a:cubicBezTo>
                  <a:lnTo>
                    <a:pt x="61735" y="68806"/>
                  </a:lnTo>
                  <a:cubicBezTo>
                    <a:pt x="61381" y="68858"/>
                    <a:pt x="61033" y="68885"/>
                    <a:pt x="60703" y="68885"/>
                  </a:cubicBezTo>
                  <a:cubicBezTo>
                    <a:pt x="60355" y="68885"/>
                    <a:pt x="60028" y="68855"/>
                    <a:pt x="59734" y="68794"/>
                  </a:cubicBezTo>
                  <a:cubicBezTo>
                    <a:pt x="59961" y="68139"/>
                    <a:pt x="60044" y="67949"/>
                    <a:pt x="61735" y="67854"/>
                  </a:cubicBezTo>
                  <a:lnTo>
                    <a:pt x="61735" y="52733"/>
                  </a:lnTo>
                  <a:cubicBezTo>
                    <a:pt x="61663" y="52709"/>
                    <a:pt x="61604" y="52661"/>
                    <a:pt x="61556" y="52602"/>
                  </a:cubicBezTo>
                  <a:cubicBezTo>
                    <a:pt x="61401" y="52399"/>
                    <a:pt x="61473" y="52114"/>
                    <a:pt x="61556" y="51876"/>
                  </a:cubicBezTo>
                  <a:cubicBezTo>
                    <a:pt x="61616" y="51721"/>
                    <a:pt x="61675" y="51554"/>
                    <a:pt x="61735" y="51399"/>
                  </a:cubicBezTo>
                  <a:lnTo>
                    <a:pt x="61735" y="9799"/>
                  </a:lnTo>
                  <a:cubicBezTo>
                    <a:pt x="61687" y="9859"/>
                    <a:pt x="61639" y="9930"/>
                    <a:pt x="61580" y="9989"/>
                  </a:cubicBezTo>
                  <a:cubicBezTo>
                    <a:pt x="61628" y="9882"/>
                    <a:pt x="61687" y="9787"/>
                    <a:pt x="61735" y="9692"/>
                  </a:cubicBezTo>
                  <a:lnTo>
                    <a:pt x="61735" y="1167"/>
                  </a:lnTo>
                  <a:cubicBezTo>
                    <a:pt x="61592" y="1310"/>
                    <a:pt x="61449" y="1465"/>
                    <a:pt x="61294" y="1619"/>
                  </a:cubicBezTo>
                  <a:cubicBezTo>
                    <a:pt x="61116" y="1798"/>
                    <a:pt x="60925" y="1977"/>
                    <a:pt x="60735" y="2167"/>
                  </a:cubicBezTo>
                  <a:cubicBezTo>
                    <a:pt x="60735" y="2167"/>
                    <a:pt x="60711" y="1786"/>
                    <a:pt x="60675" y="1215"/>
                  </a:cubicBezTo>
                  <a:cubicBezTo>
                    <a:pt x="60592" y="1310"/>
                    <a:pt x="60508" y="1405"/>
                    <a:pt x="60425" y="1500"/>
                  </a:cubicBezTo>
                  <a:cubicBezTo>
                    <a:pt x="60508" y="1369"/>
                    <a:pt x="60592" y="1250"/>
                    <a:pt x="60675" y="1119"/>
                  </a:cubicBezTo>
                  <a:cubicBezTo>
                    <a:pt x="60651" y="798"/>
                    <a:pt x="60627" y="405"/>
                    <a:pt x="60615" y="12"/>
                  </a:cubicBezTo>
                  <a:lnTo>
                    <a:pt x="59139" y="12"/>
                  </a:lnTo>
                  <a:cubicBezTo>
                    <a:pt x="55770" y="6251"/>
                    <a:pt x="47876" y="19086"/>
                    <a:pt x="43006" y="22955"/>
                  </a:cubicBezTo>
                  <a:cubicBezTo>
                    <a:pt x="43006" y="22955"/>
                    <a:pt x="43149" y="22562"/>
                    <a:pt x="43399" y="21860"/>
                  </a:cubicBezTo>
                  <a:lnTo>
                    <a:pt x="43399" y="21860"/>
                  </a:lnTo>
                  <a:cubicBezTo>
                    <a:pt x="43316" y="21908"/>
                    <a:pt x="43232" y="21955"/>
                    <a:pt x="43149" y="21991"/>
                  </a:cubicBezTo>
                  <a:cubicBezTo>
                    <a:pt x="43137" y="22003"/>
                    <a:pt x="43137" y="22003"/>
                    <a:pt x="43137" y="22015"/>
                  </a:cubicBezTo>
                  <a:cubicBezTo>
                    <a:pt x="42923" y="22527"/>
                    <a:pt x="42637" y="23027"/>
                    <a:pt x="42173" y="23455"/>
                  </a:cubicBezTo>
                  <a:cubicBezTo>
                    <a:pt x="42327" y="22979"/>
                    <a:pt x="42447" y="22503"/>
                    <a:pt x="42649" y="22050"/>
                  </a:cubicBezTo>
                  <a:cubicBezTo>
                    <a:pt x="43685" y="19776"/>
                    <a:pt x="43816" y="17240"/>
                    <a:pt x="44602" y="14919"/>
                  </a:cubicBezTo>
                  <a:cubicBezTo>
                    <a:pt x="46292" y="9918"/>
                    <a:pt x="48173" y="4977"/>
                    <a:pt x="49959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43"/>
            <p:cNvSpPr/>
            <p:nvPr/>
          </p:nvSpPr>
          <p:spPr>
            <a:xfrm>
              <a:off x="3655200" y="1369050"/>
              <a:ext cx="6275" cy="7475"/>
            </a:xfrm>
            <a:custGeom>
              <a:rect b="b" l="l" r="r" t="t"/>
              <a:pathLst>
                <a:path extrusionOk="0" h="299" w="251">
                  <a:moveTo>
                    <a:pt x="251" y="0"/>
                  </a:moveTo>
                  <a:cubicBezTo>
                    <a:pt x="167" y="108"/>
                    <a:pt x="84" y="191"/>
                    <a:pt x="1" y="298"/>
                  </a:cubicBezTo>
                  <a:lnTo>
                    <a:pt x="96" y="298"/>
                  </a:lnTo>
                  <a:cubicBezTo>
                    <a:pt x="144" y="191"/>
                    <a:pt x="203" y="96"/>
                    <a:pt x="251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43"/>
            <p:cNvSpPr/>
            <p:nvPr/>
          </p:nvSpPr>
          <p:spPr>
            <a:xfrm>
              <a:off x="3326600" y="1797075"/>
              <a:ext cx="13425" cy="14900"/>
            </a:xfrm>
            <a:custGeom>
              <a:rect b="b" l="l" r="r" t="t"/>
              <a:pathLst>
                <a:path extrusionOk="0" h="596" w="537">
                  <a:moveTo>
                    <a:pt x="536" y="1"/>
                  </a:moveTo>
                  <a:cubicBezTo>
                    <a:pt x="357" y="203"/>
                    <a:pt x="179" y="393"/>
                    <a:pt x="0" y="596"/>
                  </a:cubicBezTo>
                  <a:cubicBezTo>
                    <a:pt x="215" y="382"/>
                    <a:pt x="393" y="179"/>
                    <a:pt x="536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43"/>
            <p:cNvSpPr/>
            <p:nvPr/>
          </p:nvSpPr>
          <p:spPr>
            <a:xfrm>
              <a:off x="4048125" y="1591400"/>
              <a:ext cx="43775" cy="109250"/>
            </a:xfrm>
            <a:custGeom>
              <a:rect b="b" l="l" r="r" t="t"/>
              <a:pathLst>
                <a:path extrusionOk="0" h="4370" w="1751">
                  <a:moveTo>
                    <a:pt x="1750" y="0"/>
                  </a:moveTo>
                  <a:lnTo>
                    <a:pt x="1750" y="0"/>
                  </a:lnTo>
                  <a:cubicBezTo>
                    <a:pt x="1179" y="1465"/>
                    <a:pt x="595" y="2917"/>
                    <a:pt x="0" y="4370"/>
                  </a:cubicBezTo>
                  <a:cubicBezTo>
                    <a:pt x="12" y="4358"/>
                    <a:pt x="48" y="4346"/>
                    <a:pt x="107" y="4299"/>
                  </a:cubicBezTo>
                  <a:cubicBezTo>
                    <a:pt x="155" y="4275"/>
                    <a:pt x="202" y="4251"/>
                    <a:pt x="262" y="4215"/>
                  </a:cubicBezTo>
                  <a:cubicBezTo>
                    <a:pt x="595" y="3275"/>
                    <a:pt x="1119" y="1822"/>
                    <a:pt x="17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43"/>
            <p:cNvSpPr/>
            <p:nvPr/>
          </p:nvSpPr>
          <p:spPr>
            <a:xfrm>
              <a:off x="3310225" y="1746475"/>
              <a:ext cx="43175" cy="77725"/>
            </a:xfrm>
            <a:custGeom>
              <a:rect b="b" l="l" r="r" t="t"/>
              <a:pathLst>
                <a:path extrusionOk="0" h="3109" w="1727">
                  <a:moveTo>
                    <a:pt x="1667" y="1"/>
                  </a:moveTo>
                  <a:cubicBezTo>
                    <a:pt x="1048" y="1144"/>
                    <a:pt x="512" y="2132"/>
                    <a:pt x="0" y="3108"/>
                  </a:cubicBezTo>
                  <a:cubicBezTo>
                    <a:pt x="560" y="2406"/>
                    <a:pt x="1120" y="1703"/>
                    <a:pt x="1679" y="1013"/>
                  </a:cubicBezTo>
                  <a:cubicBezTo>
                    <a:pt x="1727" y="703"/>
                    <a:pt x="1715" y="382"/>
                    <a:pt x="1667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43"/>
            <p:cNvSpPr/>
            <p:nvPr/>
          </p:nvSpPr>
          <p:spPr>
            <a:xfrm>
              <a:off x="3587925" y="1425300"/>
              <a:ext cx="42900" cy="46175"/>
            </a:xfrm>
            <a:custGeom>
              <a:rect b="b" l="l" r="r" t="t"/>
              <a:pathLst>
                <a:path extrusionOk="0" h="1847" w="1716">
                  <a:moveTo>
                    <a:pt x="1715" y="1"/>
                  </a:moveTo>
                  <a:lnTo>
                    <a:pt x="1715" y="1"/>
                  </a:lnTo>
                  <a:cubicBezTo>
                    <a:pt x="1644" y="36"/>
                    <a:pt x="1573" y="60"/>
                    <a:pt x="1501" y="96"/>
                  </a:cubicBezTo>
                  <a:cubicBezTo>
                    <a:pt x="906" y="406"/>
                    <a:pt x="501" y="1084"/>
                    <a:pt x="1" y="1596"/>
                  </a:cubicBezTo>
                  <a:lnTo>
                    <a:pt x="346" y="1549"/>
                  </a:lnTo>
                  <a:lnTo>
                    <a:pt x="346" y="1549"/>
                  </a:lnTo>
                  <a:cubicBezTo>
                    <a:pt x="287" y="1620"/>
                    <a:pt x="227" y="1679"/>
                    <a:pt x="180" y="1751"/>
                  </a:cubicBezTo>
                  <a:cubicBezTo>
                    <a:pt x="322" y="1787"/>
                    <a:pt x="465" y="1822"/>
                    <a:pt x="620" y="1846"/>
                  </a:cubicBezTo>
                  <a:cubicBezTo>
                    <a:pt x="656" y="1822"/>
                    <a:pt x="692" y="1810"/>
                    <a:pt x="739" y="1799"/>
                  </a:cubicBezTo>
                  <a:cubicBezTo>
                    <a:pt x="1049" y="1227"/>
                    <a:pt x="1382" y="620"/>
                    <a:pt x="17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43"/>
            <p:cNvSpPr/>
            <p:nvPr/>
          </p:nvSpPr>
          <p:spPr>
            <a:xfrm>
              <a:off x="3280750" y="2383150"/>
              <a:ext cx="19675" cy="3300"/>
            </a:xfrm>
            <a:custGeom>
              <a:rect b="b" l="l" r="r" t="t"/>
              <a:pathLst>
                <a:path extrusionOk="0" h="132" w="787">
                  <a:moveTo>
                    <a:pt x="1" y="1"/>
                  </a:moveTo>
                  <a:lnTo>
                    <a:pt x="1" y="1"/>
                  </a:lnTo>
                  <a:cubicBezTo>
                    <a:pt x="167" y="49"/>
                    <a:pt x="346" y="96"/>
                    <a:pt x="525" y="132"/>
                  </a:cubicBezTo>
                  <a:cubicBezTo>
                    <a:pt x="620" y="120"/>
                    <a:pt x="703" y="108"/>
                    <a:pt x="787" y="84"/>
                  </a:cubicBezTo>
                  <a:cubicBezTo>
                    <a:pt x="525" y="60"/>
                    <a:pt x="263" y="37"/>
                    <a:pt x="1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43"/>
            <p:cNvSpPr/>
            <p:nvPr/>
          </p:nvSpPr>
          <p:spPr>
            <a:xfrm>
              <a:off x="3590025" y="1468475"/>
              <a:ext cx="2400" cy="1800"/>
            </a:xfrm>
            <a:custGeom>
              <a:rect b="b" l="l" r="r" t="t"/>
              <a:pathLst>
                <a:path extrusionOk="0" h="72" w="96">
                  <a:moveTo>
                    <a:pt x="0" y="0"/>
                  </a:moveTo>
                  <a:cubicBezTo>
                    <a:pt x="24" y="24"/>
                    <a:pt x="36" y="48"/>
                    <a:pt x="48" y="72"/>
                  </a:cubicBezTo>
                  <a:cubicBezTo>
                    <a:pt x="72" y="60"/>
                    <a:pt x="84" y="36"/>
                    <a:pt x="96" y="24"/>
                  </a:cubicBezTo>
                  <a:cubicBezTo>
                    <a:pt x="60" y="12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43"/>
            <p:cNvSpPr/>
            <p:nvPr/>
          </p:nvSpPr>
          <p:spPr>
            <a:xfrm>
              <a:off x="4377675" y="2953175"/>
              <a:ext cx="110600" cy="94175"/>
            </a:xfrm>
            <a:custGeom>
              <a:rect b="b" l="l" r="r" t="t"/>
              <a:pathLst>
                <a:path extrusionOk="0" h="3767" w="4424">
                  <a:moveTo>
                    <a:pt x="4380" y="0"/>
                  </a:moveTo>
                  <a:lnTo>
                    <a:pt x="4011" y="560"/>
                  </a:lnTo>
                  <a:cubicBezTo>
                    <a:pt x="3792" y="507"/>
                    <a:pt x="3571" y="481"/>
                    <a:pt x="3351" y="481"/>
                  </a:cubicBezTo>
                  <a:cubicBezTo>
                    <a:pt x="1651" y="481"/>
                    <a:pt x="1" y="1986"/>
                    <a:pt x="22" y="3715"/>
                  </a:cubicBezTo>
                  <a:cubicBezTo>
                    <a:pt x="212" y="3750"/>
                    <a:pt x="402" y="3767"/>
                    <a:pt x="592" y="3767"/>
                  </a:cubicBezTo>
                  <a:cubicBezTo>
                    <a:pt x="2547" y="3767"/>
                    <a:pt x="4423" y="1997"/>
                    <a:pt x="43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43"/>
            <p:cNvSpPr/>
            <p:nvPr/>
          </p:nvSpPr>
          <p:spPr>
            <a:xfrm>
              <a:off x="4504425" y="2435850"/>
              <a:ext cx="8350" cy="33350"/>
            </a:xfrm>
            <a:custGeom>
              <a:rect b="b" l="l" r="r" t="t"/>
              <a:pathLst>
                <a:path extrusionOk="0" h="1334" w="334">
                  <a:moveTo>
                    <a:pt x="334" y="0"/>
                  </a:moveTo>
                  <a:cubicBezTo>
                    <a:pt x="274" y="155"/>
                    <a:pt x="215" y="322"/>
                    <a:pt x="155" y="477"/>
                  </a:cubicBezTo>
                  <a:cubicBezTo>
                    <a:pt x="72" y="715"/>
                    <a:pt x="0" y="1000"/>
                    <a:pt x="155" y="1203"/>
                  </a:cubicBezTo>
                  <a:cubicBezTo>
                    <a:pt x="203" y="1262"/>
                    <a:pt x="262" y="1310"/>
                    <a:pt x="334" y="1334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43"/>
            <p:cNvSpPr/>
            <p:nvPr/>
          </p:nvSpPr>
          <p:spPr>
            <a:xfrm>
              <a:off x="3399225" y="1507900"/>
              <a:ext cx="613200" cy="594625"/>
            </a:xfrm>
            <a:custGeom>
              <a:rect b="b" l="l" r="r" t="t"/>
              <a:pathLst>
                <a:path extrusionOk="0" h="23785" w="24528">
                  <a:moveTo>
                    <a:pt x="16051" y="1"/>
                  </a:moveTo>
                  <a:cubicBezTo>
                    <a:pt x="15733" y="1"/>
                    <a:pt x="15403" y="26"/>
                    <a:pt x="15062" y="78"/>
                  </a:cubicBezTo>
                  <a:cubicBezTo>
                    <a:pt x="16991" y="852"/>
                    <a:pt x="18384" y="2031"/>
                    <a:pt x="19360" y="3590"/>
                  </a:cubicBezTo>
                  <a:lnTo>
                    <a:pt x="18479" y="3590"/>
                  </a:lnTo>
                  <a:cubicBezTo>
                    <a:pt x="20134" y="5614"/>
                    <a:pt x="21063" y="8531"/>
                    <a:pt x="21063" y="11544"/>
                  </a:cubicBezTo>
                  <a:cubicBezTo>
                    <a:pt x="21063" y="17199"/>
                    <a:pt x="17264" y="21819"/>
                    <a:pt x="12490" y="22128"/>
                  </a:cubicBezTo>
                  <a:cubicBezTo>
                    <a:pt x="11749" y="22375"/>
                    <a:pt x="10988" y="22557"/>
                    <a:pt x="10171" y="22557"/>
                  </a:cubicBezTo>
                  <a:cubicBezTo>
                    <a:pt x="9728" y="22557"/>
                    <a:pt x="9268" y="22504"/>
                    <a:pt x="8787" y="22378"/>
                  </a:cubicBezTo>
                  <a:cubicBezTo>
                    <a:pt x="6001" y="21664"/>
                    <a:pt x="4537" y="19819"/>
                    <a:pt x="3608" y="17318"/>
                  </a:cubicBezTo>
                  <a:cubicBezTo>
                    <a:pt x="2775" y="15068"/>
                    <a:pt x="2632" y="12830"/>
                    <a:pt x="2941" y="10603"/>
                  </a:cubicBezTo>
                  <a:cubicBezTo>
                    <a:pt x="3036" y="9436"/>
                    <a:pt x="3287" y="8365"/>
                    <a:pt x="3679" y="7377"/>
                  </a:cubicBezTo>
                  <a:cubicBezTo>
                    <a:pt x="3691" y="7353"/>
                    <a:pt x="3691" y="7341"/>
                    <a:pt x="3703" y="7317"/>
                  </a:cubicBezTo>
                  <a:cubicBezTo>
                    <a:pt x="3846" y="6841"/>
                    <a:pt x="3965" y="6353"/>
                    <a:pt x="4096" y="5864"/>
                  </a:cubicBezTo>
                  <a:cubicBezTo>
                    <a:pt x="3977" y="5793"/>
                    <a:pt x="3858" y="5710"/>
                    <a:pt x="3739" y="5638"/>
                  </a:cubicBezTo>
                  <a:cubicBezTo>
                    <a:pt x="3251" y="6162"/>
                    <a:pt x="2655" y="6626"/>
                    <a:pt x="2274" y="7222"/>
                  </a:cubicBezTo>
                  <a:cubicBezTo>
                    <a:pt x="393" y="10163"/>
                    <a:pt x="274" y="13449"/>
                    <a:pt x="548" y="16783"/>
                  </a:cubicBezTo>
                  <a:cubicBezTo>
                    <a:pt x="631" y="17806"/>
                    <a:pt x="989" y="18807"/>
                    <a:pt x="1262" y="20033"/>
                  </a:cubicBezTo>
                  <a:cubicBezTo>
                    <a:pt x="834" y="19319"/>
                    <a:pt x="453" y="18699"/>
                    <a:pt x="0" y="17961"/>
                  </a:cubicBezTo>
                  <a:lnTo>
                    <a:pt x="0" y="17961"/>
                  </a:lnTo>
                  <a:cubicBezTo>
                    <a:pt x="909" y="20411"/>
                    <a:pt x="3407" y="23784"/>
                    <a:pt x="11596" y="23784"/>
                  </a:cubicBezTo>
                  <a:cubicBezTo>
                    <a:pt x="11883" y="23784"/>
                    <a:pt x="12177" y="23780"/>
                    <a:pt x="12478" y="23771"/>
                  </a:cubicBezTo>
                  <a:cubicBezTo>
                    <a:pt x="24527" y="23438"/>
                    <a:pt x="24361" y="10901"/>
                    <a:pt x="24039" y="7436"/>
                  </a:cubicBezTo>
                  <a:cubicBezTo>
                    <a:pt x="23944" y="6531"/>
                    <a:pt x="23753" y="5293"/>
                    <a:pt x="23325" y="4019"/>
                  </a:cubicBezTo>
                  <a:cubicBezTo>
                    <a:pt x="23241" y="4090"/>
                    <a:pt x="23158" y="4174"/>
                    <a:pt x="23087" y="4257"/>
                  </a:cubicBezTo>
                  <a:cubicBezTo>
                    <a:pt x="22146" y="3412"/>
                    <a:pt x="21205" y="2566"/>
                    <a:pt x="20265" y="1733"/>
                  </a:cubicBezTo>
                  <a:cubicBezTo>
                    <a:pt x="19049" y="667"/>
                    <a:pt x="17691" y="1"/>
                    <a:pt x="160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43"/>
            <p:cNvSpPr/>
            <p:nvPr/>
          </p:nvSpPr>
          <p:spPr>
            <a:xfrm>
              <a:off x="3609975" y="1527700"/>
              <a:ext cx="78300" cy="32475"/>
            </a:xfrm>
            <a:custGeom>
              <a:rect b="b" l="l" r="r" t="t"/>
              <a:pathLst>
                <a:path extrusionOk="0" h="1299" w="3132">
                  <a:moveTo>
                    <a:pt x="3000" y="0"/>
                  </a:moveTo>
                  <a:cubicBezTo>
                    <a:pt x="1905" y="262"/>
                    <a:pt x="881" y="667"/>
                    <a:pt x="0" y="1298"/>
                  </a:cubicBezTo>
                  <a:cubicBezTo>
                    <a:pt x="964" y="774"/>
                    <a:pt x="2024" y="417"/>
                    <a:pt x="3131" y="227"/>
                  </a:cubicBezTo>
                  <a:cubicBezTo>
                    <a:pt x="3096" y="155"/>
                    <a:pt x="3048" y="72"/>
                    <a:pt x="3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43"/>
            <p:cNvSpPr/>
            <p:nvPr/>
          </p:nvSpPr>
          <p:spPr>
            <a:xfrm>
              <a:off x="3485850" y="1532800"/>
              <a:ext cx="439950" cy="528325"/>
            </a:xfrm>
            <a:custGeom>
              <a:rect b="b" l="l" r="r" t="t"/>
              <a:pathLst>
                <a:path extrusionOk="0" h="21133" w="17598">
                  <a:moveTo>
                    <a:pt x="4310" y="4190"/>
                  </a:moveTo>
                  <a:cubicBezTo>
                    <a:pt x="5489" y="4190"/>
                    <a:pt x="6441" y="5142"/>
                    <a:pt x="6441" y="6309"/>
                  </a:cubicBezTo>
                  <a:cubicBezTo>
                    <a:pt x="6441" y="6523"/>
                    <a:pt x="6394" y="6726"/>
                    <a:pt x="6334" y="6928"/>
                  </a:cubicBezTo>
                  <a:cubicBezTo>
                    <a:pt x="6977" y="6535"/>
                    <a:pt x="7715" y="6309"/>
                    <a:pt x="8525" y="6309"/>
                  </a:cubicBezTo>
                  <a:cubicBezTo>
                    <a:pt x="10847" y="6309"/>
                    <a:pt x="12728" y="8190"/>
                    <a:pt x="12728" y="10524"/>
                  </a:cubicBezTo>
                  <a:cubicBezTo>
                    <a:pt x="12728" y="12846"/>
                    <a:pt x="10847" y="14727"/>
                    <a:pt x="8525" y="14727"/>
                  </a:cubicBezTo>
                  <a:cubicBezTo>
                    <a:pt x="6191" y="14727"/>
                    <a:pt x="4310" y="12846"/>
                    <a:pt x="4310" y="10524"/>
                  </a:cubicBezTo>
                  <a:cubicBezTo>
                    <a:pt x="4310" y="9714"/>
                    <a:pt x="4536" y="8976"/>
                    <a:pt x="4929" y="8333"/>
                  </a:cubicBezTo>
                  <a:lnTo>
                    <a:pt x="4929" y="8333"/>
                  </a:lnTo>
                  <a:cubicBezTo>
                    <a:pt x="4727" y="8393"/>
                    <a:pt x="4524" y="8440"/>
                    <a:pt x="4310" y="8440"/>
                  </a:cubicBezTo>
                  <a:cubicBezTo>
                    <a:pt x="3131" y="8440"/>
                    <a:pt x="2179" y="7488"/>
                    <a:pt x="2179" y="6309"/>
                  </a:cubicBezTo>
                  <a:cubicBezTo>
                    <a:pt x="2179" y="5142"/>
                    <a:pt x="3131" y="4190"/>
                    <a:pt x="4310" y="4190"/>
                  </a:cubicBezTo>
                  <a:close/>
                  <a:moveTo>
                    <a:pt x="14490" y="12608"/>
                  </a:moveTo>
                  <a:cubicBezTo>
                    <a:pt x="15454" y="12608"/>
                    <a:pt x="16240" y="13393"/>
                    <a:pt x="16240" y="14358"/>
                  </a:cubicBezTo>
                  <a:cubicBezTo>
                    <a:pt x="16240" y="15334"/>
                    <a:pt x="15454" y="16120"/>
                    <a:pt x="14490" y="16120"/>
                  </a:cubicBezTo>
                  <a:cubicBezTo>
                    <a:pt x="13514" y="16120"/>
                    <a:pt x="12728" y="15334"/>
                    <a:pt x="12728" y="14358"/>
                  </a:cubicBezTo>
                  <a:cubicBezTo>
                    <a:pt x="12728" y="13393"/>
                    <a:pt x="13514" y="12608"/>
                    <a:pt x="14490" y="12608"/>
                  </a:cubicBezTo>
                  <a:close/>
                  <a:moveTo>
                    <a:pt x="10254" y="0"/>
                  </a:moveTo>
                  <a:cubicBezTo>
                    <a:pt x="9835" y="0"/>
                    <a:pt x="9436" y="128"/>
                    <a:pt x="9013" y="380"/>
                  </a:cubicBezTo>
                  <a:cubicBezTo>
                    <a:pt x="7215" y="1463"/>
                    <a:pt x="5346" y="2440"/>
                    <a:pt x="3536" y="3511"/>
                  </a:cubicBezTo>
                  <a:cubicBezTo>
                    <a:pt x="3072" y="3785"/>
                    <a:pt x="2572" y="4202"/>
                    <a:pt x="2358" y="4678"/>
                  </a:cubicBezTo>
                  <a:cubicBezTo>
                    <a:pt x="714" y="8250"/>
                    <a:pt x="0" y="11929"/>
                    <a:pt x="1179" y="15822"/>
                  </a:cubicBezTo>
                  <a:cubicBezTo>
                    <a:pt x="2069" y="18784"/>
                    <a:pt x="5059" y="20782"/>
                    <a:pt x="8079" y="20782"/>
                  </a:cubicBezTo>
                  <a:cubicBezTo>
                    <a:pt x="8531" y="20782"/>
                    <a:pt x="8983" y="20737"/>
                    <a:pt x="9430" y="20644"/>
                  </a:cubicBezTo>
                  <a:lnTo>
                    <a:pt x="9430" y="20918"/>
                  </a:lnTo>
                  <a:lnTo>
                    <a:pt x="9632" y="20918"/>
                  </a:lnTo>
                  <a:cubicBezTo>
                    <a:pt x="9430" y="21001"/>
                    <a:pt x="9227" y="21073"/>
                    <a:pt x="9025" y="21132"/>
                  </a:cubicBezTo>
                  <a:cubicBezTo>
                    <a:pt x="13799" y="20823"/>
                    <a:pt x="17598" y="16203"/>
                    <a:pt x="17598" y="10560"/>
                  </a:cubicBezTo>
                  <a:cubicBezTo>
                    <a:pt x="17598" y="7535"/>
                    <a:pt x="16669" y="4618"/>
                    <a:pt x="15014" y="2606"/>
                  </a:cubicBezTo>
                  <a:lnTo>
                    <a:pt x="14585" y="2606"/>
                  </a:lnTo>
                  <a:cubicBezTo>
                    <a:pt x="13704" y="1475"/>
                    <a:pt x="12537" y="654"/>
                    <a:pt x="11049" y="142"/>
                  </a:cubicBezTo>
                  <a:cubicBezTo>
                    <a:pt x="10770" y="47"/>
                    <a:pt x="10509" y="0"/>
                    <a:pt x="10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43"/>
            <p:cNvSpPr/>
            <p:nvPr/>
          </p:nvSpPr>
          <p:spPr>
            <a:xfrm>
              <a:off x="3579600" y="1533350"/>
              <a:ext cx="111050" cy="65525"/>
            </a:xfrm>
            <a:custGeom>
              <a:rect b="b" l="l" r="r" t="t"/>
              <a:pathLst>
                <a:path extrusionOk="0" h="2621" w="4442">
                  <a:moveTo>
                    <a:pt x="4346" y="1"/>
                  </a:moveTo>
                  <a:cubicBezTo>
                    <a:pt x="3239" y="191"/>
                    <a:pt x="2179" y="548"/>
                    <a:pt x="1215" y="1072"/>
                  </a:cubicBezTo>
                  <a:cubicBezTo>
                    <a:pt x="774" y="1382"/>
                    <a:pt x="358" y="1739"/>
                    <a:pt x="1" y="2180"/>
                  </a:cubicBezTo>
                  <a:cubicBezTo>
                    <a:pt x="96" y="2334"/>
                    <a:pt x="191" y="2477"/>
                    <a:pt x="286" y="2620"/>
                  </a:cubicBezTo>
                  <a:cubicBezTo>
                    <a:pt x="1679" y="1799"/>
                    <a:pt x="3060" y="977"/>
                    <a:pt x="4442" y="155"/>
                  </a:cubicBezTo>
                  <a:cubicBezTo>
                    <a:pt x="4418" y="96"/>
                    <a:pt x="4382" y="48"/>
                    <a:pt x="43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43"/>
            <p:cNvSpPr/>
            <p:nvPr/>
          </p:nvSpPr>
          <p:spPr>
            <a:xfrm>
              <a:off x="3472750" y="1692300"/>
              <a:ext cx="18475" cy="80700"/>
            </a:xfrm>
            <a:custGeom>
              <a:rect b="b" l="l" r="r" t="t"/>
              <a:pathLst>
                <a:path extrusionOk="0" h="3228" w="739">
                  <a:moveTo>
                    <a:pt x="738" y="1"/>
                  </a:moveTo>
                  <a:lnTo>
                    <a:pt x="738" y="1"/>
                  </a:lnTo>
                  <a:cubicBezTo>
                    <a:pt x="346" y="989"/>
                    <a:pt x="95" y="2072"/>
                    <a:pt x="0" y="3227"/>
                  </a:cubicBezTo>
                  <a:cubicBezTo>
                    <a:pt x="155" y="2156"/>
                    <a:pt x="405" y="1072"/>
                    <a:pt x="738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43"/>
            <p:cNvSpPr/>
            <p:nvPr/>
          </p:nvSpPr>
          <p:spPr>
            <a:xfrm>
              <a:off x="3593600" y="1690525"/>
              <a:ext cx="210450" cy="210450"/>
            </a:xfrm>
            <a:custGeom>
              <a:rect b="b" l="l" r="r" t="t"/>
              <a:pathLst>
                <a:path extrusionOk="0" h="8418" w="8418">
                  <a:moveTo>
                    <a:pt x="4215" y="0"/>
                  </a:moveTo>
                  <a:cubicBezTo>
                    <a:pt x="3405" y="0"/>
                    <a:pt x="2667" y="226"/>
                    <a:pt x="2024" y="619"/>
                  </a:cubicBezTo>
                  <a:cubicBezTo>
                    <a:pt x="1822" y="1298"/>
                    <a:pt x="1298" y="1822"/>
                    <a:pt x="619" y="2024"/>
                  </a:cubicBezTo>
                  <a:cubicBezTo>
                    <a:pt x="226" y="2667"/>
                    <a:pt x="0" y="3405"/>
                    <a:pt x="0" y="4215"/>
                  </a:cubicBezTo>
                  <a:cubicBezTo>
                    <a:pt x="0" y="6537"/>
                    <a:pt x="1881" y="8418"/>
                    <a:pt x="4215" y="8418"/>
                  </a:cubicBezTo>
                  <a:cubicBezTo>
                    <a:pt x="6537" y="8418"/>
                    <a:pt x="8418" y="6537"/>
                    <a:pt x="8418" y="4215"/>
                  </a:cubicBezTo>
                  <a:cubicBezTo>
                    <a:pt x="8418" y="1881"/>
                    <a:pt x="6537" y="0"/>
                    <a:pt x="4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43"/>
            <p:cNvSpPr/>
            <p:nvPr/>
          </p:nvSpPr>
          <p:spPr>
            <a:xfrm>
              <a:off x="3540300" y="1637525"/>
              <a:ext cx="106600" cy="106300"/>
            </a:xfrm>
            <a:custGeom>
              <a:rect b="b" l="l" r="r" t="t"/>
              <a:pathLst>
                <a:path extrusionOk="0" h="4252" w="4264">
                  <a:moveTo>
                    <a:pt x="2132" y="1"/>
                  </a:moveTo>
                  <a:cubicBezTo>
                    <a:pt x="953" y="1"/>
                    <a:pt x="1" y="953"/>
                    <a:pt x="1" y="2120"/>
                  </a:cubicBezTo>
                  <a:cubicBezTo>
                    <a:pt x="1" y="3299"/>
                    <a:pt x="953" y="4251"/>
                    <a:pt x="2132" y="4251"/>
                  </a:cubicBezTo>
                  <a:cubicBezTo>
                    <a:pt x="2346" y="4251"/>
                    <a:pt x="2549" y="4204"/>
                    <a:pt x="2751" y="4144"/>
                  </a:cubicBezTo>
                  <a:cubicBezTo>
                    <a:pt x="3430" y="3942"/>
                    <a:pt x="3954" y="3418"/>
                    <a:pt x="4156" y="2739"/>
                  </a:cubicBezTo>
                  <a:cubicBezTo>
                    <a:pt x="4216" y="2537"/>
                    <a:pt x="4263" y="2334"/>
                    <a:pt x="4263" y="2120"/>
                  </a:cubicBezTo>
                  <a:cubicBezTo>
                    <a:pt x="4263" y="953"/>
                    <a:pt x="3311" y="1"/>
                    <a:pt x="21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43"/>
            <p:cNvSpPr/>
            <p:nvPr/>
          </p:nvSpPr>
          <p:spPr>
            <a:xfrm>
              <a:off x="3804025" y="1847975"/>
              <a:ext cx="87850" cy="87825"/>
            </a:xfrm>
            <a:custGeom>
              <a:rect b="b" l="l" r="r" t="t"/>
              <a:pathLst>
                <a:path extrusionOk="0" h="3513" w="3514">
                  <a:moveTo>
                    <a:pt x="1763" y="1"/>
                  </a:moveTo>
                  <a:cubicBezTo>
                    <a:pt x="787" y="1"/>
                    <a:pt x="1" y="786"/>
                    <a:pt x="1" y="1751"/>
                  </a:cubicBezTo>
                  <a:cubicBezTo>
                    <a:pt x="1" y="2727"/>
                    <a:pt x="787" y="3513"/>
                    <a:pt x="1763" y="3513"/>
                  </a:cubicBezTo>
                  <a:cubicBezTo>
                    <a:pt x="2727" y="3513"/>
                    <a:pt x="3513" y="2727"/>
                    <a:pt x="3513" y="1751"/>
                  </a:cubicBezTo>
                  <a:cubicBezTo>
                    <a:pt x="3513" y="786"/>
                    <a:pt x="2727" y="1"/>
                    <a:pt x="17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43"/>
            <p:cNvSpPr/>
            <p:nvPr/>
          </p:nvSpPr>
          <p:spPr>
            <a:xfrm>
              <a:off x="3999000" y="4384600"/>
              <a:ext cx="122075" cy="78000"/>
            </a:xfrm>
            <a:custGeom>
              <a:rect b="b" l="l" r="r" t="t"/>
              <a:pathLst>
                <a:path extrusionOk="0" h="3120" w="4883">
                  <a:moveTo>
                    <a:pt x="0" y="0"/>
                  </a:moveTo>
                  <a:lnTo>
                    <a:pt x="0" y="0"/>
                  </a:lnTo>
                  <a:cubicBezTo>
                    <a:pt x="1632" y="1048"/>
                    <a:pt x="3299" y="2108"/>
                    <a:pt x="4882" y="3120"/>
                  </a:cubicBezTo>
                  <a:cubicBezTo>
                    <a:pt x="3715" y="2334"/>
                    <a:pt x="2548" y="1560"/>
                    <a:pt x="1346" y="834"/>
                  </a:cubicBezTo>
                  <a:cubicBezTo>
                    <a:pt x="893" y="560"/>
                    <a:pt x="453" y="286"/>
                    <a:pt x="0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43"/>
            <p:cNvSpPr/>
            <p:nvPr/>
          </p:nvSpPr>
          <p:spPr>
            <a:xfrm>
              <a:off x="3575125" y="3609800"/>
              <a:ext cx="937950" cy="948050"/>
            </a:xfrm>
            <a:custGeom>
              <a:rect b="b" l="l" r="r" t="t"/>
              <a:pathLst>
                <a:path extrusionOk="0" h="37922" w="37518">
                  <a:moveTo>
                    <a:pt x="30588" y="0"/>
                  </a:moveTo>
                  <a:cubicBezTo>
                    <a:pt x="28302" y="108"/>
                    <a:pt x="26659" y="1358"/>
                    <a:pt x="24706" y="2537"/>
                  </a:cubicBezTo>
                  <a:cubicBezTo>
                    <a:pt x="24897" y="2167"/>
                    <a:pt x="25004" y="1941"/>
                    <a:pt x="25099" y="1751"/>
                  </a:cubicBezTo>
                  <a:lnTo>
                    <a:pt x="25099" y="1751"/>
                  </a:lnTo>
                  <a:cubicBezTo>
                    <a:pt x="21837" y="3810"/>
                    <a:pt x="18241" y="6085"/>
                    <a:pt x="14479" y="8454"/>
                  </a:cubicBezTo>
                  <a:cubicBezTo>
                    <a:pt x="14479" y="8454"/>
                    <a:pt x="15205" y="7871"/>
                    <a:pt x="16503" y="6870"/>
                  </a:cubicBezTo>
                  <a:cubicBezTo>
                    <a:pt x="17539" y="6073"/>
                    <a:pt x="18956" y="5013"/>
                    <a:pt x="20670" y="3787"/>
                  </a:cubicBezTo>
                  <a:lnTo>
                    <a:pt x="20670" y="3787"/>
                  </a:lnTo>
                  <a:cubicBezTo>
                    <a:pt x="20265" y="4013"/>
                    <a:pt x="19873" y="4227"/>
                    <a:pt x="19468" y="4442"/>
                  </a:cubicBezTo>
                  <a:cubicBezTo>
                    <a:pt x="19432" y="4382"/>
                    <a:pt x="19384" y="4322"/>
                    <a:pt x="19349" y="4263"/>
                  </a:cubicBezTo>
                  <a:cubicBezTo>
                    <a:pt x="20242" y="3560"/>
                    <a:pt x="21123" y="2858"/>
                    <a:pt x="22004" y="2167"/>
                  </a:cubicBezTo>
                  <a:cubicBezTo>
                    <a:pt x="21956" y="2084"/>
                    <a:pt x="21908" y="1989"/>
                    <a:pt x="21861" y="1905"/>
                  </a:cubicBezTo>
                  <a:cubicBezTo>
                    <a:pt x="17503" y="3477"/>
                    <a:pt x="13610" y="5954"/>
                    <a:pt x="9407" y="8418"/>
                  </a:cubicBezTo>
                  <a:cubicBezTo>
                    <a:pt x="11705" y="13824"/>
                    <a:pt x="13943" y="19134"/>
                    <a:pt x="16193" y="24456"/>
                  </a:cubicBezTo>
                  <a:cubicBezTo>
                    <a:pt x="13134" y="19586"/>
                    <a:pt x="11098" y="14240"/>
                    <a:pt x="8871" y="8704"/>
                  </a:cubicBezTo>
                  <a:cubicBezTo>
                    <a:pt x="5871" y="10466"/>
                    <a:pt x="3013" y="12133"/>
                    <a:pt x="1" y="13895"/>
                  </a:cubicBezTo>
                  <a:cubicBezTo>
                    <a:pt x="1501" y="15538"/>
                    <a:pt x="2882" y="17110"/>
                    <a:pt x="4323" y="18610"/>
                  </a:cubicBezTo>
                  <a:cubicBezTo>
                    <a:pt x="10014" y="24551"/>
                    <a:pt x="16408" y="29635"/>
                    <a:pt x="23218" y="34231"/>
                  </a:cubicBezTo>
                  <a:cubicBezTo>
                    <a:pt x="24992" y="35433"/>
                    <a:pt x="26754" y="36672"/>
                    <a:pt x="28505" y="37922"/>
                  </a:cubicBezTo>
                  <a:lnTo>
                    <a:pt x="37518" y="37922"/>
                  </a:lnTo>
                  <a:lnTo>
                    <a:pt x="37518" y="33028"/>
                  </a:lnTo>
                  <a:cubicBezTo>
                    <a:pt x="36529" y="32147"/>
                    <a:pt x="35660" y="31159"/>
                    <a:pt x="35077" y="29980"/>
                  </a:cubicBezTo>
                  <a:cubicBezTo>
                    <a:pt x="34136" y="28075"/>
                    <a:pt x="34065" y="25873"/>
                    <a:pt x="34041" y="23753"/>
                  </a:cubicBezTo>
                  <a:cubicBezTo>
                    <a:pt x="33934" y="16550"/>
                    <a:pt x="34100" y="9347"/>
                    <a:pt x="34553" y="2156"/>
                  </a:cubicBezTo>
                  <a:lnTo>
                    <a:pt x="34553" y="2156"/>
                  </a:lnTo>
                  <a:cubicBezTo>
                    <a:pt x="32184" y="3620"/>
                    <a:pt x="29124" y="5465"/>
                    <a:pt x="25730" y="7335"/>
                  </a:cubicBezTo>
                  <a:cubicBezTo>
                    <a:pt x="25730" y="7335"/>
                    <a:pt x="26076" y="7013"/>
                    <a:pt x="26731" y="6477"/>
                  </a:cubicBezTo>
                  <a:cubicBezTo>
                    <a:pt x="27385" y="5930"/>
                    <a:pt x="28350" y="5180"/>
                    <a:pt x="29552" y="4322"/>
                  </a:cubicBezTo>
                  <a:cubicBezTo>
                    <a:pt x="30576" y="3608"/>
                    <a:pt x="31791" y="2822"/>
                    <a:pt x="33136" y="2036"/>
                  </a:cubicBezTo>
                  <a:lnTo>
                    <a:pt x="33136" y="2036"/>
                  </a:lnTo>
                  <a:cubicBezTo>
                    <a:pt x="30874" y="3001"/>
                    <a:pt x="28624" y="3953"/>
                    <a:pt x="26361" y="4918"/>
                  </a:cubicBezTo>
                  <a:cubicBezTo>
                    <a:pt x="24933" y="5704"/>
                    <a:pt x="23456" y="6501"/>
                    <a:pt x="21932" y="7311"/>
                  </a:cubicBezTo>
                  <a:cubicBezTo>
                    <a:pt x="21932" y="7311"/>
                    <a:pt x="22563" y="6835"/>
                    <a:pt x="23683" y="6049"/>
                  </a:cubicBezTo>
                  <a:lnTo>
                    <a:pt x="23683" y="6049"/>
                  </a:lnTo>
                  <a:cubicBezTo>
                    <a:pt x="23290" y="6227"/>
                    <a:pt x="22885" y="6394"/>
                    <a:pt x="22492" y="6561"/>
                  </a:cubicBezTo>
                  <a:cubicBezTo>
                    <a:pt x="23837" y="5573"/>
                    <a:pt x="25183" y="4572"/>
                    <a:pt x="26528" y="3572"/>
                  </a:cubicBezTo>
                  <a:lnTo>
                    <a:pt x="26528" y="3572"/>
                  </a:lnTo>
                  <a:cubicBezTo>
                    <a:pt x="23611" y="5394"/>
                    <a:pt x="20444" y="7335"/>
                    <a:pt x="17098" y="9311"/>
                  </a:cubicBezTo>
                  <a:cubicBezTo>
                    <a:pt x="17098" y="9311"/>
                    <a:pt x="19968" y="7073"/>
                    <a:pt x="24635" y="3906"/>
                  </a:cubicBezTo>
                  <a:cubicBezTo>
                    <a:pt x="26385" y="2715"/>
                    <a:pt x="28385" y="1382"/>
                    <a:pt x="30588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43"/>
            <p:cNvSpPr/>
            <p:nvPr/>
          </p:nvSpPr>
          <p:spPr>
            <a:xfrm>
              <a:off x="3985300" y="4375675"/>
              <a:ext cx="10150" cy="6575"/>
            </a:xfrm>
            <a:custGeom>
              <a:rect b="b" l="l" r="r" t="t"/>
              <a:pathLst>
                <a:path extrusionOk="0" h="263" w="406">
                  <a:moveTo>
                    <a:pt x="1" y="0"/>
                  </a:moveTo>
                  <a:cubicBezTo>
                    <a:pt x="24" y="16"/>
                    <a:pt x="47" y="31"/>
                    <a:pt x="74" y="47"/>
                  </a:cubicBezTo>
                  <a:lnTo>
                    <a:pt x="74" y="47"/>
                  </a:lnTo>
                  <a:cubicBezTo>
                    <a:pt x="49" y="31"/>
                    <a:pt x="25" y="16"/>
                    <a:pt x="1" y="0"/>
                  </a:cubicBezTo>
                  <a:close/>
                  <a:moveTo>
                    <a:pt x="74" y="47"/>
                  </a:moveTo>
                  <a:lnTo>
                    <a:pt x="74" y="47"/>
                  </a:lnTo>
                  <a:cubicBezTo>
                    <a:pt x="181" y="115"/>
                    <a:pt x="289" y="185"/>
                    <a:pt x="406" y="262"/>
                  </a:cubicBezTo>
                  <a:cubicBezTo>
                    <a:pt x="310" y="191"/>
                    <a:pt x="215" y="131"/>
                    <a:pt x="120" y="72"/>
                  </a:cubicBezTo>
                  <a:cubicBezTo>
                    <a:pt x="103" y="63"/>
                    <a:pt x="88" y="55"/>
                    <a:pt x="74" y="47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43"/>
            <p:cNvSpPr/>
            <p:nvPr/>
          </p:nvSpPr>
          <p:spPr>
            <a:xfrm>
              <a:off x="3526025" y="3935725"/>
              <a:ext cx="18175" cy="21750"/>
            </a:xfrm>
            <a:custGeom>
              <a:rect b="b" l="l" r="r" t="t"/>
              <a:pathLst>
                <a:path extrusionOk="0" h="870" w="727">
                  <a:moveTo>
                    <a:pt x="0" y="1"/>
                  </a:moveTo>
                  <a:lnTo>
                    <a:pt x="0" y="1"/>
                  </a:lnTo>
                  <a:cubicBezTo>
                    <a:pt x="143" y="179"/>
                    <a:pt x="393" y="489"/>
                    <a:pt x="727" y="870"/>
                  </a:cubicBezTo>
                  <a:cubicBezTo>
                    <a:pt x="501" y="560"/>
                    <a:pt x="274" y="263"/>
                    <a:pt x="0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43"/>
            <p:cNvSpPr/>
            <p:nvPr/>
          </p:nvSpPr>
          <p:spPr>
            <a:xfrm>
              <a:off x="4234150" y="3569025"/>
              <a:ext cx="278625" cy="163725"/>
            </a:xfrm>
            <a:custGeom>
              <a:rect b="b" l="l" r="r" t="t"/>
              <a:pathLst>
                <a:path extrusionOk="0" h="6549" w="11145">
                  <a:moveTo>
                    <a:pt x="11145" y="0"/>
                  </a:moveTo>
                  <a:cubicBezTo>
                    <a:pt x="10907" y="143"/>
                    <a:pt x="10657" y="298"/>
                    <a:pt x="10406" y="453"/>
                  </a:cubicBezTo>
                  <a:cubicBezTo>
                    <a:pt x="7632" y="2167"/>
                    <a:pt x="4049" y="4310"/>
                    <a:pt x="0" y="6549"/>
                  </a:cubicBezTo>
                  <a:cubicBezTo>
                    <a:pt x="2263" y="5584"/>
                    <a:pt x="4513" y="4632"/>
                    <a:pt x="6775" y="3667"/>
                  </a:cubicBezTo>
                  <a:cubicBezTo>
                    <a:pt x="8109" y="2905"/>
                    <a:pt x="9573" y="2143"/>
                    <a:pt x="11145" y="1465"/>
                  </a:cubicBezTo>
                  <a:lnTo>
                    <a:pt x="1114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43"/>
            <p:cNvSpPr/>
            <p:nvPr/>
          </p:nvSpPr>
          <p:spPr>
            <a:xfrm>
              <a:off x="4137100" y="3522575"/>
              <a:ext cx="375675" cy="251250"/>
            </a:xfrm>
            <a:custGeom>
              <a:rect b="b" l="l" r="r" t="t"/>
              <a:pathLst>
                <a:path extrusionOk="0" h="10050" w="15027">
                  <a:moveTo>
                    <a:pt x="15027" y="1"/>
                  </a:moveTo>
                  <a:cubicBezTo>
                    <a:pt x="14360" y="453"/>
                    <a:pt x="13634" y="930"/>
                    <a:pt x="12860" y="1430"/>
                  </a:cubicBezTo>
                  <a:cubicBezTo>
                    <a:pt x="10383" y="3061"/>
                    <a:pt x="7383" y="4978"/>
                    <a:pt x="4049" y="7061"/>
                  </a:cubicBezTo>
                  <a:cubicBezTo>
                    <a:pt x="2704" y="8073"/>
                    <a:pt x="1358" y="9062"/>
                    <a:pt x="1" y="10050"/>
                  </a:cubicBezTo>
                  <a:cubicBezTo>
                    <a:pt x="406" y="9883"/>
                    <a:pt x="799" y="9716"/>
                    <a:pt x="1204" y="9538"/>
                  </a:cubicBezTo>
                  <a:cubicBezTo>
                    <a:pt x="2251" y="8812"/>
                    <a:pt x="3728" y="7811"/>
                    <a:pt x="5549" y="6645"/>
                  </a:cubicBezTo>
                  <a:cubicBezTo>
                    <a:pt x="7276" y="5537"/>
                    <a:pt x="9300" y="4287"/>
                    <a:pt x="11550" y="3001"/>
                  </a:cubicBezTo>
                  <a:cubicBezTo>
                    <a:pt x="12669" y="2156"/>
                    <a:pt x="13836" y="1370"/>
                    <a:pt x="15027" y="608"/>
                  </a:cubicBezTo>
                  <a:lnTo>
                    <a:pt x="15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43"/>
            <p:cNvSpPr/>
            <p:nvPr/>
          </p:nvSpPr>
          <p:spPr>
            <a:xfrm>
              <a:off x="4423450" y="3617250"/>
              <a:ext cx="89325" cy="818575"/>
            </a:xfrm>
            <a:custGeom>
              <a:rect b="b" l="l" r="r" t="t"/>
              <a:pathLst>
                <a:path extrusionOk="0" h="32743" w="3573">
                  <a:moveTo>
                    <a:pt x="3573" y="0"/>
                  </a:moveTo>
                  <a:cubicBezTo>
                    <a:pt x="2989" y="381"/>
                    <a:pt x="2287" y="822"/>
                    <a:pt x="1477" y="1322"/>
                  </a:cubicBezTo>
                  <a:cubicBezTo>
                    <a:pt x="1203" y="1500"/>
                    <a:pt x="918" y="1679"/>
                    <a:pt x="620" y="1858"/>
                  </a:cubicBezTo>
                  <a:cubicBezTo>
                    <a:pt x="167" y="9049"/>
                    <a:pt x="1" y="16252"/>
                    <a:pt x="108" y="23455"/>
                  </a:cubicBezTo>
                  <a:cubicBezTo>
                    <a:pt x="132" y="25575"/>
                    <a:pt x="203" y="27777"/>
                    <a:pt x="1144" y="29682"/>
                  </a:cubicBezTo>
                  <a:cubicBezTo>
                    <a:pt x="1727" y="30861"/>
                    <a:pt x="2596" y="31849"/>
                    <a:pt x="3573" y="32742"/>
                  </a:cubicBezTo>
                  <a:lnTo>
                    <a:pt x="357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43"/>
            <p:cNvSpPr/>
            <p:nvPr/>
          </p:nvSpPr>
          <p:spPr>
            <a:xfrm>
              <a:off x="3566500" y="4285825"/>
              <a:ext cx="691175" cy="272025"/>
            </a:xfrm>
            <a:custGeom>
              <a:rect b="b" l="l" r="r" t="t"/>
              <a:pathLst>
                <a:path extrusionOk="0" h="10881" w="27647">
                  <a:moveTo>
                    <a:pt x="11304" y="0"/>
                  </a:moveTo>
                  <a:cubicBezTo>
                    <a:pt x="8841" y="0"/>
                    <a:pt x="6285" y="1129"/>
                    <a:pt x="4489" y="2880"/>
                  </a:cubicBezTo>
                  <a:cubicBezTo>
                    <a:pt x="2275" y="5047"/>
                    <a:pt x="965" y="7916"/>
                    <a:pt x="1" y="10881"/>
                  </a:cubicBezTo>
                  <a:lnTo>
                    <a:pt x="27647" y="10881"/>
                  </a:lnTo>
                  <a:cubicBezTo>
                    <a:pt x="25837" y="9595"/>
                    <a:pt x="24028" y="8309"/>
                    <a:pt x="22182" y="7071"/>
                  </a:cubicBezTo>
                  <a:cubicBezTo>
                    <a:pt x="20599" y="6059"/>
                    <a:pt x="18932" y="4999"/>
                    <a:pt x="17300" y="3951"/>
                  </a:cubicBezTo>
                  <a:cubicBezTo>
                    <a:pt x="17253" y="3916"/>
                    <a:pt x="17205" y="3880"/>
                    <a:pt x="17146" y="3856"/>
                  </a:cubicBezTo>
                  <a:cubicBezTo>
                    <a:pt x="17050" y="3785"/>
                    <a:pt x="16955" y="3725"/>
                    <a:pt x="16860" y="3666"/>
                  </a:cubicBezTo>
                  <a:cubicBezTo>
                    <a:pt x="16824" y="3642"/>
                    <a:pt x="16789" y="3618"/>
                    <a:pt x="16753" y="3594"/>
                  </a:cubicBezTo>
                  <a:cubicBezTo>
                    <a:pt x="15014" y="2463"/>
                    <a:pt x="13324" y="1272"/>
                    <a:pt x="11705" y="10"/>
                  </a:cubicBezTo>
                  <a:cubicBezTo>
                    <a:pt x="11571" y="4"/>
                    <a:pt x="11438" y="0"/>
                    <a:pt x="1130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43"/>
            <p:cNvSpPr/>
            <p:nvPr/>
          </p:nvSpPr>
          <p:spPr>
            <a:xfrm>
              <a:off x="2680975" y="4226550"/>
              <a:ext cx="543550" cy="331300"/>
            </a:xfrm>
            <a:custGeom>
              <a:rect b="b" l="l" r="r" t="t"/>
              <a:pathLst>
                <a:path extrusionOk="0" h="13252" w="21742">
                  <a:moveTo>
                    <a:pt x="17491" y="0"/>
                  </a:moveTo>
                  <a:cubicBezTo>
                    <a:pt x="16896" y="357"/>
                    <a:pt x="16312" y="679"/>
                    <a:pt x="15764" y="1048"/>
                  </a:cubicBezTo>
                  <a:cubicBezTo>
                    <a:pt x="10157" y="4667"/>
                    <a:pt x="5085" y="8966"/>
                    <a:pt x="1" y="13252"/>
                  </a:cubicBezTo>
                  <a:lnTo>
                    <a:pt x="3275" y="13252"/>
                  </a:lnTo>
                  <a:cubicBezTo>
                    <a:pt x="6716" y="10394"/>
                    <a:pt x="10335" y="7751"/>
                    <a:pt x="13955" y="5120"/>
                  </a:cubicBezTo>
                  <a:cubicBezTo>
                    <a:pt x="14014" y="5191"/>
                    <a:pt x="14074" y="5263"/>
                    <a:pt x="14133" y="5334"/>
                  </a:cubicBezTo>
                  <a:cubicBezTo>
                    <a:pt x="10835" y="7977"/>
                    <a:pt x="7525" y="10621"/>
                    <a:pt x="4227" y="13252"/>
                  </a:cubicBezTo>
                  <a:lnTo>
                    <a:pt x="21741" y="13252"/>
                  </a:lnTo>
                  <a:cubicBezTo>
                    <a:pt x="20134" y="9442"/>
                    <a:pt x="18884" y="5560"/>
                    <a:pt x="19717" y="1274"/>
                  </a:cubicBezTo>
                  <a:cubicBezTo>
                    <a:pt x="18955" y="834"/>
                    <a:pt x="18265" y="441"/>
                    <a:pt x="1749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43"/>
            <p:cNvSpPr/>
            <p:nvPr/>
          </p:nvSpPr>
          <p:spPr>
            <a:xfrm>
              <a:off x="3185800" y="3662775"/>
              <a:ext cx="673325" cy="895075"/>
            </a:xfrm>
            <a:custGeom>
              <a:rect b="b" l="l" r="r" t="t"/>
              <a:pathLst>
                <a:path extrusionOk="0" h="35803" w="26933">
                  <a:moveTo>
                    <a:pt x="6085" y="9180"/>
                  </a:moveTo>
                  <a:cubicBezTo>
                    <a:pt x="4620" y="14562"/>
                    <a:pt x="3156" y="19944"/>
                    <a:pt x="1679" y="25325"/>
                  </a:cubicBezTo>
                  <a:cubicBezTo>
                    <a:pt x="2513" y="19741"/>
                    <a:pt x="3811" y="14276"/>
                    <a:pt x="6085" y="9180"/>
                  </a:cubicBezTo>
                  <a:close/>
                  <a:moveTo>
                    <a:pt x="9811" y="1"/>
                  </a:moveTo>
                  <a:cubicBezTo>
                    <a:pt x="9323" y="346"/>
                    <a:pt x="8930" y="489"/>
                    <a:pt x="8776" y="763"/>
                  </a:cubicBezTo>
                  <a:cubicBezTo>
                    <a:pt x="7633" y="2799"/>
                    <a:pt x="6251" y="4763"/>
                    <a:pt x="5477" y="6930"/>
                  </a:cubicBezTo>
                  <a:cubicBezTo>
                    <a:pt x="3525" y="12431"/>
                    <a:pt x="1560" y="17932"/>
                    <a:pt x="477" y="23694"/>
                  </a:cubicBezTo>
                  <a:cubicBezTo>
                    <a:pt x="1" y="26183"/>
                    <a:pt x="48" y="28623"/>
                    <a:pt x="751" y="31076"/>
                  </a:cubicBezTo>
                  <a:cubicBezTo>
                    <a:pt x="1227" y="32707"/>
                    <a:pt x="1810" y="34279"/>
                    <a:pt x="2489" y="35803"/>
                  </a:cubicBezTo>
                  <a:lnTo>
                    <a:pt x="15229" y="35803"/>
                  </a:lnTo>
                  <a:cubicBezTo>
                    <a:pt x="16193" y="32838"/>
                    <a:pt x="17503" y="29969"/>
                    <a:pt x="19705" y="27802"/>
                  </a:cubicBezTo>
                  <a:cubicBezTo>
                    <a:pt x="21512" y="26051"/>
                    <a:pt x="24069" y="24922"/>
                    <a:pt x="26532" y="24922"/>
                  </a:cubicBezTo>
                  <a:cubicBezTo>
                    <a:pt x="26666" y="24922"/>
                    <a:pt x="26799" y="24926"/>
                    <a:pt x="26933" y="24932"/>
                  </a:cubicBezTo>
                  <a:cubicBezTo>
                    <a:pt x="22396" y="21408"/>
                    <a:pt x="18360" y="17348"/>
                    <a:pt x="14919" y="12609"/>
                  </a:cubicBezTo>
                  <a:cubicBezTo>
                    <a:pt x="14729" y="12348"/>
                    <a:pt x="14538" y="12062"/>
                    <a:pt x="14336" y="11788"/>
                  </a:cubicBezTo>
                  <a:cubicBezTo>
                    <a:pt x="14002" y="11407"/>
                    <a:pt x="13740" y="11097"/>
                    <a:pt x="13609" y="10919"/>
                  </a:cubicBezTo>
                  <a:cubicBezTo>
                    <a:pt x="10990" y="8383"/>
                    <a:pt x="10907" y="4942"/>
                    <a:pt x="10216" y="1715"/>
                  </a:cubicBezTo>
                  <a:cubicBezTo>
                    <a:pt x="10109" y="1227"/>
                    <a:pt x="9990" y="739"/>
                    <a:pt x="9811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43"/>
            <p:cNvSpPr/>
            <p:nvPr/>
          </p:nvSpPr>
          <p:spPr>
            <a:xfrm>
              <a:off x="2676525" y="2141175"/>
              <a:ext cx="1836250" cy="2416675"/>
            </a:xfrm>
            <a:custGeom>
              <a:rect b="b" l="l" r="r" t="t"/>
              <a:pathLst>
                <a:path extrusionOk="0" h="96667" w="73450">
                  <a:moveTo>
                    <a:pt x="1786" y="0"/>
                  </a:moveTo>
                  <a:cubicBezTo>
                    <a:pt x="2369" y="3286"/>
                    <a:pt x="3024" y="6525"/>
                    <a:pt x="5084" y="9287"/>
                  </a:cubicBezTo>
                  <a:cubicBezTo>
                    <a:pt x="5679" y="10097"/>
                    <a:pt x="6084" y="11037"/>
                    <a:pt x="6584" y="11918"/>
                  </a:cubicBezTo>
                  <a:cubicBezTo>
                    <a:pt x="6465" y="11978"/>
                    <a:pt x="6346" y="12037"/>
                    <a:pt x="6227" y="12109"/>
                  </a:cubicBezTo>
                  <a:cubicBezTo>
                    <a:pt x="6191" y="12121"/>
                    <a:pt x="6156" y="12145"/>
                    <a:pt x="6120" y="12156"/>
                  </a:cubicBezTo>
                  <a:cubicBezTo>
                    <a:pt x="3548" y="10656"/>
                    <a:pt x="1536" y="8858"/>
                    <a:pt x="0" y="6787"/>
                  </a:cubicBezTo>
                  <a:lnTo>
                    <a:pt x="0" y="13669"/>
                  </a:lnTo>
                  <a:cubicBezTo>
                    <a:pt x="1607" y="15824"/>
                    <a:pt x="3548" y="17657"/>
                    <a:pt x="5953" y="19074"/>
                  </a:cubicBezTo>
                  <a:cubicBezTo>
                    <a:pt x="7430" y="19943"/>
                    <a:pt x="8846" y="20943"/>
                    <a:pt x="10263" y="21920"/>
                  </a:cubicBezTo>
                  <a:cubicBezTo>
                    <a:pt x="11847" y="23015"/>
                    <a:pt x="13299" y="24253"/>
                    <a:pt x="13859" y="26230"/>
                  </a:cubicBezTo>
                  <a:cubicBezTo>
                    <a:pt x="13871" y="26253"/>
                    <a:pt x="14002" y="26253"/>
                    <a:pt x="14395" y="26313"/>
                  </a:cubicBezTo>
                  <a:cubicBezTo>
                    <a:pt x="14049" y="24372"/>
                    <a:pt x="13728" y="22527"/>
                    <a:pt x="13383" y="20538"/>
                  </a:cubicBezTo>
                  <a:lnTo>
                    <a:pt x="13383" y="20538"/>
                  </a:lnTo>
                  <a:cubicBezTo>
                    <a:pt x="16014" y="22515"/>
                    <a:pt x="18383" y="24825"/>
                    <a:pt x="22050" y="25063"/>
                  </a:cubicBezTo>
                  <a:cubicBezTo>
                    <a:pt x="20717" y="23277"/>
                    <a:pt x="19538" y="21693"/>
                    <a:pt x="18217" y="19919"/>
                  </a:cubicBezTo>
                  <a:lnTo>
                    <a:pt x="18217" y="19919"/>
                  </a:lnTo>
                  <a:cubicBezTo>
                    <a:pt x="18645" y="19979"/>
                    <a:pt x="18800" y="19955"/>
                    <a:pt x="18895" y="20026"/>
                  </a:cubicBezTo>
                  <a:cubicBezTo>
                    <a:pt x="21324" y="21693"/>
                    <a:pt x="24003" y="23086"/>
                    <a:pt x="25503" y="25825"/>
                  </a:cubicBezTo>
                  <a:cubicBezTo>
                    <a:pt x="25658" y="26111"/>
                    <a:pt x="25872" y="26396"/>
                    <a:pt x="26110" y="26622"/>
                  </a:cubicBezTo>
                  <a:cubicBezTo>
                    <a:pt x="27718" y="28194"/>
                    <a:pt x="28134" y="30194"/>
                    <a:pt x="28277" y="32349"/>
                  </a:cubicBezTo>
                  <a:cubicBezTo>
                    <a:pt x="28825" y="40612"/>
                    <a:pt x="29420" y="48863"/>
                    <a:pt x="30004" y="57114"/>
                  </a:cubicBezTo>
                  <a:cubicBezTo>
                    <a:pt x="30087" y="58150"/>
                    <a:pt x="30182" y="59186"/>
                    <a:pt x="30278" y="60174"/>
                  </a:cubicBezTo>
                  <a:cubicBezTo>
                    <a:pt x="28539" y="60817"/>
                    <a:pt x="28325" y="60996"/>
                    <a:pt x="27468" y="62603"/>
                  </a:cubicBezTo>
                  <a:cubicBezTo>
                    <a:pt x="27242" y="63020"/>
                    <a:pt x="27027" y="63448"/>
                    <a:pt x="26837" y="63889"/>
                  </a:cubicBezTo>
                  <a:cubicBezTo>
                    <a:pt x="24265" y="69771"/>
                    <a:pt x="21967" y="75748"/>
                    <a:pt x="20467" y="82010"/>
                  </a:cubicBezTo>
                  <a:cubicBezTo>
                    <a:pt x="20360" y="82451"/>
                    <a:pt x="20205" y="82879"/>
                    <a:pt x="20062" y="83368"/>
                  </a:cubicBezTo>
                  <a:cubicBezTo>
                    <a:pt x="19824" y="83260"/>
                    <a:pt x="19669" y="83225"/>
                    <a:pt x="19574" y="83153"/>
                  </a:cubicBezTo>
                  <a:cubicBezTo>
                    <a:pt x="18701" y="82460"/>
                    <a:pt x="18176" y="82117"/>
                    <a:pt x="17635" y="82117"/>
                  </a:cubicBezTo>
                  <a:cubicBezTo>
                    <a:pt x="17136" y="82117"/>
                    <a:pt x="16623" y="82409"/>
                    <a:pt x="15812" y="82987"/>
                  </a:cubicBezTo>
                  <a:cubicBezTo>
                    <a:pt x="14085" y="84201"/>
                    <a:pt x="12359" y="85404"/>
                    <a:pt x="10704" y="86701"/>
                  </a:cubicBezTo>
                  <a:cubicBezTo>
                    <a:pt x="7096" y="89523"/>
                    <a:pt x="3524" y="92381"/>
                    <a:pt x="12" y="95298"/>
                  </a:cubicBezTo>
                  <a:lnTo>
                    <a:pt x="12" y="96667"/>
                  </a:lnTo>
                  <a:lnTo>
                    <a:pt x="179" y="96667"/>
                  </a:lnTo>
                  <a:cubicBezTo>
                    <a:pt x="5263" y="92381"/>
                    <a:pt x="10335" y="88082"/>
                    <a:pt x="15942" y="84451"/>
                  </a:cubicBezTo>
                  <a:cubicBezTo>
                    <a:pt x="16490" y="84094"/>
                    <a:pt x="17074" y="83772"/>
                    <a:pt x="17669" y="83415"/>
                  </a:cubicBezTo>
                  <a:cubicBezTo>
                    <a:pt x="18443" y="83856"/>
                    <a:pt x="19133" y="84249"/>
                    <a:pt x="19895" y="84677"/>
                  </a:cubicBezTo>
                  <a:cubicBezTo>
                    <a:pt x="19062" y="88975"/>
                    <a:pt x="20312" y="92857"/>
                    <a:pt x="21919" y="96667"/>
                  </a:cubicBezTo>
                  <a:lnTo>
                    <a:pt x="22860" y="96667"/>
                  </a:lnTo>
                  <a:cubicBezTo>
                    <a:pt x="22181" y="95131"/>
                    <a:pt x="21598" y="93571"/>
                    <a:pt x="21134" y="91940"/>
                  </a:cubicBezTo>
                  <a:cubicBezTo>
                    <a:pt x="20431" y="89487"/>
                    <a:pt x="20372" y="87047"/>
                    <a:pt x="20848" y="84558"/>
                  </a:cubicBezTo>
                  <a:cubicBezTo>
                    <a:pt x="21931" y="78796"/>
                    <a:pt x="23896" y="73295"/>
                    <a:pt x="25848" y="67794"/>
                  </a:cubicBezTo>
                  <a:cubicBezTo>
                    <a:pt x="26622" y="65627"/>
                    <a:pt x="28004" y="63663"/>
                    <a:pt x="29147" y="61615"/>
                  </a:cubicBezTo>
                  <a:cubicBezTo>
                    <a:pt x="29301" y="61353"/>
                    <a:pt x="29694" y="61210"/>
                    <a:pt x="30182" y="60865"/>
                  </a:cubicBezTo>
                  <a:cubicBezTo>
                    <a:pt x="30361" y="61603"/>
                    <a:pt x="30480" y="62091"/>
                    <a:pt x="30587" y="62579"/>
                  </a:cubicBezTo>
                  <a:cubicBezTo>
                    <a:pt x="31290" y="65806"/>
                    <a:pt x="31361" y="69247"/>
                    <a:pt x="33980" y="71783"/>
                  </a:cubicBezTo>
                  <a:cubicBezTo>
                    <a:pt x="34254" y="72045"/>
                    <a:pt x="34481" y="72342"/>
                    <a:pt x="34707" y="72652"/>
                  </a:cubicBezTo>
                  <a:cubicBezTo>
                    <a:pt x="34909" y="72926"/>
                    <a:pt x="35100" y="73212"/>
                    <a:pt x="35290" y="73473"/>
                  </a:cubicBezTo>
                  <a:cubicBezTo>
                    <a:pt x="38731" y="78212"/>
                    <a:pt x="42779" y="82260"/>
                    <a:pt x="47304" y="85785"/>
                  </a:cubicBezTo>
                  <a:cubicBezTo>
                    <a:pt x="48923" y="87047"/>
                    <a:pt x="50613" y="88249"/>
                    <a:pt x="52352" y="89380"/>
                  </a:cubicBezTo>
                  <a:cubicBezTo>
                    <a:pt x="52483" y="89464"/>
                    <a:pt x="52614" y="89547"/>
                    <a:pt x="52757" y="89630"/>
                  </a:cubicBezTo>
                  <a:cubicBezTo>
                    <a:pt x="52804" y="89666"/>
                    <a:pt x="52852" y="89702"/>
                    <a:pt x="52911" y="89737"/>
                  </a:cubicBezTo>
                  <a:cubicBezTo>
                    <a:pt x="53352" y="90011"/>
                    <a:pt x="53792" y="90297"/>
                    <a:pt x="54245" y="90571"/>
                  </a:cubicBezTo>
                  <a:cubicBezTo>
                    <a:pt x="55447" y="91297"/>
                    <a:pt x="56614" y="92059"/>
                    <a:pt x="57781" y="92845"/>
                  </a:cubicBezTo>
                  <a:cubicBezTo>
                    <a:pt x="59627" y="94095"/>
                    <a:pt x="61436" y="95381"/>
                    <a:pt x="63246" y="96667"/>
                  </a:cubicBezTo>
                  <a:lnTo>
                    <a:pt x="64449" y="96667"/>
                  </a:lnTo>
                  <a:cubicBezTo>
                    <a:pt x="62698" y="95417"/>
                    <a:pt x="60936" y="94178"/>
                    <a:pt x="59150" y="92976"/>
                  </a:cubicBezTo>
                  <a:cubicBezTo>
                    <a:pt x="52352" y="88380"/>
                    <a:pt x="45958" y="83296"/>
                    <a:pt x="40267" y="77355"/>
                  </a:cubicBezTo>
                  <a:cubicBezTo>
                    <a:pt x="38814" y="75855"/>
                    <a:pt x="37445" y="74283"/>
                    <a:pt x="35945" y="72640"/>
                  </a:cubicBezTo>
                  <a:cubicBezTo>
                    <a:pt x="38957" y="70878"/>
                    <a:pt x="41815" y="69211"/>
                    <a:pt x="44815" y="67449"/>
                  </a:cubicBezTo>
                  <a:cubicBezTo>
                    <a:pt x="47042" y="72985"/>
                    <a:pt x="49078" y="78331"/>
                    <a:pt x="52137" y="83201"/>
                  </a:cubicBezTo>
                  <a:cubicBezTo>
                    <a:pt x="49887" y="77891"/>
                    <a:pt x="47637" y="72569"/>
                    <a:pt x="45351" y="67163"/>
                  </a:cubicBezTo>
                  <a:cubicBezTo>
                    <a:pt x="49542" y="64699"/>
                    <a:pt x="53435" y="62222"/>
                    <a:pt x="57805" y="60650"/>
                  </a:cubicBezTo>
                  <a:cubicBezTo>
                    <a:pt x="57852" y="60734"/>
                    <a:pt x="57900" y="60829"/>
                    <a:pt x="57948" y="60912"/>
                  </a:cubicBezTo>
                  <a:cubicBezTo>
                    <a:pt x="57055" y="61615"/>
                    <a:pt x="56174" y="62305"/>
                    <a:pt x="55293" y="63008"/>
                  </a:cubicBezTo>
                  <a:cubicBezTo>
                    <a:pt x="55328" y="63067"/>
                    <a:pt x="55364" y="63127"/>
                    <a:pt x="55400" y="63187"/>
                  </a:cubicBezTo>
                  <a:cubicBezTo>
                    <a:pt x="55805" y="62972"/>
                    <a:pt x="56209" y="62758"/>
                    <a:pt x="56614" y="62532"/>
                  </a:cubicBezTo>
                  <a:lnTo>
                    <a:pt x="56614" y="62532"/>
                  </a:lnTo>
                  <a:cubicBezTo>
                    <a:pt x="54888" y="63758"/>
                    <a:pt x="53483" y="64818"/>
                    <a:pt x="52447" y="65615"/>
                  </a:cubicBezTo>
                  <a:cubicBezTo>
                    <a:pt x="51137" y="66616"/>
                    <a:pt x="50423" y="67199"/>
                    <a:pt x="50423" y="67199"/>
                  </a:cubicBezTo>
                  <a:cubicBezTo>
                    <a:pt x="54185" y="64830"/>
                    <a:pt x="57781" y="62555"/>
                    <a:pt x="61043" y="60496"/>
                  </a:cubicBezTo>
                  <a:lnTo>
                    <a:pt x="61043" y="60496"/>
                  </a:lnTo>
                  <a:cubicBezTo>
                    <a:pt x="60948" y="60686"/>
                    <a:pt x="60829" y="60912"/>
                    <a:pt x="60639" y="61282"/>
                  </a:cubicBezTo>
                  <a:cubicBezTo>
                    <a:pt x="62591" y="60103"/>
                    <a:pt x="64246" y="58853"/>
                    <a:pt x="66532" y="58745"/>
                  </a:cubicBezTo>
                  <a:lnTo>
                    <a:pt x="66532" y="58745"/>
                  </a:lnTo>
                  <a:cubicBezTo>
                    <a:pt x="64329" y="60127"/>
                    <a:pt x="62317" y="61460"/>
                    <a:pt x="60567" y="62651"/>
                  </a:cubicBezTo>
                  <a:cubicBezTo>
                    <a:pt x="55912" y="65818"/>
                    <a:pt x="53042" y="68056"/>
                    <a:pt x="53042" y="68056"/>
                  </a:cubicBezTo>
                  <a:cubicBezTo>
                    <a:pt x="56376" y="66080"/>
                    <a:pt x="59555" y="64139"/>
                    <a:pt x="62472" y="62317"/>
                  </a:cubicBezTo>
                  <a:cubicBezTo>
                    <a:pt x="65806" y="60234"/>
                    <a:pt x="68794" y="58305"/>
                    <a:pt x="71283" y="56686"/>
                  </a:cubicBezTo>
                  <a:cubicBezTo>
                    <a:pt x="72057" y="56186"/>
                    <a:pt x="72771" y="55709"/>
                    <a:pt x="73450" y="55257"/>
                  </a:cubicBezTo>
                  <a:lnTo>
                    <a:pt x="73450" y="49744"/>
                  </a:lnTo>
                  <a:cubicBezTo>
                    <a:pt x="72807" y="50233"/>
                    <a:pt x="72164" y="50709"/>
                    <a:pt x="71533" y="51197"/>
                  </a:cubicBezTo>
                  <a:cubicBezTo>
                    <a:pt x="69985" y="52376"/>
                    <a:pt x="68294" y="52709"/>
                    <a:pt x="66532" y="53042"/>
                  </a:cubicBezTo>
                  <a:cubicBezTo>
                    <a:pt x="66448" y="53057"/>
                    <a:pt x="66362" y="53064"/>
                    <a:pt x="66274" y="53064"/>
                  </a:cubicBezTo>
                  <a:cubicBezTo>
                    <a:pt x="65861" y="53064"/>
                    <a:pt x="65410" y="52920"/>
                    <a:pt x="65008" y="52792"/>
                  </a:cubicBezTo>
                  <a:cubicBezTo>
                    <a:pt x="58603" y="50733"/>
                    <a:pt x="52661" y="47649"/>
                    <a:pt x="46732" y="44518"/>
                  </a:cubicBezTo>
                  <a:cubicBezTo>
                    <a:pt x="41481" y="41743"/>
                    <a:pt x="37100" y="37945"/>
                    <a:pt x="33373" y="33385"/>
                  </a:cubicBezTo>
                  <a:cubicBezTo>
                    <a:pt x="30778" y="30206"/>
                    <a:pt x="28396" y="26849"/>
                    <a:pt x="25932" y="23551"/>
                  </a:cubicBezTo>
                  <a:cubicBezTo>
                    <a:pt x="25813" y="23408"/>
                    <a:pt x="25789" y="23182"/>
                    <a:pt x="25610" y="22705"/>
                  </a:cubicBezTo>
                  <a:lnTo>
                    <a:pt x="25610" y="22705"/>
                  </a:lnTo>
                  <a:cubicBezTo>
                    <a:pt x="27551" y="23801"/>
                    <a:pt x="29206" y="24741"/>
                    <a:pt x="30861" y="25682"/>
                  </a:cubicBezTo>
                  <a:cubicBezTo>
                    <a:pt x="30921" y="25587"/>
                    <a:pt x="30968" y="25491"/>
                    <a:pt x="31028" y="25396"/>
                  </a:cubicBezTo>
                  <a:cubicBezTo>
                    <a:pt x="28396" y="23610"/>
                    <a:pt x="25753" y="21824"/>
                    <a:pt x="23110" y="20038"/>
                  </a:cubicBezTo>
                  <a:cubicBezTo>
                    <a:pt x="23170" y="19931"/>
                    <a:pt x="23241" y="19824"/>
                    <a:pt x="23301" y="19717"/>
                  </a:cubicBezTo>
                  <a:cubicBezTo>
                    <a:pt x="25134" y="20407"/>
                    <a:pt x="26968" y="21098"/>
                    <a:pt x="28801" y="21789"/>
                  </a:cubicBezTo>
                  <a:cubicBezTo>
                    <a:pt x="28825" y="21729"/>
                    <a:pt x="28849" y="21658"/>
                    <a:pt x="28873" y="21586"/>
                  </a:cubicBezTo>
                  <a:cubicBezTo>
                    <a:pt x="28408" y="21300"/>
                    <a:pt x="27944" y="21015"/>
                    <a:pt x="27349" y="20646"/>
                  </a:cubicBezTo>
                  <a:cubicBezTo>
                    <a:pt x="28230" y="20229"/>
                    <a:pt x="28956" y="19895"/>
                    <a:pt x="29885" y="19467"/>
                  </a:cubicBezTo>
                  <a:cubicBezTo>
                    <a:pt x="28242" y="19241"/>
                    <a:pt x="26837" y="19062"/>
                    <a:pt x="25444" y="18872"/>
                  </a:cubicBezTo>
                  <a:cubicBezTo>
                    <a:pt x="25444" y="18788"/>
                    <a:pt x="25456" y="18693"/>
                    <a:pt x="25456" y="18610"/>
                  </a:cubicBezTo>
                  <a:cubicBezTo>
                    <a:pt x="26360" y="18562"/>
                    <a:pt x="27265" y="18514"/>
                    <a:pt x="28170" y="18467"/>
                  </a:cubicBezTo>
                  <a:cubicBezTo>
                    <a:pt x="28170" y="18348"/>
                    <a:pt x="28182" y="18241"/>
                    <a:pt x="28182" y="18121"/>
                  </a:cubicBezTo>
                  <a:cubicBezTo>
                    <a:pt x="26539" y="17967"/>
                    <a:pt x="24896" y="17824"/>
                    <a:pt x="23265" y="17669"/>
                  </a:cubicBezTo>
                  <a:cubicBezTo>
                    <a:pt x="23265" y="17586"/>
                    <a:pt x="23277" y="17490"/>
                    <a:pt x="23277" y="17407"/>
                  </a:cubicBezTo>
                  <a:cubicBezTo>
                    <a:pt x="24265" y="17074"/>
                    <a:pt x="25253" y="16752"/>
                    <a:pt x="26241" y="16419"/>
                  </a:cubicBezTo>
                  <a:cubicBezTo>
                    <a:pt x="26218" y="16276"/>
                    <a:pt x="26194" y="16133"/>
                    <a:pt x="26170" y="15990"/>
                  </a:cubicBezTo>
                  <a:lnTo>
                    <a:pt x="22824" y="15990"/>
                  </a:lnTo>
                  <a:cubicBezTo>
                    <a:pt x="22824" y="15919"/>
                    <a:pt x="22836" y="15847"/>
                    <a:pt x="22836" y="15776"/>
                  </a:cubicBezTo>
                  <a:cubicBezTo>
                    <a:pt x="24753" y="15109"/>
                    <a:pt x="26682" y="14442"/>
                    <a:pt x="28599" y="13776"/>
                  </a:cubicBezTo>
                  <a:cubicBezTo>
                    <a:pt x="28349" y="13684"/>
                    <a:pt x="28099" y="13655"/>
                    <a:pt x="27850" y="13655"/>
                  </a:cubicBezTo>
                  <a:cubicBezTo>
                    <a:pt x="27417" y="13655"/>
                    <a:pt x="26988" y="13743"/>
                    <a:pt x="26575" y="13743"/>
                  </a:cubicBezTo>
                  <a:cubicBezTo>
                    <a:pt x="26113" y="13743"/>
                    <a:pt x="25670" y="13633"/>
                    <a:pt x="25265" y="13168"/>
                  </a:cubicBezTo>
                  <a:cubicBezTo>
                    <a:pt x="22410" y="13807"/>
                    <a:pt x="20046" y="14086"/>
                    <a:pt x="18110" y="14086"/>
                  </a:cubicBezTo>
                  <a:cubicBezTo>
                    <a:pt x="15097" y="14086"/>
                    <a:pt x="13119" y="13410"/>
                    <a:pt x="11930" y="12359"/>
                  </a:cubicBezTo>
                  <a:cubicBezTo>
                    <a:pt x="12144" y="12299"/>
                    <a:pt x="12347" y="12252"/>
                    <a:pt x="12573" y="12180"/>
                  </a:cubicBezTo>
                  <a:cubicBezTo>
                    <a:pt x="12275" y="11930"/>
                    <a:pt x="11990" y="11680"/>
                    <a:pt x="11716" y="11442"/>
                  </a:cubicBezTo>
                  <a:cubicBezTo>
                    <a:pt x="11490" y="11252"/>
                    <a:pt x="11263" y="11061"/>
                    <a:pt x="11073" y="10894"/>
                  </a:cubicBezTo>
                  <a:lnTo>
                    <a:pt x="11073" y="10894"/>
                  </a:lnTo>
                  <a:cubicBezTo>
                    <a:pt x="11906" y="11073"/>
                    <a:pt x="12728" y="11299"/>
                    <a:pt x="13561" y="11502"/>
                  </a:cubicBezTo>
                  <a:cubicBezTo>
                    <a:pt x="15145" y="11906"/>
                    <a:pt x="16740" y="12299"/>
                    <a:pt x="18359" y="12502"/>
                  </a:cubicBezTo>
                  <a:cubicBezTo>
                    <a:pt x="18821" y="12555"/>
                    <a:pt x="19287" y="12580"/>
                    <a:pt x="19748" y="12580"/>
                  </a:cubicBezTo>
                  <a:cubicBezTo>
                    <a:pt x="22260" y="12580"/>
                    <a:pt x="24648" y="11841"/>
                    <a:pt x="25634" y="10966"/>
                  </a:cubicBezTo>
                  <a:lnTo>
                    <a:pt x="25634" y="10966"/>
                  </a:lnTo>
                  <a:cubicBezTo>
                    <a:pt x="25301" y="11025"/>
                    <a:pt x="24967" y="11085"/>
                    <a:pt x="24646" y="11144"/>
                  </a:cubicBezTo>
                  <a:cubicBezTo>
                    <a:pt x="24360" y="11192"/>
                    <a:pt x="24063" y="11240"/>
                    <a:pt x="23777" y="11299"/>
                  </a:cubicBezTo>
                  <a:cubicBezTo>
                    <a:pt x="22405" y="11534"/>
                    <a:pt x="21045" y="11661"/>
                    <a:pt x="19703" y="11661"/>
                  </a:cubicBezTo>
                  <a:cubicBezTo>
                    <a:pt x="16629" y="11661"/>
                    <a:pt x="13645" y="10999"/>
                    <a:pt x="10811" y="9466"/>
                  </a:cubicBezTo>
                  <a:cubicBezTo>
                    <a:pt x="8084" y="7977"/>
                    <a:pt x="5453" y="6287"/>
                    <a:pt x="4310" y="3429"/>
                  </a:cubicBezTo>
                  <a:cubicBezTo>
                    <a:pt x="3929" y="3108"/>
                    <a:pt x="3643" y="2953"/>
                    <a:pt x="3489" y="2715"/>
                  </a:cubicBezTo>
                  <a:cubicBezTo>
                    <a:pt x="2905" y="1822"/>
                    <a:pt x="2357" y="905"/>
                    <a:pt x="178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43"/>
            <p:cNvSpPr/>
            <p:nvPr/>
          </p:nvSpPr>
          <p:spPr>
            <a:xfrm>
              <a:off x="2720275" y="2138500"/>
              <a:ext cx="900" cy="2700"/>
            </a:xfrm>
            <a:custGeom>
              <a:rect b="b" l="l" r="r" t="t"/>
              <a:pathLst>
                <a:path extrusionOk="0" h="108" w="36">
                  <a:moveTo>
                    <a:pt x="12" y="0"/>
                  </a:moveTo>
                  <a:cubicBezTo>
                    <a:pt x="12" y="12"/>
                    <a:pt x="12" y="36"/>
                    <a:pt x="0" y="48"/>
                  </a:cubicBezTo>
                  <a:lnTo>
                    <a:pt x="36" y="107"/>
                  </a:lnTo>
                  <a:cubicBezTo>
                    <a:pt x="36" y="83"/>
                    <a:pt x="36" y="60"/>
                    <a:pt x="24" y="24"/>
                  </a:cubicBezTo>
                  <a:cubicBezTo>
                    <a:pt x="24" y="24"/>
                    <a:pt x="24" y="12"/>
                    <a:pt x="12" y="0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43"/>
            <p:cNvSpPr/>
            <p:nvPr/>
          </p:nvSpPr>
          <p:spPr>
            <a:xfrm>
              <a:off x="3365000" y="1531575"/>
              <a:ext cx="67575" cy="103600"/>
            </a:xfrm>
            <a:custGeom>
              <a:rect b="b" l="l" r="r" t="t"/>
              <a:pathLst>
                <a:path extrusionOk="0" h="4144" w="2703">
                  <a:moveTo>
                    <a:pt x="2703" y="0"/>
                  </a:moveTo>
                  <a:lnTo>
                    <a:pt x="2703" y="0"/>
                  </a:lnTo>
                  <a:cubicBezTo>
                    <a:pt x="1798" y="1381"/>
                    <a:pt x="893" y="2751"/>
                    <a:pt x="0" y="4144"/>
                  </a:cubicBezTo>
                  <a:cubicBezTo>
                    <a:pt x="274" y="4025"/>
                    <a:pt x="536" y="3917"/>
                    <a:pt x="810" y="3786"/>
                  </a:cubicBezTo>
                  <a:cubicBezTo>
                    <a:pt x="1000" y="3453"/>
                    <a:pt x="1179" y="3120"/>
                    <a:pt x="1357" y="2774"/>
                  </a:cubicBezTo>
                  <a:cubicBezTo>
                    <a:pt x="1810" y="1846"/>
                    <a:pt x="2262" y="917"/>
                    <a:pt x="27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43"/>
            <p:cNvSpPr/>
            <p:nvPr/>
          </p:nvSpPr>
          <p:spPr>
            <a:xfrm>
              <a:off x="2676800" y="1150875"/>
              <a:ext cx="1439500" cy="1267825"/>
            </a:xfrm>
            <a:custGeom>
              <a:rect b="b" l="l" r="r" t="t"/>
              <a:pathLst>
                <a:path extrusionOk="0" h="50713" w="57580">
                  <a:moveTo>
                    <a:pt x="50293" y="5739"/>
                  </a:moveTo>
                  <a:cubicBezTo>
                    <a:pt x="49281" y="6811"/>
                    <a:pt x="48376" y="7775"/>
                    <a:pt x="47554" y="8656"/>
                  </a:cubicBezTo>
                  <a:cubicBezTo>
                    <a:pt x="47435" y="8775"/>
                    <a:pt x="47316" y="8906"/>
                    <a:pt x="47209" y="9025"/>
                  </a:cubicBezTo>
                  <a:lnTo>
                    <a:pt x="39137" y="9025"/>
                  </a:lnTo>
                  <a:cubicBezTo>
                    <a:pt x="39220" y="8918"/>
                    <a:pt x="39303" y="8823"/>
                    <a:pt x="39387" y="8727"/>
                  </a:cubicBezTo>
                  <a:cubicBezTo>
                    <a:pt x="40232" y="7763"/>
                    <a:pt x="41030" y="6846"/>
                    <a:pt x="42006" y="5739"/>
                  </a:cubicBezTo>
                  <a:close/>
                  <a:moveTo>
                    <a:pt x="40327" y="15073"/>
                  </a:moveTo>
                  <a:cubicBezTo>
                    <a:pt x="40375" y="15145"/>
                    <a:pt x="40423" y="15228"/>
                    <a:pt x="40458" y="15300"/>
                  </a:cubicBezTo>
                  <a:cubicBezTo>
                    <a:pt x="40494" y="15347"/>
                    <a:pt x="40518" y="15395"/>
                    <a:pt x="40554" y="15454"/>
                  </a:cubicBezTo>
                  <a:cubicBezTo>
                    <a:pt x="39172" y="16276"/>
                    <a:pt x="37791" y="17098"/>
                    <a:pt x="36398" y="17919"/>
                  </a:cubicBezTo>
                  <a:cubicBezTo>
                    <a:pt x="36303" y="17776"/>
                    <a:pt x="36208" y="17633"/>
                    <a:pt x="36113" y="17479"/>
                  </a:cubicBezTo>
                  <a:cubicBezTo>
                    <a:pt x="36470" y="17038"/>
                    <a:pt x="36886" y="16681"/>
                    <a:pt x="37327" y="16371"/>
                  </a:cubicBezTo>
                  <a:cubicBezTo>
                    <a:pt x="38208" y="15740"/>
                    <a:pt x="39232" y="15335"/>
                    <a:pt x="40327" y="15073"/>
                  </a:cubicBezTo>
                  <a:close/>
                  <a:moveTo>
                    <a:pt x="10562" y="0"/>
                  </a:moveTo>
                  <a:cubicBezTo>
                    <a:pt x="8573" y="11549"/>
                    <a:pt x="8776" y="23527"/>
                    <a:pt x="11217" y="35112"/>
                  </a:cubicBezTo>
                  <a:cubicBezTo>
                    <a:pt x="9204" y="30349"/>
                    <a:pt x="6549" y="20765"/>
                    <a:pt x="5359" y="13823"/>
                  </a:cubicBezTo>
                  <a:cubicBezTo>
                    <a:pt x="5299" y="14228"/>
                    <a:pt x="5228" y="14633"/>
                    <a:pt x="5168" y="15038"/>
                  </a:cubicBezTo>
                  <a:cubicBezTo>
                    <a:pt x="4835" y="13407"/>
                    <a:pt x="4668" y="11787"/>
                    <a:pt x="4632" y="10168"/>
                  </a:cubicBezTo>
                  <a:cubicBezTo>
                    <a:pt x="4549" y="6763"/>
                    <a:pt x="4763" y="3382"/>
                    <a:pt x="5121" y="12"/>
                  </a:cubicBezTo>
                  <a:lnTo>
                    <a:pt x="4752" y="12"/>
                  </a:lnTo>
                  <a:cubicBezTo>
                    <a:pt x="4537" y="1727"/>
                    <a:pt x="4347" y="3453"/>
                    <a:pt x="4228" y="5179"/>
                  </a:cubicBezTo>
                  <a:cubicBezTo>
                    <a:pt x="3954" y="3465"/>
                    <a:pt x="3775" y="1762"/>
                    <a:pt x="3680" y="107"/>
                  </a:cubicBezTo>
                  <a:cubicBezTo>
                    <a:pt x="3680" y="72"/>
                    <a:pt x="3680" y="36"/>
                    <a:pt x="3680" y="12"/>
                  </a:cubicBezTo>
                  <a:lnTo>
                    <a:pt x="3120" y="12"/>
                  </a:lnTo>
                  <a:cubicBezTo>
                    <a:pt x="3287" y="1715"/>
                    <a:pt x="3549" y="3167"/>
                    <a:pt x="3823" y="4286"/>
                  </a:cubicBezTo>
                  <a:cubicBezTo>
                    <a:pt x="3870" y="4525"/>
                    <a:pt x="3918" y="4739"/>
                    <a:pt x="3954" y="4941"/>
                  </a:cubicBezTo>
                  <a:cubicBezTo>
                    <a:pt x="4013" y="5156"/>
                    <a:pt x="4061" y="5346"/>
                    <a:pt x="4109" y="5513"/>
                  </a:cubicBezTo>
                  <a:cubicBezTo>
                    <a:pt x="4144" y="5608"/>
                    <a:pt x="4156" y="5691"/>
                    <a:pt x="4180" y="5775"/>
                  </a:cubicBezTo>
                  <a:cubicBezTo>
                    <a:pt x="4013" y="8346"/>
                    <a:pt x="3978" y="10942"/>
                    <a:pt x="4180" y="13549"/>
                  </a:cubicBezTo>
                  <a:cubicBezTo>
                    <a:pt x="4216" y="14109"/>
                    <a:pt x="4180" y="14669"/>
                    <a:pt x="4180" y="15204"/>
                  </a:cubicBezTo>
                  <a:cubicBezTo>
                    <a:pt x="2204" y="15645"/>
                    <a:pt x="787" y="16633"/>
                    <a:pt x="1" y="18026"/>
                  </a:cubicBezTo>
                  <a:lnTo>
                    <a:pt x="1" y="20491"/>
                  </a:lnTo>
                  <a:cubicBezTo>
                    <a:pt x="168" y="19705"/>
                    <a:pt x="358" y="18931"/>
                    <a:pt x="727" y="18252"/>
                  </a:cubicBezTo>
                  <a:cubicBezTo>
                    <a:pt x="1310" y="17168"/>
                    <a:pt x="2290" y="16623"/>
                    <a:pt x="3308" y="16623"/>
                  </a:cubicBezTo>
                  <a:cubicBezTo>
                    <a:pt x="3643" y="16623"/>
                    <a:pt x="3981" y="16682"/>
                    <a:pt x="4311" y="16800"/>
                  </a:cubicBezTo>
                  <a:cubicBezTo>
                    <a:pt x="4882" y="19645"/>
                    <a:pt x="5454" y="22479"/>
                    <a:pt x="6025" y="25313"/>
                  </a:cubicBezTo>
                  <a:cubicBezTo>
                    <a:pt x="3478" y="26670"/>
                    <a:pt x="2680" y="28980"/>
                    <a:pt x="4001" y="31087"/>
                  </a:cubicBezTo>
                  <a:cubicBezTo>
                    <a:pt x="4073" y="27765"/>
                    <a:pt x="4668" y="26361"/>
                    <a:pt x="6252" y="25884"/>
                  </a:cubicBezTo>
                  <a:cubicBezTo>
                    <a:pt x="7919" y="31123"/>
                    <a:pt x="9454" y="36421"/>
                    <a:pt x="12229" y="41636"/>
                  </a:cubicBezTo>
                  <a:cubicBezTo>
                    <a:pt x="11074" y="41553"/>
                    <a:pt x="10264" y="41589"/>
                    <a:pt x="9502" y="41422"/>
                  </a:cubicBezTo>
                  <a:cubicBezTo>
                    <a:pt x="5240" y="40446"/>
                    <a:pt x="2085" y="38148"/>
                    <a:pt x="1" y="34385"/>
                  </a:cubicBezTo>
                  <a:lnTo>
                    <a:pt x="1" y="36016"/>
                  </a:lnTo>
                  <a:cubicBezTo>
                    <a:pt x="144" y="36255"/>
                    <a:pt x="299" y="36493"/>
                    <a:pt x="453" y="36731"/>
                  </a:cubicBezTo>
                  <a:cubicBezTo>
                    <a:pt x="1013" y="37564"/>
                    <a:pt x="1323" y="38564"/>
                    <a:pt x="1751" y="39505"/>
                  </a:cubicBezTo>
                  <a:lnTo>
                    <a:pt x="1882" y="38553"/>
                  </a:lnTo>
                  <a:cubicBezTo>
                    <a:pt x="2751" y="39481"/>
                    <a:pt x="3442" y="40338"/>
                    <a:pt x="4251" y="41065"/>
                  </a:cubicBezTo>
                  <a:cubicBezTo>
                    <a:pt x="6657" y="43220"/>
                    <a:pt x="9466" y="44351"/>
                    <a:pt x="12741" y="44351"/>
                  </a:cubicBezTo>
                  <a:cubicBezTo>
                    <a:pt x="13610" y="44351"/>
                    <a:pt x="14562" y="44541"/>
                    <a:pt x="15312" y="44946"/>
                  </a:cubicBezTo>
                  <a:cubicBezTo>
                    <a:pt x="16586" y="45661"/>
                    <a:pt x="17706" y="46661"/>
                    <a:pt x="18956" y="47435"/>
                  </a:cubicBezTo>
                  <a:cubicBezTo>
                    <a:pt x="20551" y="48423"/>
                    <a:pt x="22301" y="49042"/>
                    <a:pt x="24159" y="49292"/>
                  </a:cubicBezTo>
                  <a:cubicBezTo>
                    <a:pt x="24421" y="49328"/>
                    <a:pt x="24683" y="49351"/>
                    <a:pt x="24956" y="49375"/>
                  </a:cubicBezTo>
                  <a:cubicBezTo>
                    <a:pt x="24861" y="49399"/>
                    <a:pt x="24778" y="49411"/>
                    <a:pt x="24694" y="49423"/>
                  </a:cubicBezTo>
                  <a:cubicBezTo>
                    <a:pt x="23582" y="49642"/>
                    <a:pt x="22488" y="49752"/>
                    <a:pt x="21411" y="49752"/>
                  </a:cubicBezTo>
                  <a:cubicBezTo>
                    <a:pt x="18744" y="49752"/>
                    <a:pt x="16185" y="49078"/>
                    <a:pt x="13717" y="47720"/>
                  </a:cubicBezTo>
                  <a:lnTo>
                    <a:pt x="13717" y="47720"/>
                  </a:lnTo>
                  <a:cubicBezTo>
                    <a:pt x="15837" y="49707"/>
                    <a:pt x="18714" y="50712"/>
                    <a:pt x="21588" y="50712"/>
                  </a:cubicBezTo>
                  <a:cubicBezTo>
                    <a:pt x="23055" y="50712"/>
                    <a:pt x="24521" y="50450"/>
                    <a:pt x="25885" y="49923"/>
                  </a:cubicBezTo>
                  <a:cubicBezTo>
                    <a:pt x="26564" y="49661"/>
                    <a:pt x="27231" y="49340"/>
                    <a:pt x="27850" y="48935"/>
                  </a:cubicBezTo>
                  <a:cubicBezTo>
                    <a:pt x="25635" y="48304"/>
                    <a:pt x="23325" y="47756"/>
                    <a:pt x="21099" y="46982"/>
                  </a:cubicBezTo>
                  <a:cubicBezTo>
                    <a:pt x="18360" y="46053"/>
                    <a:pt x="16396" y="44137"/>
                    <a:pt x="14955" y="41636"/>
                  </a:cubicBezTo>
                  <a:cubicBezTo>
                    <a:pt x="14562" y="40946"/>
                    <a:pt x="14503" y="40315"/>
                    <a:pt x="14812" y="39612"/>
                  </a:cubicBezTo>
                  <a:lnTo>
                    <a:pt x="14812" y="39612"/>
                  </a:lnTo>
                  <a:lnTo>
                    <a:pt x="15146" y="39660"/>
                  </a:lnTo>
                  <a:cubicBezTo>
                    <a:pt x="15181" y="39326"/>
                    <a:pt x="15229" y="38981"/>
                    <a:pt x="15277" y="38648"/>
                  </a:cubicBezTo>
                  <a:cubicBezTo>
                    <a:pt x="16134" y="36909"/>
                    <a:pt x="16920" y="35124"/>
                    <a:pt x="17884" y="33445"/>
                  </a:cubicBezTo>
                  <a:cubicBezTo>
                    <a:pt x="19313" y="30944"/>
                    <a:pt x="20777" y="28468"/>
                    <a:pt x="22254" y="25991"/>
                  </a:cubicBezTo>
                  <a:cubicBezTo>
                    <a:pt x="22504" y="25551"/>
                    <a:pt x="22766" y="25122"/>
                    <a:pt x="23028" y="24682"/>
                  </a:cubicBezTo>
                  <a:lnTo>
                    <a:pt x="23028" y="24682"/>
                  </a:lnTo>
                  <a:cubicBezTo>
                    <a:pt x="22444" y="24801"/>
                    <a:pt x="21849" y="24884"/>
                    <a:pt x="21254" y="24932"/>
                  </a:cubicBezTo>
                  <a:cubicBezTo>
                    <a:pt x="20646" y="25956"/>
                    <a:pt x="20027" y="26980"/>
                    <a:pt x="19420" y="28004"/>
                  </a:cubicBezTo>
                  <a:cubicBezTo>
                    <a:pt x="18360" y="29790"/>
                    <a:pt x="17229" y="31552"/>
                    <a:pt x="16229" y="33373"/>
                  </a:cubicBezTo>
                  <a:cubicBezTo>
                    <a:pt x="16634" y="31599"/>
                    <a:pt x="17110" y="29837"/>
                    <a:pt x="17646" y="28087"/>
                  </a:cubicBezTo>
                  <a:cubicBezTo>
                    <a:pt x="18825" y="24289"/>
                    <a:pt x="20253" y="20550"/>
                    <a:pt x="21789" y="16859"/>
                  </a:cubicBezTo>
                  <a:cubicBezTo>
                    <a:pt x="22551" y="15014"/>
                    <a:pt x="23349" y="13168"/>
                    <a:pt x="24135" y="11335"/>
                  </a:cubicBezTo>
                  <a:cubicBezTo>
                    <a:pt x="24587" y="10704"/>
                    <a:pt x="25135" y="10251"/>
                    <a:pt x="25909" y="9989"/>
                  </a:cubicBezTo>
                  <a:cubicBezTo>
                    <a:pt x="28993" y="8977"/>
                    <a:pt x="32076" y="7930"/>
                    <a:pt x="35172" y="6965"/>
                  </a:cubicBezTo>
                  <a:cubicBezTo>
                    <a:pt x="36196" y="6644"/>
                    <a:pt x="37279" y="6513"/>
                    <a:pt x="38339" y="6287"/>
                  </a:cubicBezTo>
                  <a:cubicBezTo>
                    <a:pt x="38422" y="6394"/>
                    <a:pt x="38494" y="6501"/>
                    <a:pt x="38565" y="6608"/>
                  </a:cubicBezTo>
                  <a:cubicBezTo>
                    <a:pt x="37768" y="7751"/>
                    <a:pt x="37196" y="9263"/>
                    <a:pt x="36101" y="9978"/>
                  </a:cubicBezTo>
                  <a:cubicBezTo>
                    <a:pt x="34136" y="11275"/>
                    <a:pt x="31850" y="12085"/>
                    <a:pt x="29243" y="13311"/>
                  </a:cubicBezTo>
                  <a:cubicBezTo>
                    <a:pt x="27338" y="14990"/>
                    <a:pt x="25016" y="17014"/>
                    <a:pt x="22694" y="19050"/>
                  </a:cubicBezTo>
                  <a:cubicBezTo>
                    <a:pt x="22766" y="19122"/>
                    <a:pt x="22825" y="19193"/>
                    <a:pt x="22885" y="19264"/>
                  </a:cubicBezTo>
                  <a:cubicBezTo>
                    <a:pt x="23563" y="18812"/>
                    <a:pt x="24230" y="18348"/>
                    <a:pt x="24909" y="17895"/>
                  </a:cubicBezTo>
                  <a:cubicBezTo>
                    <a:pt x="24980" y="17967"/>
                    <a:pt x="25064" y="18050"/>
                    <a:pt x="25147" y="18133"/>
                  </a:cubicBezTo>
                  <a:cubicBezTo>
                    <a:pt x="24933" y="18586"/>
                    <a:pt x="24754" y="19062"/>
                    <a:pt x="24492" y="19503"/>
                  </a:cubicBezTo>
                  <a:cubicBezTo>
                    <a:pt x="24302" y="19824"/>
                    <a:pt x="24099" y="20157"/>
                    <a:pt x="23909" y="20479"/>
                  </a:cubicBezTo>
                  <a:cubicBezTo>
                    <a:pt x="24552" y="20336"/>
                    <a:pt x="25195" y="20169"/>
                    <a:pt x="25837" y="19967"/>
                  </a:cubicBezTo>
                  <a:cubicBezTo>
                    <a:pt x="26623" y="18645"/>
                    <a:pt x="27385" y="17324"/>
                    <a:pt x="28243" y="16050"/>
                  </a:cubicBezTo>
                  <a:cubicBezTo>
                    <a:pt x="28671" y="15412"/>
                    <a:pt x="29142" y="14715"/>
                    <a:pt x="29975" y="14715"/>
                  </a:cubicBezTo>
                  <a:cubicBezTo>
                    <a:pt x="30137" y="14715"/>
                    <a:pt x="30313" y="14742"/>
                    <a:pt x="30505" y="14800"/>
                  </a:cubicBezTo>
                  <a:cubicBezTo>
                    <a:pt x="31314" y="13430"/>
                    <a:pt x="32838" y="13299"/>
                    <a:pt x="34100" y="12680"/>
                  </a:cubicBezTo>
                  <a:lnTo>
                    <a:pt x="34100" y="12680"/>
                  </a:lnTo>
                  <a:cubicBezTo>
                    <a:pt x="33112" y="15347"/>
                    <a:pt x="31017" y="17002"/>
                    <a:pt x="28981" y="18717"/>
                  </a:cubicBezTo>
                  <a:cubicBezTo>
                    <a:pt x="31898" y="17300"/>
                    <a:pt x="34517" y="15264"/>
                    <a:pt x="36589" y="12776"/>
                  </a:cubicBezTo>
                  <a:cubicBezTo>
                    <a:pt x="36565" y="12740"/>
                    <a:pt x="36553" y="12716"/>
                    <a:pt x="36529" y="12692"/>
                  </a:cubicBezTo>
                  <a:cubicBezTo>
                    <a:pt x="36422" y="12668"/>
                    <a:pt x="36315" y="12633"/>
                    <a:pt x="36220" y="12597"/>
                  </a:cubicBezTo>
                  <a:lnTo>
                    <a:pt x="36446" y="12573"/>
                  </a:lnTo>
                  <a:cubicBezTo>
                    <a:pt x="36946" y="12061"/>
                    <a:pt x="37351" y="11383"/>
                    <a:pt x="37946" y="11073"/>
                  </a:cubicBezTo>
                  <a:cubicBezTo>
                    <a:pt x="38018" y="11037"/>
                    <a:pt x="38089" y="11013"/>
                    <a:pt x="38160" y="10978"/>
                  </a:cubicBezTo>
                  <a:cubicBezTo>
                    <a:pt x="39426" y="10415"/>
                    <a:pt x="41657" y="10097"/>
                    <a:pt x="43525" y="10097"/>
                  </a:cubicBezTo>
                  <a:cubicBezTo>
                    <a:pt x="44030" y="10097"/>
                    <a:pt x="44509" y="10120"/>
                    <a:pt x="44935" y="10168"/>
                  </a:cubicBezTo>
                  <a:cubicBezTo>
                    <a:pt x="45138" y="10192"/>
                    <a:pt x="45328" y="10216"/>
                    <a:pt x="45495" y="10251"/>
                  </a:cubicBezTo>
                  <a:cubicBezTo>
                    <a:pt x="45530" y="10287"/>
                    <a:pt x="45566" y="10335"/>
                    <a:pt x="45602" y="10382"/>
                  </a:cubicBezTo>
                  <a:cubicBezTo>
                    <a:pt x="45661" y="10466"/>
                    <a:pt x="45721" y="10537"/>
                    <a:pt x="45780" y="10609"/>
                  </a:cubicBezTo>
                  <a:cubicBezTo>
                    <a:pt x="45328" y="10930"/>
                    <a:pt x="44876" y="11252"/>
                    <a:pt x="44221" y="11704"/>
                  </a:cubicBezTo>
                  <a:cubicBezTo>
                    <a:pt x="44173" y="11704"/>
                    <a:pt x="44125" y="11692"/>
                    <a:pt x="44066" y="11692"/>
                  </a:cubicBezTo>
                  <a:cubicBezTo>
                    <a:pt x="43983" y="11680"/>
                    <a:pt x="43899" y="11668"/>
                    <a:pt x="43804" y="11656"/>
                  </a:cubicBezTo>
                  <a:cubicBezTo>
                    <a:pt x="43509" y="11629"/>
                    <a:pt x="43212" y="11616"/>
                    <a:pt x="42915" y="11616"/>
                  </a:cubicBezTo>
                  <a:cubicBezTo>
                    <a:pt x="41028" y="11616"/>
                    <a:pt x="39097" y="12138"/>
                    <a:pt x="37184" y="12776"/>
                  </a:cubicBezTo>
                  <a:cubicBezTo>
                    <a:pt x="37148" y="12787"/>
                    <a:pt x="37101" y="12799"/>
                    <a:pt x="37065" y="12811"/>
                  </a:cubicBezTo>
                  <a:cubicBezTo>
                    <a:pt x="37312" y="12851"/>
                    <a:pt x="37558" y="12874"/>
                    <a:pt x="37805" y="12874"/>
                  </a:cubicBezTo>
                  <a:cubicBezTo>
                    <a:pt x="37856" y="12874"/>
                    <a:pt x="37907" y="12873"/>
                    <a:pt x="37958" y="12871"/>
                  </a:cubicBezTo>
                  <a:lnTo>
                    <a:pt x="37958" y="12871"/>
                  </a:lnTo>
                  <a:cubicBezTo>
                    <a:pt x="34410" y="16907"/>
                    <a:pt x="30862" y="20931"/>
                    <a:pt x="27302" y="24968"/>
                  </a:cubicBezTo>
                  <a:cubicBezTo>
                    <a:pt x="27052" y="25265"/>
                    <a:pt x="26790" y="25551"/>
                    <a:pt x="26528" y="25849"/>
                  </a:cubicBezTo>
                  <a:cubicBezTo>
                    <a:pt x="26385" y="26027"/>
                    <a:pt x="26207" y="26230"/>
                    <a:pt x="25992" y="26444"/>
                  </a:cubicBezTo>
                  <a:cubicBezTo>
                    <a:pt x="25528" y="26944"/>
                    <a:pt x="25064" y="27420"/>
                    <a:pt x="24575" y="27896"/>
                  </a:cubicBezTo>
                  <a:cubicBezTo>
                    <a:pt x="24528" y="28349"/>
                    <a:pt x="24480" y="28801"/>
                    <a:pt x="24409" y="29278"/>
                  </a:cubicBezTo>
                  <a:cubicBezTo>
                    <a:pt x="24980" y="28611"/>
                    <a:pt x="25349" y="28170"/>
                    <a:pt x="25718" y="27742"/>
                  </a:cubicBezTo>
                  <a:cubicBezTo>
                    <a:pt x="26088" y="27313"/>
                    <a:pt x="26480" y="26884"/>
                    <a:pt x="26861" y="26456"/>
                  </a:cubicBezTo>
                  <a:cubicBezTo>
                    <a:pt x="26933" y="26515"/>
                    <a:pt x="27004" y="26563"/>
                    <a:pt x="27088" y="26622"/>
                  </a:cubicBezTo>
                  <a:lnTo>
                    <a:pt x="27088" y="29801"/>
                  </a:lnTo>
                  <a:cubicBezTo>
                    <a:pt x="27671" y="31266"/>
                    <a:pt x="28064" y="32254"/>
                    <a:pt x="28457" y="33242"/>
                  </a:cubicBezTo>
                  <a:lnTo>
                    <a:pt x="28612" y="33219"/>
                  </a:lnTo>
                  <a:cubicBezTo>
                    <a:pt x="28576" y="32790"/>
                    <a:pt x="28552" y="32349"/>
                    <a:pt x="28504" y="31587"/>
                  </a:cubicBezTo>
                  <a:lnTo>
                    <a:pt x="28504" y="31587"/>
                  </a:lnTo>
                  <a:cubicBezTo>
                    <a:pt x="28635" y="31814"/>
                    <a:pt x="28766" y="32040"/>
                    <a:pt x="28897" y="32242"/>
                  </a:cubicBezTo>
                  <a:cubicBezTo>
                    <a:pt x="29350" y="32980"/>
                    <a:pt x="29731" y="33600"/>
                    <a:pt x="30159" y="34314"/>
                  </a:cubicBezTo>
                  <a:cubicBezTo>
                    <a:pt x="29886" y="33088"/>
                    <a:pt x="29528" y="32087"/>
                    <a:pt x="29445" y="31064"/>
                  </a:cubicBezTo>
                  <a:cubicBezTo>
                    <a:pt x="29171" y="27742"/>
                    <a:pt x="29302" y="24444"/>
                    <a:pt x="31183" y="21503"/>
                  </a:cubicBezTo>
                  <a:cubicBezTo>
                    <a:pt x="31564" y="20907"/>
                    <a:pt x="32148" y="20443"/>
                    <a:pt x="32636" y="19919"/>
                  </a:cubicBezTo>
                  <a:cubicBezTo>
                    <a:pt x="32755" y="19991"/>
                    <a:pt x="32874" y="20074"/>
                    <a:pt x="32993" y="20145"/>
                  </a:cubicBezTo>
                  <a:cubicBezTo>
                    <a:pt x="32862" y="20634"/>
                    <a:pt x="32743" y="21122"/>
                    <a:pt x="32600" y="21598"/>
                  </a:cubicBezTo>
                  <a:cubicBezTo>
                    <a:pt x="32588" y="21622"/>
                    <a:pt x="32588" y="21634"/>
                    <a:pt x="32576" y="21658"/>
                  </a:cubicBezTo>
                  <a:cubicBezTo>
                    <a:pt x="32243" y="22729"/>
                    <a:pt x="31993" y="23801"/>
                    <a:pt x="31850" y="24884"/>
                  </a:cubicBezTo>
                  <a:cubicBezTo>
                    <a:pt x="31529" y="27111"/>
                    <a:pt x="31672" y="29349"/>
                    <a:pt x="32505" y="31599"/>
                  </a:cubicBezTo>
                  <a:cubicBezTo>
                    <a:pt x="33434" y="34100"/>
                    <a:pt x="34898" y="35945"/>
                    <a:pt x="37684" y="36659"/>
                  </a:cubicBezTo>
                  <a:cubicBezTo>
                    <a:pt x="38165" y="36785"/>
                    <a:pt x="38625" y="36838"/>
                    <a:pt x="39068" y="36838"/>
                  </a:cubicBezTo>
                  <a:cubicBezTo>
                    <a:pt x="39885" y="36838"/>
                    <a:pt x="40646" y="36656"/>
                    <a:pt x="41387" y="36409"/>
                  </a:cubicBezTo>
                  <a:cubicBezTo>
                    <a:pt x="41589" y="36350"/>
                    <a:pt x="41792" y="36278"/>
                    <a:pt x="41994" y="36195"/>
                  </a:cubicBezTo>
                  <a:lnTo>
                    <a:pt x="41792" y="36195"/>
                  </a:lnTo>
                  <a:lnTo>
                    <a:pt x="41792" y="35921"/>
                  </a:lnTo>
                  <a:cubicBezTo>
                    <a:pt x="41345" y="36014"/>
                    <a:pt x="40893" y="36059"/>
                    <a:pt x="40441" y="36059"/>
                  </a:cubicBezTo>
                  <a:cubicBezTo>
                    <a:pt x="37421" y="36059"/>
                    <a:pt x="34431" y="34061"/>
                    <a:pt x="33541" y="31099"/>
                  </a:cubicBezTo>
                  <a:cubicBezTo>
                    <a:pt x="32362" y="27206"/>
                    <a:pt x="33076" y="23527"/>
                    <a:pt x="34720" y="19955"/>
                  </a:cubicBezTo>
                  <a:cubicBezTo>
                    <a:pt x="34934" y="19479"/>
                    <a:pt x="35434" y="19062"/>
                    <a:pt x="35910" y="18788"/>
                  </a:cubicBezTo>
                  <a:cubicBezTo>
                    <a:pt x="37708" y="17717"/>
                    <a:pt x="39577" y="16740"/>
                    <a:pt x="41375" y="15657"/>
                  </a:cubicBezTo>
                  <a:cubicBezTo>
                    <a:pt x="41805" y="15405"/>
                    <a:pt x="42203" y="15277"/>
                    <a:pt x="42619" y="15277"/>
                  </a:cubicBezTo>
                  <a:cubicBezTo>
                    <a:pt x="42872" y="15277"/>
                    <a:pt x="43132" y="15324"/>
                    <a:pt x="43411" y="15419"/>
                  </a:cubicBezTo>
                  <a:cubicBezTo>
                    <a:pt x="44899" y="15931"/>
                    <a:pt x="46078" y="16752"/>
                    <a:pt x="46947" y="17883"/>
                  </a:cubicBezTo>
                  <a:lnTo>
                    <a:pt x="48257" y="17883"/>
                  </a:lnTo>
                  <a:cubicBezTo>
                    <a:pt x="47293" y="16312"/>
                    <a:pt x="45888" y="15133"/>
                    <a:pt x="43959" y="14371"/>
                  </a:cubicBezTo>
                  <a:cubicBezTo>
                    <a:pt x="44309" y="14315"/>
                    <a:pt x="44647" y="14288"/>
                    <a:pt x="44974" y="14288"/>
                  </a:cubicBezTo>
                  <a:cubicBezTo>
                    <a:pt x="46602" y="14288"/>
                    <a:pt x="47952" y="14953"/>
                    <a:pt x="49162" y="16014"/>
                  </a:cubicBezTo>
                  <a:cubicBezTo>
                    <a:pt x="50114" y="16847"/>
                    <a:pt x="51043" y="17693"/>
                    <a:pt x="51984" y="18538"/>
                  </a:cubicBezTo>
                  <a:cubicBezTo>
                    <a:pt x="52055" y="18455"/>
                    <a:pt x="52138" y="18383"/>
                    <a:pt x="52222" y="18300"/>
                  </a:cubicBezTo>
                  <a:cubicBezTo>
                    <a:pt x="52222" y="18288"/>
                    <a:pt x="52234" y="18276"/>
                    <a:pt x="52246" y="18276"/>
                  </a:cubicBezTo>
                  <a:cubicBezTo>
                    <a:pt x="51484" y="15109"/>
                    <a:pt x="48924" y="13573"/>
                    <a:pt x="46078" y="12109"/>
                  </a:cubicBezTo>
                  <a:cubicBezTo>
                    <a:pt x="46804" y="11502"/>
                    <a:pt x="47376" y="11025"/>
                    <a:pt x="48007" y="10490"/>
                  </a:cubicBezTo>
                  <a:cubicBezTo>
                    <a:pt x="48876" y="10930"/>
                    <a:pt x="49650" y="11323"/>
                    <a:pt x="50424" y="11728"/>
                  </a:cubicBezTo>
                  <a:cubicBezTo>
                    <a:pt x="50507" y="11633"/>
                    <a:pt x="50579" y="11537"/>
                    <a:pt x="50662" y="11454"/>
                  </a:cubicBezTo>
                  <a:cubicBezTo>
                    <a:pt x="50007" y="10930"/>
                    <a:pt x="49352" y="10406"/>
                    <a:pt x="48567" y="9787"/>
                  </a:cubicBezTo>
                  <a:cubicBezTo>
                    <a:pt x="50186" y="8358"/>
                    <a:pt x="51650" y="7061"/>
                    <a:pt x="53115" y="5775"/>
                  </a:cubicBezTo>
                  <a:cubicBezTo>
                    <a:pt x="53079" y="5751"/>
                    <a:pt x="53043" y="5727"/>
                    <a:pt x="52996" y="5703"/>
                  </a:cubicBezTo>
                  <a:cubicBezTo>
                    <a:pt x="52984" y="5691"/>
                    <a:pt x="52960" y="5679"/>
                    <a:pt x="52948" y="5679"/>
                  </a:cubicBezTo>
                  <a:cubicBezTo>
                    <a:pt x="52984" y="5668"/>
                    <a:pt x="53031" y="5656"/>
                    <a:pt x="53067" y="5644"/>
                  </a:cubicBezTo>
                  <a:cubicBezTo>
                    <a:pt x="53865" y="5417"/>
                    <a:pt x="54651" y="5191"/>
                    <a:pt x="55282" y="5001"/>
                  </a:cubicBezTo>
                  <a:cubicBezTo>
                    <a:pt x="55508" y="4298"/>
                    <a:pt x="55532" y="3632"/>
                    <a:pt x="55651" y="2989"/>
                  </a:cubicBezTo>
                  <a:cubicBezTo>
                    <a:pt x="55746" y="2453"/>
                    <a:pt x="55913" y="1953"/>
                    <a:pt x="56341" y="1488"/>
                  </a:cubicBezTo>
                  <a:cubicBezTo>
                    <a:pt x="56401" y="1703"/>
                    <a:pt x="56425" y="1917"/>
                    <a:pt x="56437" y="2131"/>
                  </a:cubicBezTo>
                  <a:cubicBezTo>
                    <a:pt x="56472" y="3120"/>
                    <a:pt x="56067" y="4036"/>
                    <a:pt x="56758" y="4929"/>
                  </a:cubicBezTo>
                  <a:cubicBezTo>
                    <a:pt x="57508" y="3893"/>
                    <a:pt x="57580" y="2870"/>
                    <a:pt x="57270" y="1846"/>
                  </a:cubicBezTo>
                  <a:cubicBezTo>
                    <a:pt x="57210" y="1655"/>
                    <a:pt x="57187" y="1477"/>
                    <a:pt x="57163" y="1298"/>
                  </a:cubicBezTo>
                  <a:cubicBezTo>
                    <a:pt x="57127" y="834"/>
                    <a:pt x="57258" y="417"/>
                    <a:pt x="57496" y="12"/>
                  </a:cubicBezTo>
                  <a:lnTo>
                    <a:pt x="55889" y="12"/>
                  </a:lnTo>
                  <a:cubicBezTo>
                    <a:pt x="55425" y="512"/>
                    <a:pt x="54984" y="905"/>
                    <a:pt x="54567" y="1060"/>
                  </a:cubicBezTo>
                  <a:lnTo>
                    <a:pt x="45816" y="1060"/>
                  </a:lnTo>
                  <a:cubicBezTo>
                    <a:pt x="45995" y="703"/>
                    <a:pt x="46173" y="357"/>
                    <a:pt x="46352" y="12"/>
                  </a:cubicBezTo>
                  <a:lnTo>
                    <a:pt x="43113" y="12"/>
                  </a:lnTo>
                  <a:cubicBezTo>
                    <a:pt x="43078" y="60"/>
                    <a:pt x="43042" y="119"/>
                    <a:pt x="43006" y="167"/>
                  </a:cubicBezTo>
                  <a:cubicBezTo>
                    <a:pt x="42578" y="857"/>
                    <a:pt x="42066" y="1346"/>
                    <a:pt x="41435" y="1691"/>
                  </a:cubicBezTo>
                  <a:cubicBezTo>
                    <a:pt x="40994" y="1941"/>
                    <a:pt x="40494" y="2108"/>
                    <a:pt x="39923" y="2227"/>
                  </a:cubicBezTo>
                  <a:cubicBezTo>
                    <a:pt x="36720" y="2834"/>
                    <a:pt x="33636" y="3822"/>
                    <a:pt x="30743" y="5394"/>
                  </a:cubicBezTo>
                  <a:cubicBezTo>
                    <a:pt x="29386" y="6132"/>
                    <a:pt x="27945" y="6739"/>
                    <a:pt x="26540" y="7406"/>
                  </a:cubicBezTo>
                  <a:cubicBezTo>
                    <a:pt x="26480" y="7334"/>
                    <a:pt x="26409" y="7275"/>
                    <a:pt x="26349" y="7203"/>
                  </a:cubicBezTo>
                  <a:lnTo>
                    <a:pt x="29886" y="203"/>
                  </a:lnTo>
                  <a:lnTo>
                    <a:pt x="29612" y="72"/>
                  </a:lnTo>
                  <a:cubicBezTo>
                    <a:pt x="29052" y="1119"/>
                    <a:pt x="28409" y="2131"/>
                    <a:pt x="27957" y="3215"/>
                  </a:cubicBezTo>
                  <a:cubicBezTo>
                    <a:pt x="27492" y="4322"/>
                    <a:pt x="26933" y="5358"/>
                    <a:pt x="26290" y="6310"/>
                  </a:cubicBezTo>
                  <a:cubicBezTo>
                    <a:pt x="27183" y="4215"/>
                    <a:pt x="28040" y="2119"/>
                    <a:pt x="28862" y="12"/>
                  </a:cubicBezTo>
                  <a:lnTo>
                    <a:pt x="28564" y="12"/>
                  </a:lnTo>
                  <a:cubicBezTo>
                    <a:pt x="27326" y="2810"/>
                    <a:pt x="25992" y="5572"/>
                    <a:pt x="24659" y="8323"/>
                  </a:cubicBezTo>
                  <a:cubicBezTo>
                    <a:pt x="23575" y="9430"/>
                    <a:pt x="22313" y="10382"/>
                    <a:pt x="20849" y="11144"/>
                  </a:cubicBezTo>
                  <a:cubicBezTo>
                    <a:pt x="20468" y="11335"/>
                    <a:pt x="20134" y="11621"/>
                    <a:pt x="19801" y="11894"/>
                  </a:cubicBezTo>
                  <a:cubicBezTo>
                    <a:pt x="19646" y="12025"/>
                    <a:pt x="19539" y="12228"/>
                    <a:pt x="19408" y="12406"/>
                  </a:cubicBezTo>
                  <a:cubicBezTo>
                    <a:pt x="19456" y="12478"/>
                    <a:pt x="19503" y="12561"/>
                    <a:pt x="19551" y="12645"/>
                  </a:cubicBezTo>
                  <a:lnTo>
                    <a:pt x="23147" y="11359"/>
                  </a:lnTo>
                  <a:lnTo>
                    <a:pt x="23147" y="11359"/>
                  </a:lnTo>
                  <a:cubicBezTo>
                    <a:pt x="23028" y="11621"/>
                    <a:pt x="22909" y="11871"/>
                    <a:pt x="22789" y="12133"/>
                  </a:cubicBezTo>
                  <a:cubicBezTo>
                    <a:pt x="22099" y="13549"/>
                    <a:pt x="21420" y="14966"/>
                    <a:pt x="20742" y="16395"/>
                  </a:cubicBezTo>
                  <a:cubicBezTo>
                    <a:pt x="19027" y="20038"/>
                    <a:pt x="17396" y="23729"/>
                    <a:pt x="16027" y="27551"/>
                  </a:cubicBezTo>
                  <a:cubicBezTo>
                    <a:pt x="15050" y="30254"/>
                    <a:pt x="14217" y="33028"/>
                    <a:pt x="13574" y="35850"/>
                  </a:cubicBezTo>
                  <a:cubicBezTo>
                    <a:pt x="13479" y="35493"/>
                    <a:pt x="13384" y="35135"/>
                    <a:pt x="13288" y="34790"/>
                  </a:cubicBezTo>
                  <a:cubicBezTo>
                    <a:pt x="13122" y="33576"/>
                    <a:pt x="12931" y="32349"/>
                    <a:pt x="12919" y="31135"/>
                  </a:cubicBezTo>
                  <a:cubicBezTo>
                    <a:pt x="12764" y="22908"/>
                    <a:pt x="13931" y="14812"/>
                    <a:pt x="15372" y="6751"/>
                  </a:cubicBezTo>
                  <a:cubicBezTo>
                    <a:pt x="15777" y="4501"/>
                    <a:pt x="16265" y="2250"/>
                    <a:pt x="16741" y="12"/>
                  </a:cubicBezTo>
                  <a:lnTo>
                    <a:pt x="16420" y="12"/>
                  </a:lnTo>
                  <a:cubicBezTo>
                    <a:pt x="15812" y="2655"/>
                    <a:pt x="15181" y="5298"/>
                    <a:pt x="14693" y="7954"/>
                  </a:cubicBezTo>
                  <a:cubicBezTo>
                    <a:pt x="14134" y="11013"/>
                    <a:pt x="13693" y="14097"/>
                    <a:pt x="13324" y="17181"/>
                  </a:cubicBezTo>
                  <a:cubicBezTo>
                    <a:pt x="12955" y="20193"/>
                    <a:pt x="12741" y="23229"/>
                    <a:pt x="12467" y="26253"/>
                  </a:cubicBezTo>
                  <a:lnTo>
                    <a:pt x="12169" y="26218"/>
                  </a:lnTo>
                  <a:cubicBezTo>
                    <a:pt x="11729" y="21253"/>
                    <a:pt x="11717" y="16300"/>
                    <a:pt x="12479" y="11359"/>
                  </a:cubicBezTo>
                  <a:cubicBezTo>
                    <a:pt x="12598" y="10561"/>
                    <a:pt x="12491" y="9728"/>
                    <a:pt x="12491" y="8906"/>
                  </a:cubicBezTo>
                  <a:lnTo>
                    <a:pt x="12491" y="8906"/>
                  </a:lnTo>
                  <a:cubicBezTo>
                    <a:pt x="11479" y="12704"/>
                    <a:pt x="10859" y="16502"/>
                    <a:pt x="10621" y="20312"/>
                  </a:cubicBezTo>
                  <a:cubicBezTo>
                    <a:pt x="9931" y="13585"/>
                    <a:pt x="9978" y="6763"/>
                    <a:pt x="1077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43"/>
            <p:cNvSpPr/>
            <p:nvPr/>
          </p:nvSpPr>
          <p:spPr>
            <a:xfrm>
              <a:off x="2676800" y="1318600"/>
              <a:ext cx="80100" cy="39150"/>
            </a:xfrm>
            <a:custGeom>
              <a:rect b="b" l="l" r="r" t="t"/>
              <a:pathLst>
                <a:path extrusionOk="0" h="1566" w="3204">
                  <a:moveTo>
                    <a:pt x="2324" y="0"/>
                  </a:moveTo>
                  <a:cubicBezTo>
                    <a:pt x="1450" y="0"/>
                    <a:pt x="695" y="276"/>
                    <a:pt x="1" y="709"/>
                  </a:cubicBezTo>
                  <a:lnTo>
                    <a:pt x="1" y="1566"/>
                  </a:lnTo>
                  <a:cubicBezTo>
                    <a:pt x="787" y="971"/>
                    <a:pt x="1751" y="578"/>
                    <a:pt x="2930" y="447"/>
                  </a:cubicBezTo>
                  <a:cubicBezTo>
                    <a:pt x="2989" y="435"/>
                    <a:pt x="3037" y="316"/>
                    <a:pt x="3204" y="90"/>
                  </a:cubicBezTo>
                  <a:cubicBezTo>
                    <a:pt x="2897" y="29"/>
                    <a:pt x="2604" y="0"/>
                    <a:pt x="23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43"/>
            <p:cNvSpPr/>
            <p:nvPr/>
          </p:nvSpPr>
          <p:spPr>
            <a:xfrm>
              <a:off x="3215275" y="1666400"/>
              <a:ext cx="97650" cy="96175"/>
            </a:xfrm>
            <a:custGeom>
              <a:rect b="b" l="l" r="r" t="t"/>
              <a:pathLst>
                <a:path extrusionOk="0" h="3847" w="3906">
                  <a:moveTo>
                    <a:pt x="3906" y="1"/>
                  </a:moveTo>
                  <a:cubicBezTo>
                    <a:pt x="3346" y="72"/>
                    <a:pt x="2786" y="108"/>
                    <a:pt x="2215" y="120"/>
                  </a:cubicBezTo>
                  <a:cubicBezTo>
                    <a:pt x="1477" y="1358"/>
                    <a:pt x="739" y="2608"/>
                    <a:pt x="0" y="3846"/>
                  </a:cubicBezTo>
                  <a:cubicBezTo>
                    <a:pt x="750" y="3549"/>
                    <a:pt x="1489" y="3215"/>
                    <a:pt x="2215" y="2858"/>
                  </a:cubicBezTo>
                  <a:cubicBezTo>
                    <a:pt x="2774" y="1906"/>
                    <a:pt x="3346" y="953"/>
                    <a:pt x="3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43"/>
            <p:cNvSpPr/>
            <p:nvPr/>
          </p:nvSpPr>
          <p:spPr>
            <a:xfrm>
              <a:off x="3335225" y="1642600"/>
              <a:ext cx="80100" cy="58650"/>
            </a:xfrm>
            <a:custGeom>
              <a:rect b="b" l="l" r="r" t="t"/>
              <a:pathLst>
                <a:path extrusionOk="0" h="2346" w="3204">
                  <a:moveTo>
                    <a:pt x="3203" y="0"/>
                  </a:moveTo>
                  <a:cubicBezTo>
                    <a:pt x="2322" y="322"/>
                    <a:pt x="1429" y="560"/>
                    <a:pt x="513" y="738"/>
                  </a:cubicBezTo>
                  <a:cubicBezTo>
                    <a:pt x="501" y="762"/>
                    <a:pt x="489" y="774"/>
                    <a:pt x="477" y="798"/>
                  </a:cubicBezTo>
                  <a:cubicBezTo>
                    <a:pt x="322" y="1048"/>
                    <a:pt x="322" y="1405"/>
                    <a:pt x="251" y="1703"/>
                  </a:cubicBezTo>
                  <a:cubicBezTo>
                    <a:pt x="155" y="1917"/>
                    <a:pt x="84" y="2131"/>
                    <a:pt x="1" y="2346"/>
                  </a:cubicBezTo>
                  <a:cubicBezTo>
                    <a:pt x="1120" y="1643"/>
                    <a:pt x="2191" y="857"/>
                    <a:pt x="3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43"/>
            <p:cNvSpPr/>
            <p:nvPr/>
          </p:nvSpPr>
          <p:spPr>
            <a:xfrm>
              <a:off x="3291475" y="1708675"/>
              <a:ext cx="111350" cy="138725"/>
            </a:xfrm>
            <a:custGeom>
              <a:rect b="b" l="l" r="r" t="t"/>
              <a:pathLst>
                <a:path extrusionOk="0" h="5549" w="4454">
                  <a:moveTo>
                    <a:pt x="4453" y="0"/>
                  </a:moveTo>
                  <a:lnTo>
                    <a:pt x="4453" y="0"/>
                  </a:lnTo>
                  <a:cubicBezTo>
                    <a:pt x="3322" y="727"/>
                    <a:pt x="2096" y="1310"/>
                    <a:pt x="834" y="1739"/>
                  </a:cubicBezTo>
                  <a:cubicBezTo>
                    <a:pt x="322" y="2929"/>
                    <a:pt x="155" y="4191"/>
                    <a:pt x="0" y="5549"/>
                  </a:cubicBezTo>
                  <a:cubicBezTo>
                    <a:pt x="250" y="5239"/>
                    <a:pt x="500" y="4930"/>
                    <a:pt x="750" y="4620"/>
                  </a:cubicBezTo>
                  <a:cubicBezTo>
                    <a:pt x="1274" y="3644"/>
                    <a:pt x="1798" y="2656"/>
                    <a:pt x="2417" y="1513"/>
                  </a:cubicBezTo>
                  <a:cubicBezTo>
                    <a:pt x="2465" y="1894"/>
                    <a:pt x="2477" y="2215"/>
                    <a:pt x="2429" y="2525"/>
                  </a:cubicBezTo>
                  <a:cubicBezTo>
                    <a:pt x="3108" y="1679"/>
                    <a:pt x="3775" y="834"/>
                    <a:pt x="4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43"/>
            <p:cNvSpPr/>
            <p:nvPr/>
          </p:nvSpPr>
          <p:spPr>
            <a:xfrm>
              <a:off x="3179850" y="1469050"/>
              <a:ext cx="445925" cy="381625"/>
            </a:xfrm>
            <a:custGeom>
              <a:rect b="b" l="l" r="r" t="t"/>
              <a:pathLst>
                <a:path extrusionOk="0" h="15265" w="17837">
                  <a:moveTo>
                    <a:pt x="16503" y="1"/>
                  </a:moveTo>
                  <a:cubicBezTo>
                    <a:pt x="16491" y="13"/>
                    <a:pt x="16479" y="25"/>
                    <a:pt x="16467" y="49"/>
                  </a:cubicBezTo>
                  <a:cubicBezTo>
                    <a:pt x="14395" y="2537"/>
                    <a:pt x="11776" y="4573"/>
                    <a:pt x="8859" y="5990"/>
                  </a:cubicBezTo>
                  <a:cubicBezTo>
                    <a:pt x="8644" y="6097"/>
                    <a:pt x="8430" y="6192"/>
                    <a:pt x="8216" y="6287"/>
                  </a:cubicBezTo>
                  <a:cubicBezTo>
                    <a:pt x="7954" y="6418"/>
                    <a:pt x="7680" y="6526"/>
                    <a:pt x="7406" y="6645"/>
                  </a:cubicBezTo>
                  <a:cubicBezTo>
                    <a:pt x="6847" y="6859"/>
                    <a:pt x="6287" y="7073"/>
                    <a:pt x="5715" y="7240"/>
                  </a:cubicBezTo>
                  <a:cubicBezTo>
                    <a:pt x="5084" y="7442"/>
                    <a:pt x="4442" y="7621"/>
                    <a:pt x="3787" y="7752"/>
                  </a:cubicBezTo>
                  <a:cubicBezTo>
                    <a:pt x="3358" y="7847"/>
                    <a:pt x="2941" y="7930"/>
                    <a:pt x="2513" y="8002"/>
                  </a:cubicBezTo>
                  <a:cubicBezTo>
                    <a:pt x="2882" y="8014"/>
                    <a:pt x="3263" y="8014"/>
                    <a:pt x="3632" y="8014"/>
                  </a:cubicBezTo>
                  <a:cubicBezTo>
                    <a:pt x="4203" y="8002"/>
                    <a:pt x="4763" y="7966"/>
                    <a:pt x="5323" y="7895"/>
                  </a:cubicBezTo>
                  <a:cubicBezTo>
                    <a:pt x="5799" y="7847"/>
                    <a:pt x="6263" y="7776"/>
                    <a:pt x="6728" y="7680"/>
                  </a:cubicBezTo>
                  <a:cubicBezTo>
                    <a:pt x="7644" y="7502"/>
                    <a:pt x="8549" y="7264"/>
                    <a:pt x="9418" y="6942"/>
                  </a:cubicBezTo>
                  <a:lnTo>
                    <a:pt x="9418" y="6942"/>
                  </a:lnTo>
                  <a:cubicBezTo>
                    <a:pt x="8406" y="7799"/>
                    <a:pt x="7335" y="8573"/>
                    <a:pt x="6216" y="9288"/>
                  </a:cubicBezTo>
                  <a:cubicBezTo>
                    <a:pt x="5382" y="9812"/>
                    <a:pt x="4513" y="10300"/>
                    <a:pt x="3632" y="10740"/>
                  </a:cubicBezTo>
                  <a:cubicBezTo>
                    <a:pt x="2906" y="11109"/>
                    <a:pt x="2167" y="11431"/>
                    <a:pt x="1417" y="11740"/>
                  </a:cubicBezTo>
                  <a:cubicBezTo>
                    <a:pt x="941" y="11919"/>
                    <a:pt x="477" y="12098"/>
                    <a:pt x="0" y="12264"/>
                  </a:cubicBezTo>
                  <a:cubicBezTo>
                    <a:pt x="370" y="12252"/>
                    <a:pt x="751" y="12241"/>
                    <a:pt x="1132" y="12205"/>
                  </a:cubicBezTo>
                  <a:cubicBezTo>
                    <a:pt x="1727" y="12157"/>
                    <a:pt x="2322" y="12074"/>
                    <a:pt x="2906" y="11967"/>
                  </a:cubicBezTo>
                  <a:cubicBezTo>
                    <a:pt x="3191" y="11907"/>
                    <a:pt x="3489" y="11848"/>
                    <a:pt x="3775" y="11776"/>
                  </a:cubicBezTo>
                  <a:cubicBezTo>
                    <a:pt x="4287" y="11657"/>
                    <a:pt x="4799" y="11502"/>
                    <a:pt x="5299" y="11324"/>
                  </a:cubicBezTo>
                  <a:cubicBezTo>
                    <a:pt x="6561" y="10883"/>
                    <a:pt x="7787" y="10312"/>
                    <a:pt x="8918" y="9585"/>
                  </a:cubicBezTo>
                  <a:lnTo>
                    <a:pt x="8918" y="9585"/>
                  </a:lnTo>
                  <a:cubicBezTo>
                    <a:pt x="8240" y="10419"/>
                    <a:pt x="7573" y="11264"/>
                    <a:pt x="6894" y="12110"/>
                  </a:cubicBezTo>
                  <a:cubicBezTo>
                    <a:pt x="6335" y="12800"/>
                    <a:pt x="5775" y="13503"/>
                    <a:pt x="5215" y="14205"/>
                  </a:cubicBezTo>
                  <a:cubicBezTo>
                    <a:pt x="4965" y="14515"/>
                    <a:pt x="4715" y="14824"/>
                    <a:pt x="4465" y="15134"/>
                  </a:cubicBezTo>
                  <a:lnTo>
                    <a:pt x="4358" y="15265"/>
                  </a:lnTo>
                  <a:cubicBezTo>
                    <a:pt x="4394" y="15229"/>
                    <a:pt x="4418" y="15193"/>
                    <a:pt x="4453" y="15169"/>
                  </a:cubicBezTo>
                  <a:cubicBezTo>
                    <a:pt x="4942" y="14693"/>
                    <a:pt x="5406" y="14217"/>
                    <a:pt x="5870" y="13717"/>
                  </a:cubicBezTo>
                  <a:cubicBezTo>
                    <a:pt x="6049" y="13514"/>
                    <a:pt x="6227" y="13324"/>
                    <a:pt x="6406" y="13122"/>
                  </a:cubicBezTo>
                  <a:cubicBezTo>
                    <a:pt x="6668" y="12824"/>
                    <a:pt x="6930" y="12526"/>
                    <a:pt x="7180" y="12241"/>
                  </a:cubicBezTo>
                  <a:cubicBezTo>
                    <a:pt x="10728" y="8204"/>
                    <a:pt x="14276" y="4168"/>
                    <a:pt x="17836" y="144"/>
                  </a:cubicBezTo>
                  <a:lnTo>
                    <a:pt x="17836" y="144"/>
                  </a:lnTo>
                  <a:cubicBezTo>
                    <a:pt x="17785" y="146"/>
                    <a:pt x="17734" y="147"/>
                    <a:pt x="17683" y="147"/>
                  </a:cubicBezTo>
                  <a:cubicBezTo>
                    <a:pt x="17436" y="147"/>
                    <a:pt x="17190" y="124"/>
                    <a:pt x="16943" y="84"/>
                  </a:cubicBezTo>
                  <a:cubicBezTo>
                    <a:pt x="16800" y="60"/>
                    <a:pt x="16645" y="37"/>
                    <a:pt x="1650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43"/>
            <p:cNvSpPr/>
            <p:nvPr/>
          </p:nvSpPr>
          <p:spPr>
            <a:xfrm>
              <a:off x="3582275" y="1464000"/>
              <a:ext cx="14325" cy="5075"/>
            </a:xfrm>
            <a:custGeom>
              <a:rect b="b" l="l" r="r" t="t"/>
              <a:pathLst>
                <a:path extrusionOk="0" h="203" w="573">
                  <a:moveTo>
                    <a:pt x="572" y="1"/>
                  </a:moveTo>
                  <a:lnTo>
                    <a:pt x="227" y="48"/>
                  </a:lnTo>
                  <a:lnTo>
                    <a:pt x="1" y="72"/>
                  </a:lnTo>
                  <a:cubicBezTo>
                    <a:pt x="96" y="108"/>
                    <a:pt x="203" y="143"/>
                    <a:pt x="310" y="179"/>
                  </a:cubicBezTo>
                  <a:cubicBezTo>
                    <a:pt x="346" y="179"/>
                    <a:pt x="370" y="191"/>
                    <a:pt x="406" y="203"/>
                  </a:cubicBezTo>
                  <a:cubicBezTo>
                    <a:pt x="453" y="131"/>
                    <a:pt x="513" y="72"/>
                    <a:pt x="572" y="1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43"/>
            <p:cNvSpPr/>
            <p:nvPr/>
          </p:nvSpPr>
          <p:spPr>
            <a:xfrm>
              <a:off x="4023700" y="1151175"/>
              <a:ext cx="402175" cy="586100"/>
            </a:xfrm>
            <a:custGeom>
              <a:rect b="b" l="l" r="r" t="t"/>
              <a:pathLst>
                <a:path extrusionOk="0" h="23444" w="16087">
                  <a:moveTo>
                    <a:pt x="15896" y="0"/>
                  </a:moveTo>
                  <a:cubicBezTo>
                    <a:pt x="12347" y="6084"/>
                    <a:pt x="8966" y="11513"/>
                    <a:pt x="6347" y="15526"/>
                  </a:cubicBezTo>
                  <a:cubicBezTo>
                    <a:pt x="4906" y="17728"/>
                    <a:pt x="3787" y="19538"/>
                    <a:pt x="2751" y="20586"/>
                  </a:cubicBezTo>
                  <a:cubicBezTo>
                    <a:pt x="2239" y="21110"/>
                    <a:pt x="1787" y="21455"/>
                    <a:pt x="1465" y="21681"/>
                  </a:cubicBezTo>
                  <a:cubicBezTo>
                    <a:pt x="1382" y="21729"/>
                    <a:pt x="1298" y="21777"/>
                    <a:pt x="1239" y="21824"/>
                  </a:cubicBezTo>
                  <a:cubicBezTo>
                    <a:pt x="1179" y="21860"/>
                    <a:pt x="1132" y="21884"/>
                    <a:pt x="1084" y="21908"/>
                  </a:cubicBezTo>
                  <a:cubicBezTo>
                    <a:pt x="1025" y="21955"/>
                    <a:pt x="989" y="21967"/>
                    <a:pt x="977" y="21979"/>
                  </a:cubicBezTo>
                  <a:cubicBezTo>
                    <a:pt x="1060" y="21943"/>
                    <a:pt x="1144" y="21896"/>
                    <a:pt x="1227" y="21848"/>
                  </a:cubicBezTo>
                  <a:cubicBezTo>
                    <a:pt x="1989" y="21479"/>
                    <a:pt x="2668" y="20955"/>
                    <a:pt x="3263" y="20360"/>
                  </a:cubicBezTo>
                  <a:cubicBezTo>
                    <a:pt x="3930" y="19693"/>
                    <a:pt x="4513" y="18967"/>
                    <a:pt x="5061" y="18228"/>
                  </a:cubicBezTo>
                  <a:cubicBezTo>
                    <a:pt x="6144" y="16752"/>
                    <a:pt x="7168" y="15288"/>
                    <a:pt x="8121" y="13871"/>
                  </a:cubicBezTo>
                  <a:cubicBezTo>
                    <a:pt x="10026" y="11025"/>
                    <a:pt x="11633" y="8323"/>
                    <a:pt x="12943" y="5989"/>
                  </a:cubicBezTo>
                  <a:cubicBezTo>
                    <a:pt x="14252" y="3667"/>
                    <a:pt x="15241" y="1703"/>
                    <a:pt x="15919" y="333"/>
                  </a:cubicBezTo>
                  <a:cubicBezTo>
                    <a:pt x="15979" y="214"/>
                    <a:pt x="16027" y="107"/>
                    <a:pt x="16086" y="0"/>
                  </a:cubicBezTo>
                  <a:close/>
                  <a:moveTo>
                    <a:pt x="7787" y="0"/>
                  </a:moveTo>
                  <a:cubicBezTo>
                    <a:pt x="6001" y="4965"/>
                    <a:pt x="4120" y="9906"/>
                    <a:pt x="2430" y="14907"/>
                  </a:cubicBezTo>
                  <a:cubicBezTo>
                    <a:pt x="1644" y="17228"/>
                    <a:pt x="1513" y="19764"/>
                    <a:pt x="477" y="22038"/>
                  </a:cubicBezTo>
                  <a:cubicBezTo>
                    <a:pt x="275" y="22491"/>
                    <a:pt x="155" y="22979"/>
                    <a:pt x="1" y="23443"/>
                  </a:cubicBezTo>
                  <a:cubicBezTo>
                    <a:pt x="465" y="23015"/>
                    <a:pt x="751" y="22527"/>
                    <a:pt x="965" y="22003"/>
                  </a:cubicBezTo>
                  <a:cubicBezTo>
                    <a:pt x="965" y="21991"/>
                    <a:pt x="965" y="21991"/>
                    <a:pt x="977" y="21979"/>
                  </a:cubicBezTo>
                  <a:cubicBezTo>
                    <a:pt x="1572" y="20526"/>
                    <a:pt x="2156" y="19074"/>
                    <a:pt x="2727" y="17609"/>
                  </a:cubicBezTo>
                  <a:cubicBezTo>
                    <a:pt x="4989" y="11799"/>
                    <a:pt x="7037" y="5917"/>
                    <a:pt x="900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43"/>
            <p:cNvSpPr/>
            <p:nvPr/>
          </p:nvSpPr>
          <p:spPr>
            <a:xfrm>
              <a:off x="2762825" y="4354525"/>
              <a:ext cx="271500" cy="203325"/>
            </a:xfrm>
            <a:custGeom>
              <a:rect b="b" l="l" r="r" t="t"/>
              <a:pathLst>
                <a:path extrusionOk="0" h="8133" w="10860">
                  <a:moveTo>
                    <a:pt x="10681" y="1"/>
                  </a:moveTo>
                  <a:cubicBezTo>
                    <a:pt x="7061" y="2632"/>
                    <a:pt x="3442" y="5275"/>
                    <a:pt x="1" y="8133"/>
                  </a:cubicBezTo>
                  <a:lnTo>
                    <a:pt x="953" y="8133"/>
                  </a:lnTo>
                  <a:cubicBezTo>
                    <a:pt x="4263" y="5490"/>
                    <a:pt x="7561" y="2858"/>
                    <a:pt x="10859" y="215"/>
                  </a:cubicBezTo>
                  <a:cubicBezTo>
                    <a:pt x="10800" y="144"/>
                    <a:pt x="10740" y="72"/>
                    <a:pt x="1068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43"/>
            <p:cNvSpPr/>
            <p:nvPr/>
          </p:nvSpPr>
          <p:spPr>
            <a:xfrm>
              <a:off x="4123425" y="3537775"/>
              <a:ext cx="389350" cy="254800"/>
            </a:xfrm>
            <a:custGeom>
              <a:rect b="b" l="l" r="r" t="t"/>
              <a:pathLst>
                <a:path extrusionOk="0" h="10192" w="15574">
                  <a:moveTo>
                    <a:pt x="15574" y="0"/>
                  </a:moveTo>
                  <a:cubicBezTo>
                    <a:pt x="14395" y="762"/>
                    <a:pt x="13228" y="1548"/>
                    <a:pt x="12097" y="2393"/>
                  </a:cubicBezTo>
                  <a:cubicBezTo>
                    <a:pt x="9847" y="3679"/>
                    <a:pt x="7823" y="4929"/>
                    <a:pt x="6096" y="6037"/>
                  </a:cubicBezTo>
                  <a:cubicBezTo>
                    <a:pt x="4275" y="7203"/>
                    <a:pt x="2798" y="8204"/>
                    <a:pt x="1751" y="8930"/>
                  </a:cubicBezTo>
                  <a:cubicBezTo>
                    <a:pt x="631" y="9716"/>
                    <a:pt x="0" y="10192"/>
                    <a:pt x="0" y="10192"/>
                  </a:cubicBezTo>
                  <a:cubicBezTo>
                    <a:pt x="1524" y="9382"/>
                    <a:pt x="3013" y="8585"/>
                    <a:pt x="4429" y="7799"/>
                  </a:cubicBezTo>
                  <a:cubicBezTo>
                    <a:pt x="8478" y="5548"/>
                    <a:pt x="12061" y="3417"/>
                    <a:pt x="14847" y="1703"/>
                  </a:cubicBezTo>
                  <a:cubicBezTo>
                    <a:pt x="15097" y="1548"/>
                    <a:pt x="15336" y="1393"/>
                    <a:pt x="15574" y="1250"/>
                  </a:cubicBezTo>
                  <a:lnTo>
                    <a:pt x="15574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43"/>
            <p:cNvSpPr/>
            <p:nvPr/>
          </p:nvSpPr>
          <p:spPr>
            <a:xfrm>
              <a:off x="3227775" y="3892275"/>
              <a:ext cx="110150" cy="403650"/>
            </a:xfrm>
            <a:custGeom>
              <a:rect b="b" l="l" r="r" t="t"/>
              <a:pathLst>
                <a:path extrusionOk="0" h="16146" w="4406">
                  <a:moveTo>
                    <a:pt x="4406" y="0"/>
                  </a:moveTo>
                  <a:lnTo>
                    <a:pt x="4406" y="0"/>
                  </a:lnTo>
                  <a:cubicBezTo>
                    <a:pt x="2132" y="5096"/>
                    <a:pt x="834" y="10561"/>
                    <a:pt x="0" y="16145"/>
                  </a:cubicBezTo>
                  <a:cubicBezTo>
                    <a:pt x="1477" y="10764"/>
                    <a:pt x="2941" y="5382"/>
                    <a:pt x="44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43"/>
            <p:cNvSpPr/>
            <p:nvPr/>
          </p:nvSpPr>
          <p:spPr>
            <a:xfrm>
              <a:off x="4198725" y="2822500"/>
              <a:ext cx="147075" cy="40575"/>
            </a:xfrm>
            <a:custGeom>
              <a:rect b="b" l="l" r="r" t="t"/>
              <a:pathLst>
                <a:path extrusionOk="0" h="1623" w="5883">
                  <a:moveTo>
                    <a:pt x="72" y="1"/>
                  </a:moveTo>
                  <a:cubicBezTo>
                    <a:pt x="48" y="84"/>
                    <a:pt x="24" y="167"/>
                    <a:pt x="1" y="262"/>
                  </a:cubicBezTo>
                  <a:cubicBezTo>
                    <a:pt x="1453" y="691"/>
                    <a:pt x="2894" y="1155"/>
                    <a:pt x="4346" y="1548"/>
                  </a:cubicBezTo>
                  <a:cubicBezTo>
                    <a:pt x="4513" y="1593"/>
                    <a:pt x="4679" y="1622"/>
                    <a:pt x="4839" y="1622"/>
                  </a:cubicBezTo>
                  <a:cubicBezTo>
                    <a:pt x="5275" y="1622"/>
                    <a:pt x="5665" y="1405"/>
                    <a:pt x="5882" y="691"/>
                  </a:cubicBezTo>
                  <a:cubicBezTo>
                    <a:pt x="3906" y="453"/>
                    <a:pt x="1989" y="227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43"/>
            <p:cNvSpPr/>
            <p:nvPr/>
          </p:nvSpPr>
          <p:spPr>
            <a:xfrm>
              <a:off x="4462750" y="2847200"/>
              <a:ext cx="50025" cy="25825"/>
            </a:xfrm>
            <a:custGeom>
              <a:rect b="b" l="l" r="r" t="t"/>
              <a:pathLst>
                <a:path extrusionOk="0" h="1033" w="2001">
                  <a:moveTo>
                    <a:pt x="2001" y="1"/>
                  </a:moveTo>
                  <a:cubicBezTo>
                    <a:pt x="310" y="96"/>
                    <a:pt x="227" y="286"/>
                    <a:pt x="0" y="941"/>
                  </a:cubicBezTo>
                  <a:cubicBezTo>
                    <a:pt x="294" y="1002"/>
                    <a:pt x="621" y="1032"/>
                    <a:pt x="969" y="1032"/>
                  </a:cubicBezTo>
                  <a:cubicBezTo>
                    <a:pt x="1299" y="1032"/>
                    <a:pt x="1647" y="1005"/>
                    <a:pt x="2001" y="953"/>
                  </a:cubicBezTo>
                  <a:lnTo>
                    <a:pt x="2001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43"/>
            <p:cNvSpPr/>
            <p:nvPr/>
          </p:nvSpPr>
          <p:spPr>
            <a:xfrm>
              <a:off x="4480000" y="1151175"/>
              <a:ext cx="31875" cy="37225"/>
            </a:xfrm>
            <a:custGeom>
              <a:rect b="b" l="l" r="r" t="t"/>
              <a:pathLst>
                <a:path extrusionOk="0" h="1489" w="1275">
                  <a:moveTo>
                    <a:pt x="965" y="0"/>
                  </a:moveTo>
                  <a:cubicBezTo>
                    <a:pt x="727" y="369"/>
                    <a:pt x="489" y="738"/>
                    <a:pt x="251" y="1107"/>
                  </a:cubicBezTo>
                  <a:cubicBezTo>
                    <a:pt x="168" y="1238"/>
                    <a:pt x="84" y="1357"/>
                    <a:pt x="1" y="1488"/>
                  </a:cubicBezTo>
                  <a:cubicBezTo>
                    <a:pt x="84" y="1393"/>
                    <a:pt x="168" y="1298"/>
                    <a:pt x="251" y="1203"/>
                  </a:cubicBezTo>
                  <a:cubicBezTo>
                    <a:pt x="608" y="810"/>
                    <a:pt x="942" y="405"/>
                    <a:pt x="127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43"/>
            <p:cNvSpPr/>
            <p:nvPr/>
          </p:nvSpPr>
          <p:spPr>
            <a:xfrm>
              <a:off x="4508875" y="1393150"/>
              <a:ext cx="3900" cy="7475"/>
            </a:xfrm>
            <a:custGeom>
              <a:rect b="b" l="l" r="r" t="t"/>
              <a:pathLst>
                <a:path extrusionOk="0" h="299" w="156">
                  <a:moveTo>
                    <a:pt x="156" y="1"/>
                  </a:moveTo>
                  <a:cubicBezTo>
                    <a:pt x="108" y="96"/>
                    <a:pt x="49" y="191"/>
                    <a:pt x="1" y="298"/>
                  </a:cubicBezTo>
                  <a:cubicBezTo>
                    <a:pt x="60" y="239"/>
                    <a:pt x="108" y="168"/>
                    <a:pt x="156" y="108"/>
                  </a:cubicBezTo>
                  <a:lnTo>
                    <a:pt x="156" y="1"/>
                  </a:ln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43"/>
            <p:cNvSpPr/>
            <p:nvPr/>
          </p:nvSpPr>
          <p:spPr>
            <a:xfrm>
              <a:off x="4218375" y="3605625"/>
              <a:ext cx="294400" cy="187550"/>
            </a:xfrm>
            <a:custGeom>
              <a:rect b="b" l="l" r="r" t="t"/>
              <a:pathLst>
                <a:path extrusionOk="0" h="7502" w="11776">
                  <a:moveTo>
                    <a:pt x="11776" y="1"/>
                  </a:moveTo>
                  <a:cubicBezTo>
                    <a:pt x="10204" y="679"/>
                    <a:pt x="8740" y="1441"/>
                    <a:pt x="7406" y="2203"/>
                  </a:cubicBezTo>
                  <a:cubicBezTo>
                    <a:pt x="6061" y="2989"/>
                    <a:pt x="4846" y="3775"/>
                    <a:pt x="3822" y="4489"/>
                  </a:cubicBezTo>
                  <a:cubicBezTo>
                    <a:pt x="2620" y="5347"/>
                    <a:pt x="1655" y="6097"/>
                    <a:pt x="1001" y="6644"/>
                  </a:cubicBezTo>
                  <a:cubicBezTo>
                    <a:pt x="346" y="7180"/>
                    <a:pt x="0" y="7502"/>
                    <a:pt x="0" y="7502"/>
                  </a:cubicBezTo>
                  <a:cubicBezTo>
                    <a:pt x="3394" y="5632"/>
                    <a:pt x="6454" y="3787"/>
                    <a:pt x="8823" y="2323"/>
                  </a:cubicBezTo>
                  <a:cubicBezTo>
                    <a:pt x="9121" y="2144"/>
                    <a:pt x="9406" y="1965"/>
                    <a:pt x="9680" y="1787"/>
                  </a:cubicBezTo>
                  <a:cubicBezTo>
                    <a:pt x="10490" y="1287"/>
                    <a:pt x="11192" y="846"/>
                    <a:pt x="11776" y="465"/>
                  </a:cubicBezTo>
                  <a:lnTo>
                    <a:pt x="11776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43"/>
            <p:cNvSpPr/>
            <p:nvPr/>
          </p:nvSpPr>
          <p:spPr>
            <a:xfrm>
              <a:off x="3437025" y="2111400"/>
              <a:ext cx="188450" cy="111650"/>
            </a:xfrm>
            <a:custGeom>
              <a:rect b="b" l="l" r="r" t="t"/>
              <a:pathLst>
                <a:path extrusionOk="0" h="4466" w="7538">
                  <a:moveTo>
                    <a:pt x="7537" y="1"/>
                  </a:moveTo>
                  <a:cubicBezTo>
                    <a:pt x="2977" y="1644"/>
                    <a:pt x="0" y="4465"/>
                    <a:pt x="0" y="4465"/>
                  </a:cubicBezTo>
                  <a:cubicBezTo>
                    <a:pt x="4477" y="3001"/>
                    <a:pt x="7537" y="1"/>
                    <a:pt x="75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43"/>
            <p:cNvSpPr/>
            <p:nvPr/>
          </p:nvSpPr>
          <p:spPr>
            <a:xfrm>
              <a:off x="3612050" y="2214025"/>
              <a:ext cx="1200" cy="1575"/>
            </a:xfrm>
            <a:custGeom>
              <a:rect b="b" l="l" r="r" t="t"/>
              <a:pathLst>
                <a:path extrusionOk="0" h="63" w="48">
                  <a:moveTo>
                    <a:pt x="35" y="1"/>
                  </a:moveTo>
                  <a:cubicBezTo>
                    <a:pt x="33" y="1"/>
                    <a:pt x="21" y="32"/>
                    <a:pt x="0" y="63"/>
                  </a:cubicBezTo>
                  <a:cubicBezTo>
                    <a:pt x="36" y="63"/>
                    <a:pt x="48" y="39"/>
                    <a:pt x="36" y="3"/>
                  </a:cubicBezTo>
                  <a:cubicBezTo>
                    <a:pt x="36" y="2"/>
                    <a:pt x="36" y="1"/>
                    <a:pt x="35" y="1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43"/>
            <p:cNvSpPr/>
            <p:nvPr/>
          </p:nvSpPr>
          <p:spPr>
            <a:xfrm>
              <a:off x="3602525" y="2127775"/>
              <a:ext cx="176825" cy="88800"/>
            </a:xfrm>
            <a:custGeom>
              <a:rect b="b" l="l" r="r" t="t"/>
              <a:pathLst>
                <a:path extrusionOk="0" h="3552" w="7073">
                  <a:moveTo>
                    <a:pt x="7073" y="0"/>
                  </a:moveTo>
                  <a:cubicBezTo>
                    <a:pt x="4846" y="489"/>
                    <a:pt x="2977" y="1334"/>
                    <a:pt x="1655" y="2036"/>
                  </a:cubicBezTo>
                  <a:cubicBezTo>
                    <a:pt x="1322" y="2215"/>
                    <a:pt x="1024" y="2394"/>
                    <a:pt x="762" y="2548"/>
                  </a:cubicBezTo>
                  <a:cubicBezTo>
                    <a:pt x="643" y="2620"/>
                    <a:pt x="524" y="2703"/>
                    <a:pt x="405" y="2763"/>
                  </a:cubicBezTo>
                  <a:cubicBezTo>
                    <a:pt x="286" y="2846"/>
                    <a:pt x="167" y="2929"/>
                    <a:pt x="84" y="3048"/>
                  </a:cubicBezTo>
                  <a:cubicBezTo>
                    <a:pt x="12" y="3167"/>
                    <a:pt x="0" y="3310"/>
                    <a:pt x="48" y="3406"/>
                  </a:cubicBezTo>
                  <a:cubicBezTo>
                    <a:pt x="108" y="3489"/>
                    <a:pt x="191" y="3537"/>
                    <a:pt x="262" y="3548"/>
                  </a:cubicBezTo>
                  <a:cubicBezTo>
                    <a:pt x="273" y="3551"/>
                    <a:pt x="283" y="3552"/>
                    <a:pt x="293" y="3552"/>
                  </a:cubicBezTo>
                  <a:cubicBezTo>
                    <a:pt x="335" y="3552"/>
                    <a:pt x="362" y="3532"/>
                    <a:pt x="381" y="3513"/>
                  </a:cubicBezTo>
                  <a:cubicBezTo>
                    <a:pt x="358" y="3513"/>
                    <a:pt x="334" y="3513"/>
                    <a:pt x="310" y="3501"/>
                  </a:cubicBezTo>
                  <a:cubicBezTo>
                    <a:pt x="250" y="3477"/>
                    <a:pt x="215" y="3441"/>
                    <a:pt x="203" y="3382"/>
                  </a:cubicBezTo>
                  <a:cubicBezTo>
                    <a:pt x="191" y="3275"/>
                    <a:pt x="298" y="3203"/>
                    <a:pt x="393" y="3167"/>
                  </a:cubicBezTo>
                  <a:cubicBezTo>
                    <a:pt x="608" y="3108"/>
                    <a:pt x="893" y="3036"/>
                    <a:pt x="1143" y="2965"/>
                  </a:cubicBezTo>
                  <a:cubicBezTo>
                    <a:pt x="1643" y="2810"/>
                    <a:pt x="2120" y="2644"/>
                    <a:pt x="2572" y="2477"/>
                  </a:cubicBezTo>
                  <a:cubicBezTo>
                    <a:pt x="3489" y="2120"/>
                    <a:pt x="4287" y="1727"/>
                    <a:pt x="4953" y="1358"/>
                  </a:cubicBezTo>
                  <a:cubicBezTo>
                    <a:pt x="6287" y="631"/>
                    <a:pt x="7073" y="0"/>
                    <a:pt x="70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43"/>
            <p:cNvSpPr/>
            <p:nvPr/>
          </p:nvSpPr>
          <p:spPr>
            <a:xfrm>
              <a:off x="3729625" y="2136400"/>
              <a:ext cx="169975" cy="80400"/>
            </a:xfrm>
            <a:custGeom>
              <a:rect b="b" l="l" r="r" t="t"/>
              <a:pathLst>
                <a:path extrusionOk="0" h="3216" w="6799">
                  <a:moveTo>
                    <a:pt x="6799" y="1"/>
                  </a:moveTo>
                  <a:cubicBezTo>
                    <a:pt x="2715" y="929"/>
                    <a:pt x="0" y="3215"/>
                    <a:pt x="0" y="3215"/>
                  </a:cubicBezTo>
                  <a:cubicBezTo>
                    <a:pt x="4001" y="2453"/>
                    <a:pt x="6799" y="1"/>
                    <a:pt x="6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7" name="Google Shape;1467;p43"/>
          <p:cNvSpPr/>
          <p:nvPr/>
        </p:nvSpPr>
        <p:spPr>
          <a:xfrm>
            <a:off x="2200650" y="-368625"/>
            <a:ext cx="2347200" cy="1812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44"/>
          <p:cNvSpPr txBox="1"/>
          <p:nvPr>
            <p:ph type="title"/>
          </p:nvPr>
        </p:nvSpPr>
        <p:spPr>
          <a:xfrm>
            <a:off x="2538875" y="139175"/>
            <a:ext cx="527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Duración vs Calidad</a:t>
            </a:r>
            <a:endParaRPr/>
          </a:p>
        </p:txBody>
      </p:sp>
      <p:grpSp>
        <p:nvGrpSpPr>
          <p:cNvPr id="1473" name="Google Shape;1473;p44"/>
          <p:cNvGrpSpPr/>
          <p:nvPr/>
        </p:nvGrpSpPr>
        <p:grpSpPr>
          <a:xfrm>
            <a:off x="226672" y="194477"/>
            <a:ext cx="993248" cy="2132532"/>
            <a:chOff x="2983700" y="946975"/>
            <a:chExt cx="1698150" cy="3646600"/>
          </a:xfrm>
        </p:grpSpPr>
        <p:sp>
          <p:nvSpPr>
            <p:cNvPr id="1474" name="Google Shape;1474;p44"/>
            <p:cNvSpPr/>
            <p:nvPr/>
          </p:nvSpPr>
          <p:spPr>
            <a:xfrm>
              <a:off x="3750750" y="3854475"/>
              <a:ext cx="925" cy="925"/>
            </a:xfrm>
            <a:custGeom>
              <a:rect b="b" l="l" r="r" t="t"/>
              <a:pathLst>
                <a:path extrusionOk="0" h="37" w="37">
                  <a:moveTo>
                    <a:pt x="24" y="0"/>
                  </a:moveTo>
                  <a:cubicBezTo>
                    <a:pt x="13" y="12"/>
                    <a:pt x="1" y="24"/>
                    <a:pt x="1" y="36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44"/>
            <p:cNvSpPr/>
            <p:nvPr/>
          </p:nvSpPr>
          <p:spPr>
            <a:xfrm>
              <a:off x="3193550" y="4329825"/>
              <a:ext cx="50625" cy="34850"/>
            </a:xfrm>
            <a:custGeom>
              <a:rect b="b" l="l" r="r" t="t"/>
              <a:pathLst>
                <a:path extrusionOk="0" h="1394" w="2025">
                  <a:moveTo>
                    <a:pt x="2024" y="1"/>
                  </a:moveTo>
                  <a:cubicBezTo>
                    <a:pt x="1310" y="525"/>
                    <a:pt x="631" y="1001"/>
                    <a:pt x="0" y="1394"/>
                  </a:cubicBezTo>
                  <a:cubicBezTo>
                    <a:pt x="238" y="1275"/>
                    <a:pt x="465" y="1144"/>
                    <a:pt x="667" y="1001"/>
                  </a:cubicBezTo>
                  <a:cubicBezTo>
                    <a:pt x="1072" y="715"/>
                    <a:pt x="1524" y="382"/>
                    <a:pt x="2024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44"/>
            <p:cNvSpPr/>
            <p:nvPr/>
          </p:nvSpPr>
          <p:spPr>
            <a:xfrm>
              <a:off x="3320950" y="4022950"/>
              <a:ext cx="262850" cy="245300"/>
            </a:xfrm>
            <a:custGeom>
              <a:rect b="b" l="l" r="r" t="t"/>
              <a:pathLst>
                <a:path extrusionOk="0" h="9812" w="10514">
                  <a:moveTo>
                    <a:pt x="10513" y="0"/>
                  </a:moveTo>
                  <a:cubicBezTo>
                    <a:pt x="7144" y="3346"/>
                    <a:pt x="3370" y="6965"/>
                    <a:pt x="0" y="9811"/>
                  </a:cubicBezTo>
                  <a:cubicBezTo>
                    <a:pt x="1607" y="8478"/>
                    <a:pt x="3429" y="6894"/>
                    <a:pt x="5382" y="5144"/>
                  </a:cubicBezTo>
                  <a:cubicBezTo>
                    <a:pt x="5965" y="4560"/>
                    <a:pt x="6560" y="3977"/>
                    <a:pt x="7132" y="3394"/>
                  </a:cubicBezTo>
                  <a:cubicBezTo>
                    <a:pt x="8263" y="2263"/>
                    <a:pt x="9382" y="1131"/>
                    <a:pt x="10513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44"/>
            <p:cNvSpPr/>
            <p:nvPr/>
          </p:nvSpPr>
          <p:spPr>
            <a:xfrm>
              <a:off x="4158550" y="3961625"/>
              <a:ext cx="195275" cy="314650"/>
            </a:xfrm>
            <a:custGeom>
              <a:rect b="b" l="l" r="r" t="t"/>
              <a:pathLst>
                <a:path extrusionOk="0" h="12586" w="7811">
                  <a:moveTo>
                    <a:pt x="7811" y="1"/>
                  </a:moveTo>
                  <a:lnTo>
                    <a:pt x="7811" y="1"/>
                  </a:lnTo>
                  <a:cubicBezTo>
                    <a:pt x="6882" y="1501"/>
                    <a:pt x="5953" y="2977"/>
                    <a:pt x="5013" y="4430"/>
                  </a:cubicBezTo>
                  <a:cubicBezTo>
                    <a:pt x="3274" y="7156"/>
                    <a:pt x="1560" y="9835"/>
                    <a:pt x="0" y="12586"/>
                  </a:cubicBezTo>
                  <a:lnTo>
                    <a:pt x="191" y="12300"/>
                  </a:lnTo>
                  <a:cubicBezTo>
                    <a:pt x="2727" y="8406"/>
                    <a:pt x="5358" y="4358"/>
                    <a:pt x="7811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44"/>
            <p:cNvSpPr/>
            <p:nvPr/>
          </p:nvSpPr>
          <p:spPr>
            <a:xfrm>
              <a:off x="4632400" y="3678850"/>
              <a:ext cx="49150" cy="56000"/>
            </a:xfrm>
            <a:custGeom>
              <a:rect b="b" l="l" r="r" t="t"/>
              <a:pathLst>
                <a:path extrusionOk="0" h="2240" w="1966">
                  <a:moveTo>
                    <a:pt x="1" y="1"/>
                  </a:moveTo>
                  <a:lnTo>
                    <a:pt x="1" y="1"/>
                  </a:lnTo>
                  <a:cubicBezTo>
                    <a:pt x="537" y="929"/>
                    <a:pt x="1204" y="1680"/>
                    <a:pt x="1966" y="2239"/>
                  </a:cubicBezTo>
                  <a:lnTo>
                    <a:pt x="1966" y="2084"/>
                  </a:lnTo>
                  <a:cubicBezTo>
                    <a:pt x="1180" y="1489"/>
                    <a:pt x="525" y="787"/>
                    <a:pt x="1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44"/>
            <p:cNvSpPr/>
            <p:nvPr/>
          </p:nvSpPr>
          <p:spPr>
            <a:xfrm>
              <a:off x="4020125" y="3486575"/>
              <a:ext cx="661425" cy="1106700"/>
            </a:xfrm>
            <a:custGeom>
              <a:rect b="b" l="l" r="r" t="t"/>
              <a:pathLst>
                <a:path extrusionOk="0" h="44268" w="26457">
                  <a:moveTo>
                    <a:pt x="22004" y="0"/>
                  </a:moveTo>
                  <a:cubicBezTo>
                    <a:pt x="21515" y="1893"/>
                    <a:pt x="20932" y="3715"/>
                    <a:pt x="20277" y="5465"/>
                  </a:cubicBezTo>
                  <a:cubicBezTo>
                    <a:pt x="16658" y="15621"/>
                    <a:pt x="11240" y="23920"/>
                    <a:pt x="6216" y="31623"/>
                  </a:cubicBezTo>
                  <a:cubicBezTo>
                    <a:pt x="4990" y="33516"/>
                    <a:pt x="3775" y="35362"/>
                    <a:pt x="2644" y="37183"/>
                  </a:cubicBezTo>
                  <a:cubicBezTo>
                    <a:pt x="2632" y="37207"/>
                    <a:pt x="2620" y="37231"/>
                    <a:pt x="2608" y="37255"/>
                  </a:cubicBezTo>
                  <a:cubicBezTo>
                    <a:pt x="2454" y="37588"/>
                    <a:pt x="2311" y="37922"/>
                    <a:pt x="2168" y="38255"/>
                  </a:cubicBezTo>
                  <a:cubicBezTo>
                    <a:pt x="2120" y="38350"/>
                    <a:pt x="2073" y="38446"/>
                    <a:pt x="2037" y="38553"/>
                  </a:cubicBezTo>
                  <a:cubicBezTo>
                    <a:pt x="1942" y="38779"/>
                    <a:pt x="1846" y="39005"/>
                    <a:pt x="1751" y="39231"/>
                  </a:cubicBezTo>
                  <a:cubicBezTo>
                    <a:pt x="1668" y="39446"/>
                    <a:pt x="1584" y="39648"/>
                    <a:pt x="1501" y="39862"/>
                  </a:cubicBezTo>
                  <a:cubicBezTo>
                    <a:pt x="1465" y="39934"/>
                    <a:pt x="1441" y="40005"/>
                    <a:pt x="1418" y="40065"/>
                  </a:cubicBezTo>
                  <a:cubicBezTo>
                    <a:pt x="882" y="41434"/>
                    <a:pt x="406" y="42827"/>
                    <a:pt x="1" y="44268"/>
                  </a:cubicBezTo>
                  <a:lnTo>
                    <a:pt x="26457" y="44268"/>
                  </a:lnTo>
                  <a:lnTo>
                    <a:pt x="26457" y="10656"/>
                  </a:lnTo>
                  <a:cubicBezTo>
                    <a:pt x="23778" y="8930"/>
                    <a:pt x="22289" y="5358"/>
                    <a:pt x="22004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44"/>
            <p:cNvSpPr/>
            <p:nvPr/>
          </p:nvSpPr>
          <p:spPr>
            <a:xfrm>
              <a:off x="4452625" y="947275"/>
              <a:ext cx="228925" cy="432225"/>
            </a:xfrm>
            <a:custGeom>
              <a:rect b="b" l="l" r="r" t="t"/>
              <a:pathLst>
                <a:path extrusionOk="0" h="17289" w="9157">
                  <a:moveTo>
                    <a:pt x="1" y="0"/>
                  </a:moveTo>
                  <a:cubicBezTo>
                    <a:pt x="3203" y="4870"/>
                    <a:pt x="6299" y="10585"/>
                    <a:pt x="9157" y="17288"/>
                  </a:cubicBezTo>
                  <a:lnTo>
                    <a:pt x="9157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44"/>
            <p:cNvSpPr/>
            <p:nvPr/>
          </p:nvSpPr>
          <p:spPr>
            <a:xfrm>
              <a:off x="3121500" y="4398575"/>
              <a:ext cx="10750" cy="4800"/>
            </a:xfrm>
            <a:custGeom>
              <a:rect b="b" l="l" r="r" t="t"/>
              <a:pathLst>
                <a:path extrusionOk="0" h="192" w="430">
                  <a:moveTo>
                    <a:pt x="429" y="1"/>
                  </a:moveTo>
                  <a:lnTo>
                    <a:pt x="429" y="1"/>
                  </a:lnTo>
                  <a:cubicBezTo>
                    <a:pt x="299" y="25"/>
                    <a:pt x="168" y="49"/>
                    <a:pt x="25" y="61"/>
                  </a:cubicBezTo>
                  <a:cubicBezTo>
                    <a:pt x="13" y="96"/>
                    <a:pt x="13" y="132"/>
                    <a:pt x="1" y="180"/>
                  </a:cubicBezTo>
                  <a:lnTo>
                    <a:pt x="48" y="191"/>
                  </a:lnTo>
                  <a:cubicBezTo>
                    <a:pt x="179" y="132"/>
                    <a:pt x="299" y="61"/>
                    <a:pt x="429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44"/>
            <p:cNvSpPr/>
            <p:nvPr/>
          </p:nvSpPr>
          <p:spPr>
            <a:xfrm>
              <a:off x="2984000" y="4400375"/>
              <a:ext cx="122350" cy="193200"/>
            </a:xfrm>
            <a:custGeom>
              <a:rect b="b" l="l" r="r" t="t"/>
              <a:pathLst>
                <a:path extrusionOk="0" h="7728" w="4894">
                  <a:moveTo>
                    <a:pt x="1846" y="0"/>
                  </a:moveTo>
                  <a:cubicBezTo>
                    <a:pt x="1227" y="24"/>
                    <a:pt x="607" y="48"/>
                    <a:pt x="0" y="60"/>
                  </a:cubicBezTo>
                  <a:lnTo>
                    <a:pt x="0" y="7728"/>
                  </a:lnTo>
                  <a:lnTo>
                    <a:pt x="4334" y="7728"/>
                  </a:lnTo>
                  <a:cubicBezTo>
                    <a:pt x="4239" y="4013"/>
                    <a:pt x="4715" y="1096"/>
                    <a:pt x="4894" y="108"/>
                  </a:cubicBezTo>
                  <a:lnTo>
                    <a:pt x="4894" y="108"/>
                  </a:lnTo>
                  <a:cubicBezTo>
                    <a:pt x="4669" y="164"/>
                    <a:pt x="4462" y="183"/>
                    <a:pt x="4255" y="183"/>
                  </a:cubicBezTo>
                  <a:cubicBezTo>
                    <a:pt x="3936" y="183"/>
                    <a:pt x="3620" y="137"/>
                    <a:pt x="3251" y="108"/>
                  </a:cubicBezTo>
                  <a:cubicBezTo>
                    <a:pt x="3120" y="96"/>
                    <a:pt x="3001" y="84"/>
                    <a:pt x="2870" y="72"/>
                  </a:cubicBezTo>
                  <a:cubicBezTo>
                    <a:pt x="2536" y="60"/>
                    <a:pt x="2191" y="36"/>
                    <a:pt x="1846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44"/>
            <p:cNvSpPr/>
            <p:nvPr/>
          </p:nvSpPr>
          <p:spPr>
            <a:xfrm>
              <a:off x="2984000" y="4400375"/>
              <a:ext cx="122350" cy="193200"/>
            </a:xfrm>
            <a:custGeom>
              <a:rect b="b" l="l" r="r" t="t"/>
              <a:pathLst>
                <a:path extrusionOk="0" h="7728" w="4894">
                  <a:moveTo>
                    <a:pt x="4894" y="108"/>
                  </a:moveTo>
                  <a:cubicBezTo>
                    <a:pt x="4322" y="250"/>
                    <a:pt x="3858" y="155"/>
                    <a:pt x="3251" y="108"/>
                  </a:cubicBezTo>
                  <a:cubicBezTo>
                    <a:pt x="3120" y="96"/>
                    <a:pt x="3001" y="84"/>
                    <a:pt x="2870" y="72"/>
                  </a:cubicBezTo>
                  <a:cubicBezTo>
                    <a:pt x="2536" y="60"/>
                    <a:pt x="2191" y="36"/>
                    <a:pt x="1846" y="0"/>
                  </a:cubicBezTo>
                  <a:cubicBezTo>
                    <a:pt x="1227" y="24"/>
                    <a:pt x="607" y="48"/>
                    <a:pt x="0" y="60"/>
                  </a:cubicBezTo>
                  <a:lnTo>
                    <a:pt x="0" y="7728"/>
                  </a:lnTo>
                  <a:lnTo>
                    <a:pt x="4334" y="7728"/>
                  </a:lnTo>
                  <a:cubicBezTo>
                    <a:pt x="4239" y="4013"/>
                    <a:pt x="4715" y="1096"/>
                    <a:pt x="4894" y="10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48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44"/>
            <p:cNvSpPr/>
            <p:nvPr/>
          </p:nvSpPr>
          <p:spPr>
            <a:xfrm>
              <a:off x="3118825" y="4403050"/>
              <a:ext cx="3600" cy="15800"/>
            </a:xfrm>
            <a:custGeom>
              <a:rect b="b" l="l" r="r" t="t"/>
              <a:pathLst>
                <a:path extrusionOk="0" h="632" w="144">
                  <a:moveTo>
                    <a:pt x="108" y="1"/>
                  </a:moveTo>
                  <a:cubicBezTo>
                    <a:pt x="84" y="143"/>
                    <a:pt x="36" y="358"/>
                    <a:pt x="1" y="632"/>
                  </a:cubicBezTo>
                  <a:cubicBezTo>
                    <a:pt x="48" y="417"/>
                    <a:pt x="96" y="215"/>
                    <a:pt x="144" y="12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44"/>
            <p:cNvSpPr/>
            <p:nvPr/>
          </p:nvSpPr>
          <p:spPr>
            <a:xfrm>
              <a:off x="3118825" y="4403050"/>
              <a:ext cx="3600" cy="15800"/>
            </a:xfrm>
            <a:custGeom>
              <a:rect b="b" l="l" r="r" t="t"/>
              <a:pathLst>
                <a:path extrusionOk="0" h="632" w="144">
                  <a:moveTo>
                    <a:pt x="1" y="632"/>
                  </a:moveTo>
                  <a:cubicBezTo>
                    <a:pt x="48" y="417"/>
                    <a:pt x="96" y="215"/>
                    <a:pt x="144" y="12"/>
                  </a:cubicBezTo>
                  <a:lnTo>
                    <a:pt x="108" y="1"/>
                  </a:lnTo>
                  <a:cubicBezTo>
                    <a:pt x="84" y="143"/>
                    <a:pt x="36" y="358"/>
                    <a:pt x="1" y="632"/>
                  </a:cubicBezTo>
                  <a:close/>
                </a:path>
              </a:pathLst>
            </a:custGeom>
            <a:solidFill>
              <a:srgbClr val="FFCAC4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44"/>
            <p:cNvSpPr/>
            <p:nvPr/>
          </p:nvSpPr>
          <p:spPr>
            <a:xfrm>
              <a:off x="4326425" y="947275"/>
              <a:ext cx="355125" cy="1276375"/>
            </a:xfrm>
            <a:custGeom>
              <a:rect b="b" l="l" r="r" t="t"/>
              <a:pathLst>
                <a:path extrusionOk="0" h="51055" w="14205">
                  <a:moveTo>
                    <a:pt x="0" y="0"/>
                  </a:moveTo>
                  <a:cubicBezTo>
                    <a:pt x="4989" y="8585"/>
                    <a:pt x="8787" y="17883"/>
                    <a:pt x="11204" y="27527"/>
                  </a:cubicBezTo>
                  <a:cubicBezTo>
                    <a:pt x="13169" y="35290"/>
                    <a:pt x="12681" y="43387"/>
                    <a:pt x="14205" y="51054"/>
                  </a:cubicBezTo>
                  <a:lnTo>
                    <a:pt x="14205" y="18824"/>
                  </a:lnTo>
                  <a:cubicBezTo>
                    <a:pt x="11157" y="11442"/>
                    <a:pt x="7811" y="5227"/>
                    <a:pt x="434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44"/>
            <p:cNvSpPr/>
            <p:nvPr/>
          </p:nvSpPr>
          <p:spPr>
            <a:xfrm>
              <a:off x="4358275" y="1336300"/>
              <a:ext cx="323275" cy="2394675"/>
            </a:xfrm>
            <a:custGeom>
              <a:rect b="b" l="l" r="r" t="t"/>
              <a:pathLst>
                <a:path extrusionOk="0" h="95787" w="12931">
                  <a:moveTo>
                    <a:pt x="0" y="1"/>
                  </a:moveTo>
                  <a:cubicBezTo>
                    <a:pt x="1548" y="5132"/>
                    <a:pt x="2894" y="10323"/>
                    <a:pt x="4048" y="15562"/>
                  </a:cubicBezTo>
                  <a:cubicBezTo>
                    <a:pt x="5882" y="22980"/>
                    <a:pt x="7001" y="30552"/>
                    <a:pt x="7954" y="38124"/>
                  </a:cubicBezTo>
                  <a:cubicBezTo>
                    <a:pt x="9632" y="45875"/>
                    <a:pt x="10775" y="54924"/>
                    <a:pt x="10954" y="65402"/>
                  </a:cubicBezTo>
                  <a:cubicBezTo>
                    <a:pt x="11061" y="72152"/>
                    <a:pt x="10335" y="78225"/>
                    <a:pt x="9025" y="83749"/>
                  </a:cubicBezTo>
                  <a:cubicBezTo>
                    <a:pt x="8990" y="88119"/>
                    <a:pt x="9644" y="91441"/>
                    <a:pt x="10966" y="93703"/>
                  </a:cubicBezTo>
                  <a:cubicBezTo>
                    <a:pt x="11490" y="94489"/>
                    <a:pt x="12145" y="95191"/>
                    <a:pt x="12931" y="95786"/>
                  </a:cubicBezTo>
                  <a:lnTo>
                    <a:pt x="12931" y="35517"/>
                  </a:lnTo>
                  <a:cubicBezTo>
                    <a:pt x="10418" y="23111"/>
                    <a:pt x="6049" y="11085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44"/>
            <p:cNvSpPr/>
            <p:nvPr/>
          </p:nvSpPr>
          <p:spPr>
            <a:xfrm>
              <a:off x="4099000" y="3070150"/>
              <a:ext cx="175050" cy="266725"/>
            </a:xfrm>
            <a:custGeom>
              <a:rect b="b" l="l" r="r" t="t"/>
              <a:pathLst>
                <a:path extrusionOk="0" h="10669" w="7002">
                  <a:moveTo>
                    <a:pt x="7002" y="1"/>
                  </a:moveTo>
                  <a:lnTo>
                    <a:pt x="7002" y="1"/>
                  </a:lnTo>
                  <a:cubicBezTo>
                    <a:pt x="4930" y="3727"/>
                    <a:pt x="2763" y="7466"/>
                    <a:pt x="1" y="10668"/>
                  </a:cubicBezTo>
                  <a:cubicBezTo>
                    <a:pt x="1573" y="9502"/>
                    <a:pt x="3073" y="8228"/>
                    <a:pt x="4454" y="6823"/>
                  </a:cubicBezTo>
                  <a:cubicBezTo>
                    <a:pt x="4549" y="6728"/>
                    <a:pt x="4633" y="6620"/>
                    <a:pt x="4740" y="6525"/>
                  </a:cubicBezTo>
                  <a:cubicBezTo>
                    <a:pt x="4740" y="6489"/>
                    <a:pt x="4752" y="6454"/>
                    <a:pt x="4763" y="6430"/>
                  </a:cubicBezTo>
                  <a:lnTo>
                    <a:pt x="4811" y="6442"/>
                  </a:lnTo>
                  <a:cubicBezTo>
                    <a:pt x="5180" y="6061"/>
                    <a:pt x="5525" y="5668"/>
                    <a:pt x="5871" y="5263"/>
                  </a:cubicBezTo>
                  <a:cubicBezTo>
                    <a:pt x="6395" y="3560"/>
                    <a:pt x="6788" y="1810"/>
                    <a:pt x="700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44"/>
            <p:cNvSpPr/>
            <p:nvPr/>
          </p:nvSpPr>
          <p:spPr>
            <a:xfrm>
              <a:off x="3840350" y="4590900"/>
              <a:ext cx="600" cy="2675"/>
            </a:xfrm>
            <a:custGeom>
              <a:rect b="b" l="l" r="r" t="t"/>
              <a:pathLst>
                <a:path extrusionOk="0" h="107" w="24">
                  <a:moveTo>
                    <a:pt x="24" y="1"/>
                  </a:moveTo>
                  <a:cubicBezTo>
                    <a:pt x="12" y="36"/>
                    <a:pt x="12" y="71"/>
                    <a:pt x="0" y="107"/>
                  </a:cubicBezTo>
                  <a:lnTo>
                    <a:pt x="12" y="107"/>
                  </a:lnTo>
                  <a:cubicBezTo>
                    <a:pt x="12" y="71"/>
                    <a:pt x="12" y="36"/>
                    <a:pt x="24" y="1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44"/>
            <p:cNvSpPr/>
            <p:nvPr/>
          </p:nvSpPr>
          <p:spPr>
            <a:xfrm>
              <a:off x="4527625" y="2166475"/>
              <a:ext cx="12550" cy="48825"/>
            </a:xfrm>
            <a:custGeom>
              <a:rect b="b" l="l" r="r" t="t"/>
              <a:pathLst>
                <a:path extrusionOk="0" h="1953" w="502">
                  <a:moveTo>
                    <a:pt x="1" y="0"/>
                  </a:moveTo>
                  <a:lnTo>
                    <a:pt x="1" y="0"/>
                  </a:lnTo>
                  <a:cubicBezTo>
                    <a:pt x="168" y="643"/>
                    <a:pt x="334" y="1298"/>
                    <a:pt x="501" y="1953"/>
                  </a:cubicBezTo>
                  <a:cubicBezTo>
                    <a:pt x="453" y="1643"/>
                    <a:pt x="406" y="1334"/>
                    <a:pt x="358" y="101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44"/>
            <p:cNvSpPr/>
            <p:nvPr/>
          </p:nvSpPr>
          <p:spPr>
            <a:xfrm>
              <a:off x="3813850" y="1186300"/>
              <a:ext cx="69375" cy="472100"/>
            </a:xfrm>
            <a:custGeom>
              <a:rect b="b" l="l" r="r" t="t"/>
              <a:pathLst>
                <a:path extrusionOk="0" h="18884" w="2775">
                  <a:moveTo>
                    <a:pt x="1" y="0"/>
                  </a:moveTo>
                  <a:lnTo>
                    <a:pt x="1" y="0"/>
                  </a:lnTo>
                  <a:cubicBezTo>
                    <a:pt x="537" y="1917"/>
                    <a:pt x="977" y="3858"/>
                    <a:pt x="1299" y="5810"/>
                  </a:cubicBezTo>
                  <a:cubicBezTo>
                    <a:pt x="2001" y="10120"/>
                    <a:pt x="2192" y="14526"/>
                    <a:pt x="1799" y="18883"/>
                  </a:cubicBezTo>
                  <a:cubicBezTo>
                    <a:pt x="2775" y="10275"/>
                    <a:pt x="1203" y="3596"/>
                    <a:pt x="1" y="0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44"/>
            <p:cNvSpPr/>
            <p:nvPr/>
          </p:nvSpPr>
          <p:spPr>
            <a:xfrm>
              <a:off x="3599850" y="2051875"/>
              <a:ext cx="144075" cy="140225"/>
            </a:xfrm>
            <a:custGeom>
              <a:rect b="b" l="l" r="r" t="t"/>
              <a:pathLst>
                <a:path extrusionOk="0" h="5609" w="5763">
                  <a:moveTo>
                    <a:pt x="5763" y="0"/>
                  </a:moveTo>
                  <a:lnTo>
                    <a:pt x="5763" y="0"/>
                  </a:lnTo>
                  <a:cubicBezTo>
                    <a:pt x="4239" y="143"/>
                    <a:pt x="2715" y="334"/>
                    <a:pt x="1203" y="572"/>
                  </a:cubicBezTo>
                  <a:cubicBezTo>
                    <a:pt x="881" y="2262"/>
                    <a:pt x="488" y="3953"/>
                    <a:pt x="0" y="5608"/>
                  </a:cubicBezTo>
                  <a:cubicBezTo>
                    <a:pt x="155" y="5513"/>
                    <a:pt x="298" y="5430"/>
                    <a:pt x="453" y="5334"/>
                  </a:cubicBezTo>
                  <a:cubicBezTo>
                    <a:pt x="1524" y="4739"/>
                    <a:pt x="2667" y="4310"/>
                    <a:pt x="3846" y="4025"/>
                  </a:cubicBezTo>
                  <a:cubicBezTo>
                    <a:pt x="4358" y="3048"/>
                    <a:pt x="4822" y="2024"/>
                    <a:pt x="5322" y="1036"/>
                  </a:cubicBezTo>
                  <a:cubicBezTo>
                    <a:pt x="5477" y="691"/>
                    <a:pt x="5620" y="346"/>
                    <a:pt x="576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44"/>
            <p:cNvSpPr/>
            <p:nvPr/>
          </p:nvSpPr>
          <p:spPr>
            <a:xfrm>
              <a:off x="2984000" y="947275"/>
              <a:ext cx="878100" cy="1602900"/>
            </a:xfrm>
            <a:custGeom>
              <a:rect b="b" l="l" r="r" t="t"/>
              <a:pathLst>
                <a:path extrusionOk="0" h="64116" w="35124">
                  <a:moveTo>
                    <a:pt x="0" y="0"/>
                  </a:moveTo>
                  <a:lnTo>
                    <a:pt x="0" y="28897"/>
                  </a:lnTo>
                  <a:cubicBezTo>
                    <a:pt x="524" y="30004"/>
                    <a:pt x="1036" y="31135"/>
                    <a:pt x="1524" y="32314"/>
                  </a:cubicBezTo>
                  <a:cubicBezTo>
                    <a:pt x="5084" y="40565"/>
                    <a:pt x="7834" y="50435"/>
                    <a:pt x="6584" y="59662"/>
                  </a:cubicBezTo>
                  <a:cubicBezTo>
                    <a:pt x="6703" y="59210"/>
                    <a:pt x="6834" y="58734"/>
                    <a:pt x="6977" y="58234"/>
                  </a:cubicBezTo>
                  <a:cubicBezTo>
                    <a:pt x="7382" y="56710"/>
                    <a:pt x="7775" y="54948"/>
                    <a:pt x="8073" y="52995"/>
                  </a:cubicBezTo>
                  <a:cubicBezTo>
                    <a:pt x="8120" y="52745"/>
                    <a:pt x="8156" y="52507"/>
                    <a:pt x="8204" y="52257"/>
                  </a:cubicBezTo>
                  <a:cubicBezTo>
                    <a:pt x="8227" y="52007"/>
                    <a:pt x="8263" y="51745"/>
                    <a:pt x="8287" y="51495"/>
                  </a:cubicBezTo>
                  <a:cubicBezTo>
                    <a:pt x="8358" y="50983"/>
                    <a:pt x="8418" y="50447"/>
                    <a:pt x="8477" y="49911"/>
                  </a:cubicBezTo>
                  <a:cubicBezTo>
                    <a:pt x="8573" y="48840"/>
                    <a:pt x="8656" y="47720"/>
                    <a:pt x="8704" y="46566"/>
                  </a:cubicBezTo>
                  <a:cubicBezTo>
                    <a:pt x="8716" y="45411"/>
                    <a:pt x="8787" y="44208"/>
                    <a:pt x="8716" y="42982"/>
                  </a:cubicBezTo>
                  <a:cubicBezTo>
                    <a:pt x="8680" y="42363"/>
                    <a:pt x="8692" y="41744"/>
                    <a:pt x="8644" y="41113"/>
                  </a:cubicBezTo>
                  <a:cubicBezTo>
                    <a:pt x="8585" y="40481"/>
                    <a:pt x="8537" y="39839"/>
                    <a:pt x="8477" y="39196"/>
                  </a:cubicBezTo>
                  <a:cubicBezTo>
                    <a:pt x="8204" y="36624"/>
                    <a:pt x="7799" y="33921"/>
                    <a:pt x="7084" y="31207"/>
                  </a:cubicBezTo>
                  <a:cubicBezTo>
                    <a:pt x="6382" y="28480"/>
                    <a:pt x="5453" y="25718"/>
                    <a:pt x="4263" y="22979"/>
                  </a:cubicBezTo>
                  <a:lnTo>
                    <a:pt x="4263" y="22979"/>
                  </a:lnTo>
                  <a:cubicBezTo>
                    <a:pt x="4263" y="22980"/>
                    <a:pt x="4406" y="23265"/>
                    <a:pt x="4691" y="23813"/>
                  </a:cubicBezTo>
                  <a:cubicBezTo>
                    <a:pt x="4822" y="24087"/>
                    <a:pt x="5001" y="24432"/>
                    <a:pt x="5203" y="24837"/>
                  </a:cubicBezTo>
                  <a:cubicBezTo>
                    <a:pt x="5406" y="25230"/>
                    <a:pt x="5620" y="25694"/>
                    <a:pt x="5846" y="26230"/>
                  </a:cubicBezTo>
                  <a:cubicBezTo>
                    <a:pt x="6811" y="28337"/>
                    <a:pt x="7942" y="31504"/>
                    <a:pt x="8751" y="35505"/>
                  </a:cubicBezTo>
                  <a:cubicBezTo>
                    <a:pt x="9573" y="39493"/>
                    <a:pt x="9882" y="44351"/>
                    <a:pt x="9358" y="49554"/>
                  </a:cubicBezTo>
                  <a:cubicBezTo>
                    <a:pt x="9037" y="52161"/>
                    <a:pt x="8549" y="54840"/>
                    <a:pt x="7763" y="57519"/>
                  </a:cubicBezTo>
                  <a:cubicBezTo>
                    <a:pt x="7323" y="58960"/>
                    <a:pt x="6799" y="60412"/>
                    <a:pt x="6203" y="61829"/>
                  </a:cubicBezTo>
                  <a:cubicBezTo>
                    <a:pt x="6049" y="62603"/>
                    <a:pt x="5858" y="63353"/>
                    <a:pt x="5632" y="64115"/>
                  </a:cubicBezTo>
                  <a:cubicBezTo>
                    <a:pt x="13097" y="54555"/>
                    <a:pt x="17407" y="42422"/>
                    <a:pt x="17598" y="30099"/>
                  </a:cubicBezTo>
                  <a:lnTo>
                    <a:pt x="17598" y="30099"/>
                  </a:lnTo>
                  <a:cubicBezTo>
                    <a:pt x="17776" y="40958"/>
                    <a:pt x="14752" y="51888"/>
                    <a:pt x="9025" y="61186"/>
                  </a:cubicBezTo>
                  <a:cubicBezTo>
                    <a:pt x="11978" y="57674"/>
                    <a:pt x="15752" y="52435"/>
                    <a:pt x="18562" y="45935"/>
                  </a:cubicBezTo>
                  <a:lnTo>
                    <a:pt x="18514" y="45732"/>
                  </a:lnTo>
                  <a:lnTo>
                    <a:pt x="18669" y="45684"/>
                  </a:lnTo>
                  <a:cubicBezTo>
                    <a:pt x="20062" y="42410"/>
                    <a:pt x="21205" y="38827"/>
                    <a:pt x="21872" y="34981"/>
                  </a:cubicBezTo>
                  <a:cubicBezTo>
                    <a:pt x="21920" y="34671"/>
                    <a:pt x="21979" y="34350"/>
                    <a:pt x="22015" y="34028"/>
                  </a:cubicBezTo>
                  <a:cubicBezTo>
                    <a:pt x="22551" y="30171"/>
                    <a:pt x="22658" y="25492"/>
                    <a:pt x="21717" y="20467"/>
                  </a:cubicBezTo>
                  <a:cubicBezTo>
                    <a:pt x="21015" y="16538"/>
                    <a:pt x="19586" y="12490"/>
                    <a:pt x="17967" y="8311"/>
                  </a:cubicBezTo>
                  <a:cubicBezTo>
                    <a:pt x="17431" y="7489"/>
                    <a:pt x="16859" y="6680"/>
                    <a:pt x="16252" y="5918"/>
                  </a:cubicBezTo>
                  <a:lnTo>
                    <a:pt x="16252" y="5918"/>
                  </a:lnTo>
                  <a:cubicBezTo>
                    <a:pt x="16657" y="6251"/>
                    <a:pt x="17050" y="6608"/>
                    <a:pt x="17443" y="6977"/>
                  </a:cubicBezTo>
                  <a:cubicBezTo>
                    <a:pt x="17145" y="6227"/>
                    <a:pt x="16848" y="5465"/>
                    <a:pt x="16550" y="4703"/>
                  </a:cubicBezTo>
                  <a:lnTo>
                    <a:pt x="16550" y="4703"/>
                  </a:lnTo>
                  <a:cubicBezTo>
                    <a:pt x="16550" y="4704"/>
                    <a:pt x="17026" y="5656"/>
                    <a:pt x="17848" y="7370"/>
                  </a:cubicBezTo>
                  <a:cubicBezTo>
                    <a:pt x="22170" y="11645"/>
                    <a:pt x="24825" y="17633"/>
                    <a:pt x="25027" y="23753"/>
                  </a:cubicBezTo>
                  <a:cubicBezTo>
                    <a:pt x="25646" y="17360"/>
                    <a:pt x="24598" y="10811"/>
                    <a:pt x="22003" y="4953"/>
                  </a:cubicBezTo>
                  <a:lnTo>
                    <a:pt x="22003" y="4953"/>
                  </a:lnTo>
                  <a:cubicBezTo>
                    <a:pt x="25027" y="9168"/>
                    <a:pt x="27254" y="13954"/>
                    <a:pt x="28539" y="19003"/>
                  </a:cubicBezTo>
                  <a:cubicBezTo>
                    <a:pt x="28813" y="13371"/>
                    <a:pt x="27944" y="7680"/>
                    <a:pt x="26027" y="2393"/>
                  </a:cubicBezTo>
                  <a:lnTo>
                    <a:pt x="26373" y="1870"/>
                  </a:lnTo>
                  <a:cubicBezTo>
                    <a:pt x="31409" y="12966"/>
                    <a:pt x="32540" y="25837"/>
                    <a:pt x="29516" y="37672"/>
                  </a:cubicBezTo>
                  <a:cubicBezTo>
                    <a:pt x="29671" y="32123"/>
                    <a:pt x="28706" y="26551"/>
                    <a:pt x="26694" y="21396"/>
                  </a:cubicBezTo>
                  <a:lnTo>
                    <a:pt x="26694" y="21396"/>
                  </a:lnTo>
                  <a:cubicBezTo>
                    <a:pt x="27099" y="28170"/>
                    <a:pt x="27242" y="35005"/>
                    <a:pt x="26325" y="41732"/>
                  </a:cubicBezTo>
                  <a:cubicBezTo>
                    <a:pt x="27908" y="41339"/>
                    <a:pt x="29563" y="41160"/>
                    <a:pt x="31195" y="41089"/>
                  </a:cubicBezTo>
                  <a:lnTo>
                    <a:pt x="31635" y="41089"/>
                  </a:lnTo>
                  <a:cubicBezTo>
                    <a:pt x="32647" y="38398"/>
                    <a:pt x="33373" y="35612"/>
                    <a:pt x="33933" y="32802"/>
                  </a:cubicBezTo>
                  <a:cubicBezTo>
                    <a:pt x="35064" y="27087"/>
                    <a:pt x="35124" y="21181"/>
                    <a:pt x="34266" y="15407"/>
                  </a:cubicBezTo>
                  <a:cubicBezTo>
                    <a:pt x="33921" y="13097"/>
                    <a:pt x="33409" y="10811"/>
                    <a:pt x="32754" y="8561"/>
                  </a:cubicBezTo>
                  <a:cubicBezTo>
                    <a:pt x="32469" y="8442"/>
                    <a:pt x="32183" y="8323"/>
                    <a:pt x="31897" y="8216"/>
                  </a:cubicBezTo>
                  <a:cubicBezTo>
                    <a:pt x="31421" y="6025"/>
                    <a:pt x="30921" y="4013"/>
                    <a:pt x="30397" y="2120"/>
                  </a:cubicBezTo>
                  <a:cubicBezTo>
                    <a:pt x="30087" y="1405"/>
                    <a:pt x="29742" y="703"/>
                    <a:pt x="2939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44"/>
            <p:cNvSpPr/>
            <p:nvPr/>
          </p:nvSpPr>
          <p:spPr>
            <a:xfrm>
              <a:off x="3719200" y="947275"/>
              <a:ext cx="22650" cy="45850"/>
            </a:xfrm>
            <a:custGeom>
              <a:rect b="b" l="l" r="r" t="t"/>
              <a:pathLst>
                <a:path extrusionOk="0" h="1834" w="906">
                  <a:moveTo>
                    <a:pt x="1" y="0"/>
                  </a:moveTo>
                  <a:cubicBezTo>
                    <a:pt x="310" y="608"/>
                    <a:pt x="620" y="1215"/>
                    <a:pt x="905" y="1834"/>
                  </a:cubicBezTo>
                  <a:cubicBezTo>
                    <a:pt x="727" y="1203"/>
                    <a:pt x="548" y="596"/>
                    <a:pt x="37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44"/>
            <p:cNvSpPr/>
            <p:nvPr/>
          </p:nvSpPr>
          <p:spPr>
            <a:xfrm>
              <a:off x="3467675" y="1213675"/>
              <a:ext cx="114325" cy="501875"/>
            </a:xfrm>
            <a:custGeom>
              <a:rect b="b" l="l" r="r" t="t"/>
              <a:pathLst>
                <a:path extrusionOk="0" h="20075" w="4573">
                  <a:moveTo>
                    <a:pt x="1" y="0"/>
                  </a:moveTo>
                  <a:cubicBezTo>
                    <a:pt x="751" y="1703"/>
                    <a:pt x="1572" y="3763"/>
                    <a:pt x="2299" y="6156"/>
                  </a:cubicBezTo>
                  <a:cubicBezTo>
                    <a:pt x="3477" y="9990"/>
                    <a:pt x="4228" y="14776"/>
                    <a:pt x="3835" y="19943"/>
                  </a:cubicBezTo>
                  <a:cubicBezTo>
                    <a:pt x="3835" y="19991"/>
                    <a:pt x="3823" y="20027"/>
                    <a:pt x="3823" y="20074"/>
                  </a:cubicBezTo>
                  <a:cubicBezTo>
                    <a:pt x="3858" y="19789"/>
                    <a:pt x="3894" y="19515"/>
                    <a:pt x="3918" y="19229"/>
                  </a:cubicBezTo>
                  <a:cubicBezTo>
                    <a:pt x="4573" y="12609"/>
                    <a:pt x="3156" y="5823"/>
                    <a:pt x="1" y="0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44"/>
            <p:cNvSpPr/>
            <p:nvPr/>
          </p:nvSpPr>
          <p:spPr>
            <a:xfrm>
              <a:off x="3468875" y="2049200"/>
              <a:ext cx="14025" cy="35150"/>
            </a:xfrm>
            <a:custGeom>
              <a:rect b="b" l="l" r="r" t="t"/>
              <a:pathLst>
                <a:path extrusionOk="0" h="1406" w="561">
                  <a:moveTo>
                    <a:pt x="560" y="0"/>
                  </a:moveTo>
                  <a:lnTo>
                    <a:pt x="560" y="0"/>
                  </a:lnTo>
                  <a:cubicBezTo>
                    <a:pt x="370" y="464"/>
                    <a:pt x="191" y="941"/>
                    <a:pt x="0" y="1405"/>
                  </a:cubicBezTo>
                  <a:lnTo>
                    <a:pt x="250" y="1322"/>
                  </a:lnTo>
                  <a:cubicBezTo>
                    <a:pt x="262" y="1346"/>
                    <a:pt x="262" y="1357"/>
                    <a:pt x="262" y="1369"/>
                  </a:cubicBezTo>
                  <a:cubicBezTo>
                    <a:pt x="346" y="905"/>
                    <a:pt x="453" y="453"/>
                    <a:pt x="560" y="0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44"/>
            <p:cNvSpPr/>
            <p:nvPr/>
          </p:nvSpPr>
          <p:spPr>
            <a:xfrm>
              <a:off x="3984425" y="4501875"/>
              <a:ext cx="50025" cy="91700"/>
            </a:xfrm>
            <a:custGeom>
              <a:rect b="b" l="l" r="r" t="t"/>
              <a:pathLst>
                <a:path extrusionOk="0" h="3668" w="2001">
                  <a:moveTo>
                    <a:pt x="2000" y="0"/>
                  </a:moveTo>
                  <a:lnTo>
                    <a:pt x="2000" y="0"/>
                  </a:lnTo>
                  <a:cubicBezTo>
                    <a:pt x="1286" y="1227"/>
                    <a:pt x="619" y="2441"/>
                    <a:pt x="0" y="3668"/>
                  </a:cubicBezTo>
                  <a:lnTo>
                    <a:pt x="810" y="3668"/>
                  </a:lnTo>
                  <a:cubicBezTo>
                    <a:pt x="1155" y="2406"/>
                    <a:pt x="1560" y="1191"/>
                    <a:pt x="200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44"/>
            <p:cNvSpPr/>
            <p:nvPr/>
          </p:nvSpPr>
          <p:spPr>
            <a:xfrm>
              <a:off x="4191000" y="3270475"/>
              <a:ext cx="12800" cy="13125"/>
            </a:xfrm>
            <a:custGeom>
              <a:rect b="b" l="l" r="r" t="t"/>
              <a:pathLst>
                <a:path extrusionOk="0" h="525" w="512">
                  <a:moveTo>
                    <a:pt x="512" y="0"/>
                  </a:moveTo>
                  <a:lnTo>
                    <a:pt x="512" y="0"/>
                  </a:lnTo>
                  <a:cubicBezTo>
                    <a:pt x="345" y="167"/>
                    <a:pt x="167" y="346"/>
                    <a:pt x="0" y="524"/>
                  </a:cubicBezTo>
                  <a:cubicBezTo>
                    <a:pt x="155" y="393"/>
                    <a:pt x="298" y="274"/>
                    <a:pt x="441" y="167"/>
                  </a:cubicBezTo>
                  <a:cubicBezTo>
                    <a:pt x="464" y="108"/>
                    <a:pt x="488" y="48"/>
                    <a:pt x="512" y="0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44"/>
            <p:cNvSpPr/>
            <p:nvPr/>
          </p:nvSpPr>
          <p:spPr>
            <a:xfrm>
              <a:off x="3933225" y="3637775"/>
              <a:ext cx="44675" cy="81300"/>
            </a:xfrm>
            <a:custGeom>
              <a:rect b="b" l="l" r="r" t="t"/>
              <a:pathLst>
                <a:path extrusionOk="0" h="3252" w="1787">
                  <a:moveTo>
                    <a:pt x="1786" y="1"/>
                  </a:moveTo>
                  <a:cubicBezTo>
                    <a:pt x="1584" y="239"/>
                    <a:pt x="1381" y="477"/>
                    <a:pt x="1179" y="715"/>
                  </a:cubicBezTo>
                  <a:cubicBezTo>
                    <a:pt x="762" y="1560"/>
                    <a:pt x="369" y="2406"/>
                    <a:pt x="0" y="3251"/>
                  </a:cubicBezTo>
                  <a:cubicBezTo>
                    <a:pt x="131" y="3084"/>
                    <a:pt x="250" y="2918"/>
                    <a:pt x="381" y="2751"/>
                  </a:cubicBezTo>
                  <a:cubicBezTo>
                    <a:pt x="798" y="1810"/>
                    <a:pt x="1262" y="882"/>
                    <a:pt x="1786" y="1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44"/>
            <p:cNvSpPr/>
            <p:nvPr/>
          </p:nvSpPr>
          <p:spPr>
            <a:xfrm>
              <a:off x="3569175" y="2234925"/>
              <a:ext cx="44375" cy="48550"/>
            </a:xfrm>
            <a:custGeom>
              <a:rect b="b" l="l" r="r" t="t"/>
              <a:pathLst>
                <a:path extrusionOk="0" h="1942" w="1775">
                  <a:moveTo>
                    <a:pt x="1775" y="1"/>
                  </a:moveTo>
                  <a:cubicBezTo>
                    <a:pt x="1239" y="477"/>
                    <a:pt x="715" y="953"/>
                    <a:pt x="191" y="1441"/>
                  </a:cubicBezTo>
                  <a:cubicBezTo>
                    <a:pt x="120" y="1608"/>
                    <a:pt x="60" y="1775"/>
                    <a:pt x="1" y="1941"/>
                  </a:cubicBezTo>
                  <a:cubicBezTo>
                    <a:pt x="560" y="1263"/>
                    <a:pt x="1144" y="620"/>
                    <a:pt x="177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44"/>
            <p:cNvSpPr/>
            <p:nvPr/>
          </p:nvSpPr>
          <p:spPr>
            <a:xfrm>
              <a:off x="4251700" y="1552700"/>
              <a:ext cx="116725" cy="210775"/>
            </a:xfrm>
            <a:custGeom>
              <a:rect b="b" l="l" r="r" t="t"/>
              <a:pathLst>
                <a:path extrusionOk="0" h="8431" w="4669">
                  <a:moveTo>
                    <a:pt x="1" y="1"/>
                  </a:moveTo>
                  <a:cubicBezTo>
                    <a:pt x="1263" y="2929"/>
                    <a:pt x="3037" y="5656"/>
                    <a:pt x="4668" y="8430"/>
                  </a:cubicBezTo>
                  <a:cubicBezTo>
                    <a:pt x="3930" y="6859"/>
                    <a:pt x="3192" y="5406"/>
                    <a:pt x="2465" y="4061"/>
                  </a:cubicBezTo>
                  <a:cubicBezTo>
                    <a:pt x="2001" y="3239"/>
                    <a:pt x="1525" y="2418"/>
                    <a:pt x="1037" y="1608"/>
                  </a:cubicBezTo>
                  <a:cubicBezTo>
                    <a:pt x="703" y="1072"/>
                    <a:pt x="358" y="536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44"/>
            <p:cNvSpPr/>
            <p:nvPr/>
          </p:nvSpPr>
          <p:spPr>
            <a:xfrm>
              <a:off x="4229375" y="1519950"/>
              <a:ext cx="20575" cy="43800"/>
            </a:xfrm>
            <a:custGeom>
              <a:rect b="b" l="l" r="r" t="t"/>
              <a:pathLst>
                <a:path extrusionOk="0" h="1752" w="823">
                  <a:moveTo>
                    <a:pt x="1" y="1"/>
                  </a:moveTo>
                  <a:lnTo>
                    <a:pt x="1" y="1"/>
                  </a:lnTo>
                  <a:cubicBezTo>
                    <a:pt x="215" y="430"/>
                    <a:pt x="465" y="941"/>
                    <a:pt x="715" y="1525"/>
                  </a:cubicBezTo>
                  <a:cubicBezTo>
                    <a:pt x="751" y="1596"/>
                    <a:pt x="787" y="1668"/>
                    <a:pt x="822" y="1751"/>
                  </a:cubicBezTo>
                  <a:cubicBezTo>
                    <a:pt x="787" y="1513"/>
                    <a:pt x="751" y="1275"/>
                    <a:pt x="715" y="1037"/>
                  </a:cubicBezTo>
                  <a:cubicBezTo>
                    <a:pt x="477" y="691"/>
                    <a:pt x="239" y="346"/>
                    <a:pt x="1" y="1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44"/>
            <p:cNvSpPr/>
            <p:nvPr/>
          </p:nvSpPr>
          <p:spPr>
            <a:xfrm>
              <a:off x="4011500" y="3605925"/>
              <a:ext cx="279225" cy="504550"/>
            </a:xfrm>
            <a:custGeom>
              <a:rect b="b" l="l" r="r" t="t"/>
              <a:pathLst>
                <a:path extrusionOk="0" h="20182" w="11169">
                  <a:moveTo>
                    <a:pt x="11169" y="1"/>
                  </a:moveTo>
                  <a:lnTo>
                    <a:pt x="11169" y="1"/>
                  </a:lnTo>
                  <a:cubicBezTo>
                    <a:pt x="10871" y="584"/>
                    <a:pt x="10573" y="1168"/>
                    <a:pt x="10276" y="1739"/>
                  </a:cubicBezTo>
                  <a:cubicBezTo>
                    <a:pt x="7013" y="7921"/>
                    <a:pt x="3199" y="13798"/>
                    <a:pt x="69" y="20045"/>
                  </a:cubicBezTo>
                  <a:lnTo>
                    <a:pt x="69" y="20045"/>
                  </a:lnTo>
                  <a:cubicBezTo>
                    <a:pt x="99" y="19990"/>
                    <a:pt x="129" y="19937"/>
                    <a:pt x="155" y="19884"/>
                  </a:cubicBezTo>
                  <a:cubicBezTo>
                    <a:pt x="2382" y="15765"/>
                    <a:pt x="4846" y="11812"/>
                    <a:pt x="7228" y="7799"/>
                  </a:cubicBezTo>
                  <a:cubicBezTo>
                    <a:pt x="8383" y="5847"/>
                    <a:pt x="9526" y="3882"/>
                    <a:pt x="10609" y="1882"/>
                  </a:cubicBezTo>
                  <a:lnTo>
                    <a:pt x="10609" y="1882"/>
                  </a:lnTo>
                  <a:cubicBezTo>
                    <a:pt x="10121" y="2608"/>
                    <a:pt x="9633" y="3334"/>
                    <a:pt x="9109" y="4025"/>
                  </a:cubicBezTo>
                  <a:cubicBezTo>
                    <a:pt x="9883" y="2739"/>
                    <a:pt x="10573" y="1394"/>
                    <a:pt x="11169" y="1"/>
                  </a:cubicBezTo>
                  <a:close/>
                  <a:moveTo>
                    <a:pt x="69" y="20045"/>
                  </a:moveTo>
                  <a:cubicBezTo>
                    <a:pt x="45" y="20089"/>
                    <a:pt x="22" y="20134"/>
                    <a:pt x="1" y="20182"/>
                  </a:cubicBezTo>
                  <a:cubicBezTo>
                    <a:pt x="23" y="20136"/>
                    <a:pt x="46" y="20091"/>
                    <a:pt x="69" y="2004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44"/>
            <p:cNvSpPr/>
            <p:nvPr/>
          </p:nvSpPr>
          <p:spPr>
            <a:xfrm>
              <a:off x="3769800" y="3719050"/>
              <a:ext cx="283700" cy="874525"/>
            </a:xfrm>
            <a:custGeom>
              <a:rect b="b" l="l" r="r" t="t"/>
              <a:pathLst>
                <a:path extrusionOk="0" h="34981" w="11348">
                  <a:moveTo>
                    <a:pt x="2691" y="14002"/>
                  </a:moveTo>
                  <a:cubicBezTo>
                    <a:pt x="2299" y="15776"/>
                    <a:pt x="1941" y="17550"/>
                    <a:pt x="1620" y="19324"/>
                  </a:cubicBezTo>
                  <a:cubicBezTo>
                    <a:pt x="1906" y="17574"/>
                    <a:pt x="2227" y="15764"/>
                    <a:pt x="2691" y="14002"/>
                  </a:cubicBezTo>
                  <a:close/>
                  <a:moveTo>
                    <a:pt x="6716" y="0"/>
                  </a:moveTo>
                  <a:cubicBezTo>
                    <a:pt x="6621" y="72"/>
                    <a:pt x="6525" y="155"/>
                    <a:pt x="6430" y="226"/>
                  </a:cubicBezTo>
                  <a:cubicBezTo>
                    <a:pt x="953" y="12644"/>
                    <a:pt x="1" y="24932"/>
                    <a:pt x="727" y="34981"/>
                  </a:cubicBezTo>
                  <a:lnTo>
                    <a:pt x="1715" y="34981"/>
                  </a:lnTo>
                  <a:cubicBezTo>
                    <a:pt x="2953" y="26218"/>
                    <a:pt x="7275" y="17800"/>
                    <a:pt x="10609" y="9442"/>
                  </a:cubicBezTo>
                  <a:cubicBezTo>
                    <a:pt x="10978" y="8513"/>
                    <a:pt x="11347" y="7525"/>
                    <a:pt x="11228" y="6513"/>
                  </a:cubicBezTo>
                  <a:cubicBezTo>
                    <a:pt x="11122" y="5519"/>
                    <a:pt x="10345" y="4524"/>
                    <a:pt x="9365" y="4524"/>
                  </a:cubicBezTo>
                  <a:cubicBezTo>
                    <a:pt x="9359" y="4524"/>
                    <a:pt x="9353" y="4524"/>
                    <a:pt x="9347" y="4524"/>
                  </a:cubicBezTo>
                  <a:cubicBezTo>
                    <a:pt x="8764" y="4524"/>
                    <a:pt x="8240" y="4846"/>
                    <a:pt x="7775" y="5203"/>
                  </a:cubicBezTo>
                  <a:cubicBezTo>
                    <a:pt x="5025" y="7322"/>
                    <a:pt x="3596" y="10549"/>
                    <a:pt x="2691" y="14002"/>
                  </a:cubicBezTo>
                  <a:cubicBezTo>
                    <a:pt x="3334" y="11073"/>
                    <a:pt x="4073" y="8168"/>
                    <a:pt x="4906" y="5286"/>
                  </a:cubicBezTo>
                  <a:cubicBezTo>
                    <a:pt x="5430" y="3501"/>
                    <a:pt x="6001" y="1715"/>
                    <a:pt x="671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44"/>
            <p:cNvSpPr/>
            <p:nvPr/>
          </p:nvSpPr>
          <p:spPr>
            <a:xfrm>
              <a:off x="3865650" y="2815650"/>
              <a:ext cx="754275" cy="1777625"/>
            </a:xfrm>
            <a:custGeom>
              <a:rect b="b" l="l" r="r" t="t"/>
              <a:pathLst>
                <a:path extrusionOk="0" h="71105" w="30171">
                  <a:moveTo>
                    <a:pt x="29826" y="1"/>
                  </a:moveTo>
                  <a:cubicBezTo>
                    <a:pt x="29885" y="4823"/>
                    <a:pt x="29647" y="9645"/>
                    <a:pt x="29087" y="14431"/>
                  </a:cubicBezTo>
                  <a:cubicBezTo>
                    <a:pt x="28087" y="23075"/>
                    <a:pt x="25873" y="32040"/>
                    <a:pt x="19955" y="38363"/>
                  </a:cubicBezTo>
                  <a:cubicBezTo>
                    <a:pt x="24825" y="30719"/>
                    <a:pt x="25051" y="21039"/>
                    <a:pt x="24611" y="11955"/>
                  </a:cubicBezTo>
                  <a:lnTo>
                    <a:pt x="24611" y="11955"/>
                  </a:lnTo>
                  <a:cubicBezTo>
                    <a:pt x="23896" y="16979"/>
                    <a:pt x="22444" y="21896"/>
                    <a:pt x="20324" y="26492"/>
                  </a:cubicBezTo>
                  <a:lnTo>
                    <a:pt x="20015" y="27290"/>
                  </a:lnTo>
                  <a:cubicBezTo>
                    <a:pt x="18181" y="31600"/>
                    <a:pt x="15919" y="35696"/>
                    <a:pt x="13586" y="39732"/>
                  </a:cubicBezTo>
                  <a:cubicBezTo>
                    <a:pt x="11252" y="43768"/>
                    <a:pt x="8835" y="47757"/>
                    <a:pt x="6668" y="51864"/>
                  </a:cubicBezTo>
                  <a:cubicBezTo>
                    <a:pt x="4501" y="55972"/>
                    <a:pt x="2584" y="60222"/>
                    <a:pt x="1322" y="64675"/>
                  </a:cubicBezTo>
                  <a:lnTo>
                    <a:pt x="870" y="66342"/>
                  </a:lnTo>
                  <a:cubicBezTo>
                    <a:pt x="727" y="66902"/>
                    <a:pt x="632" y="67473"/>
                    <a:pt x="512" y="68045"/>
                  </a:cubicBezTo>
                  <a:lnTo>
                    <a:pt x="179" y="69735"/>
                  </a:lnTo>
                  <a:cubicBezTo>
                    <a:pt x="120" y="70200"/>
                    <a:pt x="60" y="70652"/>
                    <a:pt x="0" y="71105"/>
                  </a:cubicBezTo>
                  <a:lnTo>
                    <a:pt x="4072" y="71105"/>
                  </a:lnTo>
                  <a:cubicBezTo>
                    <a:pt x="5299" y="68676"/>
                    <a:pt x="6728" y="66235"/>
                    <a:pt x="8275" y="63759"/>
                  </a:cubicBezTo>
                  <a:cubicBezTo>
                    <a:pt x="10502" y="58913"/>
                    <a:pt x="13335" y="54484"/>
                    <a:pt x="16229" y="49947"/>
                  </a:cubicBezTo>
                  <a:cubicBezTo>
                    <a:pt x="19741" y="44447"/>
                    <a:pt x="23337" y="38803"/>
                    <a:pt x="25861" y="32195"/>
                  </a:cubicBezTo>
                  <a:cubicBezTo>
                    <a:pt x="26647" y="29981"/>
                    <a:pt x="27361" y="27671"/>
                    <a:pt x="27956" y="25254"/>
                  </a:cubicBezTo>
                  <a:cubicBezTo>
                    <a:pt x="28016" y="24968"/>
                    <a:pt x="28087" y="24694"/>
                    <a:pt x="28147" y="24408"/>
                  </a:cubicBezTo>
                  <a:lnTo>
                    <a:pt x="28159" y="24408"/>
                  </a:lnTo>
                  <a:cubicBezTo>
                    <a:pt x="29445" y="18932"/>
                    <a:pt x="30171" y="12919"/>
                    <a:pt x="30064" y="6240"/>
                  </a:cubicBezTo>
                  <a:cubicBezTo>
                    <a:pt x="30028" y="4096"/>
                    <a:pt x="29945" y="2025"/>
                    <a:pt x="298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44"/>
            <p:cNvSpPr/>
            <p:nvPr/>
          </p:nvSpPr>
          <p:spPr>
            <a:xfrm>
              <a:off x="4298750" y="2519775"/>
              <a:ext cx="8350" cy="54200"/>
            </a:xfrm>
            <a:custGeom>
              <a:rect b="b" l="l" r="r" t="t"/>
              <a:pathLst>
                <a:path extrusionOk="0" h="2168" w="334">
                  <a:moveTo>
                    <a:pt x="250" y="1144"/>
                  </a:moveTo>
                  <a:cubicBezTo>
                    <a:pt x="286" y="763"/>
                    <a:pt x="298" y="382"/>
                    <a:pt x="333" y="1"/>
                  </a:cubicBezTo>
                  <a:cubicBezTo>
                    <a:pt x="226" y="739"/>
                    <a:pt x="119" y="1465"/>
                    <a:pt x="0" y="2168"/>
                  </a:cubicBezTo>
                  <a:cubicBezTo>
                    <a:pt x="83" y="1834"/>
                    <a:pt x="167" y="1489"/>
                    <a:pt x="250" y="1144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44"/>
            <p:cNvSpPr/>
            <p:nvPr/>
          </p:nvSpPr>
          <p:spPr>
            <a:xfrm>
              <a:off x="4328200" y="2077175"/>
              <a:ext cx="77725" cy="323875"/>
            </a:xfrm>
            <a:custGeom>
              <a:rect b="b" l="l" r="r" t="t"/>
              <a:pathLst>
                <a:path extrusionOk="0" h="12955" w="3109">
                  <a:moveTo>
                    <a:pt x="120" y="9728"/>
                  </a:moveTo>
                  <a:cubicBezTo>
                    <a:pt x="96" y="10787"/>
                    <a:pt x="48" y="11859"/>
                    <a:pt x="1" y="12954"/>
                  </a:cubicBezTo>
                  <a:cubicBezTo>
                    <a:pt x="72" y="12919"/>
                    <a:pt x="132" y="12871"/>
                    <a:pt x="191" y="12835"/>
                  </a:cubicBezTo>
                  <a:cubicBezTo>
                    <a:pt x="298" y="12061"/>
                    <a:pt x="394" y="11287"/>
                    <a:pt x="465" y="10502"/>
                  </a:cubicBezTo>
                  <a:cubicBezTo>
                    <a:pt x="453" y="11228"/>
                    <a:pt x="429" y="11966"/>
                    <a:pt x="394" y="12692"/>
                  </a:cubicBezTo>
                  <a:cubicBezTo>
                    <a:pt x="1477" y="11895"/>
                    <a:pt x="2406" y="10895"/>
                    <a:pt x="3108" y="9740"/>
                  </a:cubicBezTo>
                  <a:cubicBezTo>
                    <a:pt x="3096" y="9585"/>
                    <a:pt x="3096" y="9442"/>
                    <a:pt x="3085" y="9287"/>
                  </a:cubicBezTo>
                  <a:cubicBezTo>
                    <a:pt x="2930" y="6573"/>
                    <a:pt x="2620" y="3572"/>
                    <a:pt x="2132" y="393"/>
                  </a:cubicBezTo>
                  <a:cubicBezTo>
                    <a:pt x="1453" y="250"/>
                    <a:pt x="775" y="119"/>
                    <a:pt x="96" y="0"/>
                  </a:cubicBezTo>
                  <a:cubicBezTo>
                    <a:pt x="203" y="2989"/>
                    <a:pt x="215" y="6180"/>
                    <a:pt x="120" y="9573"/>
                  </a:cubicBezTo>
                  <a:cubicBezTo>
                    <a:pt x="215" y="9502"/>
                    <a:pt x="310" y="9442"/>
                    <a:pt x="406" y="9359"/>
                  </a:cubicBezTo>
                  <a:cubicBezTo>
                    <a:pt x="310" y="9490"/>
                    <a:pt x="215" y="9609"/>
                    <a:pt x="120" y="9728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44"/>
            <p:cNvSpPr/>
            <p:nvPr/>
          </p:nvSpPr>
          <p:spPr>
            <a:xfrm>
              <a:off x="3812675" y="1546150"/>
              <a:ext cx="800125" cy="3047425"/>
            </a:xfrm>
            <a:custGeom>
              <a:rect b="b" l="l" r="r" t="t"/>
              <a:pathLst>
                <a:path extrusionOk="0" h="121897" w="32005">
                  <a:moveTo>
                    <a:pt x="1334" y="120361"/>
                  </a:moveTo>
                  <a:lnTo>
                    <a:pt x="1691" y="118622"/>
                  </a:lnTo>
                  <a:cubicBezTo>
                    <a:pt x="1822" y="118051"/>
                    <a:pt x="1917" y="117467"/>
                    <a:pt x="2072" y="116896"/>
                  </a:cubicBezTo>
                  <a:lnTo>
                    <a:pt x="2560" y="115193"/>
                  </a:lnTo>
                  <a:cubicBezTo>
                    <a:pt x="3858" y="110776"/>
                    <a:pt x="5787" y="106585"/>
                    <a:pt x="7954" y="102573"/>
                  </a:cubicBezTo>
                  <a:cubicBezTo>
                    <a:pt x="11097" y="96274"/>
                    <a:pt x="14943" y="90357"/>
                    <a:pt x="18229" y="84130"/>
                  </a:cubicBezTo>
                  <a:cubicBezTo>
                    <a:pt x="18526" y="83559"/>
                    <a:pt x="18824" y="82975"/>
                    <a:pt x="19122" y="82392"/>
                  </a:cubicBezTo>
                  <a:cubicBezTo>
                    <a:pt x="18526" y="83785"/>
                    <a:pt x="17836" y="85130"/>
                    <a:pt x="17062" y="86428"/>
                  </a:cubicBezTo>
                  <a:cubicBezTo>
                    <a:pt x="17574" y="85725"/>
                    <a:pt x="18074" y="85011"/>
                    <a:pt x="18562" y="84285"/>
                  </a:cubicBezTo>
                  <a:cubicBezTo>
                    <a:pt x="19693" y="82189"/>
                    <a:pt x="20753" y="80070"/>
                    <a:pt x="21717" y="77891"/>
                  </a:cubicBezTo>
                  <a:lnTo>
                    <a:pt x="23027" y="74653"/>
                  </a:lnTo>
                  <a:lnTo>
                    <a:pt x="24122" y="71343"/>
                  </a:lnTo>
                  <a:cubicBezTo>
                    <a:pt x="24777" y="69116"/>
                    <a:pt x="25265" y="66830"/>
                    <a:pt x="25622" y="64532"/>
                  </a:cubicBezTo>
                  <a:cubicBezTo>
                    <a:pt x="27015" y="55281"/>
                    <a:pt x="26111" y="45840"/>
                    <a:pt x="24432" y="36672"/>
                  </a:cubicBezTo>
                  <a:cubicBezTo>
                    <a:pt x="25325" y="41256"/>
                    <a:pt x="26027" y="45887"/>
                    <a:pt x="26325" y="50554"/>
                  </a:cubicBezTo>
                  <a:cubicBezTo>
                    <a:pt x="26492" y="52888"/>
                    <a:pt x="26551" y="55234"/>
                    <a:pt x="26492" y="57579"/>
                  </a:cubicBezTo>
                  <a:cubicBezTo>
                    <a:pt x="26420" y="59913"/>
                    <a:pt x="26265" y="62258"/>
                    <a:pt x="25920" y="64580"/>
                  </a:cubicBezTo>
                  <a:cubicBezTo>
                    <a:pt x="25587" y="66890"/>
                    <a:pt x="25122" y="69200"/>
                    <a:pt x="24491" y="71450"/>
                  </a:cubicBezTo>
                  <a:lnTo>
                    <a:pt x="23420" y="74807"/>
                  </a:lnTo>
                  <a:lnTo>
                    <a:pt x="22443" y="77284"/>
                  </a:lnTo>
                  <a:cubicBezTo>
                    <a:pt x="24563" y="72676"/>
                    <a:pt x="26015" y="67759"/>
                    <a:pt x="26718" y="62735"/>
                  </a:cubicBezTo>
                  <a:cubicBezTo>
                    <a:pt x="27170" y="71819"/>
                    <a:pt x="26932" y="81499"/>
                    <a:pt x="22074" y="89154"/>
                  </a:cubicBezTo>
                  <a:cubicBezTo>
                    <a:pt x="27980" y="82832"/>
                    <a:pt x="30206" y="73867"/>
                    <a:pt x="31206" y="65223"/>
                  </a:cubicBezTo>
                  <a:cubicBezTo>
                    <a:pt x="31754" y="60425"/>
                    <a:pt x="32004" y="55603"/>
                    <a:pt x="31945" y="50781"/>
                  </a:cubicBezTo>
                  <a:cubicBezTo>
                    <a:pt x="31766" y="47542"/>
                    <a:pt x="31492" y="44447"/>
                    <a:pt x="31135" y="41506"/>
                  </a:cubicBezTo>
                  <a:cubicBezTo>
                    <a:pt x="31576" y="45994"/>
                    <a:pt x="31885" y="50483"/>
                    <a:pt x="31849" y="54984"/>
                  </a:cubicBezTo>
                  <a:cubicBezTo>
                    <a:pt x="31885" y="48638"/>
                    <a:pt x="31183" y="42315"/>
                    <a:pt x="30361" y="36017"/>
                  </a:cubicBezTo>
                  <a:cubicBezTo>
                    <a:pt x="28480" y="24504"/>
                    <a:pt x="25396" y="15503"/>
                    <a:pt x="22217" y="8704"/>
                  </a:cubicBezTo>
                  <a:cubicBezTo>
                    <a:pt x="20586" y="5918"/>
                    <a:pt x="18812" y="3191"/>
                    <a:pt x="17562" y="263"/>
                  </a:cubicBezTo>
                  <a:cubicBezTo>
                    <a:pt x="17502" y="179"/>
                    <a:pt x="17431" y="84"/>
                    <a:pt x="17371" y="1"/>
                  </a:cubicBezTo>
                  <a:cubicBezTo>
                    <a:pt x="17419" y="239"/>
                    <a:pt x="17455" y="465"/>
                    <a:pt x="17490" y="703"/>
                  </a:cubicBezTo>
                  <a:cubicBezTo>
                    <a:pt x="18562" y="3025"/>
                    <a:pt x="19919" y="6382"/>
                    <a:pt x="21205" y="10633"/>
                  </a:cubicBezTo>
                  <a:cubicBezTo>
                    <a:pt x="22182" y="13848"/>
                    <a:pt x="23051" y="17598"/>
                    <a:pt x="23646" y="21729"/>
                  </a:cubicBezTo>
                  <a:cubicBezTo>
                    <a:pt x="24122" y="21872"/>
                    <a:pt x="24587" y="22015"/>
                    <a:pt x="25063" y="22158"/>
                  </a:cubicBezTo>
                  <a:cubicBezTo>
                    <a:pt x="24598" y="22051"/>
                    <a:pt x="24134" y="21956"/>
                    <a:pt x="23670" y="21849"/>
                  </a:cubicBezTo>
                  <a:cubicBezTo>
                    <a:pt x="23884" y="23301"/>
                    <a:pt x="24063" y="24801"/>
                    <a:pt x="24194" y="26349"/>
                  </a:cubicBezTo>
                  <a:cubicBezTo>
                    <a:pt x="24432" y="29349"/>
                    <a:pt x="24575" y="32493"/>
                    <a:pt x="24444" y="35743"/>
                  </a:cubicBezTo>
                  <a:cubicBezTo>
                    <a:pt x="24325" y="38982"/>
                    <a:pt x="24003" y="42327"/>
                    <a:pt x="23455" y="45697"/>
                  </a:cubicBezTo>
                  <a:cubicBezTo>
                    <a:pt x="23455" y="45697"/>
                    <a:pt x="23479" y="45328"/>
                    <a:pt x="23527" y="44625"/>
                  </a:cubicBezTo>
                  <a:cubicBezTo>
                    <a:pt x="23575" y="43923"/>
                    <a:pt x="23694" y="42887"/>
                    <a:pt x="23729" y="41565"/>
                  </a:cubicBezTo>
                  <a:cubicBezTo>
                    <a:pt x="23896" y="39017"/>
                    <a:pt x="23956" y="35386"/>
                    <a:pt x="23717" y="30993"/>
                  </a:cubicBezTo>
                  <a:cubicBezTo>
                    <a:pt x="22789" y="33005"/>
                    <a:pt x="21824" y="35041"/>
                    <a:pt x="20729" y="36981"/>
                  </a:cubicBezTo>
                  <a:cubicBezTo>
                    <a:pt x="20622" y="37862"/>
                    <a:pt x="20479" y="38732"/>
                    <a:pt x="20312" y="39601"/>
                  </a:cubicBezTo>
                  <a:cubicBezTo>
                    <a:pt x="20300" y="39839"/>
                    <a:pt x="20288" y="40053"/>
                    <a:pt x="20277" y="40291"/>
                  </a:cubicBezTo>
                  <a:lnTo>
                    <a:pt x="20181" y="40279"/>
                  </a:lnTo>
                  <a:cubicBezTo>
                    <a:pt x="19348" y="44387"/>
                    <a:pt x="17967" y="48376"/>
                    <a:pt x="16121" y="52126"/>
                  </a:cubicBezTo>
                  <a:cubicBezTo>
                    <a:pt x="13192" y="58091"/>
                    <a:pt x="9085" y="63449"/>
                    <a:pt x="4096" y="67771"/>
                  </a:cubicBezTo>
                  <a:cubicBezTo>
                    <a:pt x="4465" y="67652"/>
                    <a:pt x="4834" y="67521"/>
                    <a:pt x="5191" y="67390"/>
                  </a:cubicBezTo>
                  <a:cubicBezTo>
                    <a:pt x="7072" y="66425"/>
                    <a:pt x="8966" y="65497"/>
                    <a:pt x="10763" y="64425"/>
                  </a:cubicBezTo>
                  <a:cubicBezTo>
                    <a:pt x="13026" y="63092"/>
                    <a:pt x="15157" y="61532"/>
                    <a:pt x="16919" y="59567"/>
                  </a:cubicBezTo>
                  <a:cubicBezTo>
                    <a:pt x="17074" y="59401"/>
                    <a:pt x="17229" y="59222"/>
                    <a:pt x="17371" y="59056"/>
                  </a:cubicBezTo>
                  <a:cubicBezTo>
                    <a:pt x="18241" y="57615"/>
                    <a:pt x="19050" y="56127"/>
                    <a:pt x="19872" y="54650"/>
                  </a:cubicBezTo>
                  <a:cubicBezTo>
                    <a:pt x="19491" y="55579"/>
                    <a:pt x="19086" y="56496"/>
                    <a:pt x="18657" y="57412"/>
                  </a:cubicBezTo>
                  <a:cubicBezTo>
                    <a:pt x="18907" y="57055"/>
                    <a:pt x="19145" y="56686"/>
                    <a:pt x="19384" y="56317"/>
                  </a:cubicBezTo>
                  <a:cubicBezTo>
                    <a:pt x="20169" y="54924"/>
                    <a:pt x="20788" y="53424"/>
                    <a:pt x="21181" y="51852"/>
                  </a:cubicBezTo>
                  <a:cubicBezTo>
                    <a:pt x="20860" y="53162"/>
                    <a:pt x="20396" y="54424"/>
                    <a:pt x="19800" y="55627"/>
                  </a:cubicBezTo>
                  <a:cubicBezTo>
                    <a:pt x="20300" y="54745"/>
                    <a:pt x="20753" y="53829"/>
                    <a:pt x="21122" y="52888"/>
                  </a:cubicBezTo>
                  <a:cubicBezTo>
                    <a:pt x="21622" y="51650"/>
                    <a:pt x="22003" y="50364"/>
                    <a:pt x="22265" y="49054"/>
                  </a:cubicBezTo>
                  <a:cubicBezTo>
                    <a:pt x="22527" y="47745"/>
                    <a:pt x="22729" y="46411"/>
                    <a:pt x="23039" y="45113"/>
                  </a:cubicBezTo>
                  <a:cubicBezTo>
                    <a:pt x="22729" y="46411"/>
                    <a:pt x="22563" y="47745"/>
                    <a:pt x="22336" y="49066"/>
                  </a:cubicBezTo>
                  <a:cubicBezTo>
                    <a:pt x="22122" y="50400"/>
                    <a:pt x="21801" y="51709"/>
                    <a:pt x="21348" y="52971"/>
                  </a:cubicBezTo>
                  <a:cubicBezTo>
                    <a:pt x="20467" y="55519"/>
                    <a:pt x="19122" y="57924"/>
                    <a:pt x="17383" y="59984"/>
                  </a:cubicBezTo>
                  <a:cubicBezTo>
                    <a:pt x="17348" y="60032"/>
                    <a:pt x="17312" y="60068"/>
                    <a:pt x="17276" y="60115"/>
                  </a:cubicBezTo>
                  <a:cubicBezTo>
                    <a:pt x="17098" y="60437"/>
                    <a:pt x="16919" y="60758"/>
                    <a:pt x="16728" y="61080"/>
                  </a:cubicBezTo>
                  <a:cubicBezTo>
                    <a:pt x="15490" y="63139"/>
                    <a:pt x="14157" y="65092"/>
                    <a:pt x="12847" y="67092"/>
                  </a:cubicBezTo>
                  <a:cubicBezTo>
                    <a:pt x="11537" y="69069"/>
                    <a:pt x="10061" y="71033"/>
                    <a:pt x="8204" y="72581"/>
                  </a:cubicBezTo>
                  <a:cubicBezTo>
                    <a:pt x="6942" y="73653"/>
                    <a:pt x="5584" y="74557"/>
                    <a:pt x="4191" y="75403"/>
                  </a:cubicBezTo>
                  <a:cubicBezTo>
                    <a:pt x="5620" y="74950"/>
                    <a:pt x="7013" y="74379"/>
                    <a:pt x="8346" y="73688"/>
                  </a:cubicBezTo>
                  <a:cubicBezTo>
                    <a:pt x="9061" y="73260"/>
                    <a:pt x="9763" y="72819"/>
                    <a:pt x="10454" y="72343"/>
                  </a:cubicBezTo>
                  <a:cubicBezTo>
                    <a:pt x="10787" y="72117"/>
                    <a:pt x="11121" y="71867"/>
                    <a:pt x="11442" y="71628"/>
                  </a:cubicBezTo>
                  <a:cubicBezTo>
                    <a:pt x="14204" y="68426"/>
                    <a:pt x="16383" y="64687"/>
                    <a:pt x="18443" y="60961"/>
                  </a:cubicBezTo>
                  <a:cubicBezTo>
                    <a:pt x="18241" y="62770"/>
                    <a:pt x="17848" y="64520"/>
                    <a:pt x="17324" y="66235"/>
                  </a:cubicBezTo>
                  <a:cubicBezTo>
                    <a:pt x="17479" y="66033"/>
                    <a:pt x="17645" y="65842"/>
                    <a:pt x="17812" y="65652"/>
                  </a:cubicBezTo>
                  <a:cubicBezTo>
                    <a:pt x="19503" y="62615"/>
                    <a:pt x="21420" y="58901"/>
                    <a:pt x="23074" y="55984"/>
                  </a:cubicBezTo>
                  <a:cubicBezTo>
                    <a:pt x="23074" y="56043"/>
                    <a:pt x="23074" y="56091"/>
                    <a:pt x="23086" y="56138"/>
                  </a:cubicBezTo>
                  <a:cubicBezTo>
                    <a:pt x="23134" y="55960"/>
                    <a:pt x="23205" y="55781"/>
                    <a:pt x="23253" y="55591"/>
                  </a:cubicBezTo>
                  <a:cubicBezTo>
                    <a:pt x="23205" y="55781"/>
                    <a:pt x="23146" y="55972"/>
                    <a:pt x="23086" y="56150"/>
                  </a:cubicBezTo>
                  <a:cubicBezTo>
                    <a:pt x="23217" y="57722"/>
                    <a:pt x="22729" y="59282"/>
                    <a:pt x="22182" y="60770"/>
                  </a:cubicBezTo>
                  <a:cubicBezTo>
                    <a:pt x="18955" y="69521"/>
                    <a:pt x="13549" y="77451"/>
                    <a:pt x="6632" y="83630"/>
                  </a:cubicBezTo>
                  <a:cubicBezTo>
                    <a:pt x="6620" y="83642"/>
                    <a:pt x="6608" y="83654"/>
                    <a:pt x="6596" y="83666"/>
                  </a:cubicBezTo>
                  <a:cubicBezTo>
                    <a:pt x="6072" y="84559"/>
                    <a:pt x="5608" y="85475"/>
                    <a:pt x="5203" y="86416"/>
                  </a:cubicBezTo>
                  <a:cubicBezTo>
                    <a:pt x="5072" y="86583"/>
                    <a:pt x="4941" y="86749"/>
                    <a:pt x="4810" y="86916"/>
                  </a:cubicBezTo>
                  <a:cubicBezTo>
                    <a:pt x="4775" y="86988"/>
                    <a:pt x="4739" y="87071"/>
                    <a:pt x="4715" y="87142"/>
                  </a:cubicBezTo>
                  <a:lnTo>
                    <a:pt x="4989" y="86916"/>
                  </a:lnTo>
                  <a:cubicBezTo>
                    <a:pt x="4275" y="88642"/>
                    <a:pt x="3715" y="90417"/>
                    <a:pt x="3191" y="92214"/>
                  </a:cubicBezTo>
                  <a:cubicBezTo>
                    <a:pt x="2346" y="95084"/>
                    <a:pt x="1608" y="98001"/>
                    <a:pt x="965" y="100930"/>
                  </a:cubicBezTo>
                  <a:cubicBezTo>
                    <a:pt x="1869" y="97477"/>
                    <a:pt x="3298" y="94238"/>
                    <a:pt x="6049" y="92119"/>
                  </a:cubicBezTo>
                  <a:cubicBezTo>
                    <a:pt x="6513" y="91774"/>
                    <a:pt x="7037" y="91440"/>
                    <a:pt x="7620" y="91440"/>
                  </a:cubicBezTo>
                  <a:cubicBezTo>
                    <a:pt x="8620" y="91440"/>
                    <a:pt x="9394" y="92429"/>
                    <a:pt x="9513" y="93441"/>
                  </a:cubicBezTo>
                  <a:cubicBezTo>
                    <a:pt x="9632" y="94441"/>
                    <a:pt x="9263" y="95429"/>
                    <a:pt x="8882" y="96370"/>
                  </a:cubicBezTo>
                  <a:cubicBezTo>
                    <a:pt x="5548" y="104716"/>
                    <a:pt x="1227" y="113145"/>
                    <a:pt x="0" y="121897"/>
                  </a:cubicBezTo>
                  <a:lnTo>
                    <a:pt x="1096" y="121897"/>
                  </a:lnTo>
                  <a:cubicBezTo>
                    <a:pt x="1107" y="121861"/>
                    <a:pt x="1119" y="121825"/>
                    <a:pt x="1119" y="121789"/>
                  </a:cubicBezTo>
                  <a:cubicBezTo>
                    <a:pt x="1191" y="121313"/>
                    <a:pt x="1262" y="120837"/>
                    <a:pt x="1334" y="12036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44"/>
            <p:cNvSpPr/>
            <p:nvPr/>
          </p:nvSpPr>
          <p:spPr>
            <a:xfrm>
              <a:off x="4279400" y="1667300"/>
              <a:ext cx="101225" cy="414950"/>
            </a:xfrm>
            <a:custGeom>
              <a:rect b="b" l="l" r="r" t="t"/>
              <a:pathLst>
                <a:path extrusionOk="0" h="16598" w="4049">
                  <a:moveTo>
                    <a:pt x="500" y="2310"/>
                  </a:moveTo>
                  <a:cubicBezTo>
                    <a:pt x="1322" y="6204"/>
                    <a:pt x="1834" y="10776"/>
                    <a:pt x="2036" y="15991"/>
                  </a:cubicBezTo>
                  <a:cubicBezTo>
                    <a:pt x="2703" y="16193"/>
                    <a:pt x="3382" y="16395"/>
                    <a:pt x="4048" y="16598"/>
                  </a:cubicBezTo>
                  <a:cubicBezTo>
                    <a:pt x="3715" y="14455"/>
                    <a:pt x="3310" y="12228"/>
                    <a:pt x="2810" y="9942"/>
                  </a:cubicBezTo>
                  <a:cubicBezTo>
                    <a:pt x="2131" y="7073"/>
                    <a:pt x="1346" y="4096"/>
                    <a:pt x="381" y="1096"/>
                  </a:cubicBezTo>
                  <a:cubicBezTo>
                    <a:pt x="262" y="727"/>
                    <a:pt x="131" y="370"/>
                    <a:pt x="0" y="0"/>
                  </a:cubicBezTo>
                  <a:cubicBezTo>
                    <a:pt x="143" y="548"/>
                    <a:pt x="286" y="1215"/>
                    <a:pt x="429" y="1989"/>
                  </a:cubicBezTo>
                  <a:cubicBezTo>
                    <a:pt x="453" y="2096"/>
                    <a:pt x="476" y="2203"/>
                    <a:pt x="500" y="231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44"/>
            <p:cNvSpPr/>
            <p:nvPr/>
          </p:nvSpPr>
          <p:spPr>
            <a:xfrm>
              <a:off x="3982025" y="3607725"/>
              <a:ext cx="23850" cy="24725"/>
            </a:xfrm>
            <a:custGeom>
              <a:rect b="b" l="l" r="r" t="t"/>
              <a:pathLst>
                <a:path extrusionOk="0" h="989" w="954">
                  <a:moveTo>
                    <a:pt x="179" y="774"/>
                  </a:moveTo>
                  <a:cubicBezTo>
                    <a:pt x="120" y="845"/>
                    <a:pt x="60" y="917"/>
                    <a:pt x="1" y="988"/>
                  </a:cubicBezTo>
                  <a:cubicBezTo>
                    <a:pt x="334" y="667"/>
                    <a:pt x="644" y="345"/>
                    <a:pt x="953" y="0"/>
                  </a:cubicBezTo>
                  <a:cubicBezTo>
                    <a:pt x="691" y="262"/>
                    <a:pt x="441" y="524"/>
                    <a:pt x="179" y="774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44"/>
            <p:cNvSpPr/>
            <p:nvPr/>
          </p:nvSpPr>
          <p:spPr>
            <a:xfrm>
              <a:off x="3810275" y="4069075"/>
              <a:ext cx="26825" cy="133075"/>
            </a:xfrm>
            <a:custGeom>
              <a:rect b="b" l="l" r="r" t="t"/>
              <a:pathLst>
                <a:path extrusionOk="0" h="5323" w="1073">
                  <a:moveTo>
                    <a:pt x="1072" y="1"/>
                  </a:moveTo>
                  <a:cubicBezTo>
                    <a:pt x="620" y="1763"/>
                    <a:pt x="287" y="3573"/>
                    <a:pt x="1" y="5323"/>
                  </a:cubicBezTo>
                  <a:cubicBezTo>
                    <a:pt x="322" y="3549"/>
                    <a:pt x="680" y="1775"/>
                    <a:pt x="1072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44"/>
            <p:cNvSpPr/>
            <p:nvPr/>
          </p:nvSpPr>
          <p:spPr>
            <a:xfrm>
              <a:off x="3793325" y="1321725"/>
              <a:ext cx="466450" cy="725100"/>
            </a:xfrm>
            <a:custGeom>
              <a:rect b="b" l="l" r="r" t="t"/>
              <a:pathLst>
                <a:path extrusionOk="0" h="29004" w="18658">
                  <a:moveTo>
                    <a:pt x="6215" y="0"/>
                  </a:moveTo>
                  <a:cubicBezTo>
                    <a:pt x="6215" y="0"/>
                    <a:pt x="5453" y="2108"/>
                    <a:pt x="1750" y="19288"/>
                  </a:cubicBezTo>
                  <a:cubicBezTo>
                    <a:pt x="1620" y="19931"/>
                    <a:pt x="1477" y="20574"/>
                    <a:pt x="1322" y="21217"/>
                  </a:cubicBezTo>
                  <a:cubicBezTo>
                    <a:pt x="929" y="22920"/>
                    <a:pt x="488" y="24551"/>
                    <a:pt x="0" y="26087"/>
                  </a:cubicBezTo>
                  <a:cubicBezTo>
                    <a:pt x="192" y="26084"/>
                    <a:pt x="384" y="26083"/>
                    <a:pt x="576" y="26083"/>
                  </a:cubicBezTo>
                  <a:cubicBezTo>
                    <a:pt x="6678" y="26083"/>
                    <a:pt x="12713" y="27353"/>
                    <a:pt x="18657" y="29004"/>
                  </a:cubicBezTo>
                  <a:cubicBezTo>
                    <a:pt x="14335" y="14681"/>
                    <a:pt x="6215" y="0"/>
                    <a:pt x="6215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44"/>
            <p:cNvSpPr/>
            <p:nvPr/>
          </p:nvSpPr>
          <p:spPr>
            <a:xfrm>
              <a:off x="3793325" y="1321725"/>
              <a:ext cx="466450" cy="725100"/>
            </a:xfrm>
            <a:custGeom>
              <a:rect b="b" l="l" r="r" t="t"/>
              <a:pathLst>
                <a:path extrusionOk="0" h="29004" w="18658">
                  <a:moveTo>
                    <a:pt x="1750" y="19288"/>
                  </a:moveTo>
                  <a:cubicBezTo>
                    <a:pt x="1620" y="19931"/>
                    <a:pt x="1477" y="20574"/>
                    <a:pt x="1322" y="21217"/>
                  </a:cubicBezTo>
                  <a:cubicBezTo>
                    <a:pt x="929" y="22920"/>
                    <a:pt x="488" y="24551"/>
                    <a:pt x="0" y="26087"/>
                  </a:cubicBezTo>
                  <a:cubicBezTo>
                    <a:pt x="6299" y="26004"/>
                    <a:pt x="12526" y="27301"/>
                    <a:pt x="18657" y="29004"/>
                  </a:cubicBezTo>
                  <a:cubicBezTo>
                    <a:pt x="14335" y="14681"/>
                    <a:pt x="6215" y="0"/>
                    <a:pt x="6215" y="0"/>
                  </a:cubicBezTo>
                  <a:cubicBezTo>
                    <a:pt x="6215" y="0"/>
                    <a:pt x="5453" y="2108"/>
                    <a:pt x="1750" y="1928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44"/>
            <p:cNvSpPr/>
            <p:nvPr/>
          </p:nvSpPr>
          <p:spPr>
            <a:xfrm>
              <a:off x="4126700" y="2287625"/>
              <a:ext cx="126225" cy="72750"/>
            </a:xfrm>
            <a:custGeom>
              <a:rect b="b" l="l" r="r" t="t"/>
              <a:pathLst>
                <a:path extrusionOk="0" h="2910" w="5049">
                  <a:moveTo>
                    <a:pt x="5049" y="0"/>
                  </a:moveTo>
                  <a:cubicBezTo>
                    <a:pt x="3679" y="1262"/>
                    <a:pt x="1846" y="1988"/>
                    <a:pt x="0" y="2036"/>
                  </a:cubicBezTo>
                  <a:cubicBezTo>
                    <a:pt x="298" y="2250"/>
                    <a:pt x="596" y="2477"/>
                    <a:pt x="869" y="2715"/>
                  </a:cubicBezTo>
                  <a:cubicBezTo>
                    <a:pt x="1499" y="2844"/>
                    <a:pt x="2144" y="2910"/>
                    <a:pt x="2788" y="2910"/>
                  </a:cubicBezTo>
                  <a:cubicBezTo>
                    <a:pt x="3448" y="2910"/>
                    <a:pt x="4107" y="2841"/>
                    <a:pt x="4751" y="2703"/>
                  </a:cubicBezTo>
                  <a:cubicBezTo>
                    <a:pt x="4858" y="1798"/>
                    <a:pt x="4965" y="905"/>
                    <a:pt x="5049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44"/>
            <p:cNvSpPr/>
            <p:nvPr/>
          </p:nvSpPr>
          <p:spPr>
            <a:xfrm>
              <a:off x="4126700" y="2287625"/>
              <a:ext cx="126225" cy="74425"/>
            </a:xfrm>
            <a:custGeom>
              <a:rect b="b" l="l" r="r" t="t"/>
              <a:pathLst>
                <a:path extrusionOk="0" h="2977" w="5049">
                  <a:moveTo>
                    <a:pt x="0" y="2036"/>
                  </a:moveTo>
                  <a:cubicBezTo>
                    <a:pt x="298" y="2250"/>
                    <a:pt x="596" y="2477"/>
                    <a:pt x="869" y="2715"/>
                  </a:cubicBezTo>
                  <a:cubicBezTo>
                    <a:pt x="2143" y="2977"/>
                    <a:pt x="3477" y="2977"/>
                    <a:pt x="4751" y="2703"/>
                  </a:cubicBezTo>
                  <a:cubicBezTo>
                    <a:pt x="4858" y="1798"/>
                    <a:pt x="4965" y="905"/>
                    <a:pt x="5049" y="0"/>
                  </a:cubicBezTo>
                  <a:cubicBezTo>
                    <a:pt x="3679" y="1262"/>
                    <a:pt x="1846" y="1988"/>
                    <a:pt x="0" y="20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44"/>
            <p:cNvSpPr/>
            <p:nvPr/>
          </p:nvSpPr>
          <p:spPr>
            <a:xfrm>
              <a:off x="4207350" y="2404300"/>
              <a:ext cx="31000" cy="39600"/>
            </a:xfrm>
            <a:custGeom>
              <a:rect b="b" l="l" r="r" t="t"/>
              <a:pathLst>
                <a:path extrusionOk="0" h="1584" w="1240">
                  <a:moveTo>
                    <a:pt x="1239" y="0"/>
                  </a:moveTo>
                  <a:lnTo>
                    <a:pt x="1239" y="0"/>
                  </a:lnTo>
                  <a:cubicBezTo>
                    <a:pt x="846" y="250"/>
                    <a:pt x="429" y="488"/>
                    <a:pt x="1" y="703"/>
                  </a:cubicBezTo>
                  <a:cubicBezTo>
                    <a:pt x="179" y="988"/>
                    <a:pt x="334" y="1274"/>
                    <a:pt x="453" y="1584"/>
                  </a:cubicBezTo>
                  <a:cubicBezTo>
                    <a:pt x="644" y="1548"/>
                    <a:pt x="822" y="1524"/>
                    <a:pt x="1001" y="1489"/>
                  </a:cubicBezTo>
                  <a:cubicBezTo>
                    <a:pt x="1084" y="988"/>
                    <a:pt x="1168" y="488"/>
                    <a:pt x="1239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44"/>
            <p:cNvSpPr/>
            <p:nvPr/>
          </p:nvSpPr>
          <p:spPr>
            <a:xfrm>
              <a:off x="4207350" y="2404300"/>
              <a:ext cx="31000" cy="39600"/>
            </a:xfrm>
            <a:custGeom>
              <a:rect b="b" l="l" r="r" t="t"/>
              <a:pathLst>
                <a:path extrusionOk="0" h="1584" w="1240">
                  <a:moveTo>
                    <a:pt x="1" y="703"/>
                  </a:moveTo>
                  <a:cubicBezTo>
                    <a:pt x="179" y="988"/>
                    <a:pt x="334" y="1274"/>
                    <a:pt x="453" y="1584"/>
                  </a:cubicBezTo>
                  <a:cubicBezTo>
                    <a:pt x="644" y="1548"/>
                    <a:pt x="822" y="1524"/>
                    <a:pt x="1001" y="1489"/>
                  </a:cubicBezTo>
                  <a:cubicBezTo>
                    <a:pt x="1084" y="988"/>
                    <a:pt x="1168" y="488"/>
                    <a:pt x="1239" y="0"/>
                  </a:cubicBezTo>
                  <a:cubicBezTo>
                    <a:pt x="846" y="250"/>
                    <a:pt x="429" y="488"/>
                    <a:pt x="1" y="703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44"/>
            <p:cNvSpPr/>
            <p:nvPr/>
          </p:nvSpPr>
          <p:spPr>
            <a:xfrm>
              <a:off x="2983700" y="1705400"/>
              <a:ext cx="1159100" cy="2681750"/>
            </a:xfrm>
            <a:custGeom>
              <a:rect b="b" l="l" r="r" t="t"/>
              <a:pathLst>
                <a:path extrusionOk="0" h="107270" w="46364">
                  <a:moveTo>
                    <a:pt x="18538" y="28016"/>
                  </a:moveTo>
                  <a:lnTo>
                    <a:pt x="18538" y="28016"/>
                  </a:lnTo>
                  <a:cubicBezTo>
                    <a:pt x="18467" y="28349"/>
                    <a:pt x="18395" y="28671"/>
                    <a:pt x="18348" y="29004"/>
                  </a:cubicBezTo>
                  <a:lnTo>
                    <a:pt x="17431" y="29397"/>
                  </a:lnTo>
                  <a:cubicBezTo>
                    <a:pt x="17788" y="28933"/>
                    <a:pt x="18157" y="28480"/>
                    <a:pt x="18538" y="28016"/>
                  </a:cubicBezTo>
                  <a:close/>
                  <a:moveTo>
                    <a:pt x="10371" y="52043"/>
                  </a:moveTo>
                  <a:cubicBezTo>
                    <a:pt x="10371" y="52043"/>
                    <a:pt x="10490" y="52269"/>
                    <a:pt x="10728" y="52650"/>
                  </a:cubicBezTo>
                  <a:cubicBezTo>
                    <a:pt x="10966" y="53031"/>
                    <a:pt x="11335" y="53555"/>
                    <a:pt x="11883" y="54114"/>
                  </a:cubicBezTo>
                  <a:cubicBezTo>
                    <a:pt x="12145" y="54400"/>
                    <a:pt x="12514" y="54721"/>
                    <a:pt x="12716" y="55281"/>
                  </a:cubicBezTo>
                  <a:cubicBezTo>
                    <a:pt x="12919" y="55864"/>
                    <a:pt x="12740" y="56495"/>
                    <a:pt x="12514" y="56984"/>
                  </a:cubicBezTo>
                  <a:cubicBezTo>
                    <a:pt x="12026" y="57960"/>
                    <a:pt x="11430" y="58936"/>
                    <a:pt x="10740" y="59948"/>
                  </a:cubicBezTo>
                  <a:cubicBezTo>
                    <a:pt x="10740" y="59948"/>
                    <a:pt x="11014" y="58901"/>
                    <a:pt x="11621" y="57388"/>
                  </a:cubicBezTo>
                  <a:cubicBezTo>
                    <a:pt x="11776" y="56996"/>
                    <a:pt x="11966" y="56603"/>
                    <a:pt x="12061" y="56210"/>
                  </a:cubicBezTo>
                  <a:cubicBezTo>
                    <a:pt x="12145" y="55805"/>
                    <a:pt x="12097" y="55460"/>
                    <a:pt x="11835" y="55067"/>
                  </a:cubicBezTo>
                  <a:cubicBezTo>
                    <a:pt x="11585" y="54686"/>
                    <a:pt x="11180" y="54233"/>
                    <a:pt x="10918" y="53709"/>
                  </a:cubicBezTo>
                  <a:cubicBezTo>
                    <a:pt x="10656" y="53197"/>
                    <a:pt x="10466" y="52626"/>
                    <a:pt x="10371" y="52043"/>
                  </a:cubicBezTo>
                  <a:close/>
                  <a:moveTo>
                    <a:pt x="0" y="0"/>
                  </a:moveTo>
                  <a:lnTo>
                    <a:pt x="0" y="73819"/>
                  </a:lnTo>
                  <a:cubicBezTo>
                    <a:pt x="703" y="73914"/>
                    <a:pt x="1286" y="73986"/>
                    <a:pt x="1739" y="74045"/>
                  </a:cubicBezTo>
                  <a:cubicBezTo>
                    <a:pt x="2346" y="74117"/>
                    <a:pt x="2691" y="74164"/>
                    <a:pt x="2691" y="74164"/>
                  </a:cubicBezTo>
                  <a:cubicBezTo>
                    <a:pt x="2620" y="74176"/>
                    <a:pt x="2548" y="74200"/>
                    <a:pt x="2489" y="74212"/>
                  </a:cubicBezTo>
                  <a:cubicBezTo>
                    <a:pt x="3548" y="74248"/>
                    <a:pt x="4608" y="74271"/>
                    <a:pt x="5680" y="74283"/>
                  </a:cubicBezTo>
                  <a:cubicBezTo>
                    <a:pt x="7082" y="73892"/>
                    <a:pt x="8362" y="73776"/>
                    <a:pt x="9416" y="73776"/>
                  </a:cubicBezTo>
                  <a:cubicBezTo>
                    <a:pt x="9677" y="73776"/>
                    <a:pt x="9924" y="73783"/>
                    <a:pt x="10156" y="73795"/>
                  </a:cubicBezTo>
                  <a:cubicBezTo>
                    <a:pt x="11359" y="73843"/>
                    <a:pt x="12145" y="74033"/>
                    <a:pt x="12145" y="74033"/>
                  </a:cubicBezTo>
                  <a:cubicBezTo>
                    <a:pt x="12049" y="74081"/>
                    <a:pt x="11954" y="74117"/>
                    <a:pt x="11859" y="74164"/>
                  </a:cubicBezTo>
                  <a:cubicBezTo>
                    <a:pt x="12407" y="74164"/>
                    <a:pt x="12966" y="74176"/>
                    <a:pt x="13526" y="74176"/>
                  </a:cubicBezTo>
                  <a:cubicBezTo>
                    <a:pt x="11240" y="77238"/>
                    <a:pt x="8062" y="78349"/>
                    <a:pt x="4711" y="78349"/>
                  </a:cubicBezTo>
                  <a:cubicBezTo>
                    <a:pt x="4152" y="78349"/>
                    <a:pt x="3589" y="78318"/>
                    <a:pt x="3024" y="78260"/>
                  </a:cubicBezTo>
                  <a:cubicBezTo>
                    <a:pt x="1929" y="78141"/>
                    <a:pt x="929" y="77962"/>
                    <a:pt x="0" y="77736"/>
                  </a:cubicBezTo>
                  <a:lnTo>
                    <a:pt x="0" y="106930"/>
                  </a:lnTo>
                  <a:cubicBezTo>
                    <a:pt x="1368" y="107161"/>
                    <a:pt x="2620" y="107269"/>
                    <a:pt x="3744" y="107269"/>
                  </a:cubicBezTo>
                  <a:cubicBezTo>
                    <a:pt x="5694" y="107269"/>
                    <a:pt x="7262" y="106944"/>
                    <a:pt x="8394" y="106371"/>
                  </a:cubicBezTo>
                  <a:cubicBezTo>
                    <a:pt x="9025" y="105978"/>
                    <a:pt x="9704" y="105502"/>
                    <a:pt x="10418" y="104978"/>
                  </a:cubicBezTo>
                  <a:cubicBezTo>
                    <a:pt x="11311" y="104287"/>
                    <a:pt x="12347" y="103454"/>
                    <a:pt x="13490" y="102513"/>
                  </a:cubicBezTo>
                  <a:cubicBezTo>
                    <a:pt x="16860" y="99656"/>
                    <a:pt x="20634" y="96036"/>
                    <a:pt x="24003" y="92702"/>
                  </a:cubicBezTo>
                  <a:cubicBezTo>
                    <a:pt x="26230" y="90464"/>
                    <a:pt x="28456" y="88226"/>
                    <a:pt x="30683" y="85987"/>
                  </a:cubicBezTo>
                  <a:lnTo>
                    <a:pt x="30706" y="85963"/>
                  </a:lnTo>
                  <a:lnTo>
                    <a:pt x="30718" y="85952"/>
                  </a:lnTo>
                  <a:cubicBezTo>
                    <a:pt x="32397" y="84261"/>
                    <a:pt x="34088" y="82570"/>
                    <a:pt x="35767" y="80868"/>
                  </a:cubicBezTo>
                  <a:cubicBezTo>
                    <a:pt x="37624" y="76343"/>
                    <a:pt x="39112" y="73843"/>
                    <a:pt x="39112" y="73843"/>
                  </a:cubicBezTo>
                  <a:cubicBezTo>
                    <a:pt x="39112" y="73843"/>
                    <a:pt x="38006" y="73430"/>
                    <a:pt x="36454" y="73430"/>
                  </a:cubicBezTo>
                  <a:cubicBezTo>
                    <a:pt x="35678" y="73430"/>
                    <a:pt x="34790" y="73533"/>
                    <a:pt x="33874" y="73843"/>
                  </a:cubicBezTo>
                  <a:cubicBezTo>
                    <a:pt x="31111" y="74783"/>
                    <a:pt x="27206" y="75295"/>
                    <a:pt x="27206" y="75295"/>
                  </a:cubicBezTo>
                  <a:lnTo>
                    <a:pt x="28278" y="73164"/>
                  </a:lnTo>
                  <a:cubicBezTo>
                    <a:pt x="27754" y="73117"/>
                    <a:pt x="27230" y="73045"/>
                    <a:pt x="26706" y="72938"/>
                  </a:cubicBezTo>
                  <a:cubicBezTo>
                    <a:pt x="27754" y="72212"/>
                    <a:pt x="28730" y="71378"/>
                    <a:pt x="29623" y="70473"/>
                  </a:cubicBezTo>
                  <a:lnTo>
                    <a:pt x="35207" y="59365"/>
                  </a:lnTo>
                  <a:cubicBezTo>
                    <a:pt x="35207" y="59365"/>
                    <a:pt x="35267" y="59317"/>
                    <a:pt x="35362" y="59222"/>
                  </a:cubicBezTo>
                  <a:cubicBezTo>
                    <a:pt x="35350" y="59115"/>
                    <a:pt x="35314" y="59020"/>
                    <a:pt x="35267" y="58924"/>
                  </a:cubicBezTo>
                  <a:cubicBezTo>
                    <a:pt x="35112" y="58615"/>
                    <a:pt x="34814" y="58436"/>
                    <a:pt x="34481" y="58365"/>
                  </a:cubicBezTo>
                  <a:cubicBezTo>
                    <a:pt x="33719" y="58972"/>
                    <a:pt x="32933" y="59555"/>
                    <a:pt x="32111" y="60091"/>
                  </a:cubicBezTo>
                  <a:cubicBezTo>
                    <a:pt x="32457" y="59484"/>
                    <a:pt x="32838" y="58853"/>
                    <a:pt x="33445" y="58520"/>
                  </a:cubicBezTo>
                  <a:cubicBezTo>
                    <a:pt x="33668" y="58400"/>
                    <a:pt x="33928" y="58335"/>
                    <a:pt x="34185" y="58335"/>
                  </a:cubicBezTo>
                  <a:cubicBezTo>
                    <a:pt x="34285" y="58335"/>
                    <a:pt x="34384" y="58345"/>
                    <a:pt x="34481" y="58365"/>
                  </a:cubicBezTo>
                  <a:cubicBezTo>
                    <a:pt x="39779" y="54162"/>
                    <a:pt x="43708" y="48364"/>
                    <a:pt x="46363" y="41994"/>
                  </a:cubicBezTo>
                  <a:lnTo>
                    <a:pt x="46363" y="41994"/>
                  </a:lnTo>
                  <a:cubicBezTo>
                    <a:pt x="45970" y="42708"/>
                    <a:pt x="45565" y="43375"/>
                    <a:pt x="45149" y="44006"/>
                  </a:cubicBezTo>
                  <a:cubicBezTo>
                    <a:pt x="42438" y="49255"/>
                    <a:pt x="38723" y="53803"/>
                    <a:pt x="31648" y="53803"/>
                  </a:cubicBezTo>
                  <a:cubicBezTo>
                    <a:pt x="30426" y="53803"/>
                    <a:pt x="29105" y="53667"/>
                    <a:pt x="27670" y="53376"/>
                  </a:cubicBezTo>
                  <a:cubicBezTo>
                    <a:pt x="19348" y="51673"/>
                    <a:pt x="16574" y="42375"/>
                    <a:pt x="18193" y="33909"/>
                  </a:cubicBezTo>
                  <a:lnTo>
                    <a:pt x="18193" y="33909"/>
                  </a:lnTo>
                  <a:lnTo>
                    <a:pt x="17002" y="35243"/>
                  </a:lnTo>
                  <a:lnTo>
                    <a:pt x="17788" y="32981"/>
                  </a:lnTo>
                  <a:cubicBezTo>
                    <a:pt x="17836" y="32826"/>
                    <a:pt x="17883" y="32659"/>
                    <a:pt x="17943" y="32504"/>
                  </a:cubicBezTo>
                  <a:lnTo>
                    <a:pt x="17943" y="32504"/>
                  </a:lnTo>
                  <a:lnTo>
                    <a:pt x="17526" y="32600"/>
                  </a:lnTo>
                  <a:cubicBezTo>
                    <a:pt x="17836" y="31945"/>
                    <a:pt x="18145" y="31290"/>
                    <a:pt x="18467" y="30635"/>
                  </a:cubicBezTo>
                  <a:cubicBezTo>
                    <a:pt x="18634" y="29980"/>
                    <a:pt x="18776" y="29325"/>
                    <a:pt x="18895" y="28659"/>
                  </a:cubicBezTo>
                  <a:cubicBezTo>
                    <a:pt x="18979" y="28230"/>
                    <a:pt x="19050" y="27790"/>
                    <a:pt x="19110" y="27349"/>
                  </a:cubicBezTo>
                  <a:lnTo>
                    <a:pt x="19110" y="27349"/>
                  </a:lnTo>
                  <a:cubicBezTo>
                    <a:pt x="18919" y="27575"/>
                    <a:pt x="18729" y="27790"/>
                    <a:pt x="18538" y="28016"/>
                  </a:cubicBezTo>
                  <a:cubicBezTo>
                    <a:pt x="18717" y="27254"/>
                    <a:pt x="18967" y="26504"/>
                    <a:pt x="19276" y="25777"/>
                  </a:cubicBezTo>
                  <a:lnTo>
                    <a:pt x="19134" y="18300"/>
                  </a:lnTo>
                  <a:cubicBezTo>
                    <a:pt x="19038" y="17717"/>
                    <a:pt x="18931" y="17134"/>
                    <a:pt x="18788" y="16550"/>
                  </a:cubicBezTo>
                  <a:cubicBezTo>
                    <a:pt x="14966" y="25099"/>
                    <a:pt x="9549" y="31385"/>
                    <a:pt x="6692" y="34350"/>
                  </a:cubicBezTo>
                  <a:cubicBezTo>
                    <a:pt x="6311" y="34886"/>
                    <a:pt x="5918" y="35410"/>
                    <a:pt x="5513" y="35922"/>
                  </a:cubicBezTo>
                  <a:lnTo>
                    <a:pt x="5287" y="35743"/>
                  </a:lnTo>
                  <a:cubicBezTo>
                    <a:pt x="4965" y="36053"/>
                    <a:pt x="4775" y="36219"/>
                    <a:pt x="4751" y="36243"/>
                  </a:cubicBezTo>
                  <a:lnTo>
                    <a:pt x="3834" y="37041"/>
                  </a:lnTo>
                  <a:lnTo>
                    <a:pt x="4287" y="35898"/>
                  </a:lnTo>
                  <a:cubicBezTo>
                    <a:pt x="4382" y="35648"/>
                    <a:pt x="4477" y="35398"/>
                    <a:pt x="4560" y="35148"/>
                  </a:cubicBezTo>
                  <a:lnTo>
                    <a:pt x="4548" y="35136"/>
                  </a:lnTo>
                  <a:cubicBezTo>
                    <a:pt x="4560" y="35124"/>
                    <a:pt x="4572" y="35112"/>
                    <a:pt x="4584" y="35100"/>
                  </a:cubicBezTo>
                  <a:cubicBezTo>
                    <a:pt x="4620" y="34993"/>
                    <a:pt x="4656" y="34886"/>
                    <a:pt x="4691" y="34790"/>
                  </a:cubicBezTo>
                  <a:lnTo>
                    <a:pt x="4691" y="34790"/>
                  </a:lnTo>
                  <a:cubicBezTo>
                    <a:pt x="4644" y="34874"/>
                    <a:pt x="4608" y="34969"/>
                    <a:pt x="4560" y="35052"/>
                  </a:cubicBezTo>
                  <a:cubicBezTo>
                    <a:pt x="4560" y="35052"/>
                    <a:pt x="4656" y="34802"/>
                    <a:pt x="4846" y="34314"/>
                  </a:cubicBezTo>
                  <a:cubicBezTo>
                    <a:pt x="8513" y="23063"/>
                    <a:pt x="4668" y="10061"/>
                    <a:pt x="0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44"/>
            <p:cNvSpPr/>
            <p:nvPr/>
          </p:nvSpPr>
          <p:spPr>
            <a:xfrm>
              <a:off x="2983700" y="1705400"/>
              <a:ext cx="1159100" cy="2689050"/>
            </a:xfrm>
            <a:custGeom>
              <a:rect b="b" l="l" r="r" t="t"/>
              <a:pathLst>
                <a:path extrusionOk="0" h="107562" w="46364">
                  <a:moveTo>
                    <a:pt x="8394" y="106371"/>
                  </a:moveTo>
                  <a:cubicBezTo>
                    <a:pt x="9025" y="105978"/>
                    <a:pt x="9704" y="105502"/>
                    <a:pt x="10418" y="104978"/>
                  </a:cubicBezTo>
                  <a:cubicBezTo>
                    <a:pt x="11311" y="104287"/>
                    <a:pt x="12347" y="103454"/>
                    <a:pt x="13490" y="102513"/>
                  </a:cubicBezTo>
                  <a:cubicBezTo>
                    <a:pt x="16860" y="99656"/>
                    <a:pt x="20634" y="96036"/>
                    <a:pt x="24003" y="92702"/>
                  </a:cubicBezTo>
                  <a:cubicBezTo>
                    <a:pt x="26230" y="90464"/>
                    <a:pt x="28456" y="88226"/>
                    <a:pt x="30683" y="85987"/>
                  </a:cubicBezTo>
                  <a:lnTo>
                    <a:pt x="30706" y="85963"/>
                  </a:lnTo>
                  <a:lnTo>
                    <a:pt x="30718" y="85952"/>
                  </a:lnTo>
                  <a:cubicBezTo>
                    <a:pt x="32397" y="84261"/>
                    <a:pt x="34088" y="82570"/>
                    <a:pt x="35767" y="80868"/>
                  </a:cubicBezTo>
                  <a:cubicBezTo>
                    <a:pt x="37624" y="76343"/>
                    <a:pt x="39112" y="73843"/>
                    <a:pt x="39112" y="73843"/>
                  </a:cubicBezTo>
                  <a:cubicBezTo>
                    <a:pt x="39112" y="73843"/>
                    <a:pt x="36624" y="72914"/>
                    <a:pt x="33874" y="73843"/>
                  </a:cubicBezTo>
                  <a:cubicBezTo>
                    <a:pt x="31111" y="74783"/>
                    <a:pt x="27206" y="75295"/>
                    <a:pt x="27206" y="75295"/>
                  </a:cubicBezTo>
                  <a:lnTo>
                    <a:pt x="28278" y="73164"/>
                  </a:lnTo>
                  <a:cubicBezTo>
                    <a:pt x="27754" y="73117"/>
                    <a:pt x="27230" y="73045"/>
                    <a:pt x="26706" y="72938"/>
                  </a:cubicBezTo>
                  <a:cubicBezTo>
                    <a:pt x="27754" y="72212"/>
                    <a:pt x="28730" y="71378"/>
                    <a:pt x="29623" y="70473"/>
                  </a:cubicBezTo>
                  <a:lnTo>
                    <a:pt x="35207" y="59365"/>
                  </a:lnTo>
                  <a:cubicBezTo>
                    <a:pt x="35207" y="59365"/>
                    <a:pt x="35267" y="59317"/>
                    <a:pt x="35362" y="59222"/>
                  </a:cubicBezTo>
                  <a:cubicBezTo>
                    <a:pt x="35350" y="59115"/>
                    <a:pt x="35314" y="59020"/>
                    <a:pt x="35267" y="58924"/>
                  </a:cubicBezTo>
                  <a:cubicBezTo>
                    <a:pt x="35112" y="58615"/>
                    <a:pt x="34814" y="58436"/>
                    <a:pt x="34481" y="58365"/>
                  </a:cubicBezTo>
                  <a:cubicBezTo>
                    <a:pt x="33719" y="58972"/>
                    <a:pt x="32933" y="59555"/>
                    <a:pt x="32111" y="60091"/>
                  </a:cubicBezTo>
                  <a:cubicBezTo>
                    <a:pt x="32457" y="59484"/>
                    <a:pt x="32838" y="58853"/>
                    <a:pt x="33445" y="58520"/>
                  </a:cubicBezTo>
                  <a:cubicBezTo>
                    <a:pt x="33754" y="58353"/>
                    <a:pt x="34135" y="58293"/>
                    <a:pt x="34481" y="58365"/>
                  </a:cubicBezTo>
                  <a:cubicBezTo>
                    <a:pt x="39779" y="54162"/>
                    <a:pt x="43708" y="48364"/>
                    <a:pt x="46363" y="41994"/>
                  </a:cubicBezTo>
                  <a:cubicBezTo>
                    <a:pt x="45970" y="42708"/>
                    <a:pt x="45565" y="43375"/>
                    <a:pt x="45149" y="44006"/>
                  </a:cubicBezTo>
                  <a:cubicBezTo>
                    <a:pt x="41970" y="50161"/>
                    <a:pt x="37410" y="55352"/>
                    <a:pt x="27670" y="53376"/>
                  </a:cubicBezTo>
                  <a:cubicBezTo>
                    <a:pt x="19348" y="51673"/>
                    <a:pt x="16574" y="42375"/>
                    <a:pt x="18193" y="33909"/>
                  </a:cubicBezTo>
                  <a:lnTo>
                    <a:pt x="17002" y="35243"/>
                  </a:lnTo>
                  <a:lnTo>
                    <a:pt x="17788" y="32981"/>
                  </a:lnTo>
                  <a:cubicBezTo>
                    <a:pt x="17836" y="32826"/>
                    <a:pt x="17883" y="32659"/>
                    <a:pt x="17943" y="32504"/>
                  </a:cubicBezTo>
                  <a:lnTo>
                    <a:pt x="17526" y="32600"/>
                  </a:lnTo>
                  <a:cubicBezTo>
                    <a:pt x="17836" y="31945"/>
                    <a:pt x="18145" y="31290"/>
                    <a:pt x="18467" y="30635"/>
                  </a:cubicBezTo>
                  <a:cubicBezTo>
                    <a:pt x="18634" y="29980"/>
                    <a:pt x="18776" y="29325"/>
                    <a:pt x="18895" y="28659"/>
                  </a:cubicBezTo>
                  <a:cubicBezTo>
                    <a:pt x="18979" y="28230"/>
                    <a:pt x="19050" y="27790"/>
                    <a:pt x="19110" y="27349"/>
                  </a:cubicBezTo>
                  <a:cubicBezTo>
                    <a:pt x="18919" y="27575"/>
                    <a:pt x="18729" y="27790"/>
                    <a:pt x="18538" y="28016"/>
                  </a:cubicBezTo>
                  <a:cubicBezTo>
                    <a:pt x="18467" y="28349"/>
                    <a:pt x="18395" y="28671"/>
                    <a:pt x="18348" y="29004"/>
                  </a:cubicBezTo>
                  <a:lnTo>
                    <a:pt x="17431" y="29397"/>
                  </a:lnTo>
                  <a:cubicBezTo>
                    <a:pt x="17788" y="28933"/>
                    <a:pt x="18157" y="28480"/>
                    <a:pt x="18538" y="28016"/>
                  </a:cubicBezTo>
                  <a:cubicBezTo>
                    <a:pt x="18717" y="27254"/>
                    <a:pt x="18967" y="26504"/>
                    <a:pt x="19276" y="25777"/>
                  </a:cubicBezTo>
                  <a:lnTo>
                    <a:pt x="19134" y="18300"/>
                  </a:lnTo>
                  <a:cubicBezTo>
                    <a:pt x="19038" y="17717"/>
                    <a:pt x="18931" y="17134"/>
                    <a:pt x="18788" y="16550"/>
                  </a:cubicBezTo>
                  <a:cubicBezTo>
                    <a:pt x="14966" y="25099"/>
                    <a:pt x="9549" y="31385"/>
                    <a:pt x="6692" y="34350"/>
                  </a:cubicBezTo>
                  <a:cubicBezTo>
                    <a:pt x="6311" y="34886"/>
                    <a:pt x="5918" y="35410"/>
                    <a:pt x="5513" y="35922"/>
                  </a:cubicBezTo>
                  <a:lnTo>
                    <a:pt x="5287" y="35743"/>
                  </a:lnTo>
                  <a:cubicBezTo>
                    <a:pt x="4965" y="36053"/>
                    <a:pt x="4775" y="36219"/>
                    <a:pt x="4751" y="36243"/>
                  </a:cubicBezTo>
                  <a:lnTo>
                    <a:pt x="3834" y="37041"/>
                  </a:lnTo>
                  <a:lnTo>
                    <a:pt x="4287" y="35898"/>
                  </a:lnTo>
                  <a:cubicBezTo>
                    <a:pt x="4382" y="35648"/>
                    <a:pt x="4477" y="35398"/>
                    <a:pt x="4560" y="35148"/>
                  </a:cubicBezTo>
                  <a:lnTo>
                    <a:pt x="4548" y="35136"/>
                  </a:lnTo>
                  <a:cubicBezTo>
                    <a:pt x="4560" y="35124"/>
                    <a:pt x="4572" y="35112"/>
                    <a:pt x="4584" y="35100"/>
                  </a:cubicBezTo>
                  <a:cubicBezTo>
                    <a:pt x="4620" y="34993"/>
                    <a:pt x="4656" y="34886"/>
                    <a:pt x="4691" y="34790"/>
                  </a:cubicBezTo>
                  <a:cubicBezTo>
                    <a:pt x="4644" y="34874"/>
                    <a:pt x="4608" y="34969"/>
                    <a:pt x="4560" y="35052"/>
                  </a:cubicBezTo>
                  <a:cubicBezTo>
                    <a:pt x="4560" y="35052"/>
                    <a:pt x="4656" y="34802"/>
                    <a:pt x="4846" y="34314"/>
                  </a:cubicBezTo>
                  <a:cubicBezTo>
                    <a:pt x="8513" y="23063"/>
                    <a:pt x="4668" y="10061"/>
                    <a:pt x="0" y="0"/>
                  </a:cubicBezTo>
                  <a:lnTo>
                    <a:pt x="0" y="73819"/>
                  </a:lnTo>
                  <a:cubicBezTo>
                    <a:pt x="703" y="73914"/>
                    <a:pt x="1286" y="73986"/>
                    <a:pt x="1739" y="74045"/>
                  </a:cubicBezTo>
                  <a:cubicBezTo>
                    <a:pt x="2346" y="74117"/>
                    <a:pt x="2691" y="74164"/>
                    <a:pt x="2691" y="74164"/>
                  </a:cubicBezTo>
                  <a:cubicBezTo>
                    <a:pt x="2620" y="74176"/>
                    <a:pt x="2548" y="74200"/>
                    <a:pt x="2489" y="74212"/>
                  </a:cubicBezTo>
                  <a:cubicBezTo>
                    <a:pt x="3548" y="74248"/>
                    <a:pt x="4608" y="74271"/>
                    <a:pt x="5680" y="74283"/>
                  </a:cubicBezTo>
                  <a:cubicBezTo>
                    <a:pt x="7430" y="73795"/>
                    <a:pt x="8989" y="73736"/>
                    <a:pt x="10156" y="73795"/>
                  </a:cubicBezTo>
                  <a:cubicBezTo>
                    <a:pt x="11359" y="73843"/>
                    <a:pt x="12145" y="74033"/>
                    <a:pt x="12145" y="74033"/>
                  </a:cubicBezTo>
                  <a:cubicBezTo>
                    <a:pt x="12049" y="74081"/>
                    <a:pt x="11954" y="74117"/>
                    <a:pt x="11859" y="74164"/>
                  </a:cubicBezTo>
                  <a:cubicBezTo>
                    <a:pt x="12407" y="74164"/>
                    <a:pt x="12966" y="74176"/>
                    <a:pt x="13526" y="74176"/>
                  </a:cubicBezTo>
                  <a:cubicBezTo>
                    <a:pt x="10859" y="77748"/>
                    <a:pt x="6977" y="78665"/>
                    <a:pt x="3024" y="78260"/>
                  </a:cubicBezTo>
                  <a:cubicBezTo>
                    <a:pt x="1929" y="78141"/>
                    <a:pt x="929" y="77962"/>
                    <a:pt x="0" y="77736"/>
                  </a:cubicBezTo>
                  <a:lnTo>
                    <a:pt x="0" y="106930"/>
                  </a:lnTo>
                  <a:cubicBezTo>
                    <a:pt x="3739" y="107561"/>
                    <a:pt x="6608" y="107276"/>
                    <a:pt x="8394" y="106371"/>
                  </a:cubicBezTo>
                  <a:close/>
                  <a:moveTo>
                    <a:pt x="12514" y="56984"/>
                  </a:moveTo>
                  <a:cubicBezTo>
                    <a:pt x="12026" y="57960"/>
                    <a:pt x="11430" y="58936"/>
                    <a:pt x="10740" y="59948"/>
                  </a:cubicBezTo>
                  <a:cubicBezTo>
                    <a:pt x="10740" y="59948"/>
                    <a:pt x="11014" y="58901"/>
                    <a:pt x="11621" y="57388"/>
                  </a:cubicBezTo>
                  <a:cubicBezTo>
                    <a:pt x="11776" y="56996"/>
                    <a:pt x="11966" y="56603"/>
                    <a:pt x="12061" y="56210"/>
                  </a:cubicBezTo>
                  <a:cubicBezTo>
                    <a:pt x="12145" y="55805"/>
                    <a:pt x="12097" y="55460"/>
                    <a:pt x="11835" y="55067"/>
                  </a:cubicBezTo>
                  <a:cubicBezTo>
                    <a:pt x="11585" y="54686"/>
                    <a:pt x="11180" y="54233"/>
                    <a:pt x="10918" y="53709"/>
                  </a:cubicBezTo>
                  <a:cubicBezTo>
                    <a:pt x="10656" y="53197"/>
                    <a:pt x="10466" y="52626"/>
                    <a:pt x="10371" y="52043"/>
                  </a:cubicBezTo>
                  <a:cubicBezTo>
                    <a:pt x="10371" y="52043"/>
                    <a:pt x="10490" y="52269"/>
                    <a:pt x="10728" y="52650"/>
                  </a:cubicBezTo>
                  <a:cubicBezTo>
                    <a:pt x="10966" y="53031"/>
                    <a:pt x="11335" y="53555"/>
                    <a:pt x="11883" y="54114"/>
                  </a:cubicBezTo>
                  <a:cubicBezTo>
                    <a:pt x="12145" y="54400"/>
                    <a:pt x="12514" y="54721"/>
                    <a:pt x="12716" y="55281"/>
                  </a:cubicBezTo>
                  <a:cubicBezTo>
                    <a:pt x="12919" y="55864"/>
                    <a:pt x="12740" y="56495"/>
                    <a:pt x="12514" y="56984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48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44"/>
            <p:cNvSpPr/>
            <p:nvPr/>
          </p:nvSpPr>
          <p:spPr>
            <a:xfrm>
              <a:off x="3724850" y="2042225"/>
              <a:ext cx="539975" cy="259000"/>
            </a:xfrm>
            <a:custGeom>
              <a:rect b="b" l="l" r="r" t="t"/>
              <a:pathLst>
                <a:path extrusionOk="0" h="10360" w="21599">
                  <a:moveTo>
                    <a:pt x="8860" y="0"/>
                  </a:moveTo>
                  <a:cubicBezTo>
                    <a:pt x="6459" y="0"/>
                    <a:pt x="4059" y="101"/>
                    <a:pt x="1668" y="303"/>
                  </a:cubicBezTo>
                  <a:cubicBezTo>
                    <a:pt x="1132" y="1684"/>
                    <a:pt x="572" y="2982"/>
                    <a:pt x="1" y="4196"/>
                  </a:cubicBezTo>
                  <a:cubicBezTo>
                    <a:pt x="653" y="4101"/>
                    <a:pt x="1313" y="4053"/>
                    <a:pt x="1973" y="4053"/>
                  </a:cubicBezTo>
                  <a:cubicBezTo>
                    <a:pt x="3783" y="4053"/>
                    <a:pt x="5594" y="4413"/>
                    <a:pt x="7252" y="5137"/>
                  </a:cubicBezTo>
                  <a:cubicBezTo>
                    <a:pt x="9169" y="5970"/>
                    <a:pt x="10836" y="7232"/>
                    <a:pt x="12383" y="8661"/>
                  </a:cubicBezTo>
                  <a:cubicBezTo>
                    <a:pt x="13288" y="9185"/>
                    <a:pt x="14229" y="9626"/>
                    <a:pt x="15217" y="9935"/>
                  </a:cubicBezTo>
                  <a:cubicBezTo>
                    <a:pt x="16102" y="10206"/>
                    <a:pt x="17036" y="10359"/>
                    <a:pt x="17961" y="10359"/>
                  </a:cubicBezTo>
                  <a:cubicBezTo>
                    <a:pt x="19065" y="10359"/>
                    <a:pt x="20156" y="10142"/>
                    <a:pt x="21134" y="9649"/>
                  </a:cubicBezTo>
                  <a:cubicBezTo>
                    <a:pt x="21408" y="6768"/>
                    <a:pt x="21551" y="3863"/>
                    <a:pt x="21599" y="958"/>
                  </a:cubicBezTo>
                  <a:cubicBezTo>
                    <a:pt x="17381" y="318"/>
                    <a:pt x="13119" y="0"/>
                    <a:pt x="8860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44"/>
            <p:cNvSpPr/>
            <p:nvPr/>
          </p:nvSpPr>
          <p:spPr>
            <a:xfrm>
              <a:off x="3724850" y="2035800"/>
              <a:ext cx="539975" cy="270300"/>
            </a:xfrm>
            <a:custGeom>
              <a:rect b="b" l="l" r="r" t="t"/>
              <a:pathLst>
                <a:path extrusionOk="0" h="10812" w="21599">
                  <a:moveTo>
                    <a:pt x="7252" y="5394"/>
                  </a:moveTo>
                  <a:cubicBezTo>
                    <a:pt x="9169" y="6227"/>
                    <a:pt x="10836" y="7489"/>
                    <a:pt x="12383" y="8918"/>
                  </a:cubicBezTo>
                  <a:cubicBezTo>
                    <a:pt x="13288" y="9442"/>
                    <a:pt x="14229" y="9883"/>
                    <a:pt x="15217" y="10192"/>
                  </a:cubicBezTo>
                  <a:cubicBezTo>
                    <a:pt x="17158" y="10787"/>
                    <a:pt x="19337" y="10811"/>
                    <a:pt x="21134" y="9906"/>
                  </a:cubicBezTo>
                  <a:cubicBezTo>
                    <a:pt x="21408" y="7025"/>
                    <a:pt x="21551" y="4120"/>
                    <a:pt x="21599" y="1215"/>
                  </a:cubicBezTo>
                  <a:cubicBezTo>
                    <a:pt x="15003" y="215"/>
                    <a:pt x="8299" y="0"/>
                    <a:pt x="1668" y="560"/>
                  </a:cubicBezTo>
                  <a:cubicBezTo>
                    <a:pt x="1132" y="1941"/>
                    <a:pt x="572" y="3239"/>
                    <a:pt x="1" y="4453"/>
                  </a:cubicBezTo>
                  <a:cubicBezTo>
                    <a:pt x="2442" y="4096"/>
                    <a:pt x="4990" y="4406"/>
                    <a:pt x="7252" y="5394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44"/>
            <p:cNvSpPr/>
            <p:nvPr/>
          </p:nvSpPr>
          <p:spPr>
            <a:xfrm>
              <a:off x="3790350" y="1852150"/>
              <a:ext cx="36025" cy="121750"/>
            </a:xfrm>
            <a:custGeom>
              <a:rect b="b" l="l" r="r" t="t"/>
              <a:pathLst>
                <a:path extrusionOk="0" h="4870" w="1441">
                  <a:moveTo>
                    <a:pt x="1441" y="0"/>
                  </a:moveTo>
                  <a:cubicBezTo>
                    <a:pt x="1048" y="1643"/>
                    <a:pt x="572" y="3274"/>
                    <a:pt x="0" y="4870"/>
                  </a:cubicBezTo>
                  <a:lnTo>
                    <a:pt x="107" y="4870"/>
                  </a:lnTo>
                  <a:cubicBezTo>
                    <a:pt x="607" y="3334"/>
                    <a:pt x="1048" y="1715"/>
                    <a:pt x="1441" y="0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44"/>
            <p:cNvSpPr/>
            <p:nvPr/>
          </p:nvSpPr>
          <p:spPr>
            <a:xfrm>
              <a:off x="3790350" y="1852150"/>
              <a:ext cx="36025" cy="121750"/>
            </a:xfrm>
            <a:custGeom>
              <a:rect b="b" l="l" r="r" t="t"/>
              <a:pathLst>
                <a:path extrusionOk="0" h="4870" w="1441">
                  <a:moveTo>
                    <a:pt x="0" y="4870"/>
                  </a:moveTo>
                  <a:cubicBezTo>
                    <a:pt x="36" y="4870"/>
                    <a:pt x="72" y="4870"/>
                    <a:pt x="107" y="4870"/>
                  </a:cubicBezTo>
                  <a:cubicBezTo>
                    <a:pt x="607" y="3334"/>
                    <a:pt x="1048" y="1715"/>
                    <a:pt x="1441" y="0"/>
                  </a:cubicBezTo>
                  <a:cubicBezTo>
                    <a:pt x="1048" y="1643"/>
                    <a:pt x="572" y="3274"/>
                    <a:pt x="0" y="4870"/>
                  </a:cubicBezTo>
                  <a:close/>
                </a:path>
              </a:pathLst>
            </a:custGeom>
            <a:solidFill>
              <a:srgbClr val="FFCAC4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44"/>
            <p:cNvSpPr/>
            <p:nvPr/>
          </p:nvSpPr>
          <p:spPr>
            <a:xfrm>
              <a:off x="3462325" y="2163200"/>
              <a:ext cx="6875" cy="186650"/>
            </a:xfrm>
            <a:custGeom>
              <a:rect b="b" l="l" r="r" t="t"/>
              <a:pathLst>
                <a:path extrusionOk="0" h="7466" w="275">
                  <a:moveTo>
                    <a:pt x="1" y="0"/>
                  </a:moveTo>
                  <a:lnTo>
                    <a:pt x="131" y="7465"/>
                  </a:lnTo>
                  <a:cubicBezTo>
                    <a:pt x="143" y="7442"/>
                    <a:pt x="155" y="7418"/>
                    <a:pt x="167" y="7394"/>
                  </a:cubicBezTo>
                  <a:cubicBezTo>
                    <a:pt x="215" y="6930"/>
                    <a:pt x="251" y="6453"/>
                    <a:pt x="274" y="5989"/>
                  </a:cubicBezTo>
                  <a:cubicBezTo>
                    <a:pt x="239" y="4429"/>
                    <a:pt x="155" y="2846"/>
                    <a:pt x="167" y="1286"/>
                  </a:cubicBezTo>
                  <a:cubicBezTo>
                    <a:pt x="120" y="857"/>
                    <a:pt x="72" y="429"/>
                    <a:pt x="1" y="0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44"/>
            <p:cNvSpPr/>
            <p:nvPr/>
          </p:nvSpPr>
          <p:spPr>
            <a:xfrm>
              <a:off x="3462325" y="2163200"/>
              <a:ext cx="6875" cy="186650"/>
            </a:xfrm>
            <a:custGeom>
              <a:rect b="b" l="l" r="r" t="t"/>
              <a:pathLst>
                <a:path extrusionOk="0" h="7466" w="275">
                  <a:moveTo>
                    <a:pt x="274" y="5989"/>
                  </a:moveTo>
                  <a:cubicBezTo>
                    <a:pt x="239" y="4429"/>
                    <a:pt x="155" y="2846"/>
                    <a:pt x="167" y="1286"/>
                  </a:cubicBezTo>
                  <a:cubicBezTo>
                    <a:pt x="120" y="857"/>
                    <a:pt x="72" y="429"/>
                    <a:pt x="1" y="0"/>
                  </a:cubicBezTo>
                  <a:lnTo>
                    <a:pt x="131" y="7465"/>
                  </a:lnTo>
                  <a:cubicBezTo>
                    <a:pt x="143" y="7442"/>
                    <a:pt x="155" y="7418"/>
                    <a:pt x="167" y="7394"/>
                  </a:cubicBezTo>
                  <a:cubicBezTo>
                    <a:pt x="215" y="6930"/>
                    <a:pt x="251" y="6453"/>
                    <a:pt x="274" y="5989"/>
                  </a:cubicBezTo>
                  <a:close/>
                </a:path>
              </a:pathLst>
            </a:custGeom>
            <a:solidFill>
              <a:srgbClr val="FFCAC4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44"/>
            <p:cNvSpPr/>
            <p:nvPr/>
          </p:nvSpPr>
          <p:spPr>
            <a:xfrm>
              <a:off x="3717425" y="2049775"/>
              <a:ext cx="49125" cy="98550"/>
            </a:xfrm>
            <a:custGeom>
              <a:rect b="b" l="l" r="r" t="t"/>
              <a:pathLst>
                <a:path extrusionOk="0" h="3942" w="1965">
                  <a:moveTo>
                    <a:pt x="1965" y="1"/>
                  </a:moveTo>
                  <a:lnTo>
                    <a:pt x="1965" y="1"/>
                  </a:lnTo>
                  <a:cubicBezTo>
                    <a:pt x="1893" y="13"/>
                    <a:pt x="1834" y="13"/>
                    <a:pt x="1774" y="25"/>
                  </a:cubicBezTo>
                  <a:cubicBezTo>
                    <a:pt x="1584" y="477"/>
                    <a:pt x="1405" y="930"/>
                    <a:pt x="1203" y="1382"/>
                  </a:cubicBezTo>
                  <a:cubicBezTo>
                    <a:pt x="798" y="2227"/>
                    <a:pt x="417" y="3097"/>
                    <a:pt x="0" y="3942"/>
                  </a:cubicBezTo>
                  <a:cubicBezTo>
                    <a:pt x="95" y="3918"/>
                    <a:pt x="203" y="3906"/>
                    <a:pt x="298" y="3894"/>
                  </a:cubicBezTo>
                  <a:cubicBezTo>
                    <a:pt x="869" y="2680"/>
                    <a:pt x="1429" y="1382"/>
                    <a:pt x="1965" y="1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44"/>
            <p:cNvSpPr/>
            <p:nvPr/>
          </p:nvSpPr>
          <p:spPr>
            <a:xfrm>
              <a:off x="3717425" y="2049775"/>
              <a:ext cx="49125" cy="98550"/>
            </a:xfrm>
            <a:custGeom>
              <a:rect b="b" l="l" r="r" t="t"/>
              <a:pathLst>
                <a:path extrusionOk="0" h="3942" w="1965">
                  <a:moveTo>
                    <a:pt x="1965" y="1"/>
                  </a:moveTo>
                  <a:cubicBezTo>
                    <a:pt x="1893" y="13"/>
                    <a:pt x="1834" y="13"/>
                    <a:pt x="1774" y="25"/>
                  </a:cubicBezTo>
                  <a:cubicBezTo>
                    <a:pt x="1584" y="477"/>
                    <a:pt x="1405" y="930"/>
                    <a:pt x="1203" y="1382"/>
                  </a:cubicBezTo>
                  <a:cubicBezTo>
                    <a:pt x="798" y="2227"/>
                    <a:pt x="417" y="3097"/>
                    <a:pt x="0" y="3942"/>
                  </a:cubicBezTo>
                  <a:cubicBezTo>
                    <a:pt x="95" y="3918"/>
                    <a:pt x="203" y="3906"/>
                    <a:pt x="298" y="3894"/>
                  </a:cubicBezTo>
                  <a:cubicBezTo>
                    <a:pt x="869" y="2680"/>
                    <a:pt x="1429" y="1382"/>
                    <a:pt x="1965" y="1"/>
                  </a:cubicBezTo>
                  <a:close/>
                </a:path>
              </a:pathLst>
            </a:custGeom>
            <a:solidFill>
              <a:srgbClr val="FFCAC4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44"/>
            <p:cNvSpPr/>
            <p:nvPr/>
          </p:nvSpPr>
          <p:spPr>
            <a:xfrm>
              <a:off x="4210325" y="1493775"/>
              <a:ext cx="24450" cy="52100"/>
            </a:xfrm>
            <a:custGeom>
              <a:rect b="b" l="l" r="r" t="t"/>
              <a:pathLst>
                <a:path extrusionOk="0" h="2084" w="978">
                  <a:moveTo>
                    <a:pt x="1" y="0"/>
                  </a:moveTo>
                  <a:lnTo>
                    <a:pt x="1" y="0"/>
                  </a:lnTo>
                  <a:cubicBezTo>
                    <a:pt x="346" y="667"/>
                    <a:pt x="668" y="1369"/>
                    <a:pt x="977" y="2084"/>
                  </a:cubicBezTo>
                  <a:cubicBezTo>
                    <a:pt x="763" y="1536"/>
                    <a:pt x="549" y="988"/>
                    <a:pt x="322" y="453"/>
                  </a:cubicBezTo>
                  <a:cubicBezTo>
                    <a:pt x="215" y="298"/>
                    <a:pt x="108" y="155"/>
                    <a:pt x="1" y="0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44"/>
            <p:cNvSpPr/>
            <p:nvPr/>
          </p:nvSpPr>
          <p:spPr>
            <a:xfrm>
              <a:off x="4210325" y="1493775"/>
              <a:ext cx="24450" cy="52100"/>
            </a:xfrm>
            <a:custGeom>
              <a:rect b="b" l="l" r="r" t="t"/>
              <a:pathLst>
                <a:path extrusionOk="0" h="2084" w="978">
                  <a:moveTo>
                    <a:pt x="1" y="0"/>
                  </a:moveTo>
                  <a:cubicBezTo>
                    <a:pt x="346" y="667"/>
                    <a:pt x="668" y="1369"/>
                    <a:pt x="977" y="2084"/>
                  </a:cubicBezTo>
                  <a:cubicBezTo>
                    <a:pt x="763" y="1536"/>
                    <a:pt x="549" y="988"/>
                    <a:pt x="322" y="453"/>
                  </a:cubicBezTo>
                  <a:cubicBezTo>
                    <a:pt x="215" y="298"/>
                    <a:pt x="108" y="155"/>
                    <a:pt x="1" y="0"/>
                  </a:cubicBezTo>
                  <a:close/>
                </a:path>
              </a:pathLst>
            </a:custGeom>
            <a:solidFill>
              <a:srgbClr val="FFCAC4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44"/>
            <p:cNvSpPr/>
            <p:nvPr/>
          </p:nvSpPr>
          <p:spPr>
            <a:xfrm>
              <a:off x="2984000" y="1669675"/>
              <a:ext cx="38125" cy="85450"/>
            </a:xfrm>
            <a:custGeom>
              <a:rect b="b" l="l" r="r" t="t"/>
              <a:pathLst>
                <a:path extrusionOk="0" h="3418" w="1525">
                  <a:moveTo>
                    <a:pt x="0" y="1"/>
                  </a:moveTo>
                  <a:lnTo>
                    <a:pt x="0" y="60"/>
                  </a:lnTo>
                  <a:cubicBezTo>
                    <a:pt x="512" y="1144"/>
                    <a:pt x="1036" y="2263"/>
                    <a:pt x="1524" y="3418"/>
                  </a:cubicBezTo>
                  <a:cubicBezTo>
                    <a:pt x="1036" y="2239"/>
                    <a:pt x="512" y="1108"/>
                    <a:pt x="0" y="1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44"/>
            <p:cNvSpPr/>
            <p:nvPr/>
          </p:nvSpPr>
          <p:spPr>
            <a:xfrm>
              <a:off x="2984000" y="1669675"/>
              <a:ext cx="38125" cy="85450"/>
            </a:xfrm>
            <a:custGeom>
              <a:rect b="b" l="l" r="r" t="t"/>
              <a:pathLst>
                <a:path extrusionOk="0" h="3418" w="1525">
                  <a:moveTo>
                    <a:pt x="0" y="1"/>
                  </a:moveTo>
                  <a:lnTo>
                    <a:pt x="0" y="60"/>
                  </a:lnTo>
                  <a:cubicBezTo>
                    <a:pt x="512" y="1144"/>
                    <a:pt x="1036" y="2263"/>
                    <a:pt x="1524" y="3418"/>
                  </a:cubicBezTo>
                  <a:cubicBezTo>
                    <a:pt x="1036" y="2239"/>
                    <a:pt x="512" y="1108"/>
                    <a:pt x="0" y="1"/>
                  </a:cubicBezTo>
                  <a:close/>
                </a:path>
              </a:pathLst>
            </a:custGeom>
            <a:solidFill>
              <a:srgbClr val="FFCAC4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44"/>
            <p:cNvSpPr/>
            <p:nvPr/>
          </p:nvSpPr>
          <p:spPr>
            <a:xfrm>
              <a:off x="3724550" y="3185950"/>
              <a:ext cx="144700" cy="281300"/>
            </a:xfrm>
            <a:custGeom>
              <a:rect b="b" l="l" r="r" t="t"/>
              <a:pathLst>
                <a:path extrusionOk="0" h="11252" w="5788">
                  <a:moveTo>
                    <a:pt x="5728" y="0"/>
                  </a:moveTo>
                  <a:lnTo>
                    <a:pt x="5728" y="0"/>
                  </a:lnTo>
                  <a:cubicBezTo>
                    <a:pt x="5633" y="95"/>
                    <a:pt x="5573" y="155"/>
                    <a:pt x="5573" y="155"/>
                  </a:cubicBezTo>
                  <a:lnTo>
                    <a:pt x="1" y="11251"/>
                  </a:lnTo>
                  <a:cubicBezTo>
                    <a:pt x="2763" y="8442"/>
                    <a:pt x="4752" y="4858"/>
                    <a:pt x="5644" y="1000"/>
                  </a:cubicBezTo>
                  <a:cubicBezTo>
                    <a:pt x="5728" y="679"/>
                    <a:pt x="5787" y="321"/>
                    <a:pt x="5728" y="0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44"/>
            <p:cNvSpPr/>
            <p:nvPr/>
          </p:nvSpPr>
          <p:spPr>
            <a:xfrm>
              <a:off x="3724550" y="3185950"/>
              <a:ext cx="144700" cy="281300"/>
            </a:xfrm>
            <a:custGeom>
              <a:rect b="b" l="l" r="r" t="t"/>
              <a:pathLst>
                <a:path extrusionOk="0" h="11252" w="5788">
                  <a:moveTo>
                    <a:pt x="5728" y="0"/>
                  </a:moveTo>
                  <a:cubicBezTo>
                    <a:pt x="5633" y="95"/>
                    <a:pt x="5573" y="155"/>
                    <a:pt x="5573" y="155"/>
                  </a:cubicBezTo>
                  <a:lnTo>
                    <a:pt x="1" y="11251"/>
                  </a:lnTo>
                  <a:cubicBezTo>
                    <a:pt x="2763" y="8442"/>
                    <a:pt x="4752" y="4858"/>
                    <a:pt x="5644" y="1000"/>
                  </a:cubicBezTo>
                  <a:cubicBezTo>
                    <a:pt x="5728" y="679"/>
                    <a:pt x="5787" y="321"/>
                    <a:pt x="5728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44"/>
            <p:cNvSpPr/>
            <p:nvPr/>
          </p:nvSpPr>
          <p:spPr>
            <a:xfrm>
              <a:off x="3663850" y="3274650"/>
              <a:ext cx="538175" cy="452750"/>
            </a:xfrm>
            <a:custGeom>
              <a:rect b="b" l="l" r="r" t="t"/>
              <a:pathLst>
                <a:path extrusionOk="0" h="18110" w="21527">
                  <a:moveTo>
                    <a:pt x="21527" y="0"/>
                  </a:moveTo>
                  <a:lnTo>
                    <a:pt x="21527" y="0"/>
                  </a:lnTo>
                  <a:cubicBezTo>
                    <a:pt x="21384" y="119"/>
                    <a:pt x="21241" y="226"/>
                    <a:pt x="21086" y="357"/>
                  </a:cubicBezTo>
                  <a:cubicBezTo>
                    <a:pt x="19776" y="1643"/>
                    <a:pt x="18348" y="2822"/>
                    <a:pt x="16812" y="3822"/>
                  </a:cubicBezTo>
                  <a:cubicBezTo>
                    <a:pt x="16288" y="4155"/>
                    <a:pt x="15764" y="4465"/>
                    <a:pt x="15228" y="4763"/>
                  </a:cubicBezTo>
                  <a:cubicBezTo>
                    <a:pt x="15050" y="4929"/>
                    <a:pt x="14871" y="5096"/>
                    <a:pt x="14692" y="5263"/>
                  </a:cubicBezTo>
                  <a:cubicBezTo>
                    <a:pt x="11256" y="8316"/>
                    <a:pt x="6773" y="10444"/>
                    <a:pt x="2260" y="10444"/>
                  </a:cubicBezTo>
                  <a:cubicBezTo>
                    <a:pt x="1864" y="10444"/>
                    <a:pt x="1468" y="10428"/>
                    <a:pt x="1072" y="10394"/>
                  </a:cubicBezTo>
                  <a:lnTo>
                    <a:pt x="0" y="12525"/>
                  </a:lnTo>
                  <a:cubicBezTo>
                    <a:pt x="0" y="12525"/>
                    <a:pt x="3905" y="12013"/>
                    <a:pt x="6668" y="11085"/>
                  </a:cubicBezTo>
                  <a:cubicBezTo>
                    <a:pt x="7588" y="10771"/>
                    <a:pt x="8477" y="10667"/>
                    <a:pt x="9253" y="10667"/>
                  </a:cubicBezTo>
                  <a:cubicBezTo>
                    <a:pt x="10806" y="10667"/>
                    <a:pt x="11906" y="11085"/>
                    <a:pt x="11906" y="11085"/>
                  </a:cubicBezTo>
                  <a:cubicBezTo>
                    <a:pt x="11906" y="11085"/>
                    <a:pt x="10418" y="13573"/>
                    <a:pt x="8573" y="18109"/>
                  </a:cubicBezTo>
                  <a:cubicBezTo>
                    <a:pt x="8942" y="17728"/>
                    <a:pt x="9323" y="17347"/>
                    <a:pt x="9704" y="16966"/>
                  </a:cubicBezTo>
                  <a:cubicBezTo>
                    <a:pt x="15014" y="10906"/>
                    <a:pt x="19491" y="4858"/>
                    <a:pt x="21527" y="0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44"/>
            <p:cNvSpPr/>
            <p:nvPr/>
          </p:nvSpPr>
          <p:spPr>
            <a:xfrm>
              <a:off x="3663850" y="3274650"/>
              <a:ext cx="538175" cy="452750"/>
            </a:xfrm>
            <a:custGeom>
              <a:rect b="b" l="l" r="r" t="t"/>
              <a:pathLst>
                <a:path extrusionOk="0" h="18110" w="21527">
                  <a:moveTo>
                    <a:pt x="1072" y="10394"/>
                  </a:moveTo>
                  <a:lnTo>
                    <a:pt x="0" y="12525"/>
                  </a:lnTo>
                  <a:cubicBezTo>
                    <a:pt x="0" y="12525"/>
                    <a:pt x="3905" y="12013"/>
                    <a:pt x="6668" y="11085"/>
                  </a:cubicBezTo>
                  <a:cubicBezTo>
                    <a:pt x="9430" y="10144"/>
                    <a:pt x="11906" y="11085"/>
                    <a:pt x="11906" y="11085"/>
                  </a:cubicBezTo>
                  <a:cubicBezTo>
                    <a:pt x="11906" y="11085"/>
                    <a:pt x="10418" y="13573"/>
                    <a:pt x="8573" y="18109"/>
                  </a:cubicBezTo>
                  <a:cubicBezTo>
                    <a:pt x="8942" y="17728"/>
                    <a:pt x="9323" y="17347"/>
                    <a:pt x="9704" y="16966"/>
                  </a:cubicBezTo>
                  <a:cubicBezTo>
                    <a:pt x="15014" y="10906"/>
                    <a:pt x="19491" y="4858"/>
                    <a:pt x="21527" y="0"/>
                  </a:cubicBezTo>
                  <a:cubicBezTo>
                    <a:pt x="21384" y="119"/>
                    <a:pt x="21241" y="226"/>
                    <a:pt x="21086" y="357"/>
                  </a:cubicBezTo>
                  <a:cubicBezTo>
                    <a:pt x="19776" y="1643"/>
                    <a:pt x="18348" y="2822"/>
                    <a:pt x="16812" y="3822"/>
                  </a:cubicBezTo>
                  <a:cubicBezTo>
                    <a:pt x="16288" y="4155"/>
                    <a:pt x="15764" y="4465"/>
                    <a:pt x="15228" y="4763"/>
                  </a:cubicBezTo>
                  <a:cubicBezTo>
                    <a:pt x="15050" y="4929"/>
                    <a:pt x="14871" y="5096"/>
                    <a:pt x="14692" y="5263"/>
                  </a:cubicBezTo>
                  <a:cubicBezTo>
                    <a:pt x="10954" y="8584"/>
                    <a:pt x="5977" y="10811"/>
                    <a:pt x="1072" y="103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44"/>
            <p:cNvSpPr/>
            <p:nvPr/>
          </p:nvSpPr>
          <p:spPr>
            <a:xfrm>
              <a:off x="3807000" y="1162775"/>
              <a:ext cx="459625" cy="885550"/>
            </a:xfrm>
            <a:custGeom>
              <a:rect b="b" l="l" r="r" t="t"/>
              <a:pathLst>
                <a:path extrusionOk="0" h="35422" w="18385">
                  <a:moveTo>
                    <a:pt x="1" y="0"/>
                  </a:moveTo>
                  <a:lnTo>
                    <a:pt x="1" y="0"/>
                  </a:lnTo>
                  <a:cubicBezTo>
                    <a:pt x="96" y="322"/>
                    <a:pt x="180" y="631"/>
                    <a:pt x="275" y="941"/>
                  </a:cubicBezTo>
                  <a:cubicBezTo>
                    <a:pt x="1477" y="4537"/>
                    <a:pt x="3049" y="11216"/>
                    <a:pt x="2073" y="19836"/>
                  </a:cubicBezTo>
                  <a:cubicBezTo>
                    <a:pt x="1942" y="21313"/>
                    <a:pt x="1739" y="22801"/>
                    <a:pt x="1465" y="24265"/>
                  </a:cubicBezTo>
                  <a:cubicBezTo>
                    <a:pt x="1382" y="24730"/>
                    <a:pt x="1299" y="25194"/>
                    <a:pt x="1203" y="25646"/>
                  </a:cubicBezTo>
                  <a:cubicBezTo>
                    <a:pt x="4906" y="8466"/>
                    <a:pt x="5656" y="6358"/>
                    <a:pt x="5656" y="6358"/>
                  </a:cubicBezTo>
                  <a:cubicBezTo>
                    <a:pt x="5656" y="6358"/>
                    <a:pt x="13788" y="21039"/>
                    <a:pt x="18110" y="35362"/>
                  </a:cubicBezTo>
                  <a:cubicBezTo>
                    <a:pt x="18182" y="35374"/>
                    <a:pt x="18253" y="35398"/>
                    <a:pt x="18325" y="35421"/>
                  </a:cubicBezTo>
                  <a:cubicBezTo>
                    <a:pt x="18384" y="30861"/>
                    <a:pt x="18253" y="26289"/>
                    <a:pt x="18110" y="21741"/>
                  </a:cubicBezTo>
                  <a:cubicBezTo>
                    <a:pt x="18087" y="21003"/>
                    <a:pt x="18063" y="20265"/>
                    <a:pt x="18027" y="19539"/>
                  </a:cubicBezTo>
                  <a:cubicBezTo>
                    <a:pt x="16908" y="15788"/>
                    <a:pt x="15300" y="12633"/>
                    <a:pt x="13503" y="9990"/>
                  </a:cubicBezTo>
                  <a:cubicBezTo>
                    <a:pt x="9728" y="5715"/>
                    <a:pt x="5204" y="2155"/>
                    <a:pt x="1" y="0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44"/>
            <p:cNvSpPr/>
            <p:nvPr/>
          </p:nvSpPr>
          <p:spPr>
            <a:xfrm>
              <a:off x="3807000" y="1162775"/>
              <a:ext cx="459625" cy="885550"/>
            </a:xfrm>
            <a:custGeom>
              <a:rect b="b" l="l" r="r" t="t"/>
              <a:pathLst>
                <a:path extrusionOk="0" h="35422" w="18385">
                  <a:moveTo>
                    <a:pt x="1" y="0"/>
                  </a:moveTo>
                  <a:cubicBezTo>
                    <a:pt x="96" y="322"/>
                    <a:pt x="180" y="631"/>
                    <a:pt x="275" y="941"/>
                  </a:cubicBezTo>
                  <a:cubicBezTo>
                    <a:pt x="1477" y="4537"/>
                    <a:pt x="3049" y="11216"/>
                    <a:pt x="2073" y="19836"/>
                  </a:cubicBezTo>
                  <a:cubicBezTo>
                    <a:pt x="1942" y="21313"/>
                    <a:pt x="1739" y="22801"/>
                    <a:pt x="1465" y="24265"/>
                  </a:cubicBezTo>
                  <a:cubicBezTo>
                    <a:pt x="1382" y="24730"/>
                    <a:pt x="1299" y="25194"/>
                    <a:pt x="1203" y="25646"/>
                  </a:cubicBezTo>
                  <a:cubicBezTo>
                    <a:pt x="4906" y="8466"/>
                    <a:pt x="5656" y="6358"/>
                    <a:pt x="5656" y="6358"/>
                  </a:cubicBezTo>
                  <a:cubicBezTo>
                    <a:pt x="5656" y="6358"/>
                    <a:pt x="13788" y="21039"/>
                    <a:pt x="18110" y="35362"/>
                  </a:cubicBezTo>
                  <a:cubicBezTo>
                    <a:pt x="18182" y="35374"/>
                    <a:pt x="18253" y="35398"/>
                    <a:pt x="18325" y="35421"/>
                  </a:cubicBezTo>
                  <a:cubicBezTo>
                    <a:pt x="18384" y="30861"/>
                    <a:pt x="18253" y="26289"/>
                    <a:pt x="18110" y="21741"/>
                  </a:cubicBezTo>
                  <a:cubicBezTo>
                    <a:pt x="18087" y="21003"/>
                    <a:pt x="18063" y="20265"/>
                    <a:pt x="18027" y="19539"/>
                  </a:cubicBezTo>
                  <a:cubicBezTo>
                    <a:pt x="16908" y="15788"/>
                    <a:pt x="15300" y="12633"/>
                    <a:pt x="13503" y="9990"/>
                  </a:cubicBezTo>
                  <a:cubicBezTo>
                    <a:pt x="9728" y="5715"/>
                    <a:pt x="5204" y="215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44"/>
            <p:cNvSpPr/>
            <p:nvPr/>
          </p:nvSpPr>
          <p:spPr>
            <a:xfrm>
              <a:off x="3786475" y="3163025"/>
              <a:ext cx="59250" cy="44975"/>
            </a:xfrm>
            <a:custGeom>
              <a:rect b="b" l="l" r="r" t="t"/>
              <a:pathLst>
                <a:path extrusionOk="0" h="1799" w="2370">
                  <a:moveTo>
                    <a:pt x="1334" y="215"/>
                  </a:moveTo>
                  <a:cubicBezTo>
                    <a:pt x="727" y="548"/>
                    <a:pt x="346" y="1179"/>
                    <a:pt x="0" y="1798"/>
                  </a:cubicBezTo>
                  <a:cubicBezTo>
                    <a:pt x="822" y="1262"/>
                    <a:pt x="1608" y="667"/>
                    <a:pt x="2370" y="60"/>
                  </a:cubicBezTo>
                  <a:cubicBezTo>
                    <a:pt x="2024" y="0"/>
                    <a:pt x="1643" y="48"/>
                    <a:pt x="1334" y="215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44"/>
            <p:cNvSpPr/>
            <p:nvPr/>
          </p:nvSpPr>
          <p:spPr>
            <a:xfrm>
              <a:off x="3786475" y="3163025"/>
              <a:ext cx="59250" cy="44975"/>
            </a:xfrm>
            <a:custGeom>
              <a:rect b="b" l="l" r="r" t="t"/>
              <a:pathLst>
                <a:path extrusionOk="0" h="1799" w="2370">
                  <a:moveTo>
                    <a:pt x="1334" y="215"/>
                  </a:moveTo>
                  <a:cubicBezTo>
                    <a:pt x="727" y="548"/>
                    <a:pt x="346" y="1179"/>
                    <a:pt x="0" y="1798"/>
                  </a:cubicBezTo>
                  <a:cubicBezTo>
                    <a:pt x="822" y="1262"/>
                    <a:pt x="1608" y="667"/>
                    <a:pt x="2370" y="60"/>
                  </a:cubicBezTo>
                  <a:cubicBezTo>
                    <a:pt x="2024" y="0"/>
                    <a:pt x="1643" y="48"/>
                    <a:pt x="1334" y="21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44"/>
            <p:cNvSpPr/>
            <p:nvPr/>
          </p:nvSpPr>
          <p:spPr>
            <a:xfrm>
              <a:off x="3651625" y="2510250"/>
              <a:ext cx="656075" cy="1034675"/>
            </a:xfrm>
            <a:custGeom>
              <a:rect b="b" l="l" r="r" t="t"/>
              <a:pathLst>
                <a:path extrusionOk="0" h="41387" w="26243">
                  <a:moveTo>
                    <a:pt x="21789" y="5454"/>
                  </a:moveTo>
                  <a:cubicBezTo>
                    <a:pt x="21777" y="5466"/>
                    <a:pt x="21777" y="5478"/>
                    <a:pt x="21766" y="5490"/>
                  </a:cubicBezTo>
                  <a:cubicBezTo>
                    <a:pt x="21123" y="6942"/>
                    <a:pt x="20420" y="8430"/>
                    <a:pt x="19658" y="9812"/>
                  </a:cubicBezTo>
                  <a:cubicBezTo>
                    <a:pt x="16991" y="16181"/>
                    <a:pt x="13062" y="21968"/>
                    <a:pt x="7764" y="26171"/>
                  </a:cubicBezTo>
                  <a:cubicBezTo>
                    <a:pt x="8097" y="26242"/>
                    <a:pt x="8395" y="26421"/>
                    <a:pt x="8550" y="26730"/>
                  </a:cubicBezTo>
                  <a:cubicBezTo>
                    <a:pt x="8597" y="26826"/>
                    <a:pt x="8633" y="26933"/>
                    <a:pt x="8645" y="27028"/>
                  </a:cubicBezTo>
                  <a:cubicBezTo>
                    <a:pt x="8704" y="27349"/>
                    <a:pt x="8645" y="27707"/>
                    <a:pt x="8561" y="28028"/>
                  </a:cubicBezTo>
                  <a:cubicBezTo>
                    <a:pt x="7669" y="31886"/>
                    <a:pt x="5680" y="35470"/>
                    <a:pt x="2918" y="38279"/>
                  </a:cubicBezTo>
                  <a:cubicBezTo>
                    <a:pt x="2013" y="39196"/>
                    <a:pt x="1037" y="40018"/>
                    <a:pt x="1" y="40756"/>
                  </a:cubicBezTo>
                  <a:cubicBezTo>
                    <a:pt x="513" y="40863"/>
                    <a:pt x="1037" y="40923"/>
                    <a:pt x="1561" y="40970"/>
                  </a:cubicBezTo>
                  <a:cubicBezTo>
                    <a:pt x="6466" y="41387"/>
                    <a:pt x="11443" y="39160"/>
                    <a:pt x="15181" y="35839"/>
                  </a:cubicBezTo>
                  <a:cubicBezTo>
                    <a:pt x="15372" y="35672"/>
                    <a:pt x="15539" y="35505"/>
                    <a:pt x="15717" y="35339"/>
                  </a:cubicBezTo>
                  <a:cubicBezTo>
                    <a:pt x="14431" y="36053"/>
                    <a:pt x="13074" y="36648"/>
                    <a:pt x="11669" y="37065"/>
                  </a:cubicBezTo>
                  <a:cubicBezTo>
                    <a:pt x="10681" y="37446"/>
                    <a:pt x="9657" y="37779"/>
                    <a:pt x="8621" y="38029"/>
                  </a:cubicBezTo>
                  <a:lnTo>
                    <a:pt x="6716" y="38506"/>
                  </a:lnTo>
                  <a:lnTo>
                    <a:pt x="8395" y="37470"/>
                  </a:lnTo>
                  <a:cubicBezTo>
                    <a:pt x="10407" y="36220"/>
                    <a:pt x="12419" y="34993"/>
                    <a:pt x="14181" y="33457"/>
                  </a:cubicBezTo>
                  <a:cubicBezTo>
                    <a:pt x="15955" y="31945"/>
                    <a:pt x="17372" y="30064"/>
                    <a:pt x="18706" y="28111"/>
                  </a:cubicBezTo>
                  <a:cubicBezTo>
                    <a:pt x="19765" y="26516"/>
                    <a:pt x="20873" y="24956"/>
                    <a:pt x="21944" y="23373"/>
                  </a:cubicBezTo>
                  <a:cubicBezTo>
                    <a:pt x="20611" y="24587"/>
                    <a:pt x="19134" y="25635"/>
                    <a:pt x="17575" y="26504"/>
                  </a:cubicBezTo>
                  <a:cubicBezTo>
                    <a:pt x="16658" y="27016"/>
                    <a:pt x="15729" y="27469"/>
                    <a:pt x="14777" y="27897"/>
                  </a:cubicBezTo>
                  <a:cubicBezTo>
                    <a:pt x="13074" y="28743"/>
                    <a:pt x="11312" y="29457"/>
                    <a:pt x="9526" y="30052"/>
                  </a:cubicBezTo>
                  <a:lnTo>
                    <a:pt x="8371" y="30433"/>
                  </a:lnTo>
                  <a:lnTo>
                    <a:pt x="9300" y="29635"/>
                  </a:lnTo>
                  <a:cubicBezTo>
                    <a:pt x="14562" y="25111"/>
                    <a:pt x="18825" y="19456"/>
                    <a:pt x="21896" y="13229"/>
                  </a:cubicBezTo>
                  <a:cubicBezTo>
                    <a:pt x="23587" y="9824"/>
                    <a:pt x="24909" y="6240"/>
                    <a:pt x="25873" y="2561"/>
                  </a:cubicBezTo>
                  <a:cubicBezTo>
                    <a:pt x="26004" y="1846"/>
                    <a:pt x="26111" y="1120"/>
                    <a:pt x="26207" y="382"/>
                  </a:cubicBezTo>
                  <a:cubicBezTo>
                    <a:pt x="26218" y="263"/>
                    <a:pt x="26230" y="132"/>
                    <a:pt x="26242" y="1"/>
                  </a:cubicBezTo>
                  <a:cubicBezTo>
                    <a:pt x="24980" y="2025"/>
                    <a:pt x="23540" y="3894"/>
                    <a:pt x="21789" y="5454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44"/>
            <p:cNvSpPr/>
            <p:nvPr/>
          </p:nvSpPr>
          <p:spPr>
            <a:xfrm>
              <a:off x="3651625" y="2510250"/>
              <a:ext cx="656075" cy="1034675"/>
            </a:xfrm>
            <a:custGeom>
              <a:rect b="b" l="l" r="r" t="t"/>
              <a:pathLst>
                <a:path extrusionOk="0" h="41387" w="26243">
                  <a:moveTo>
                    <a:pt x="21789" y="5454"/>
                  </a:moveTo>
                  <a:cubicBezTo>
                    <a:pt x="21777" y="5466"/>
                    <a:pt x="21777" y="5478"/>
                    <a:pt x="21766" y="5490"/>
                  </a:cubicBezTo>
                  <a:cubicBezTo>
                    <a:pt x="21123" y="6942"/>
                    <a:pt x="20420" y="8430"/>
                    <a:pt x="19658" y="9812"/>
                  </a:cubicBezTo>
                  <a:cubicBezTo>
                    <a:pt x="16991" y="16181"/>
                    <a:pt x="13062" y="21968"/>
                    <a:pt x="7764" y="26171"/>
                  </a:cubicBezTo>
                  <a:cubicBezTo>
                    <a:pt x="8097" y="26242"/>
                    <a:pt x="8395" y="26421"/>
                    <a:pt x="8550" y="26730"/>
                  </a:cubicBezTo>
                  <a:cubicBezTo>
                    <a:pt x="8597" y="26826"/>
                    <a:pt x="8633" y="26933"/>
                    <a:pt x="8645" y="27028"/>
                  </a:cubicBezTo>
                  <a:cubicBezTo>
                    <a:pt x="8704" y="27349"/>
                    <a:pt x="8645" y="27707"/>
                    <a:pt x="8561" y="28028"/>
                  </a:cubicBezTo>
                  <a:cubicBezTo>
                    <a:pt x="7669" y="31886"/>
                    <a:pt x="5680" y="35470"/>
                    <a:pt x="2918" y="38279"/>
                  </a:cubicBezTo>
                  <a:cubicBezTo>
                    <a:pt x="2013" y="39196"/>
                    <a:pt x="1037" y="40018"/>
                    <a:pt x="1" y="40756"/>
                  </a:cubicBezTo>
                  <a:cubicBezTo>
                    <a:pt x="513" y="40863"/>
                    <a:pt x="1037" y="40923"/>
                    <a:pt x="1561" y="40970"/>
                  </a:cubicBezTo>
                  <a:cubicBezTo>
                    <a:pt x="6466" y="41387"/>
                    <a:pt x="11443" y="39160"/>
                    <a:pt x="15181" y="35839"/>
                  </a:cubicBezTo>
                  <a:cubicBezTo>
                    <a:pt x="15372" y="35672"/>
                    <a:pt x="15539" y="35505"/>
                    <a:pt x="15717" y="35339"/>
                  </a:cubicBezTo>
                  <a:cubicBezTo>
                    <a:pt x="14431" y="36053"/>
                    <a:pt x="13074" y="36648"/>
                    <a:pt x="11669" y="37065"/>
                  </a:cubicBezTo>
                  <a:cubicBezTo>
                    <a:pt x="10681" y="37446"/>
                    <a:pt x="9657" y="37779"/>
                    <a:pt x="8621" y="38029"/>
                  </a:cubicBezTo>
                  <a:lnTo>
                    <a:pt x="6716" y="38506"/>
                  </a:lnTo>
                  <a:lnTo>
                    <a:pt x="8395" y="37470"/>
                  </a:lnTo>
                  <a:cubicBezTo>
                    <a:pt x="10407" y="36220"/>
                    <a:pt x="12419" y="34993"/>
                    <a:pt x="14181" y="33457"/>
                  </a:cubicBezTo>
                  <a:cubicBezTo>
                    <a:pt x="15955" y="31945"/>
                    <a:pt x="17372" y="30064"/>
                    <a:pt x="18706" y="28111"/>
                  </a:cubicBezTo>
                  <a:cubicBezTo>
                    <a:pt x="19765" y="26516"/>
                    <a:pt x="20873" y="24956"/>
                    <a:pt x="21944" y="23373"/>
                  </a:cubicBezTo>
                  <a:cubicBezTo>
                    <a:pt x="20611" y="24587"/>
                    <a:pt x="19134" y="25635"/>
                    <a:pt x="17575" y="26504"/>
                  </a:cubicBezTo>
                  <a:cubicBezTo>
                    <a:pt x="16658" y="27016"/>
                    <a:pt x="15729" y="27469"/>
                    <a:pt x="14777" y="27897"/>
                  </a:cubicBezTo>
                  <a:cubicBezTo>
                    <a:pt x="13074" y="28743"/>
                    <a:pt x="11312" y="29457"/>
                    <a:pt x="9526" y="30052"/>
                  </a:cubicBezTo>
                  <a:lnTo>
                    <a:pt x="8371" y="30433"/>
                  </a:lnTo>
                  <a:lnTo>
                    <a:pt x="9300" y="29635"/>
                  </a:lnTo>
                  <a:cubicBezTo>
                    <a:pt x="14562" y="25111"/>
                    <a:pt x="18825" y="19456"/>
                    <a:pt x="21896" y="13229"/>
                  </a:cubicBezTo>
                  <a:cubicBezTo>
                    <a:pt x="23587" y="9824"/>
                    <a:pt x="24909" y="6240"/>
                    <a:pt x="25873" y="2561"/>
                  </a:cubicBezTo>
                  <a:cubicBezTo>
                    <a:pt x="26004" y="1846"/>
                    <a:pt x="26111" y="1120"/>
                    <a:pt x="26207" y="382"/>
                  </a:cubicBezTo>
                  <a:cubicBezTo>
                    <a:pt x="26218" y="263"/>
                    <a:pt x="26230" y="132"/>
                    <a:pt x="26242" y="1"/>
                  </a:cubicBezTo>
                  <a:cubicBezTo>
                    <a:pt x="24980" y="2025"/>
                    <a:pt x="23540" y="3894"/>
                    <a:pt x="21789" y="5454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44"/>
            <p:cNvSpPr/>
            <p:nvPr/>
          </p:nvSpPr>
          <p:spPr>
            <a:xfrm>
              <a:off x="4232350" y="2338800"/>
              <a:ext cx="83375" cy="102725"/>
            </a:xfrm>
            <a:custGeom>
              <a:rect b="b" l="l" r="r" t="t"/>
              <a:pathLst>
                <a:path extrusionOk="0" h="4109" w="3335">
                  <a:moveTo>
                    <a:pt x="239" y="2620"/>
                  </a:moveTo>
                  <a:cubicBezTo>
                    <a:pt x="168" y="3108"/>
                    <a:pt x="84" y="3608"/>
                    <a:pt x="1" y="4109"/>
                  </a:cubicBezTo>
                  <a:cubicBezTo>
                    <a:pt x="1132" y="3870"/>
                    <a:pt x="2227" y="3454"/>
                    <a:pt x="3228" y="2882"/>
                  </a:cubicBezTo>
                  <a:cubicBezTo>
                    <a:pt x="3275" y="1906"/>
                    <a:pt x="3311" y="941"/>
                    <a:pt x="3335" y="1"/>
                  </a:cubicBezTo>
                  <a:cubicBezTo>
                    <a:pt x="2430" y="1013"/>
                    <a:pt x="1382" y="1894"/>
                    <a:pt x="239" y="2620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44"/>
            <p:cNvSpPr/>
            <p:nvPr/>
          </p:nvSpPr>
          <p:spPr>
            <a:xfrm>
              <a:off x="4232350" y="2338800"/>
              <a:ext cx="83375" cy="102725"/>
            </a:xfrm>
            <a:custGeom>
              <a:rect b="b" l="l" r="r" t="t"/>
              <a:pathLst>
                <a:path extrusionOk="0" h="4109" w="3335">
                  <a:moveTo>
                    <a:pt x="239" y="2620"/>
                  </a:moveTo>
                  <a:cubicBezTo>
                    <a:pt x="168" y="3108"/>
                    <a:pt x="84" y="3608"/>
                    <a:pt x="1" y="4109"/>
                  </a:cubicBezTo>
                  <a:cubicBezTo>
                    <a:pt x="1132" y="3870"/>
                    <a:pt x="2227" y="3454"/>
                    <a:pt x="3228" y="2882"/>
                  </a:cubicBezTo>
                  <a:cubicBezTo>
                    <a:pt x="3275" y="1906"/>
                    <a:pt x="3311" y="941"/>
                    <a:pt x="3335" y="1"/>
                  </a:cubicBezTo>
                  <a:cubicBezTo>
                    <a:pt x="2430" y="1013"/>
                    <a:pt x="1382" y="1894"/>
                    <a:pt x="239" y="26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44"/>
            <p:cNvSpPr/>
            <p:nvPr/>
          </p:nvSpPr>
          <p:spPr>
            <a:xfrm>
              <a:off x="4245450" y="2066150"/>
              <a:ext cx="73250" cy="289050"/>
            </a:xfrm>
            <a:custGeom>
              <a:rect b="b" l="l" r="r" t="t"/>
              <a:pathLst>
                <a:path extrusionOk="0" h="11562" w="2930">
                  <a:moveTo>
                    <a:pt x="680" y="8490"/>
                  </a:moveTo>
                  <a:cubicBezTo>
                    <a:pt x="560" y="8621"/>
                    <a:pt x="429" y="8740"/>
                    <a:pt x="299" y="8859"/>
                  </a:cubicBezTo>
                  <a:cubicBezTo>
                    <a:pt x="215" y="9764"/>
                    <a:pt x="108" y="10657"/>
                    <a:pt x="1" y="11562"/>
                  </a:cubicBezTo>
                  <a:cubicBezTo>
                    <a:pt x="1001" y="11347"/>
                    <a:pt x="1953" y="10966"/>
                    <a:pt x="2835" y="10431"/>
                  </a:cubicBezTo>
                  <a:cubicBezTo>
                    <a:pt x="2930" y="6835"/>
                    <a:pt x="2930" y="3466"/>
                    <a:pt x="2811" y="334"/>
                  </a:cubicBezTo>
                  <a:cubicBezTo>
                    <a:pt x="2132" y="215"/>
                    <a:pt x="1453" y="96"/>
                    <a:pt x="775" y="1"/>
                  </a:cubicBezTo>
                  <a:cubicBezTo>
                    <a:pt x="727" y="2906"/>
                    <a:pt x="584" y="5811"/>
                    <a:pt x="310" y="8692"/>
                  </a:cubicBezTo>
                  <a:cubicBezTo>
                    <a:pt x="441" y="8633"/>
                    <a:pt x="560" y="8561"/>
                    <a:pt x="680" y="8490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44"/>
            <p:cNvSpPr/>
            <p:nvPr/>
          </p:nvSpPr>
          <p:spPr>
            <a:xfrm>
              <a:off x="4245450" y="2066150"/>
              <a:ext cx="73250" cy="289050"/>
            </a:xfrm>
            <a:custGeom>
              <a:rect b="b" l="l" r="r" t="t"/>
              <a:pathLst>
                <a:path extrusionOk="0" h="11562" w="2930">
                  <a:moveTo>
                    <a:pt x="680" y="8490"/>
                  </a:moveTo>
                  <a:cubicBezTo>
                    <a:pt x="560" y="8621"/>
                    <a:pt x="429" y="8740"/>
                    <a:pt x="299" y="8859"/>
                  </a:cubicBezTo>
                  <a:cubicBezTo>
                    <a:pt x="215" y="9764"/>
                    <a:pt x="108" y="10657"/>
                    <a:pt x="1" y="11562"/>
                  </a:cubicBezTo>
                  <a:cubicBezTo>
                    <a:pt x="1001" y="11347"/>
                    <a:pt x="1953" y="10966"/>
                    <a:pt x="2835" y="10431"/>
                  </a:cubicBezTo>
                  <a:cubicBezTo>
                    <a:pt x="2930" y="6835"/>
                    <a:pt x="2930" y="3466"/>
                    <a:pt x="2811" y="334"/>
                  </a:cubicBezTo>
                  <a:cubicBezTo>
                    <a:pt x="2132" y="215"/>
                    <a:pt x="1453" y="96"/>
                    <a:pt x="775" y="1"/>
                  </a:cubicBezTo>
                  <a:cubicBezTo>
                    <a:pt x="727" y="2906"/>
                    <a:pt x="584" y="5811"/>
                    <a:pt x="310" y="8692"/>
                  </a:cubicBezTo>
                  <a:cubicBezTo>
                    <a:pt x="441" y="8633"/>
                    <a:pt x="560" y="8561"/>
                    <a:pt x="680" y="849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44"/>
            <p:cNvSpPr/>
            <p:nvPr/>
          </p:nvSpPr>
          <p:spPr>
            <a:xfrm>
              <a:off x="4196050" y="2640325"/>
              <a:ext cx="3000" cy="6275"/>
            </a:xfrm>
            <a:custGeom>
              <a:rect b="b" l="l" r="r" t="t"/>
              <a:pathLst>
                <a:path extrusionOk="0" h="251" w="120">
                  <a:moveTo>
                    <a:pt x="0" y="251"/>
                  </a:moveTo>
                  <a:lnTo>
                    <a:pt x="12" y="251"/>
                  </a:lnTo>
                  <a:cubicBezTo>
                    <a:pt x="48" y="168"/>
                    <a:pt x="84" y="84"/>
                    <a:pt x="119" y="1"/>
                  </a:cubicBezTo>
                  <a:cubicBezTo>
                    <a:pt x="84" y="84"/>
                    <a:pt x="48" y="168"/>
                    <a:pt x="0" y="251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44"/>
            <p:cNvSpPr/>
            <p:nvPr/>
          </p:nvSpPr>
          <p:spPr>
            <a:xfrm>
              <a:off x="4196050" y="2640325"/>
              <a:ext cx="3000" cy="6275"/>
            </a:xfrm>
            <a:custGeom>
              <a:rect b="b" l="l" r="r" t="t"/>
              <a:pathLst>
                <a:path extrusionOk="0" h="251" w="120">
                  <a:moveTo>
                    <a:pt x="0" y="251"/>
                  </a:moveTo>
                  <a:lnTo>
                    <a:pt x="12" y="251"/>
                  </a:lnTo>
                  <a:cubicBezTo>
                    <a:pt x="48" y="168"/>
                    <a:pt x="84" y="84"/>
                    <a:pt x="119" y="1"/>
                  </a:cubicBezTo>
                  <a:cubicBezTo>
                    <a:pt x="84" y="84"/>
                    <a:pt x="48" y="168"/>
                    <a:pt x="0" y="251"/>
                  </a:cubicBezTo>
                  <a:close/>
                </a:path>
              </a:pathLst>
            </a:custGeom>
            <a:solidFill>
              <a:srgbClr val="FFCAC4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44"/>
            <p:cNvSpPr/>
            <p:nvPr/>
          </p:nvSpPr>
          <p:spPr>
            <a:xfrm>
              <a:off x="3986500" y="3484200"/>
              <a:ext cx="110150" cy="142900"/>
            </a:xfrm>
            <a:custGeom>
              <a:rect b="b" l="l" r="r" t="t"/>
              <a:pathLst>
                <a:path extrusionOk="0" h="5716" w="4406">
                  <a:moveTo>
                    <a:pt x="4406" y="0"/>
                  </a:moveTo>
                  <a:cubicBezTo>
                    <a:pt x="3084" y="1857"/>
                    <a:pt x="1596" y="3774"/>
                    <a:pt x="0" y="5715"/>
                  </a:cubicBezTo>
                  <a:cubicBezTo>
                    <a:pt x="262" y="5465"/>
                    <a:pt x="512" y="5203"/>
                    <a:pt x="762" y="4941"/>
                  </a:cubicBezTo>
                  <a:cubicBezTo>
                    <a:pt x="2144" y="3441"/>
                    <a:pt x="3322" y="1750"/>
                    <a:pt x="4406" y="0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44"/>
            <p:cNvSpPr/>
            <p:nvPr/>
          </p:nvSpPr>
          <p:spPr>
            <a:xfrm>
              <a:off x="3986500" y="3484200"/>
              <a:ext cx="110150" cy="142900"/>
            </a:xfrm>
            <a:custGeom>
              <a:rect b="b" l="l" r="r" t="t"/>
              <a:pathLst>
                <a:path extrusionOk="0" h="5716" w="4406">
                  <a:moveTo>
                    <a:pt x="4406" y="0"/>
                  </a:moveTo>
                  <a:cubicBezTo>
                    <a:pt x="3084" y="1857"/>
                    <a:pt x="1596" y="3774"/>
                    <a:pt x="0" y="5715"/>
                  </a:cubicBezTo>
                  <a:cubicBezTo>
                    <a:pt x="262" y="5465"/>
                    <a:pt x="512" y="5203"/>
                    <a:pt x="762" y="4941"/>
                  </a:cubicBezTo>
                  <a:cubicBezTo>
                    <a:pt x="2144" y="3441"/>
                    <a:pt x="3322" y="1750"/>
                    <a:pt x="4406" y="0"/>
                  </a:cubicBezTo>
                  <a:close/>
                </a:path>
              </a:pathLst>
            </a:custGeom>
            <a:solidFill>
              <a:srgbClr val="FFCAC4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44"/>
            <p:cNvSpPr/>
            <p:nvPr/>
          </p:nvSpPr>
          <p:spPr>
            <a:xfrm>
              <a:off x="4268075" y="1633675"/>
              <a:ext cx="22050" cy="83350"/>
            </a:xfrm>
            <a:custGeom>
              <a:rect b="b" l="l" r="r" t="t"/>
              <a:pathLst>
                <a:path extrusionOk="0" h="3334" w="882">
                  <a:moveTo>
                    <a:pt x="453" y="1345"/>
                  </a:moveTo>
                  <a:cubicBezTo>
                    <a:pt x="310" y="893"/>
                    <a:pt x="156" y="452"/>
                    <a:pt x="1" y="0"/>
                  </a:cubicBezTo>
                  <a:cubicBezTo>
                    <a:pt x="334" y="1060"/>
                    <a:pt x="632" y="2167"/>
                    <a:pt x="882" y="3334"/>
                  </a:cubicBezTo>
                  <a:cubicBezTo>
                    <a:pt x="739" y="2560"/>
                    <a:pt x="596" y="1893"/>
                    <a:pt x="453" y="1345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44"/>
            <p:cNvSpPr/>
            <p:nvPr/>
          </p:nvSpPr>
          <p:spPr>
            <a:xfrm>
              <a:off x="4268075" y="1633675"/>
              <a:ext cx="22050" cy="83350"/>
            </a:xfrm>
            <a:custGeom>
              <a:rect b="b" l="l" r="r" t="t"/>
              <a:pathLst>
                <a:path extrusionOk="0" h="3334" w="882">
                  <a:moveTo>
                    <a:pt x="453" y="1345"/>
                  </a:moveTo>
                  <a:cubicBezTo>
                    <a:pt x="310" y="893"/>
                    <a:pt x="156" y="452"/>
                    <a:pt x="1" y="0"/>
                  </a:cubicBezTo>
                  <a:cubicBezTo>
                    <a:pt x="334" y="1060"/>
                    <a:pt x="632" y="2167"/>
                    <a:pt x="882" y="3334"/>
                  </a:cubicBezTo>
                  <a:cubicBezTo>
                    <a:pt x="739" y="2560"/>
                    <a:pt x="596" y="1893"/>
                    <a:pt x="453" y="1345"/>
                  </a:cubicBezTo>
                  <a:close/>
                </a:path>
              </a:pathLst>
            </a:custGeom>
            <a:solidFill>
              <a:srgbClr val="FFCAC4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44"/>
            <p:cNvSpPr/>
            <p:nvPr/>
          </p:nvSpPr>
          <p:spPr>
            <a:xfrm>
              <a:off x="4257675" y="1651225"/>
              <a:ext cx="57450" cy="411375"/>
            </a:xfrm>
            <a:custGeom>
              <a:rect b="b" l="l" r="r" t="t"/>
              <a:pathLst>
                <a:path extrusionOk="0" h="16455" w="2298">
                  <a:moveTo>
                    <a:pt x="298" y="15883"/>
                  </a:moveTo>
                  <a:cubicBezTo>
                    <a:pt x="964" y="16074"/>
                    <a:pt x="1631" y="16264"/>
                    <a:pt x="2298" y="16455"/>
                  </a:cubicBezTo>
                  <a:cubicBezTo>
                    <a:pt x="2096" y="11359"/>
                    <a:pt x="1595" y="6882"/>
                    <a:pt x="786" y="3084"/>
                  </a:cubicBezTo>
                  <a:cubicBezTo>
                    <a:pt x="572" y="2013"/>
                    <a:pt x="298" y="989"/>
                    <a:pt x="0" y="1"/>
                  </a:cubicBezTo>
                  <a:cubicBezTo>
                    <a:pt x="36" y="739"/>
                    <a:pt x="60" y="1465"/>
                    <a:pt x="83" y="2203"/>
                  </a:cubicBezTo>
                  <a:cubicBezTo>
                    <a:pt x="226" y="6751"/>
                    <a:pt x="357" y="11323"/>
                    <a:pt x="298" y="15883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44"/>
            <p:cNvSpPr/>
            <p:nvPr/>
          </p:nvSpPr>
          <p:spPr>
            <a:xfrm>
              <a:off x="4257675" y="1651225"/>
              <a:ext cx="57450" cy="411375"/>
            </a:xfrm>
            <a:custGeom>
              <a:rect b="b" l="l" r="r" t="t"/>
              <a:pathLst>
                <a:path extrusionOk="0" h="16455" w="2298">
                  <a:moveTo>
                    <a:pt x="298" y="15883"/>
                  </a:moveTo>
                  <a:cubicBezTo>
                    <a:pt x="964" y="16074"/>
                    <a:pt x="1631" y="16264"/>
                    <a:pt x="2298" y="16455"/>
                  </a:cubicBezTo>
                  <a:cubicBezTo>
                    <a:pt x="2096" y="11359"/>
                    <a:pt x="1595" y="6882"/>
                    <a:pt x="786" y="3084"/>
                  </a:cubicBezTo>
                  <a:cubicBezTo>
                    <a:pt x="572" y="2013"/>
                    <a:pt x="298" y="989"/>
                    <a:pt x="0" y="1"/>
                  </a:cubicBezTo>
                  <a:cubicBezTo>
                    <a:pt x="36" y="739"/>
                    <a:pt x="60" y="1465"/>
                    <a:pt x="83" y="2203"/>
                  </a:cubicBezTo>
                  <a:cubicBezTo>
                    <a:pt x="226" y="6751"/>
                    <a:pt x="357" y="11323"/>
                    <a:pt x="298" y="15883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44"/>
            <p:cNvSpPr/>
            <p:nvPr/>
          </p:nvSpPr>
          <p:spPr>
            <a:xfrm>
              <a:off x="2984000" y="3550875"/>
              <a:ext cx="67275" cy="10125"/>
            </a:xfrm>
            <a:custGeom>
              <a:rect b="b" l="l" r="r" t="t"/>
              <a:pathLst>
                <a:path extrusionOk="0" h="405" w="2691">
                  <a:moveTo>
                    <a:pt x="0" y="0"/>
                  </a:moveTo>
                  <a:lnTo>
                    <a:pt x="0" y="262"/>
                  </a:lnTo>
                  <a:cubicBezTo>
                    <a:pt x="822" y="333"/>
                    <a:pt x="1643" y="369"/>
                    <a:pt x="2477" y="405"/>
                  </a:cubicBezTo>
                  <a:cubicBezTo>
                    <a:pt x="2548" y="381"/>
                    <a:pt x="2620" y="369"/>
                    <a:pt x="2691" y="345"/>
                  </a:cubicBezTo>
                  <a:cubicBezTo>
                    <a:pt x="2691" y="345"/>
                    <a:pt x="2346" y="310"/>
                    <a:pt x="1727" y="226"/>
                  </a:cubicBezTo>
                  <a:cubicBezTo>
                    <a:pt x="1286" y="179"/>
                    <a:pt x="691" y="9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44"/>
            <p:cNvSpPr/>
            <p:nvPr/>
          </p:nvSpPr>
          <p:spPr>
            <a:xfrm>
              <a:off x="3125975" y="3549825"/>
              <a:ext cx="161650" cy="16550"/>
            </a:xfrm>
            <a:custGeom>
              <a:rect b="b" l="l" r="r" t="t"/>
              <a:pathLst>
                <a:path extrusionOk="0" h="662" w="6466">
                  <a:moveTo>
                    <a:pt x="3761" y="0"/>
                  </a:moveTo>
                  <a:cubicBezTo>
                    <a:pt x="2704" y="0"/>
                    <a:pt x="1419" y="120"/>
                    <a:pt x="0" y="506"/>
                  </a:cubicBezTo>
                  <a:cubicBezTo>
                    <a:pt x="1655" y="530"/>
                    <a:pt x="3322" y="566"/>
                    <a:pt x="4953" y="661"/>
                  </a:cubicBezTo>
                  <a:lnTo>
                    <a:pt x="4382" y="375"/>
                  </a:lnTo>
                  <a:cubicBezTo>
                    <a:pt x="4977" y="375"/>
                    <a:pt x="5584" y="387"/>
                    <a:pt x="6180" y="387"/>
                  </a:cubicBezTo>
                  <a:cubicBezTo>
                    <a:pt x="6275" y="352"/>
                    <a:pt x="6370" y="316"/>
                    <a:pt x="6466" y="268"/>
                  </a:cubicBezTo>
                  <a:cubicBezTo>
                    <a:pt x="6466" y="268"/>
                    <a:pt x="5680" y="78"/>
                    <a:pt x="4465" y="18"/>
                  </a:cubicBezTo>
                  <a:cubicBezTo>
                    <a:pt x="4244" y="7"/>
                    <a:pt x="4009" y="0"/>
                    <a:pt x="376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44"/>
            <p:cNvSpPr/>
            <p:nvPr/>
          </p:nvSpPr>
          <p:spPr>
            <a:xfrm>
              <a:off x="2984000" y="3557400"/>
              <a:ext cx="337850" cy="114925"/>
            </a:xfrm>
            <a:custGeom>
              <a:rect b="b" l="l" r="r" t="t"/>
              <a:pathLst>
                <a:path extrusionOk="0" h="4597" w="13514">
                  <a:moveTo>
                    <a:pt x="13514" y="108"/>
                  </a:moveTo>
                  <a:cubicBezTo>
                    <a:pt x="12966" y="96"/>
                    <a:pt x="12406" y="96"/>
                    <a:pt x="11859" y="84"/>
                  </a:cubicBezTo>
                  <a:cubicBezTo>
                    <a:pt x="11263" y="84"/>
                    <a:pt x="10656" y="72"/>
                    <a:pt x="10061" y="72"/>
                  </a:cubicBezTo>
                  <a:lnTo>
                    <a:pt x="10632" y="358"/>
                  </a:lnTo>
                  <a:cubicBezTo>
                    <a:pt x="9001" y="263"/>
                    <a:pt x="7334" y="239"/>
                    <a:pt x="5679" y="203"/>
                  </a:cubicBezTo>
                  <a:cubicBezTo>
                    <a:pt x="4608" y="191"/>
                    <a:pt x="3548" y="180"/>
                    <a:pt x="2477" y="144"/>
                  </a:cubicBezTo>
                  <a:cubicBezTo>
                    <a:pt x="1643" y="108"/>
                    <a:pt x="822" y="72"/>
                    <a:pt x="0" y="1"/>
                  </a:cubicBezTo>
                  <a:lnTo>
                    <a:pt x="0" y="3656"/>
                  </a:lnTo>
                  <a:cubicBezTo>
                    <a:pt x="917" y="3894"/>
                    <a:pt x="1917" y="4073"/>
                    <a:pt x="3024" y="4180"/>
                  </a:cubicBezTo>
                  <a:cubicBezTo>
                    <a:pt x="6977" y="4597"/>
                    <a:pt x="10847" y="3680"/>
                    <a:pt x="13514" y="10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44"/>
            <p:cNvSpPr/>
            <p:nvPr/>
          </p:nvSpPr>
          <p:spPr>
            <a:xfrm>
              <a:off x="3467375" y="2470075"/>
              <a:ext cx="7175" cy="14900"/>
            </a:xfrm>
            <a:custGeom>
              <a:rect b="b" l="l" r="r" t="t"/>
              <a:pathLst>
                <a:path extrusionOk="0" h="596" w="287">
                  <a:moveTo>
                    <a:pt x="287" y="1"/>
                  </a:moveTo>
                  <a:cubicBezTo>
                    <a:pt x="215" y="120"/>
                    <a:pt x="132" y="239"/>
                    <a:pt x="60" y="346"/>
                  </a:cubicBezTo>
                  <a:cubicBezTo>
                    <a:pt x="37" y="429"/>
                    <a:pt x="13" y="513"/>
                    <a:pt x="1" y="596"/>
                  </a:cubicBezTo>
                  <a:cubicBezTo>
                    <a:pt x="72" y="513"/>
                    <a:pt x="144" y="417"/>
                    <a:pt x="215" y="334"/>
                  </a:cubicBezTo>
                  <a:cubicBezTo>
                    <a:pt x="239" y="227"/>
                    <a:pt x="263" y="108"/>
                    <a:pt x="2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44"/>
            <p:cNvSpPr/>
            <p:nvPr/>
          </p:nvSpPr>
          <p:spPr>
            <a:xfrm>
              <a:off x="4111525" y="2338525"/>
              <a:ext cx="36925" cy="16975"/>
            </a:xfrm>
            <a:custGeom>
              <a:rect b="b" l="l" r="r" t="t"/>
              <a:pathLst>
                <a:path extrusionOk="0" h="679" w="1477">
                  <a:moveTo>
                    <a:pt x="607" y="0"/>
                  </a:moveTo>
                  <a:cubicBezTo>
                    <a:pt x="472" y="0"/>
                    <a:pt x="337" y="5"/>
                    <a:pt x="202" y="5"/>
                  </a:cubicBezTo>
                  <a:cubicBezTo>
                    <a:pt x="135" y="5"/>
                    <a:pt x="68" y="4"/>
                    <a:pt x="0" y="0"/>
                  </a:cubicBezTo>
                  <a:lnTo>
                    <a:pt x="0" y="0"/>
                  </a:lnTo>
                  <a:cubicBezTo>
                    <a:pt x="95" y="107"/>
                    <a:pt x="202" y="226"/>
                    <a:pt x="310" y="345"/>
                  </a:cubicBezTo>
                  <a:cubicBezTo>
                    <a:pt x="691" y="476"/>
                    <a:pt x="1084" y="595"/>
                    <a:pt x="1476" y="679"/>
                  </a:cubicBezTo>
                  <a:cubicBezTo>
                    <a:pt x="1203" y="441"/>
                    <a:pt x="905" y="214"/>
                    <a:pt x="607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44"/>
            <p:cNvSpPr/>
            <p:nvPr/>
          </p:nvSpPr>
          <p:spPr>
            <a:xfrm>
              <a:off x="4193375" y="2421850"/>
              <a:ext cx="25325" cy="23550"/>
            </a:xfrm>
            <a:custGeom>
              <a:rect b="b" l="l" r="r" t="t"/>
              <a:pathLst>
                <a:path extrusionOk="0" h="942" w="1013">
                  <a:moveTo>
                    <a:pt x="560" y="1"/>
                  </a:moveTo>
                  <a:cubicBezTo>
                    <a:pt x="381" y="96"/>
                    <a:pt x="191" y="191"/>
                    <a:pt x="0" y="275"/>
                  </a:cubicBezTo>
                  <a:lnTo>
                    <a:pt x="584" y="941"/>
                  </a:lnTo>
                  <a:cubicBezTo>
                    <a:pt x="727" y="918"/>
                    <a:pt x="869" y="894"/>
                    <a:pt x="1012" y="882"/>
                  </a:cubicBezTo>
                  <a:cubicBezTo>
                    <a:pt x="893" y="572"/>
                    <a:pt x="738" y="286"/>
                    <a:pt x="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44"/>
            <p:cNvSpPr/>
            <p:nvPr/>
          </p:nvSpPr>
          <p:spPr>
            <a:xfrm>
              <a:off x="3398025" y="2453100"/>
              <a:ext cx="746250" cy="597375"/>
            </a:xfrm>
            <a:custGeom>
              <a:rect b="b" l="l" r="r" t="t"/>
              <a:pathLst>
                <a:path extrusionOk="0" h="23895" w="29850">
                  <a:moveTo>
                    <a:pt x="26266" y="1"/>
                  </a:moveTo>
                  <a:lnTo>
                    <a:pt x="26266" y="1"/>
                  </a:lnTo>
                  <a:cubicBezTo>
                    <a:pt x="26730" y="1620"/>
                    <a:pt x="26980" y="3358"/>
                    <a:pt x="26980" y="5168"/>
                  </a:cubicBezTo>
                  <a:cubicBezTo>
                    <a:pt x="26980" y="13634"/>
                    <a:pt x="21492" y="20515"/>
                    <a:pt x="14753" y="20515"/>
                  </a:cubicBezTo>
                  <a:cubicBezTo>
                    <a:pt x="11085" y="20515"/>
                    <a:pt x="7799" y="18479"/>
                    <a:pt x="5561" y="15265"/>
                  </a:cubicBezTo>
                  <a:lnTo>
                    <a:pt x="5251" y="14919"/>
                  </a:lnTo>
                  <a:cubicBezTo>
                    <a:pt x="5216" y="14824"/>
                    <a:pt x="5180" y="14729"/>
                    <a:pt x="5144" y="14646"/>
                  </a:cubicBezTo>
                  <a:cubicBezTo>
                    <a:pt x="3680" y="12312"/>
                    <a:pt x="2751" y="9454"/>
                    <a:pt x="2561" y="6335"/>
                  </a:cubicBezTo>
                  <a:cubicBezTo>
                    <a:pt x="2453" y="5109"/>
                    <a:pt x="2477" y="3930"/>
                    <a:pt x="2632" y="2835"/>
                  </a:cubicBezTo>
                  <a:lnTo>
                    <a:pt x="2632" y="2835"/>
                  </a:lnTo>
                  <a:cubicBezTo>
                    <a:pt x="2418" y="3085"/>
                    <a:pt x="2215" y="3323"/>
                    <a:pt x="2001" y="3573"/>
                  </a:cubicBezTo>
                  <a:lnTo>
                    <a:pt x="1620" y="4001"/>
                  </a:lnTo>
                  <a:cubicBezTo>
                    <a:pt x="1" y="12467"/>
                    <a:pt x="2775" y="21777"/>
                    <a:pt x="11109" y="23468"/>
                  </a:cubicBezTo>
                  <a:cubicBezTo>
                    <a:pt x="12542" y="23759"/>
                    <a:pt x="13862" y="23895"/>
                    <a:pt x="15083" y="23895"/>
                  </a:cubicBezTo>
                  <a:cubicBezTo>
                    <a:pt x="22150" y="23895"/>
                    <a:pt x="25865" y="19347"/>
                    <a:pt x="28576" y="14098"/>
                  </a:cubicBezTo>
                  <a:lnTo>
                    <a:pt x="28576" y="14098"/>
                  </a:lnTo>
                  <a:cubicBezTo>
                    <a:pt x="28040" y="14907"/>
                    <a:pt x="27480" y="15634"/>
                    <a:pt x="26897" y="16253"/>
                  </a:cubicBezTo>
                  <a:cubicBezTo>
                    <a:pt x="27980" y="14157"/>
                    <a:pt x="28969" y="9550"/>
                    <a:pt x="29493" y="7252"/>
                  </a:cubicBezTo>
                  <a:cubicBezTo>
                    <a:pt x="29695" y="6406"/>
                    <a:pt x="29850" y="5537"/>
                    <a:pt x="29659" y="4692"/>
                  </a:cubicBezTo>
                  <a:cubicBezTo>
                    <a:pt x="29469" y="3882"/>
                    <a:pt x="28981" y="3180"/>
                    <a:pt x="28492" y="2501"/>
                  </a:cubicBezTo>
                  <a:cubicBezTo>
                    <a:pt x="27969" y="1763"/>
                    <a:pt x="27433" y="1025"/>
                    <a:pt x="26861" y="299"/>
                  </a:cubicBezTo>
                  <a:cubicBezTo>
                    <a:pt x="26659" y="203"/>
                    <a:pt x="26468" y="108"/>
                    <a:pt x="262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44"/>
            <p:cNvSpPr/>
            <p:nvPr/>
          </p:nvSpPr>
          <p:spPr>
            <a:xfrm>
              <a:off x="3472750" y="2457575"/>
              <a:ext cx="9850" cy="20850"/>
            </a:xfrm>
            <a:custGeom>
              <a:rect b="b" l="l" r="r" t="t"/>
              <a:pathLst>
                <a:path extrusionOk="0" h="834" w="394">
                  <a:moveTo>
                    <a:pt x="393" y="0"/>
                  </a:moveTo>
                  <a:cubicBezTo>
                    <a:pt x="381" y="12"/>
                    <a:pt x="381" y="24"/>
                    <a:pt x="369" y="36"/>
                  </a:cubicBezTo>
                  <a:cubicBezTo>
                    <a:pt x="274" y="191"/>
                    <a:pt x="167" y="346"/>
                    <a:pt x="72" y="501"/>
                  </a:cubicBezTo>
                  <a:cubicBezTo>
                    <a:pt x="48" y="608"/>
                    <a:pt x="24" y="727"/>
                    <a:pt x="0" y="834"/>
                  </a:cubicBezTo>
                  <a:cubicBezTo>
                    <a:pt x="36" y="786"/>
                    <a:pt x="84" y="727"/>
                    <a:pt x="131" y="679"/>
                  </a:cubicBezTo>
                  <a:cubicBezTo>
                    <a:pt x="215" y="441"/>
                    <a:pt x="298" y="227"/>
                    <a:pt x="3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44"/>
            <p:cNvSpPr/>
            <p:nvPr/>
          </p:nvSpPr>
          <p:spPr>
            <a:xfrm>
              <a:off x="3472750" y="2457575"/>
              <a:ext cx="9850" cy="20850"/>
            </a:xfrm>
            <a:custGeom>
              <a:rect b="b" l="l" r="r" t="t"/>
              <a:pathLst>
                <a:path extrusionOk="0" h="834" w="394">
                  <a:moveTo>
                    <a:pt x="0" y="834"/>
                  </a:moveTo>
                  <a:cubicBezTo>
                    <a:pt x="36" y="786"/>
                    <a:pt x="84" y="727"/>
                    <a:pt x="131" y="679"/>
                  </a:cubicBezTo>
                  <a:cubicBezTo>
                    <a:pt x="215" y="441"/>
                    <a:pt x="298" y="227"/>
                    <a:pt x="393" y="0"/>
                  </a:cubicBezTo>
                  <a:cubicBezTo>
                    <a:pt x="381" y="12"/>
                    <a:pt x="381" y="24"/>
                    <a:pt x="369" y="36"/>
                  </a:cubicBezTo>
                  <a:cubicBezTo>
                    <a:pt x="274" y="191"/>
                    <a:pt x="167" y="346"/>
                    <a:pt x="72" y="501"/>
                  </a:cubicBezTo>
                  <a:cubicBezTo>
                    <a:pt x="48" y="608"/>
                    <a:pt x="24" y="727"/>
                    <a:pt x="0" y="834"/>
                  </a:cubicBezTo>
                  <a:close/>
                </a:path>
              </a:pathLst>
            </a:custGeom>
            <a:solidFill>
              <a:srgbClr val="9720E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44"/>
            <p:cNvSpPr/>
            <p:nvPr/>
          </p:nvSpPr>
          <p:spPr>
            <a:xfrm>
              <a:off x="3640625" y="2457175"/>
              <a:ext cx="90800" cy="58475"/>
            </a:xfrm>
            <a:custGeom>
              <a:rect b="b" l="l" r="r" t="t"/>
              <a:pathLst>
                <a:path extrusionOk="0" h="2339" w="3632">
                  <a:moveTo>
                    <a:pt x="977" y="0"/>
                  </a:moveTo>
                  <a:cubicBezTo>
                    <a:pt x="782" y="0"/>
                    <a:pt x="588" y="9"/>
                    <a:pt x="393" y="28"/>
                  </a:cubicBezTo>
                  <a:cubicBezTo>
                    <a:pt x="262" y="40"/>
                    <a:pt x="131" y="64"/>
                    <a:pt x="0" y="76"/>
                  </a:cubicBezTo>
                  <a:cubicBezTo>
                    <a:pt x="619" y="552"/>
                    <a:pt x="1048" y="1386"/>
                    <a:pt x="1108" y="2338"/>
                  </a:cubicBezTo>
                  <a:cubicBezTo>
                    <a:pt x="1786" y="1445"/>
                    <a:pt x="2655" y="755"/>
                    <a:pt x="3632" y="386"/>
                  </a:cubicBezTo>
                  <a:cubicBezTo>
                    <a:pt x="2745" y="181"/>
                    <a:pt x="1858" y="0"/>
                    <a:pt x="9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44"/>
            <p:cNvSpPr/>
            <p:nvPr/>
          </p:nvSpPr>
          <p:spPr>
            <a:xfrm>
              <a:off x="3640625" y="2455200"/>
              <a:ext cx="90800" cy="60450"/>
            </a:xfrm>
            <a:custGeom>
              <a:rect b="b" l="l" r="r" t="t"/>
              <a:pathLst>
                <a:path extrusionOk="0" h="2418" w="3632">
                  <a:moveTo>
                    <a:pt x="1108" y="2417"/>
                  </a:moveTo>
                  <a:cubicBezTo>
                    <a:pt x="1786" y="1524"/>
                    <a:pt x="2655" y="834"/>
                    <a:pt x="3632" y="465"/>
                  </a:cubicBezTo>
                  <a:cubicBezTo>
                    <a:pt x="2548" y="215"/>
                    <a:pt x="1465" y="0"/>
                    <a:pt x="393" y="107"/>
                  </a:cubicBezTo>
                  <a:cubicBezTo>
                    <a:pt x="262" y="119"/>
                    <a:pt x="131" y="143"/>
                    <a:pt x="0" y="155"/>
                  </a:cubicBezTo>
                  <a:cubicBezTo>
                    <a:pt x="619" y="631"/>
                    <a:pt x="1048" y="1465"/>
                    <a:pt x="1108" y="24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44"/>
            <p:cNvSpPr/>
            <p:nvPr/>
          </p:nvSpPr>
          <p:spPr>
            <a:xfrm>
              <a:off x="3485550" y="2411725"/>
              <a:ext cx="587000" cy="554275"/>
            </a:xfrm>
            <a:custGeom>
              <a:rect b="b" l="l" r="r" t="t"/>
              <a:pathLst>
                <a:path extrusionOk="0" h="22171" w="23480">
                  <a:moveTo>
                    <a:pt x="17336" y="13645"/>
                  </a:moveTo>
                  <a:cubicBezTo>
                    <a:pt x="18264" y="13645"/>
                    <a:pt x="19014" y="14586"/>
                    <a:pt x="19014" y="15753"/>
                  </a:cubicBezTo>
                  <a:cubicBezTo>
                    <a:pt x="19014" y="16908"/>
                    <a:pt x="18264" y="17848"/>
                    <a:pt x="17336" y="17848"/>
                  </a:cubicBezTo>
                  <a:cubicBezTo>
                    <a:pt x="16407" y="17848"/>
                    <a:pt x="15645" y="16908"/>
                    <a:pt x="15645" y="15753"/>
                  </a:cubicBezTo>
                  <a:cubicBezTo>
                    <a:pt x="15645" y="14586"/>
                    <a:pt x="16407" y="13645"/>
                    <a:pt x="17336" y="13645"/>
                  </a:cubicBezTo>
                  <a:close/>
                  <a:moveTo>
                    <a:pt x="19598" y="1"/>
                  </a:moveTo>
                  <a:cubicBezTo>
                    <a:pt x="19241" y="120"/>
                    <a:pt x="18907" y="299"/>
                    <a:pt x="18598" y="501"/>
                  </a:cubicBezTo>
                  <a:cubicBezTo>
                    <a:pt x="17681" y="1144"/>
                    <a:pt x="16931" y="2025"/>
                    <a:pt x="15931" y="2513"/>
                  </a:cubicBezTo>
                  <a:cubicBezTo>
                    <a:pt x="15443" y="2751"/>
                    <a:pt x="14943" y="2870"/>
                    <a:pt x="14431" y="2918"/>
                  </a:cubicBezTo>
                  <a:cubicBezTo>
                    <a:pt x="16086" y="4144"/>
                    <a:pt x="17193" y="6359"/>
                    <a:pt x="17193" y="8895"/>
                  </a:cubicBezTo>
                  <a:cubicBezTo>
                    <a:pt x="17193" y="12741"/>
                    <a:pt x="14633" y="15872"/>
                    <a:pt x="11490" y="15872"/>
                  </a:cubicBezTo>
                  <a:cubicBezTo>
                    <a:pt x="8346" y="15872"/>
                    <a:pt x="5787" y="12741"/>
                    <a:pt x="5787" y="8895"/>
                  </a:cubicBezTo>
                  <a:cubicBezTo>
                    <a:pt x="5787" y="8216"/>
                    <a:pt x="5870" y="7561"/>
                    <a:pt x="6013" y="6942"/>
                  </a:cubicBezTo>
                  <a:lnTo>
                    <a:pt x="6013" y="6942"/>
                  </a:lnTo>
                  <a:cubicBezTo>
                    <a:pt x="5715" y="7121"/>
                    <a:pt x="5370" y="7228"/>
                    <a:pt x="5013" y="7228"/>
                  </a:cubicBezTo>
                  <a:cubicBezTo>
                    <a:pt x="3739" y="7228"/>
                    <a:pt x="2703" y="5942"/>
                    <a:pt x="2703" y="4359"/>
                  </a:cubicBezTo>
                  <a:cubicBezTo>
                    <a:pt x="2703" y="4168"/>
                    <a:pt x="2727" y="3978"/>
                    <a:pt x="2751" y="3787"/>
                  </a:cubicBezTo>
                  <a:lnTo>
                    <a:pt x="2751" y="3787"/>
                  </a:lnTo>
                  <a:cubicBezTo>
                    <a:pt x="1703" y="4871"/>
                    <a:pt x="953" y="6276"/>
                    <a:pt x="619" y="7740"/>
                  </a:cubicBezTo>
                  <a:cubicBezTo>
                    <a:pt x="0" y="10467"/>
                    <a:pt x="560" y="13324"/>
                    <a:pt x="1524" y="15967"/>
                  </a:cubicBezTo>
                  <a:cubicBezTo>
                    <a:pt x="1858" y="16551"/>
                    <a:pt x="2239" y="17098"/>
                    <a:pt x="2643" y="17586"/>
                  </a:cubicBezTo>
                  <a:lnTo>
                    <a:pt x="2060" y="16920"/>
                  </a:lnTo>
                  <a:lnTo>
                    <a:pt x="2060" y="16920"/>
                  </a:lnTo>
                  <a:cubicBezTo>
                    <a:pt x="4298" y="20134"/>
                    <a:pt x="7584" y="22170"/>
                    <a:pt x="11252" y="22170"/>
                  </a:cubicBezTo>
                  <a:cubicBezTo>
                    <a:pt x="17991" y="22170"/>
                    <a:pt x="23479" y="15289"/>
                    <a:pt x="23479" y="6823"/>
                  </a:cubicBezTo>
                  <a:cubicBezTo>
                    <a:pt x="23479" y="5013"/>
                    <a:pt x="23229" y="3275"/>
                    <a:pt x="22765" y="1656"/>
                  </a:cubicBezTo>
                  <a:cubicBezTo>
                    <a:pt x="21979" y="1263"/>
                    <a:pt x="21217" y="834"/>
                    <a:pt x="20443" y="418"/>
                  </a:cubicBezTo>
                  <a:cubicBezTo>
                    <a:pt x="20157" y="275"/>
                    <a:pt x="19884" y="144"/>
                    <a:pt x="195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44"/>
            <p:cNvSpPr/>
            <p:nvPr/>
          </p:nvSpPr>
          <p:spPr>
            <a:xfrm>
              <a:off x="3485550" y="2411725"/>
              <a:ext cx="587000" cy="554275"/>
            </a:xfrm>
            <a:custGeom>
              <a:rect b="b" l="l" r="r" t="t"/>
              <a:pathLst>
                <a:path extrusionOk="0" h="22171" w="23480">
                  <a:moveTo>
                    <a:pt x="15931" y="2513"/>
                  </a:moveTo>
                  <a:cubicBezTo>
                    <a:pt x="15443" y="2751"/>
                    <a:pt x="14943" y="2870"/>
                    <a:pt x="14431" y="2918"/>
                  </a:cubicBezTo>
                  <a:cubicBezTo>
                    <a:pt x="16086" y="4144"/>
                    <a:pt x="17193" y="6359"/>
                    <a:pt x="17193" y="8895"/>
                  </a:cubicBezTo>
                  <a:cubicBezTo>
                    <a:pt x="17193" y="12741"/>
                    <a:pt x="14633" y="15872"/>
                    <a:pt x="11490" y="15872"/>
                  </a:cubicBezTo>
                  <a:cubicBezTo>
                    <a:pt x="8346" y="15872"/>
                    <a:pt x="5787" y="12741"/>
                    <a:pt x="5787" y="8895"/>
                  </a:cubicBezTo>
                  <a:cubicBezTo>
                    <a:pt x="5787" y="8216"/>
                    <a:pt x="5870" y="7561"/>
                    <a:pt x="6013" y="6942"/>
                  </a:cubicBezTo>
                  <a:cubicBezTo>
                    <a:pt x="5715" y="7121"/>
                    <a:pt x="5370" y="7228"/>
                    <a:pt x="5013" y="7228"/>
                  </a:cubicBezTo>
                  <a:cubicBezTo>
                    <a:pt x="3739" y="7228"/>
                    <a:pt x="2703" y="5942"/>
                    <a:pt x="2703" y="4359"/>
                  </a:cubicBezTo>
                  <a:cubicBezTo>
                    <a:pt x="2703" y="4168"/>
                    <a:pt x="2727" y="3978"/>
                    <a:pt x="2751" y="3787"/>
                  </a:cubicBezTo>
                  <a:cubicBezTo>
                    <a:pt x="1703" y="4871"/>
                    <a:pt x="953" y="6276"/>
                    <a:pt x="619" y="7740"/>
                  </a:cubicBezTo>
                  <a:cubicBezTo>
                    <a:pt x="0" y="10467"/>
                    <a:pt x="560" y="13324"/>
                    <a:pt x="1524" y="15967"/>
                  </a:cubicBezTo>
                  <a:cubicBezTo>
                    <a:pt x="1858" y="16551"/>
                    <a:pt x="2239" y="17098"/>
                    <a:pt x="2643" y="17586"/>
                  </a:cubicBezTo>
                  <a:lnTo>
                    <a:pt x="2060" y="16920"/>
                  </a:lnTo>
                  <a:cubicBezTo>
                    <a:pt x="4298" y="20134"/>
                    <a:pt x="7584" y="22170"/>
                    <a:pt x="11252" y="22170"/>
                  </a:cubicBezTo>
                  <a:cubicBezTo>
                    <a:pt x="17991" y="22170"/>
                    <a:pt x="23479" y="15289"/>
                    <a:pt x="23479" y="6823"/>
                  </a:cubicBezTo>
                  <a:cubicBezTo>
                    <a:pt x="23479" y="5013"/>
                    <a:pt x="23229" y="3275"/>
                    <a:pt x="22765" y="1656"/>
                  </a:cubicBezTo>
                  <a:cubicBezTo>
                    <a:pt x="21979" y="1263"/>
                    <a:pt x="21217" y="834"/>
                    <a:pt x="20443" y="418"/>
                  </a:cubicBezTo>
                  <a:cubicBezTo>
                    <a:pt x="20157" y="275"/>
                    <a:pt x="19884" y="144"/>
                    <a:pt x="19598" y="1"/>
                  </a:cubicBezTo>
                  <a:cubicBezTo>
                    <a:pt x="19241" y="120"/>
                    <a:pt x="18907" y="299"/>
                    <a:pt x="18598" y="501"/>
                  </a:cubicBezTo>
                  <a:cubicBezTo>
                    <a:pt x="17681" y="1144"/>
                    <a:pt x="16931" y="2025"/>
                    <a:pt x="15931" y="2513"/>
                  </a:cubicBezTo>
                  <a:close/>
                  <a:moveTo>
                    <a:pt x="17336" y="17848"/>
                  </a:moveTo>
                  <a:cubicBezTo>
                    <a:pt x="16407" y="17848"/>
                    <a:pt x="15645" y="16908"/>
                    <a:pt x="15645" y="15753"/>
                  </a:cubicBezTo>
                  <a:cubicBezTo>
                    <a:pt x="15645" y="14586"/>
                    <a:pt x="16407" y="13645"/>
                    <a:pt x="17336" y="13645"/>
                  </a:cubicBezTo>
                  <a:cubicBezTo>
                    <a:pt x="18264" y="13645"/>
                    <a:pt x="19014" y="14586"/>
                    <a:pt x="19014" y="15753"/>
                  </a:cubicBezTo>
                  <a:cubicBezTo>
                    <a:pt x="19014" y="16908"/>
                    <a:pt x="18264" y="17848"/>
                    <a:pt x="17336" y="178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44"/>
            <p:cNvSpPr/>
            <p:nvPr/>
          </p:nvSpPr>
          <p:spPr>
            <a:xfrm>
              <a:off x="3462025" y="2611475"/>
              <a:ext cx="64625" cy="207775"/>
            </a:xfrm>
            <a:custGeom>
              <a:rect b="b" l="l" r="r" t="t"/>
              <a:pathLst>
                <a:path extrusionOk="0" h="8311" w="2585">
                  <a:moveTo>
                    <a:pt x="1" y="0"/>
                  </a:moveTo>
                  <a:lnTo>
                    <a:pt x="1" y="0"/>
                  </a:lnTo>
                  <a:cubicBezTo>
                    <a:pt x="191" y="3119"/>
                    <a:pt x="1132" y="5977"/>
                    <a:pt x="2584" y="8311"/>
                  </a:cubicBezTo>
                  <a:cubicBezTo>
                    <a:pt x="2537" y="8203"/>
                    <a:pt x="2501" y="8084"/>
                    <a:pt x="2465" y="7977"/>
                  </a:cubicBezTo>
                  <a:cubicBezTo>
                    <a:pt x="1120" y="5703"/>
                    <a:pt x="251" y="2774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44"/>
            <p:cNvSpPr/>
            <p:nvPr/>
          </p:nvSpPr>
          <p:spPr>
            <a:xfrm>
              <a:off x="3462025" y="2611475"/>
              <a:ext cx="64625" cy="207775"/>
            </a:xfrm>
            <a:custGeom>
              <a:rect b="b" l="l" r="r" t="t"/>
              <a:pathLst>
                <a:path extrusionOk="0" h="8311" w="2585">
                  <a:moveTo>
                    <a:pt x="1" y="0"/>
                  </a:moveTo>
                  <a:cubicBezTo>
                    <a:pt x="191" y="3119"/>
                    <a:pt x="1132" y="5977"/>
                    <a:pt x="2584" y="8311"/>
                  </a:cubicBezTo>
                  <a:cubicBezTo>
                    <a:pt x="2537" y="8203"/>
                    <a:pt x="2501" y="8084"/>
                    <a:pt x="2465" y="7977"/>
                  </a:cubicBezTo>
                  <a:cubicBezTo>
                    <a:pt x="1120" y="5703"/>
                    <a:pt x="251" y="2774"/>
                    <a:pt x="1" y="0"/>
                  </a:cubicBezTo>
                  <a:close/>
                </a:path>
              </a:pathLst>
            </a:custGeom>
            <a:solidFill>
              <a:srgbClr val="9720E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44"/>
            <p:cNvSpPr/>
            <p:nvPr/>
          </p:nvSpPr>
          <p:spPr>
            <a:xfrm>
              <a:off x="3523650" y="2810900"/>
              <a:ext cx="28000" cy="40500"/>
            </a:xfrm>
            <a:custGeom>
              <a:rect b="b" l="l" r="r" t="t"/>
              <a:pathLst>
                <a:path extrusionOk="0" h="1620" w="1120">
                  <a:moveTo>
                    <a:pt x="0" y="0"/>
                  </a:moveTo>
                  <a:lnTo>
                    <a:pt x="0" y="0"/>
                  </a:lnTo>
                  <a:cubicBezTo>
                    <a:pt x="36" y="107"/>
                    <a:pt x="72" y="226"/>
                    <a:pt x="119" y="334"/>
                  </a:cubicBezTo>
                  <a:cubicBezTo>
                    <a:pt x="155" y="417"/>
                    <a:pt x="191" y="512"/>
                    <a:pt x="226" y="607"/>
                  </a:cubicBezTo>
                  <a:lnTo>
                    <a:pt x="536" y="953"/>
                  </a:lnTo>
                  <a:lnTo>
                    <a:pt x="1119" y="1619"/>
                  </a:lnTo>
                  <a:cubicBezTo>
                    <a:pt x="715" y="1131"/>
                    <a:pt x="345" y="584"/>
                    <a:pt x="0" y="0"/>
                  </a:cubicBezTo>
                  <a:close/>
                </a:path>
              </a:pathLst>
            </a:custGeom>
            <a:solidFill>
              <a:srgbClr val="8256A2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44"/>
            <p:cNvSpPr/>
            <p:nvPr/>
          </p:nvSpPr>
          <p:spPr>
            <a:xfrm>
              <a:off x="3476025" y="2417975"/>
              <a:ext cx="46150" cy="56300"/>
            </a:xfrm>
            <a:custGeom>
              <a:rect b="b" l="l" r="r" t="t"/>
              <a:pathLst>
                <a:path extrusionOk="0" h="2252" w="1846">
                  <a:moveTo>
                    <a:pt x="1846" y="1"/>
                  </a:moveTo>
                  <a:cubicBezTo>
                    <a:pt x="1274" y="489"/>
                    <a:pt x="738" y="1013"/>
                    <a:pt x="262" y="1584"/>
                  </a:cubicBezTo>
                  <a:cubicBezTo>
                    <a:pt x="167" y="1799"/>
                    <a:pt x="84" y="2025"/>
                    <a:pt x="0" y="2251"/>
                  </a:cubicBezTo>
                  <a:cubicBezTo>
                    <a:pt x="631" y="1513"/>
                    <a:pt x="1238" y="763"/>
                    <a:pt x="184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44"/>
            <p:cNvSpPr/>
            <p:nvPr/>
          </p:nvSpPr>
          <p:spPr>
            <a:xfrm>
              <a:off x="3459650" y="2340225"/>
              <a:ext cx="515850" cy="470700"/>
            </a:xfrm>
            <a:custGeom>
              <a:rect b="b" l="l" r="r" t="t"/>
              <a:pathLst>
                <a:path extrusionOk="0" h="18828" w="20634">
                  <a:moveTo>
                    <a:pt x="10763" y="0"/>
                  </a:moveTo>
                  <a:cubicBezTo>
                    <a:pt x="8650" y="0"/>
                    <a:pt x="6557" y="585"/>
                    <a:pt x="4703" y="1599"/>
                  </a:cubicBezTo>
                  <a:cubicBezTo>
                    <a:pt x="3275" y="3587"/>
                    <a:pt x="1762" y="5504"/>
                    <a:pt x="167" y="7350"/>
                  </a:cubicBezTo>
                  <a:cubicBezTo>
                    <a:pt x="12" y="8445"/>
                    <a:pt x="0" y="9624"/>
                    <a:pt x="96" y="10850"/>
                  </a:cubicBezTo>
                  <a:cubicBezTo>
                    <a:pt x="346" y="13624"/>
                    <a:pt x="1215" y="16553"/>
                    <a:pt x="2560" y="18827"/>
                  </a:cubicBezTo>
                  <a:cubicBezTo>
                    <a:pt x="1596" y="16196"/>
                    <a:pt x="1036" y="13338"/>
                    <a:pt x="1655" y="10612"/>
                  </a:cubicBezTo>
                  <a:cubicBezTo>
                    <a:pt x="1989" y="9136"/>
                    <a:pt x="2751" y="7731"/>
                    <a:pt x="3787" y="6659"/>
                  </a:cubicBezTo>
                  <a:cubicBezTo>
                    <a:pt x="4001" y="5337"/>
                    <a:pt x="4930" y="4337"/>
                    <a:pt x="6049" y="4337"/>
                  </a:cubicBezTo>
                  <a:cubicBezTo>
                    <a:pt x="6477" y="4337"/>
                    <a:pt x="6882" y="4492"/>
                    <a:pt x="7239" y="4766"/>
                  </a:cubicBezTo>
                  <a:cubicBezTo>
                    <a:pt x="7370" y="4742"/>
                    <a:pt x="7501" y="4718"/>
                    <a:pt x="7632" y="4706"/>
                  </a:cubicBezTo>
                  <a:cubicBezTo>
                    <a:pt x="7826" y="4687"/>
                    <a:pt x="8020" y="4678"/>
                    <a:pt x="8214" y="4678"/>
                  </a:cubicBezTo>
                  <a:cubicBezTo>
                    <a:pt x="9095" y="4678"/>
                    <a:pt x="9983" y="4861"/>
                    <a:pt x="10871" y="5075"/>
                  </a:cubicBezTo>
                  <a:cubicBezTo>
                    <a:pt x="11395" y="4873"/>
                    <a:pt x="11954" y="4766"/>
                    <a:pt x="12526" y="4766"/>
                  </a:cubicBezTo>
                  <a:cubicBezTo>
                    <a:pt x="13609" y="4766"/>
                    <a:pt x="14609" y="5147"/>
                    <a:pt x="15467" y="5790"/>
                  </a:cubicBezTo>
                  <a:cubicBezTo>
                    <a:pt x="15979" y="5730"/>
                    <a:pt x="16479" y="5611"/>
                    <a:pt x="16967" y="5373"/>
                  </a:cubicBezTo>
                  <a:cubicBezTo>
                    <a:pt x="17967" y="4885"/>
                    <a:pt x="18717" y="4004"/>
                    <a:pt x="19646" y="3361"/>
                  </a:cubicBezTo>
                  <a:cubicBezTo>
                    <a:pt x="19943" y="3159"/>
                    <a:pt x="20289" y="2992"/>
                    <a:pt x="20634" y="2873"/>
                  </a:cubicBezTo>
                  <a:cubicBezTo>
                    <a:pt x="19229" y="2170"/>
                    <a:pt x="17764" y="1563"/>
                    <a:pt x="16276" y="1063"/>
                  </a:cubicBezTo>
                  <a:cubicBezTo>
                    <a:pt x="14681" y="527"/>
                    <a:pt x="13038" y="111"/>
                    <a:pt x="11347" y="15"/>
                  </a:cubicBezTo>
                  <a:cubicBezTo>
                    <a:pt x="11152" y="5"/>
                    <a:pt x="10957" y="0"/>
                    <a:pt x="1076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44"/>
            <p:cNvSpPr/>
            <p:nvPr/>
          </p:nvSpPr>
          <p:spPr>
            <a:xfrm>
              <a:off x="3430175" y="993700"/>
              <a:ext cx="367050" cy="1298100"/>
            </a:xfrm>
            <a:custGeom>
              <a:rect b="b" l="l" r="r" t="t"/>
              <a:pathLst>
                <a:path extrusionOk="0" h="51924" w="14682">
                  <a:moveTo>
                    <a:pt x="8847" y="19539"/>
                  </a:moveTo>
                  <a:cubicBezTo>
                    <a:pt x="10859" y="24694"/>
                    <a:pt x="11824" y="30266"/>
                    <a:pt x="11669" y="35803"/>
                  </a:cubicBezTo>
                  <a:cubicBezTo>
                    <a:pt x="14681" y="23980"/>
                    <a:pt x="13562" y="11109"/>
                    <a:pt x="8526" y="1"/>
                  </a:cubicBezTo>
                  <a:lnTo>
                    <a:pt x="8180" y="536"/>
                  </a:lnTo>
                  <a:cubicBezTo>
                    <a:pt x="10097" y="5823"/>
                    <a:pt x="10954" y="11514"/>
                    <a:pt x="10692" y="17134"/>
                  </a:cubicBezTo>
                  <a:cubicBezTo>
                    <a:pt x="9407" y="12097"/>
                    <a:pt x="7180" y="7311"/>
                    <a:pt x="4156" y="3096"/>
                  </a:cubicBezTo>
                  <a:cubicBezTo>
                    <a:pt x="6751" y="8954"/>
                    <a:pt x="7799" y="15503"/>
                    <a:pt x="7180" y="21896"/>
                  </a:cubicBezTo>
                  <a:cubicBezTo>
                    <a:pt x="6978" y="15776"/>
                    <a:pt x="4323" y="9788"/>
                    <a:pt x="1" y="5501"/>
                  </a:cubicBezTo>
                  <a:cubicBezTo>
                    <a:pt x="84" y="5680"/>
                    <a:pt x="167" y="5859"/>
                    <a:pt x="263" y="6049"/>
                  </a:cubicBezTo>
                  <a:cubicBezTo>
                    <a:pt x="620" y="6835"/>
                    <a:pt x="1048" y="7752"/>
                    <a:pt x="1501" y="8799"/>
                  </a:cubicBezTo>
                  <a:cubicBezTo>
                    <a:pt x="4656" y="14622"/>
                    <a:pt x="6073" y="21408"/>
                    <a:pt x="5430" y="28028"/>
                  </a:cubicBezTo>
                  <a:cubicBezTo>
                    <a:pt x="5394" y="28302"/>
                    <a:pt x="5358" y="28588"/>
                    <a:pt x="5323" y="28861"/>
                  </a:cubicBezTo>
                  <a:cubicBezTo>
                    <a:pt x="5132" y="31612"/>
                    <a:pt x="4596" y="34457"/>
                    <a:pt x="3715" y="37255"/>
                  </a:cubicBezTo>
                  <a:cubicBezTo>
                    <a:pt x="3251" y="38970"/>
                    <a:pt x="2715" y="40625"/>
                    <a:pt x="2108" y="42208"/>
                  </a:cubicBezTo>
                  <a:cubicBezTo>
                    <a:pt x="2001" y="42673"/>
                    <a:pt x="1894" y="43125"/>
                    <a:pt x="1810" y="43589"/>
                  </a:cubicBezTo>
                  <a:cubicBezTo>
                    <a:pt x="2179" y="45090"/>
                    <a:pt x="2489" y="46590"/>
                    <a:pt x="2596" y="48126"/>
                  </a:cubicBezTo>
                  <a:cubicBezTo>
                    <a:pt x="2703" y="49388"/>
                    <a:pt x="2727" y="50662"/>
                    <a:pt x="2668" y="51924"/>
                  </a:cubicBezTo>
                  <a:cubicBezTo>
                    <a:pt x="3751" y="50316"/>
                    <a:pt x="5156" y="48947"/>
                    <a:pt x="6787" y="47935"/>
                  </a:cubicBezTo>
                  <a:cubicBezTo>
                    <a:pt x="7275" y="46280"/>
                    <a:pt x="7668" y="44589"/>
                    <a:pt x="7990" y="42887"/>
                  </a:cubicBezTo>
                  <a:cubicBezTo>
                    <a:pt x="6573" y="43101"/>
                    <a:pt x="5156" y="43351"/>
                    <a:pt x="3751" y="43649"/>
                  </a:cubicBezTo>
                  <a:lnTo>
                    <a:pt x="3930" y="43542"/>
                  </a:lnTo>
                  <a:cubicBezTo>
                    <a:pt x="3561" y="43649"/>
                    <a:pt x="3215" y="43185"/>
                    <a:pt x="3287" y="42804"/>
                  </a:cubicBezTo>
                  <a:cubicBezTo>
                    <a:pt x="3358" y="42423"/>
                    <a:pt x="3680" y="42137"/>
                    <a:pt x="3989" y="41911"/>
                  </a:cubicBezTo>
                  <a:cubicBezTo>
                    <a:pt x="5335" y="40922"/>
                    <a:pt x="6871" y="40279"/>
                    <a:pt x="8478" y="39875"/>
                  </a:cubicBezTo>
                  <a:cubicBezTo>
                    <a:pt x="9395" y="33148"/>
                    <a:pt x="9240" y="26313"/>
                    <a:pt x="8847" y="1953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44"/>
            <p:cNvSpPr/>
            <p:nvPr/>
          </p:nvSpPr>
          <p:spPr>
            <a:xfrm>
              <a:off x="3390000" y="1095200"/>
              <a:ext cx="43175" cy="59850"/>
            </a:xfrm>
            <a:custGeom>
              <a:rect b="b" l="l" r="r" t="t"/>
              <a:pathLst>
                <a:path extrusionOk="0" h="2394" w="1727">
                  <a:moveTo>
                    <a:pt x="1727" y="2394"/>
                  </a:moveTo>
                  <a:cubicBezTo>
                    <a:pt x="1548" y="1953"/>
                    <a:pt x="1370" y="1501"/>
                    <a:pt x="1203" y="1060"/>
                  </a:cubicBezTo>
                  <a:cubicBezTo>
                    <a:pt x="810" y="691"/>
                    <a:pt x="417" y="334"/>
                    <a:pt x="0" y="1"/>
                  </a:cubicBezTo>
                  <a:cubicBezTo>
                    <a:pt x="619" y="763"/>
                    <a:pt x="1179" y="1572"/>
                    <a:pt x="1727" y="2394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44"/>
            <p:cNvSpPr/>
            <p:nvPr/>
          </p:nvSpPr>
          <p:spPr>
            <a:xfrm>
              <a:off x="3486725" y="2270950"/>
              <a:ext cx="87250" cy="123550"/>
            </a:xfrm>
            <a:custGeom>
              <a:rect b="b" l="l" r="r" t="t"/>
              <a:pathLst>
                <a:path extrusionOk="0" h="4942" w="3490">
                  <a:moveTo>
                    <a:pt x="2573" y="1405"/>
                  </a:moveTo>
                  <a:cubicBezTo>
                    <a:pt x="2811" y="1096"/>
                    <a:pt x="3049" y="798"/>
                    <a:pt x="3299" y="500"/>
                  </a:cubicBezTo>
                  <a:cubicBezTo>
                    <a:pt x="3358" y="334"/>
                    <a:pt x="3430" y="167"/>
                    <a:pt x="3489" y="0"/>
                  </a:cubicBezTo>
                  <a:cubicBezTo>
                    <a:pt x="2346" y="1072"/>
                    <a:pt x="1263" y="2179"/>
                    <a:pt x="215" y="3334"/>
                  </a:cubicBezTo>
                  <a:cubicBezTo>
                    <a:pt x="156" y="3870"/>
                    <a:pt x="84" y="4406"/>
                    <a:pt x="1" y="4941"/>
                  </a:cubicBezTo>
                  <a:cubicBezTo>
                    <a:pt x="751" y="3667"/>
                    <a:pt x="1596" y="2465"/>
                    <a:pt x="2573" y="1405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44"/>
            <p:cNvSpPr/>
            <p:nvPr/>
          </p:nvSpPr>
          <p:spPr>
            <a:xfrm>
              <a:off x="3466200" y="2195350"/>
              <a:ext cx="5375" cy="117600"/>
            </a:xfrm>
            <a:custGeom>
              <a:rect b="b" l="l" r="r" t="t"/>
              <a:pathLst>
                <a:path extrusionOk="0" h="4704" w="215">
                  <a:moveTo>
                    <a:pt x="119" y="4632"/>
                  </a:moveTo>
                  <a:cubicBezTo>
                    <a:pt x="215" y="3143"/>
                    <a:pt x="179" y="1643"/>
                    <a:pt x="24" y="167"/>
                  </a:cubicBezTo>
                  <a:cubicBezTo>
                    <a:pt x="24" y="107"/>
                    <a:pt x="12" y="60"/>
                    <a:pt x="12" y="0"/>
                  </a:cubicBezTo>
                  <a:cubicBezTo>
                    <a:pt x="0" y="1560"/>
                    <a:pt x="84" y="3143"/>
                    <a:pt x="119" y="4703"/>
                  </a:cubicBezTo>
                  <a:cubicBezTo>
                    <a:pt x="119" y="4679"/>
                    <a:pt x="119" y="4655"/>
                    <a:pt x="119" y="4632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44"/>
            <p:cNvSpPr/>
            <p:nvPr/>
          </p:nvSpPr>
          <p:spPr>
            <a:xfrm>
              <a:off x="3468875" y="2458475"/>
              <a:ext cx="13125" cy="20250"/>
            </a:xfrm>
            <a:custGeom>
              <a:rect b="b" l="l" r="r" t="t"/>
              <a:pathLst>
                <a:path extrusionOk="0" h="810" w="525">
                  <a:moveTo>
                    <a:pt x="227" y="465"/>
                  </a:moveTo>
                  <a:cubicBezTo>
                    <a:pt x="322" y="310"/>
                    <a:pt x="429" y="155"/>
                    <a:pt x="524" y="0"/>
                  </a:cubicBezTo>
                  <a:cubicBezTo>
                    <a:pt x="358" y="203"/>
                    <a:pt x="203" y="417"/>
                    <a:pt x="48" y="619"/>
                  </a:cubicBezTo>
                  <a:cubicBezTo>
                    <a:pt x="36" y="691"/>
                    <a:pt x="12" y="750"/>
                    <a:pt x="0" y="810"/>
                  </a:cubicBezTo>
                  <a:cubicBezTo>
                    <a:pt x="72" y="703"/>
                    <a:pt x="155" y="584"/>
                    <a:pt x="227" y="46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44"/>
            <p:cNvSpPr/>
            <p:nvPr/>
          </p:nvSpPr>
          <p:spPr>
            <a:xfrm>
              <a:off x="3743900" y="1000250"/>
              <a:ext cx="58675" cy="161050"/>
            </a:xfrm>
            <a:custGeom>
              <a:rect b="b" l="l" r="r" t="t"/>
              <a:pathLst>
                <a:path extrusionOk="0" h="6442" w="2347">
                  <a:moveTo>
                    <a:pt x="1" y="1"/>
                  </a:moveTo>
                  <a:cubicBezTo>
                    <a:pt x="513" y="1894"/>
                    <a:pt x="1013" y="3906"/>
                    <a:pt x="1501" y="6097"/>
                  </a:cubicBezTo>
                  <a:cubicBezTo>
                    <a:pt x="1787" y="6204"/>
                    <a:pt x="2073" y="6323"/>
                    <a:pt x="2346" y="6442"/>
                  </a:cubicBezTo>
                  <a:cubicBezTo>
                    <a:pt x="2263" y="6120"/>
                    <a:pt x="2156" y="5799"/>
                    <a:pt x="2061" y="5477"/>
                  </a:cubicBezTo>
                  <a:cubicBezTo>
                    <a:pt x="1799" y="4846"/>
                    <a:pt x="1620" y="4513"/>
                    <a:pt x="1620" y="4513"/>
                  </a:cubicBezTo>
                  <a:lnTo>
                    <a:pt x="1692" y="4323"/>
                  </a:lnTo>
                  <a:cubicBezTo>
                    <a:pt x="1191" y="2858"/>
                    <a:pt x="632" y="1417"/>
                    <a:pt x="1" y="1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44"/>
            <p:cNvSpPr/>
            <p:nvPr/>
          </p:nvSpPr>
          <p:spPr>
            <a:xfrm>
              <a:off x="3743900" y="1000250"/>
              <a:ext cx="58675" cy="161050"/>
            </a:xfrm>
            <a:custGeom>
              <a:rect b="b" l="l" r="r" t="t"/>
              <a:pathLst>
                <a:path extrusionOk="0" h="6442" w="2347">
                  <a:moveTo>
                    <a:pt x="2346" y="6442"/>
                  </a:moveTo>
                  <a:cubicBezTo>
                    <a:pt x="2263" y="6120"/>
                    <a:pt x="2156" y="5799"/>
                    <a:pt x="2061" y="5477"/>
                  </a:cubicBezTo>
                  <a:cubicBezTo>
                    <a:pt x="1799" y="4846"/>
                    <a:pt x="1620" y="4513"/>
                    <a:pt x="1620" y="4513"/>
                  </a:cubicBezTo>
                  <a:lnTo>
                    <a:pt x="1692" y="4323"/>
                  </a:lnTo>
                  <a:cubicBezTo>
                    <a:pt x="1191" y="2858"/>
                    <a:pt x="632" y="1417"/>
                    <a:pt x="1" y="1"/>
                  </a:cubicBezTo>
                  <a:cubicBezTo>
                    <a:pt x="513" y="1894"/>
                    <a:pt x="1013" y="3906"/>
                    <a:pt x="1501" y="6097"/>
                  </a:cubicBezTo>
                  <a:cubicBezTo>
                    <a:pt x="1787" y="6204"/>
                    <a:pt x="2073" y="6323"/>
                    <a:pt x="2346" y="6442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44"/>
            <p:cNvSpPr/>
            <p:nvPr/>
          </p:nvSpPr>
          <p:spPr>
            <a:xfrm>
              <a:off x="3728425" y="947275"/>
              <a:ext cx="807875" cy="1244525"/>
            </a:xfrm>
            <a:custGeom>
              <a:rect b="b" l="l" r="r" t="t"/>
              <a:pathLst>
                <a:path extrusionOk="0" h="49781" w="32315">
                  <a:moveTo>
                    <a:pt x="1" y="0"/>
                  </a:moveTo>
                  <a:cubicBezTo>
                    <a:pt x="179" y="596"/>
                    <a:pt x="358" y="1203"/>
                    <a:pt x="536" y="1834"/>
                  </a:cubicBezTo>
                  <a:cubicBezTo>
                    <a:pt x="1215" y="3286"/>
                    <a:pt x="1822" y="4763"/>
                    <a:pt x="2358" y="6275"/>
                  </a:cubicBezTo>
                  <a:lnTo>
                    <a:pt x="2441" y="6061"/>
                  </a:lnTo>
                  <a:cubicBezTo>
                    <a:pt x="2513" y="6084"/>
                    <a:pt x="5620" y="7251"/>
                    <a:pt x="9430" y="10168"/>
                  </a:cubicBezTo>
                  <a:lnTo>
                    <a:pt x="9442" y="10144"/>
                  </a:lnTo>
                  <a:cubicBezTo>
                    <a:pt x="9502" y="10180"/>
                    <a:pt x="14407" y="13514"/>
                    <a:pt x="19956" y="21539"/>
                  </a:cubicBezTo>
                  <a:cubicBezTo>
                    <a:pt x="19837" y="21110"/>
                    <a:pt x="19717" y="20693"/>
                    <a:pt x="19634" y="20253"/>
                  </a:cubicBezTo>
                  <a:lnTo>
                    <a:pt x="19634" y="20253"/>
                  </a:lnTo>
                  <a:lnTo>
                    <a:pt x="19837" y="20503"/>
                  </a:lnTo>
                  <a:cubicBezTo>
                    <a:pt x="20039" y="21039"/>
                    <a:pt x="20206" y="21574"/>
                    <a:pt x="20360" y="22122"/>
                  </a:cubicBezTo>
                  <a:cubicBezTo>
                    <a:pt x="21063" y="23170"/>
                    <a:pt x="21765" y="24277"/>
                    <a:pt x="22480" y="25468"/>
                  </a:cubicBezTo>
                  <a:cubicBezTo>
                    <a:pt x="25028" y="29742"/>
                    <a:pt x="27790" y="35421"/>
                    <a:pt x="30171" y="42660"/>
                  </a:cubicBezTo>
                  <a:cubicBezTo>
                    <a:pt x="30802" y="44506"/>
                    <a:pt x="31350" y="46387"/>
                    <a:pt x="31838" y="48280"/>
                  </a:cubicBezTo>
                  <a:cubicBezTo>
                    <a:pt x="31886" y="48447"/>
                    <a:pt x="31921" y="48602"/>
                    <a:pt x="31969" y="48768"/>
                  </a:cubicBezTo>
                  <a:lnTo>
                    <a:pt x="32314" y="49780"/>
                  </a:lnTo>
                  <a:cubicBezTo>
                    <a:pt x="31195" y="42327"/>
                    <a:pt x="29826" y="34909"/>
                    <a:pt x="27707" y="27694"/>
                  </a:cubicBezTo>
                  <a:cubicBezTo>
                    <a:pt x="25159" y="18967"/>
                    <a:pt x="21432" y="10525"/>
                    <a:pt x="16086" y="3203"/>
                  </a:cubicBezTo>
                  <a:cubicBezTo>
                    <a:pt x="15288" y="2108"/>
                    <a:pt x="14443" y="1036"/>
                    <a:pt x="13574" y="0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44"/>
            <p:cNvSpPr/>
            <p:nvPr/>
          </p:nvSpPr>
          <p:spPr>
            <a:xfrm>
              <a:off x="3728425" y="947275"/>
              <a:ext cx="807875" cy="1244525"/>
            </a:xfrm>
            <a:custGeom>
              <a:rect b="b" l="l" r="r" t="t"/>
              <a:pathLst>
                <a:path extrusionOk="0" h="49781" w="32315">
                  <a:moveTo>
                    <a:pt x="2358" y="6275"/>
                  </a:moveTo>
                  <a:lnTo>
                    <a:pt x="2441" y="6061"/>
                  </a:lnTo>
                  <a:cubicBezTo>
                    <a:pt x="2513" y="6084"/>
                    <a:pt x="5620" y="7251"/>
                    <a:pt x="9430" y="10168"/>
                  </a:cubicBezTo>
                  <a:lnTo>
                    <a:pt x="9442" y="10144"/>
                  </a:lnTo>
                  <a:cubicBezTo>
                    <a:pt x="9502" y="10180"/>
                    <a:pt x="14407" y="13514"/>
                    <a:pt x="19956" y="21539"/>
                  </a:cubicBezTo>
                  <a:cubicBezTo>
                    <a:pt x="19837" y="21110"/>
                    <a:pt x="19717" y="20693"/>
                    <a:pt x="19634" y="20253"/>
                  </a:cubicBezTo>
                  <a:lnTo>
                    <a:pt x="19837" y="20503"/>
                  </a:lnTo>
                  <a:cubicBezTo>
                    <a:pt x="20039" y="21039"/>
                    <a:pt x="20206" y="21574"/>
                    <a:pt x="20360" y="22122"/>
                  </a:cubicBezTo>
                  <a:cubicBezTo>
                    <a:pt x="21063" y="23170"/>
                    <a:pt x="21765" y="24277"/>
                    <a:pt x="22480" y="25468"/>
                  </a:cubicBezTo>
                  <a:cubicBezTo>
                    <a:pt x="25028" y="29742"/>
                    <a:pt x="27790" y="35421"/>
                    <a:pt x="30171" y="42660"/>
                  </a:cubicBezTo>
                  <a:cubicBezTo>
                    <a:pt x="30802" y="44506"/>
                    <a:pt x="31350" y="46387"/>
                    <a:pt x="31838" y="48280"/>
                  </a:cubicBezTo>
                  <a:cubicBezTo>
                    <a:pt x="31886" y="48447"/>
                    <a:pt x="31921" y="48602"/>
                    <a:pt x="31969" y="48768"/>
                  </a:cubicBezTo>
                  <a:lnTo>
                    <a:pt x="32314" y="49780"/>
                  </a:lnTo>
                  <a:cubicBezTo>
                    <a:pt x="31195" y="42327"/>
                    <a:pt x="29826" y="34909"/>
                    <a:pt x="27707" y="27694"/>
                  </a:cubicBezTo>
                  <a:cubicBezTo>
                    <a:pt x="25159" y="18967"/>
                    <a:pt x="21432" y="10525"/>
                    <a:pt x="16086" y="3203"/>
                  </a:cubicBezTo>
                  <a:cubicBezTo>
                    <a:pt x="15288" y="2108"/>
                    <a:pt x="14443" y="1036"/>
                    <a:pt x="13574" y="0"/>
                  </a:cubicBezTo>
                  <a:lnTo>
                    <a:pt x="1" y="0"/>
                  </a:lnTo>
                  <a:cubicBezTo>
                    <a:pt x="179" y="596"/>
                    <a:pt x="358" y="1203"/>
                    <a:pt x="536" y="1834"/>
                  </a:cubicBezTo>
                  <a:cubicBezTo>
                    <a:pt x="1215" y="3286"/>
                    <a:pt x="1822" y="4763"/>
                    <a:pt x="2358" y="6275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44"/>
            <p:cNvSpPr/>
            <p:nvPr/>
          </p:nvSpPr>
          <p:spPr>
            <a:xfrm>
              <a:off x="4090675" y="947275"/>
              <a:ext cx="590875" cy="1276975"/>
            </a:xfrm>
            <a:custGeom>
              <a:rect b="b" l="l" r="r" t="t"/>
              <a:pathLst>
                <a:path extrusionOk="0" h="51079" w="23635">
                  <a:moveTo>
                    <a:pt x="1" y="0"/>
                  </a:moveTo>
                  <a:cubicBezTo>
                    <a:pt x="751" y="893"/>
                    <a:pt x="1477" y="1822"/>
                    <a:pt x="2179" y="2763"/>
                  </a:cubicBezTo>
                  <a:cubicBezTo>
                    <a:pt x="7644" y="10144"/>
                    <a:pt x="11347" y="18705"/>
                    <a:pt x="13812" y="27516"/>
                  </a:cubicBezTo>
                  <a:cubicBezTo>
                    <a:pt x="14145" y="28718"/>
                    <a:pt x="14467" y="29921"/>
                    <a:pt x="14752" y="31123"/>
                  </a:cubicBezTo>
                  <a:cubicBezTo>
                    <a:pt x="13598" y="25884"/>
                    <a:pt x="12252" y="20693"/>
                    <a:pt x="10704" y="15562"/>
                  </a:cubicBezTo>
                  <a:lnTo>
                    <a:pt x="10704" y="15562"/>
                  </a:lnTo>
                  <a:cubicBezTo>
                    <a:pt x="16753" y="26646"/>
                    <a:pt x="21122" y="38672"/>
                    <a:pt x="23635" y="51078"/>
                  </a:cubicBezTo>
                  <a:lnTo>
                    <a:pt x="23635" y="51054"/>
                  </a:lnTo>
                  <a:cubicBezTo>
                    <a:pt x="22111" y="43387"/>
                    <a:pt x="22599" y="35290"/>
                    <a:pt x="20646" y="27527"/>
                  </a:cubicBezTo>
                  <a:cubicBezTo>
                    <a:pt x="18217" y="17883"/>
                    <a:pt x="14419" y="8585"/>
                    <a:pt x="9430" y="0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44"/>
            <p:cNvSpPr/>
            <p:nvPr/>
          </p:nvSpPr>
          <p:spPr>
            <a:xfrm>
              <a:off x="4090675" y="947275"/>
              <a:ext cx="590875" cy="1276975"/>
            </a:xfrm>
            <a:custGeom>
              <a:rect b="b" l="l" r="r" t="t"/>
              <a:pathLst>
                <a:path extrusionOk="0" h="51079" w="23635">
                  <a:moveTo>
                    <a:pt x="9430" y="0"/>
                  </a:moveTo>
                  <a:lnTo>
                    <a:pt x="1" y="0"/>
                  </a:lnTo>
                  <a:cubicBezTo>
                    <a:pt x="751" y="893"/>
                    <a:pt x="1477" y="1822"/>
                    <a:pt x="2179" y="2763"/>
                  </a:cubicBezTo>
                  <a:cubicBezTo>
                    <a:pt x="7644" y="10144"/>
                    <a:pt x="11347" y="18705"/>
                    <a:pt x="13812" y="27516"/>
                  </a:cubicBezTo>
                  <a:cubicBezTo>
                    <a:pt x="14145" y="28718"/>
                    <a:pt x="14467" y="29921"/>
                    <a:pt x="14752" y="31123"/>
                  </a:cubicBezTo>
                  <a:cubicBezTo>
                    <a:pt x="13598" y="25884"/>
                    <a:pt x="12252" y="20693"/>
                    <a:pt x="10704" y="15562"/>
                  </a:cubicBezTo>
                  <a:cubicBezTo>
                    <a:pt x="16753" y="26646"/>
                    <a:pt x="21122" y="38672"/>
                    <a:pt x="23635" y="51078"/>
                  </a:cubicBezTo>
                  <a:lnTo>
                    <a:pt x="23635" y="51054"/>
                  </a:lnTo>
                  <a:cubicBezTo>
                    <a:pt x="22111" y="43387"/>
                    <a:pt x="22599" y="35290"/>
                    <a:pt x="20646" y="27527"/>
                  </a:cubicBezTo>
                  <a:cubicBezTo>
                    <a:pt x="18217" y="17883"/>
                    <a:pt x="14419" y="8585"/>
                    <a:pt x="943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44"/>
            <p:cNvSpPr/>
            <p:nvPr/>
          </p:nvSpPr>
          <p:spPr>
            <a:xfrm>
              <a:off x="4247250" y="1542275"/>
              <a:ext cx="66100" cy="111950"/>
            </a:xfrm>
            <a:custGeom>
              <a:rect b="b" l="l" r="r" t="t"/>
              <a:pathLst>
                <a:path extrusionOk="0" h="4478" w="2644">
                  <a:moveTo>
                    <a:pt x="0" y="1"/>
                  </a:moveTo>
                  <a:lnTo>
                    <a:pt x="0" y="1"/>
                  </a:lnTo>
                  <a:cubicBezTo>
                    <a:pt x="60" y="144"/>
                    <a:pt x="119" y="275"/>
                    <a:pt x="179" y="418"/>
                  </a:cubicBezTo>
                  <a:cubicBezTo>
                    <a:pt x="536" y="953"/>
                    <a:pt x="881" y="1489"/>
                    <a:pt x="1215" y="2025"/>
                  </a:cubicBezTo>
                  <a:cubicBezTo>
                    <a:pt x="1703" y="2835"/>
                    <a:pt x="2179" y="3656"/>
                    <a:pt x="2643" y="4478"/>
                  </a:cubicBezTo>
                  <a:cubicBezTo>
                    <a:pt x="2167" y="3620"/>
                    <a:pt x="1703" y="2787"/>
                    <a:pt x="1239" y="2013"/>
                  </a:cubicBezTo>
                  <a:cubicBezTo>
                    <a:pt x="822" y="1322"/>
                    <a:pt x="405" y="644"/>
                    <a:pt x="0" y="1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44"/>
            <p:cNvSpPr/>
            <p:nvPr/>
          </p:nvSpPr>
          <p:spPr>
            <a:xfrm>
              <a:off x="4247250" y="1542275"/>
              <a:ext cx="66100" cy="111950"/>
            </a:xfrm>
            <a:custGeom>
              <a:rect b="b" l="l" r="r" t="t"/>
              <a:pathLst>
                <a:path extrusionOk="0" h="4478" w="2644">
                  <a:moveTo>
                    <a:pt x="1215" y="2025"/>
                  </a:moveTo>
                  <a:cubicBezTo>
                    <a:pt x="1703" y="2835"/>
                    <a:pt x="2179" y="3656"/>
                    <a:pt x="2643" y="4478"/>
                  </a:cubicBezTo>
                  <a:cubicBezTo>
                    <a:pt x="2167" y="3620"/>
                    <a:pt x="1703" y="2787"/>
                    <a:pt x="1239" y="2013"/>
                  </a:cubicBezTo>
                  <a:cubicBezTo>
                    <a:pt x="822" y="1322"/>
                    <a:pt x="405" y="644"/>
                    <a:pt x="0" y="1"/>
                  </a:cubicBezTo>
                  <a:cubicBezTo>
                    <a:pt x="60" y="144"/>
                    <a:pt x="119" y="275"/>
                    <a:pt x="179" y="418"/>
                  </a:cubicBezTo>
                  <a:cubicBezTo>
                    <a:pt x="536" y="953"/>
                    <a:pt x="881" y="1489"/>
                    <a:pt x="1215" y="202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44"/>
            <p:cNvSpPr/>
            <p:nvPr/>
          </p:nvSpPr>
          <p:spPr>
            <a:xfrm>
              <a:off x="4220450" y="1501800"/>
              <a:ext cx="26825" cy="44075"/>
            </a:xfrm>
            <a:custGeom>
              <a:rect b="b" l="l" r="r" t="t"/>
              <a:pathLst>
                <a:path extrusionOk="0" h="1763" w="1073">
                  <a:moveTo>
                    <a:pt x="1" y="1"/>
                  </a:moveTo>
                  <a:lnTo>
                    <a:pt x="1" y="1"/>
                  </a:lnTo>
                  <a:cubicBezTo>
                    <a:pt x="13" y="48"/>
                    <a:pt x="36" y="84"/>
                    <a:pt x="48" y="132"/>
                  </a:cubicBezTo>
                  <a:cubicBezTo>
                    <a:pt x="144" y="310"/>
                    <a:pt x="239" y="513"/>
                    <a:pt x="346" y="727"/>
                  </a:cubicBezTo>
                  <a:cubicBezTo>
                    <a:pt x="596" y="1060"/>
                    <a:pt x="834" y="1417"/>
                    <a:pt x="1072" y="1763"/>
                  </a:cubicBezTo>
                  <a:cubicBezTo>
                    <a:pt x="1060" y="1703"/>
                    <a:pt x="1048" y="1632"/>
                    <a:pt x="1037" y="1572"/>
                  </a:cubicBezTo>
                  <a:cubicBezTo>
                    <a:pt x="691" y="1036"/>
                    <a:pt x="346" y="513"/>
                    <a:pt x="1" y="1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44"/>
            <p:cNvSpPr/>
            <p:nvPr/>
          </p:nvSpPr>
          <p:spPr>
            <a:xfrm>
              <a:off x="4220450" y="1501800"/>
              <a:ext cx="26825" cy="44075"/>
            </a:xfrm>
            <a:custGeom>
              <a:rect b="b" l="l" r="r" t="t"/>
              <a:pathLst>
                <a:path extrusionOk="0" h="1763" w="1073">
                  <a:moveTo>
                    <a:pt x="1037" y="1572"/>
                  </a:moveTo>
                  <a:cubicBezTo>
                    <a:pt x="691" y="1036"/>
                    <a:pt x="346" y="513"/>
                    <a:pt x="1" y="1"/>
                  </a:cubicBezTo>
                  <a:cubicBezTo>
                    <a:pt x="13" y="48"/>
                    <a:pt x="36" y="84"/>
                    <a:pt x="48" y="132"/>
                  </a:cubicBezTo>
                  <a:cubicBezTo>
                    <a:pt x="144" y="310"/>
                    <a:pt x="239" y="513"/>
                    <a:pt x="346" y="727"/>
                  </a:cubicBezTo>
                  <a:cubicBezTo>
                    <a:pt x="596" y="1060"/>
                    <a:pt x="834" y="1417"/>
                    <a:pt x="1072" y="1763"/>
                  </a:cubicBezTo>
                  <a:cubicBezTo>
                    <a:pt x="1060" y="1703"/>
                    <a:pt x="1048" y="1632"/>
                    <a:pt x="1037" y="1572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44"/>
            <p:cNvSpPr/>
            <p:nvPr/>
          </p:nvSpPr>
          <p:spPr>
            <a:xfrm>
              <a:off x="4219275" y="1453575"/>
              <a:ext cx="18175" cy="46775"/>
            </a:xfrm>
            <a:custGeom>
              <a:rect b="b" l="l" r="r" t="t"/>
              <a:pathLst>
                <a:path extrusionOk="0" h="1871" w="727">
                  <a:moveTo>
                    <a:pt x="0" y="1"/>
                  </a:moveTo>
                  <a:cubicBezTo>
                    <a:pt x="83" y="429"/>
                    <a:pt x="203" y="858"/>
                    <a:pt x="322" y="1287"/>
                  </a:cubicBezTo>
                  <a:cubicBezTo>
                    <a:pt x="453" y="1477"/>
                    <a:pt x="595" y="1680"/>
                    <a:pt x="726" y="1870"/>
                  </a:cubicBezTo>
                  <a:cubicBezTo>
                    <a:pt x="584" y="1322"/>
                    <a:pt x="405" y="787"/>
                    <a:pt x="203" y="251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44"/>
            <p:cNvSpPr/>
            <p:nvPr/>
          </p:nvSpPr>
          <p:spPr>
            <a:xfrm>
              <a:off x="4219275" y="1453575"/>
              <a:ext cx="18175" cy="46775"/>
            </a:xfrm>
            <a:custGeom>
              <a:rect b="b" l="l" r="r" t="t"/>
              <a:pathLst>
                <a:path extrusionOk="0" h="1871" w="727">
                  <a:moveTo>
                    <a:pt x="0" y="1"/>
                  </a:moveTo>
                  <a:cubicBezTo>
                    <a:pt x="83" y="429"/>
                    <a:pt x="203" y="858"/>
                    <a:pt x="322" y="1287"/>
                  </a:cubicBezTo>
                  <a:cubicBezTo>
                    <a:pt x="453" y="1477"/>
                    <a:pt x="595" y="1680"/>
                    <a:pt x="726" y="1870"/>
                  </a:cubicBezTo>
                  <a:cubicBezTo>
                    <a:pt x="584" y="1322"/>
                    <a:pt x="405" y="787"/>
                    <a:pt x="203" y="25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44"/>
            <p:cNvSpPr/>
            <p:nvPr/>
          </p:nvSpPr>
          <p:spPr>
            <a:xfrm>
              <a:off x="4482700" y="2013775"/>
              <a:ext cx="41975" cy="140525"/>
            </a:xfrm>
            <a:custGeom>
              <a:rect b="b" l="l" r="r" t="t"/>
              <a:pathLst>
                <a:path extrusionOk="0" h="5621" w="1679">
                  <a:moveTo>
                    <a:pt x="1679" y="5620"/>
                  </a:moveTo>
                  <a:cubicBezTo>
                    <a:pt x="1179" y="3727"/>
                    <a:pt x="631" y="1858"/>
                    <a:pt x="0" y="0"/>
                  </a:cubicBezTo>
                  <a:cubicBezTo>
                    <a:pt x="584" y="1786"/>
                    <a:pt x="1143" y="3656"/>
                    <a:pt x="1679" y="5620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44"/>
            <p:cNvSpPr/>
            <p:nvPr/>
          </p:nvSpPr>
          <p:spPr>
            <a:xfrm>
              <a:off x="4482700" y="2013775"/>
              <a:ext cx="41975" cy="140525"/>
            </a:xfrm>
            <a:custGeom>
              <a:rect b="b" l="l" r="r" t="t"/>
              <a:pathLst>
                <a:path extrusionOk="0" h="5621" w="1679">
                  <a:moveTo>
                    <a:pt x="1679" y="5620"/>
                  </a:moveTo>
                  <a:cubicBezTo>
                    <a:pt x="1179" y="3727"/>
                    <a:pt x="631" y="1858"/>
                    <a:pt x="0" y="0"/>
                  </a:cubicBezTo>
                  <a:cubicBezTo>
                    <a:pt x="584" y="1786"/>
                    <a:pt x="1143" y="3656"/>
                    <a:pt x="1679" y="5620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44"/>
            <p:cNvSpPr/>
            <p:nvPr/>
          </p:nvSpPr>
          <p:spPr>
            <a:xfrm>
              <a:off x="4246350" y="1541100"/>
              <a:ext cx="5375" cy="11625"/>
            </a:xfrm>
            <a:custGeom>
              <a:rect b="b" l="l" r="r" t="t"/>
              <a:pathLst>
                <a:path extrusionOk="0" h="465" w="215">
                  <a:moveTo>
                    <a:pt x="215" y="465"/>
                  </a:moveTo>
                  <a:cubicBezTo>
                    <a:pt x="155" y="322"/>
                    <a:pt x="84" y="191"/>
                    <a:pt x="36" y="48"/>
                  </a:cubicBezTo>
                  <a:cubicBezTo>
                    <a:pt x="24" y="36"/>
                    <a:pt x="12" y="12"/>
                    <a:pt x="1" y="0"/>
                  </a:cubicBezTo>
                  <a:cubicBezTo>
                    <a:pt x="12" y="60"/>
                    <a:pt x="24" y="131"/>
                    <a:pt x="36" y="203"/>
                  </a:cubicBezTo>
                  <a:cubicBezTo>
                    <a:pt x="96" y="286"/>
                    <a:pt x="155" y="381"/>
                    <a:pt x="215" y="465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44"/>
            <p:cNvSpPr/>
            <p:nvPr/>
          </p:nvSpPr>
          <p:spPr>
            <a:xfrm>
              <a:off x="4246350" y="1541100"/>
              <a:ext cx="5375" cy="11625"/>
            </a:xfrm>
            <a:custGeom>
              <a:rect b="b" l="l" r="r" t="t"/>
              <a:pathLst>
                <a:path extrusionOk="0" h="465" w="215">
                  <a:moveTo>
                    <a:pt x="215" y="465"/>
                  </a:moveTo>
                  <a:cubicBezTo>
                    <a:pt x="155" y="322"/>
                    <a:pt x="84" y="191"/>
                    <a:pt x="36" y="48"/>
                  </a:cubicBezTo>
                  <a:cubicBezTo>
                    <a:pt x="24" y="36"/>
                    <a:pt x="12" y="12"/>
                    <a:pt x="1" y="0"/>
                  </a:cubicBezTo>
                  <a:cubicBezTo>
                    <a:pt x="12" y="60"/>
                    <a:pt x="24" y="131"/>
                    <a:pt x="36" y="203"/>
                  </a:cubicBezTo>
                  <a:cubicBezTo>
                    <a:pt x="96" y="286"/>
                    <a:pt x="155" y="381"/>
                    <a:pt x="215" y="46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44"/>
            <p:cNvSpPr/>
            <p:nvPr/>
          </p:nvSpPr>
          <p:spPr>
            <a:xfrm>
              <a:off x="3791825" y="1116050"/>
              <a:ext cx="352750" cy="296475"/>
            </a:xfrm>
            <a:custGeom>
              <a:rect b="b" l="l" r="r" t="t"/>
              <a:pathLst>
                <a:path extrusionOk="0" h="11859" w="14110">
                  <a:moveTo>
                    <a:pt x="1" y="0"/>
                  </a:moveTo>
                  <a:cubicBezTo>
                    <a:pt x="215" y="619"/>
                    <a:pt x="417" y="1250"/>
                    <a:pt x="608" y="1869"/>
                  </a:cubicBezTo>
                  <a:cubicBezTo>
                    <a:pt x="5811" y="4024"/>
                    <a:pt x="10335" y="7584"/>
                    <a:pt x="14110" y="11859"/>
                  </a:cubicBezTo>
                  <a:cubicBezTo>
                    <a:pt x="8704" y="3941"/>
                    <a:pt x="1513" y="619"/>
                    <a:pt x="1" y="0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44"/>
            <p:cNvSpPr/>
            <p:nvPr/>
          </p:nvSpPr>
          <p:spPr>
            <a:xfrm>
              <a:off x="3791825" y="1116050"/>
              <a:ext cx="352750" cy="296475"/>
            </a:xfrm>
            <a:custGeom>
              <a:rect b="b" l="l" r="r" t="t"/>
              <a:pathLst>
                <a:path extrusionOk="0" h="11859" w="14110">
                  <a:moveTo>
                    <a:pt x="14110" y="11859"/>
                  </a:moveTo>
                  <a:cubicBezTo>
                    <a:pt x="8704" y="3941"/>
                    <a:pt x="1513" y="619"/>
                    <a:pt x="1" y="0"/>
                  </a:cubicBezTo>
                  <a:cubicBezTo>
                    <a:pt x="215" y="619"/>
                    <a:pt x="417" y="1250"/>
                    <a:pt x="608" y="1869"/>
                  </a:cubicBezTo>
                  <a:cubicBezTo>
                    <a:pt x="5811" y="4024"/>
                    <a:pt x="10335" y="7584"/>
                    <a:pt x="14110" y="11859"/>
                  </a:cubicBezTo>
                  <a:close/>
                </a:path>
              </a:pathLst>
            </a:custGeom>
            <a:solidFill>
              <a:srgbClr val="FFCAC4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44"/>
            <p:cNvSpPr/>
            <p:nvPr/>
          </p:nvSpPr>
          <p:spPr>
            <a:xfrm>
              <a:off x="3791825" y="1116050"/>
              <a:ext cx="352750" cy="296475"/>
            </a:xfrm>
            <a:custGeom>
              <a:rect b="b" l="l" r="r" t="t"/>
              <a:pathLst>
                <a:path extrusionOk="0" h="11859" w="14110">
                  <a:moveTo>
                    <a:pt x="14110" y="11859"/>
                  </a:moveTo>
                  <a:cubicBezTo>
                    <a:pt x="8704" y="3941"/>
                    <a:pt x="1513" y="619"/>
                    <a:pt x="1" y="0"/>
                  </a:cubicBezTo>
                  <a:cubicBezTo>
                    <a:pt x="215" y="619"/>
                    <a:pt x="417" y="1250"/>
                    <a:pt x="608" y="1869"/>
                  </a:cubicBezTo>
                  <a:cubicBezTo>
                    <a:pt x="5811" y="4024"/>
                    <a:pt x="10335" y="7584"/>
                    <a:pt x="14110" y="1185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44"/>
            <p:cNvSpPr/>
            <p:nvPr/>
          </p:nvSpPr>
          <p:spPr>
            <a:xfrm>
              <a:off x="3784400" y="1112775"/>
              <a:ext cx="11025" cy="24425"/>
            </a:xfrm>
            <a:custGeom>
              <a:rect b="b" l="l" r="r" t="t"/>
              <a:pathLst>
                <a:path extrusionOk="0" h="977" w="441">
                  <a:moveTo>
                    <a:pt x="0" y="0"/>
                  </a:moveTo>
                  <a:cubicBezTo>
                    <a:pt x="0" y="0"/>
                    <a:pt x="179" y="346"/>
                    <a:pt x="441" y="976"/>
                  </a:cubicBezTo>
                  <a:cubicBezTo>
                    <a:pt x="345" y="679"/>
                    <a:pt x="250" y="369"/>
                    <a:pt x="155" y="60"/>
                  </a:cubicBezTo>
                  <a:cubicBezTo>
                    <a:pt x="72" y="36"/>
                    <a:pt x="12" y="12"/>
                    <a:pt x="0" y="0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44"/>
            <p:cNvSpPr/>
            <p:nvPr/>
          </p:nvSpPr>
          <p:spPr>
            <a:xfrm>
              <a:off x="3784400" y="1112775"/>
              <a:ext cx="11025" cy="24425"/>
            </a:xfrm>
            <a:custGeom>
              <a:rect b="b" l="l" r="r" t="t"/>
              <a:pathLst>
                <a:path extrusionOk="0" h="977" w="441">
                  <a:moveTo>
                    <a:pt x="155" y="60"/>
                  </a:moveTo>
                  <a:cubicBezTo>
                    <a:pt x="72" y="36"/>
                    <a:pt x="12" y="12"/>
                    <a:pt x="0" y="0"/>
                  </a:cubicBezTo>
                  <a:cubicBezTo>
                    <a:pt x="0" y="0"/>
                    <a:pt x="179" y="345"/>
                    <a:pt x="441" y="976"/>
                  </a:cubicBezTo>
                  <a:cubicBezTo>
                    <a:pt x="345" y="679"/>
                    <a:pt x="250" y="369"/>
                    <a:pt x="155" y="60"/>
                  </a:cubicBezTo>
                  <a:close/>
                </a:path>
              </a:pathLst>
            </a:custGeom>
            <a:solidFill>
              <a:srgbClr val="FFCAC4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44"/>
            <p:cNvSpPr/>
            <p:nvPr/>
          </p:nvSpPr>
          <p:spPr>
            <a:xfrm>
              <a:off x="3784400" y="1112775"/>
              <a:ext cx="11025" cy="24425"/>
            </a:xfrm>
            <a:custGeom>
              <a:rect b="b" l="l" r="r" t="t"/>
              <a:pathLst>
                <a:path extrusionOk="0" h="977" w="441">
                  <a:moveTo>
                    <a:pt x="155" y="60"/>
                  </a:moveTo>
                  <a:cubicBezTo>
                    <a:pt x="72" y="36"/>
                    <a:pt x="12" y="12"/>
                    <a:pt x="0" y="0"/>
                  </a:cubicBezTo>
                  <a:cubicBezTo>
                    <a:pt x="0" y="0"/>
                    <a:pt x="179" y="345"/>
                    <a:pt x="441" y="976"/>
                  </a:cubicBezTo>
                  <a:cubicBezTo>
                    <a:pt x="345" y="679"/>
                    <a:pt x="250" y="369"/>
                    <a:pt x="155" y="60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44"/>
            <p:cNvSpPr/>
            <p:nvPr/>
          </p:nvSpPr>
          <p:spPr>
            <a:xfrm>
              <a:off x="4195450" y="1466075"/>
              <a:ext cx="22950" cy="38725"/>
            </a:xfrm>
            <a:custGeom>
              <a:rect b="b" l="l" r="r" t="t"/>
              <a:pathLst>
                <a:path extrusionOk="0" h="1549" w="918">
                  <a:moveTo>
                    <a:pt x="1" y="1"/>
                  </a:moveTo>
                  <a:lnTo>
                    <a:pt x="1" y="1"/>
                  </a:lnTo>
                  <a:cubicBezTo>
                    <a:pt x="203" y="370"/>
                    <a:pt x="405" y="739"/>
                    <a:pt x="596" y="1108"/>
                  </a:cubicBezTo>
                  <a:cubicBezTo>
                    <a:pt x="703" y="1263"/>
                    <a:pt x="810" y="1406"/>
                    <a:pt x="917" y="1549"/>
                  </a:cubicBezTo>
                  <a:cubicBezTo>
                    <a:pt x="834" y="1358"/>
                    <a:pt x="751" y="1156"/>
                    <a:pt x="667" y="953"/>
                  </a:cubicBezTo>
                  <a:cubicBezTo>
                    <a:pt x="441" y="632"/>
                    <a:pt x="215" y="310"/>
                    <a:pt x="1" y="1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44"/>
            <p:cNvSpPr/>
            <p:nvPr/>
          </p:nvSpPr>
          <p:spPr>
            <a:xfrm>
              <a:off x="4195450" y="1466075"/>
              <a:ext cx="22950" cy="38725"/>
            </a:xfrm>
            <a:custGeom>
              <a:rect b="b" l="l" r="r" t="t"/>
              <a:pathLst>
                <a:path extrusionOk="0" h="1549" w="918">
                  <a:moveTo>
                    <a:pt x="667" y="953"/>
                  </a:moveTo>
                  <a:cubicBezTo>
                    <a:pt x="441" y="632"/>
                    <a:pt x="215" y="310"/>
                    <a:pt x="1" y="1"/>
                  </a:cubicBezTo>
                  <a:cubicBezTo>
                    <a:pt x="203" y="370"/>
                    <a:pt x="405" y="739"/>
                    <a:pt x="596" y="1108"/>
                  </a:cubicBezTo>
                  <a:cubicBezTo>
                    <a:pt x="703" y="1263"/>
                    <a:pt x="810" y="1406"/>
                    <a:pt x="917" y="1549"/>
                  </a:cubicBezTo>
                  <a:cubicBezTo>
                    <a:pt x="834" y="1358"/>
                    <a:pt x="751" y="1156"/>
                    <a:pt x="667" y="953"/>
                  </a:cubicBezTo>
                  <a:close/>
                </a:path>
              </a:pathLst>
            </a:custGeom>
            <a:solidFill>
              <a:srgbClr val="FFCAC4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44"/>
            <p:cNvSpPr/>
            <p:nvPr/>
          </p:nvSpPr>
          <p:spPr>
            <a:xfrm>
              <a:off x="4195450" y="1466075"/>
              <a:ext cx="22950" cy="38725"/>
            </a:xfrm>
            <a:custGeom>
              <a:rect b="b" l="l" r="r" t="t"/>
              <a:pathLst>
                <a:path extrusionOk="0" h="1549" w="918">
                  <a:moveTo>
                    <a:pt x="667" y="953"/>
                  </a:moveTo>
                  <a:cubicBezTo>
                    <a:pt x="441" y="632"/>
                    <a:pt x="215" y="310"/>
                    <a:pt x="1" y="1"/>
                  </a:cubicBezTo>
                  <a:cubicBezTo>
                    <a:pt x="203" y="370"/>
                    <a:pt x="405" y="739"/>
                    <a:pt x="596" y="1108"/>
                  </a:cubicBezTo>
                  <a:cubicBezTo>
                    <a:pt x="703" y="1263"/>
                    <a:pt x="810" y="1406"/>
                    <a:pt x="917" y="1549"/>
                  </a:cubicBezTo>
                  <a:cubicBezTo>
                    <a:pt x="834" y="1358"/>
                    <a:pt x="751" y="1156"/>
                    <a:pt x="667" y="953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44"/>
            <p:cNvSpPr/>
            <p:nvPr/>
          </p:nvSpPr>
          <p:spPr>
            <a:xfrm>
              <a:off x="4219275" y="1500025"/>
              <a:ext cx="2400" cy="5075"/>
            </a:xfrm>
            <a:custGeom>
              <a:rect b="b" l="l" r="r" t="t"/>
              <a:pathLst>
                <a:path extrusionOk="0" h="203" w="96">
                  <a:moveTo>
                    <a:pt x="0" y="0"/>
                  </a:moveTo>
                  <a:cubicBezTo>
                    <a:pt x="36" y="72"/>
                    <a:pt x="60" y="131"/>
                    <a:pt x="95" y="203"/>
                  </a:cubicBezTo>
                  <a:cubicBezTo>
                    <a:pt x="83" y="167"/>
                    <a:pt x="60" y="119"/>
                    <a:pt x="48" y="72"/>
                  </a:cubicBezTo>
                  <a:cubicBezTo>
                    <a:pt x="36" y="48"/>
                    <a:pt x="12" y="24"/>
                    <a:pt x="0" y="0"/>
                  </a:cubicBezTo>
                  <a:close/>
                </a:path>
              </a:pathLst>
            </a:custGeom>
            <a:solidFill>
              <a:srgbClr val="00E1F6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44"/>
            <p:cNvSpPr/>
            <p:nvPr/>
          </p:nvSpPr>
          <p:spPr>
            <a:xfrm>
              <a:off x="4219275" y="1500025"/>
              <a:ext cx="2400" cy="5075"/>
            </a:xfrm>
            <a:custGeom>
              <a:rect b="b" l="l" r="r" t="t"/>
              <a:pathLst>
                <a:path extrusionOk="0" h="203" w="96">
                  <a:moveTo>
                    <a:pt x="0" y="0"/>
                  </a:moveTo>
                  <a:cubicBezTo>
                    <a:pt x="36" y="72"/>
                    <a:pt x="60" y="131"/>
                    <a:pt x="95" y="203"/>
                  </a:cubicBezTo>
                  <a:cubicBezTo>
                    <a:pt x="83" y="167"/>
                    <a:pt x="60" y="119"/>
                    <a:pt x="48" y="72"/>
                  </a:cubicBezTo>
                  <a:cubicBezTo>
                    <a:pt x="36" y="48"/>
                    <a:pt x="12" y="24"/>
                    <a:pt x="0" y="0"/>
                  </a:cubicBezTo>
                  <a:close/>
                </a:path>
              </a:pathLst>
            </a:custGeom>
            <a:solidFill>
              <a:srgbClr val="FFCAC4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44"/>
            <p:cNvSpPr/>
            <p:nvPr/>
          </p:nvSpPr>
          <p:spPr>
            <a:xfrm>
              <a:off x="4219275" y="1500025"/>
              <a:ext cx="2400" cy="5075"/>
            </a:xfrm>
            <a:custGeom>
              <a:rect b="b" l="l" r="r" t="t"/>
              <a:pathLst>
                <a:path extrusionOk="0" h="203" w="96">
                  <a:moveTo>
                    <a:pt x="0" y="0"/>
                  </a:moveTo>
                  <a:cubicBezTo>
                    <a:pt x="36" y="72"/>
                    <a:pt x="60" y="131"/>
                    <a:pt x="95" y="203"/>
                  </a:cubicBezTo>
                  <a:cubicBezTo>
                    <a:pt x="83" y="167"/>
                    <a:pt x="60" y="119"/>
                    <a:pt x="48" y="72"/>
                  </a:cubicBezTo>
                  <a:cubicBezTo>
                    <a:pt x="36" y="48"/>
                    <a:pt x="12" y="24"/>
                    <a:pt x="0" y="0"/>
                  </a:cubicBezTo>
                  <a:close/>
                </a:path>
              </a:pathLst>
            </a:custGeom>
            <a:solidFill>
              <a:srgbClr val="9962F0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44"/>
            <p:cNvSpPr/>
            <p:nvPr/>
          </p:nvSpPr>
          <p:spPr>
            <a:xfrm>
              <a:off x="3409050" y="2380175"/>
              <a:ext cx="167900" cy="206600"/>
            </a:xfrm>
            <a:custGeom>
              <a:rect b="b" l="l" r="r" t="t"/>
              <a:pathLst>
                <a:path extrusionOk="0" h="8264" w="6716">
                  <a:moveTo>
                    <a:pt x="6715" y="1"/>
                  </a:moveTo>
                  <a:cubicBezTo>
                    <a:pt x="5942" y="429"/>
                    <a:pt x="5203" y="941"/>
                    <a:pt x="4525" y="1513"/>
                  </a:cubicBezTo>
                  <a:cubicBezTo>
                    <a:pt x="3917" y="2275"/>
                    <a:pt x="3310" y="3037"/>
                    <a:pt x="2679" y="3775"/>
                  </a:cubicBezTo>
                  <a:cubicBezTo>
                    <a:pt x="2632" y="3823"/>
                    <a:pt x="2584" y="3882"/>
                    <a:pt x="2548" y="3930"/>
                  </a:cubicBezTo>
                  <a:cubicBezTo>
                    <a:pt x="2465" y="4013"/>
                    <a:pt x="2405" y="4109"/>
                    <a:pt x="2322" y="4192"/>
                  </a:cubicBezTo>
                  <a:cubicBezTo>
                    <a:pt x="2346" y="4109"/>
                    <a:pt x="2370" y="4025"/>
                    <a:pt x="2393" y="3942"/>
                  </a:cubicBezTo>
                  <a:cubicBezTo>
                    <a:pt x="2405" y="3882"/>
                    <a:pt x="2417" y="3823"/>
                    <a:pt x="2441" y="3751"/>
                  </a:cubicBezTo>
                  <a:lnTo>
                    <a:pt x="2441" y="3751"/>
                  </a:lnTo>
                  <a:cubicBezTo>
                    <a:pt x="2072" y="4275"/>
                    <a:pt x="1739" y="4811"/>
                    <a:pt x="1453" y="5382"/>
                  </a:cubicBezTo>
                  <a:lnTo>
                    <a:pt x="929" y="5513"/>
                  </a:lnTo>
                  <a:cubicBezTo>
                    <a:pt x="881" y="5680"/>
                    <a:pt x="834" y="5835"/>
                    <a:pt x="774" y="5990"/>
                  </a:cubicBezTo>
                  <a:lnTo>
                    <a:pt x="0" y="8264"/>
                  </a:lnTo>
                  <a:lnTo>
                    <a:pt x="1179" y="6918"/>
                  </a:lnTo>
                  <a:lnTo>
                    <a:pt x="1560" y="6490"/>
                  </a:lnTo>
                  <a:cubicBezTo>
                    <a:pt x="1774" y="6252"/>
                    <a:pt x="1989" y="6002"/>
                    <a:pt x="2191" y="5752"/>
                  </a:cubicBezTo>
                  <a:cubicBezTo>
                    <a:pt x="3786" y="3906"/>
                    <a:pt x="5299" y="1989"/>
                    <a:pt x="671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44"/>
            <p:cNvSpPr/>
            <p:nvPr/>
          </p:nvSpPr>
          <p:spPr>
            <a:xfrm>
              <a:off x="3445350" y="2354300"/>
              <a:ext cx="46775" cy="117000"/>
            </a:xfrm>
            <a:custGeom>
              <a:rect b="b" l="l" r="r" t="t"/>
              <a:pathLst>
                <a:path extrusionOk="0" h="4680" w="1871">
                  <a:moveTo>
                    <a:pt x="1870" y="0"/>
                  </a:moveTo>
                  <a:lnTo>
                    <a:pt x="1870" y="0"/>
                  </a:lnTo>
                  <a:cubicBezTo>
                    <a:pt x="1453" y="464"/>
                    <a:pt x="1049" y="929"/>
                    <a:pt x="644" y="1405"/>
                  </a:cubicBezTo>
                  <a:cubicBezTo>
                    <a:pt x="584" y="1845"/>
                    <a:pt x="513" y="2274"/>
                    <a:pt x="429" y="2715"/>
                  </a:cubicBezTo>
                  <a:cubicBezTo>
                    <a:pt x="310" y="3369"/>
                    <a:pt x="168" y="4024"/>
                    <a:pt x="1" y="4679"/>
                  </a:cubicBezTo>
                  <a:cubicBezTo>
                    <a:pt x="513" y="3631"/>
                    <a:pt x="1061" y="2607"/>
                    <a:pt x="1656" y="1607"/>
                  </a:cubicBezTo>
                  <a:cubicBezTo>
                    <a:pt x="1739" y="1072"/>
                    <a:pt x="1811" y="536"/>
                    <a:pt x="187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44"/>
            <p:cNvSpPr/>
            <p:nvPr/>
          </p:nvSpPr>
          <p:spPr>
            <a:xfrm>
              <a:off x="4313025" y="2320350"/>
              <a:ext cx="18175" cy="90225"/>
            </a:xfrm>
            <a:custGeom>
              <a:rect b="b" l="l" r="r" t="t"/>
              <a:pathLst>
                <a:path extrusionOk="0" h="3609" w="727">
                  <a:moveTo>
                    <a:pt x="727" y="1"/>
                  </a:moveTo>
                  <a:lnTo>
                    <a:pt x="727" y="1"/>
                  </a:lnTo>
                  <a:cubicBezTo>
                    <a:pt x="536" y="251"/>
                    <a:pt x="322" y="501"/>
                    <a:pt x="108" y="739"/>
                  </a:cubicBezTo>
                  <a:cubicBezTo>
                    <a:pt x="84" y="1679"/>
                    <a:pt x="48" y="2644"/>
                    <a:pt x="1" y="3608"/>
                  </a:cubicBezTo>
                  <a:cubicBezTo>
                    <a:pt x="215" y="3489"/>
                    <a:pt x="417" y="3370"/>
                    <a:pt x="608" y="3227"/>
                  </a:cubicBezTo>
                  <a:cubicBezTo>
                    <a:pt x="655" y="2132"/>
                    <a:pt x="703" y="1060"/>
                    <a:pt x="72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44"/>
            <p:cNvSpPr/>
            <p:nvPr/>
          </p:nvSpPr>
          <p:spPr>
            <a:xfrm>
              <a:off x="2984000" y="2470675"/>
              <a:ext cx="1410300" cy="2122900"/>
            </a:xfrm>
            <a:custGeom>
              <a:rect b="b" l="l" r="r" t="t"/>
              <a:pathLst>
                <a:path extrusionOk="0" h="84916" w="56412">
                  <a:moveTo>
                    <a:pt x="56412" y="18610"/>
                  </a:moveTo>
                  <a:lnTo>
                    <a:pt x="56412" y="18610"/>
                  </a:lnTo>
                  <a:cubicBezTo>
                    <a:pt x="56384" y="18700"/>
                    <a:pt x="56358" y="18788"/>
                    <a:pt x="56331" y="18876"/>
                  </a:cubicBezTo>
                  <a:lnTo>
                    <a:pt x="56331" y="18876"/>
                  </a:lnTo>
                  <a:cubicBezTo>
                    <a:pt x="56361" y="18789"/>
                    <a:pt x="56389" y="18701"/>
                    <a:pt x="56412" y="18610"/>
                  </a:cubicBezTo>
                  <a:close/>
                  <a:moveTo>
                    <a:pt x="44506" y="40541"/>
                  </a:moveTo>
                  <a:lnTo>
                    <a:pt x="44506" y="40541"/>
                  </a:lnTo>
                  <a:cubicBezTo>
                    <a:pt x="43422" y="42291"/>
                    <a:pt x="42244" y="43982"/>
                    <a:pt x="40874" y="45482"/>
                  </a:cubicBezTo>
                  <a:cubicBezTo>
                    <a:pt x="40565" y="45827"/>
                    <a:pt x="40255" y="46149"/>
                    <a:pt x="39922" y="46470"/>
                  </a:cubicBezTo>
                  <a:cubicBezTo>
                    <a:pt x="39981" y="46399"/>
                    <a:pt x="40041" y="46327"/>
                    <a:pt x="40100" y="46256"/>
                  </a:cubicBezTo>
                  <a:cubicBezTo>
                    <a:pt x="41708" y="44315"/>
                    <a:pt x="43184" y="42398"/>
                    <a:pt x="44506" y="40541"/>
                  </a:cubicBezTo>
                  <a:close/>
                  <a:moveTo>
                    <a:pt x="5929" y="77117"/>
                  </a:moveTo>
                  <a:lnTo>
                    <a:pt x="5929" y="77117"/>
                  </a:lnTo>
                  <a:cubicBezTo>
                    <a:pt x="5799" y="77177"/>
                    <a:pt x="5679" y="77248"/>
                    <a:pt x="5537" y="77307"/>
                  </a:cubicBezTo>
                  <a:cubicBezTo>
                    <a:pt x="5489" y="77510"/>
                    <a:pt x="5441" y="77712"/>
                    <a:pt x="5394" y="77927"/>
                  </a:cubicBezTo>
                  <a:cubicBezTo>
                    <a:pt x="5429" y="77653"/>
                    <a:pt x="5477" y="77438"/>
                    <a:pt x="5501" y="77296"/>
                  </a:cubicBezTo>
                  <a:cubicBezTo>
                    <a:pt x="5513" y="77248"/>
                    <a:pt x="5513" y="77212"/>
                    <a:pt x="5525" y="77177"/>
                  </a:cubicBezTo>
                  <a:cubicBezTo>
                    <a:pt x="5668" y="77165"/>
                    <a:pt x="5799" y="77141"/>
                    <a:pt x="5929" y="77117"/>
                  </a:cubicBezTo>
                  <a:close/>
                  <a:moveTo>
                    <a:pt x="53888" y="0"/>
                  </a:moveTo>
                  <a:lnTo>
                    <a:pt x="53888" y="0"/>
                  </a:lnTo>
                  <a:cubicBezTo>
                    <a:pt x="53578" y="536"/>
                    <a:pt x="53269" y="1060"/>
                    <a:pt x="52947" y="1584"/>
                  </a:cubicBezTo>
                  <a:cubicBezTo>
                    <a:pt x="52935" y="1715"/>
                    <a:pt x="52935" y="1834"/>
                    <a:pt x="52923" y="1965"/>
                  </a:cubicBezTo>
                  <a:cubicBezTo>
                    <a:pt x="52900" y="2346"/>
                    <a:pt x="52876" y="2727"/>
                    <a:pt x="52852" y="3108"/>
                  </a:cubicBezTo>
                  <a:cubicBezTo>
                    <a:pt x="52769" y="3453"/>
                    <a:pt x="52673" y="3798"/>
                    <a:pt x="52590" y="4132"/>
                  </a:cubicBezTo>
                  <a:cubicBezTo>
                    <a:pt x="51626" y="7823"/>
                    <a:pt x="50292" y="11407"/>
                    <a:pt x="48613" y="14812"/>
                  </a:cubicBezTo>
                  <a:cubicBezTo>
                    <a:pt x="45530" y="21039"/>
                    <a:pt x="41267" y="26682"/>
                    <a:pt x="36005" y="31218"/>
                  </a:cubicBezTo>
                  <a:lnTo>
                    <a:pt x="35088" y="32016"/>
                  </a:lnTo>
                  <a:lnTo>
                    <a:pt x="36231" y="31635"/>
                  </a:lnTo>
                  <a:cubicBezTo>
                    <a:pt x="38017" y="31028"/>
                    <a:pt x="39791" y="30314"/>
                    <a:pt x="41482" y="29468"/>
                  </a:cubicBezTo>
                  <a:cubicBezTo>
                    <a:pt x="42434" y="29052"/>
                    <a:pt x="43375" y="28587"/>
                    <a:pt x="44280" y="28087"/>
                  </a:cubicBezTo>
                  <a:cubicBezTo>
                    <a:pt x="45839" y="27206"/>
                    <a:pt x="47328" y="26170"/>
                    <a:pt x="48661" y="24956"/>
                  </a:cubicBezTo>
                  <a:lnTo>
                    <a:pt x="48661" y="24956"/>
                  </a:lnTo>
                  <a:cubicBezTo>
                    <a:pt x="47578" y="26539"/>
                    <a:pt x="46470" y="28099"/>
                    <a:pt x="45411" y="29683"/>
                  </a:cubicBezTo>
                  <a:cubicBezTo>
                    <a:pt x="44077" y="31635"/>
                    <a:pt x="42660" y="33528"/>
                    <a:pt x="40886" y="35040"/>
                  </a:cubicBezTo>
                  <a:cubicBezTo>
                    <a:pt x="39136" y="36564"/>
                    <a:pt x="37124" y="37803"/>
                    <a:pt x="35112" y="39053"/>
                  </a:cubicBezTo>
                  <a:lnTo>
                    <a:pt x="33433" y="40089"/>
                  </a:lnTo>
                  <a:lnTo>
                    <a:pt x="33433" y="40089"/>
                  </a:lnTo>
                  <a:lnTo>
                    <a:pt x="35338" y="39612"/>
                  </a:lnTo>
                  <a:cubicBezTo>
                    <a:pt x="36374" y="39350"/>
                    <a:pt x="37386" y="39029"/>
                    <a:pt x="38374" y="38648"/>
                  </a:cubicBezTo>
                  <a:cubicBezTo>
                    <a:pt x="39779" y="38219"/>
                    <a:pt x="41136" y="37636"/>
                    <a:pt x="42422" y="36922"/>
                  </a:cubicBezTo>
                  <a:cubicBezTo>
                    <a:pt x="42970" y="36624"/>
                    <a:pt x="43494" y="36314"/>
                    <a:pt x="44006" y="35981"/>
                  </a:cubicBezTo>
                  <a:cubicBezTo>
                    <a:pt x="45542" y="34969"/>
                    <a:pt x="46970" y="33802"/>
                    <a:pt x="48280" y="32516"/>
                  </a:cubicBezTo>
                  <a:cubicBezTo>
                    <a:pt x="48459" y="32338"/>
                    <a:pt x="48625" y="32159"/>
                    <a:pt x="48804" y="31992"/>
                  </a:cubicBezTo>
                  <a:lnTo>
                    <a:pt x="48804" y="31992"/>
                  </a:lnTo>
                  <a:cubicBezTo>
                    <a:pt x="48780" y="32040"/>
                    <a:pt x="48756" y="32100"/>
                    <a:pt x="48732" y="32159"/>
                  </a:cubicBezTo>
                  <a:cubicBezTo>
                    <a:pt x="46696" y="37017"/>
                    <a:pt x="42220" y="43065"/>
                    <a:pt x="36898" y="49125"/>
                  </a:cubicBezTo>
                  <a:cubicBezTo>
                    <a:pt x="36529" y="49506"/>
                    <a:pt x="36148" y="49887"/>
                    <a:pt x="35767" y="50268"/>
                  </a:cubicBezTo>
                  <a:cubicBezTo>
                    <a:pt x="34088" y="51959"/>
                    <a:pt x="32397" y="53650"/>
                    <a:pt x="30706" y="55352"/>
                  </a:cubicBezTo>
                  <a:lnTo>
                    <a:pt x="30671" y="55388"/>
                  </a:lnTo>
                  <a:cubicBezTo>
                    <a:pt x="28444" y="57626"/>
                    <a:pt x="26218" y="59853"/>
                    <a:pt x="23991" y="62091"/>
                  </a:cubicBezTo>
                  <a:cubicBezTo>
                    <a:pt x="22872" y="63222"/>
                    <a:pt x="21741" y="64354"/>
                    <a:pt x="20622" y="65485"/>
                  </a:cubicBezTo>
                  <a:cubicBezTo>
                    <a:pt x="20038" y="66068"/>
                    <a:pt x="19455" y="66651"/>
                    <a:pt x="18872" y="67235"/>
                  </a:cubicBezTo>
                  <a:cubicBezTo>
                    <a:pt x="16919" y="68985"/>
                    <a:pt x="15097" y="70569"/>
                    <a:pt x="13490" y="71902"/>
                  </a:cubicBezTo>
                  <a:cubicBezTo>
                    <a:pt x="12347" y="72855"/>
                    <a:pt x="11311" y="73676"/>
                    <a:pt x="10406" y="74367"/>
                  </a:cubicBezTo>
                  <a:cubicBezTo>
                    <a:pt x="9918" y="74748"/>
                    <a:pt x="9466" y="75081"/>
                    <a:pt x="9049" y="75367"/>
                  </a:cubicBezTo>
                  <a:cubicBezTo>
                    <a:pt x="8847" y="75510"/>
                    <a:pt x="8632" y="75641"/>
                    <a:pt x="8394" y="75760"/>
                  </a:cubicBezTo>
                  <a:cubicBezTo>
                    <a:pt x="7256" y="76336"/>
                    <a:pt x="5679" y="76661"/>
                    <a:pt x="3717" y="76661"/>
                  </a:cubicBezTo>
                  <a:cubicBezTo>
                    <a:pt x="2599" y="76661"/>
                    <a:pt x="1357" y="76556"/>
                    <a:pt x="0" y="76331"/>
                  </a:cubicBezTo>
                  <a:lnTo>
                    <a:pt x="0" y="77248"/>
                  </a:lnTo>
                  <a:cubicBezTo>
                    <a:pt x="619" y="77236"/>
                    <a:pt x="1238" y="77212"/>
                    <a:pt x="1858" y="77188"/>
                  </a:cubicBezTo>
                  <a:cubicBezTo>
                    <a:pt x="2203" y="77224"/>
                    <a:pt x="2548" y="77248"/>
                    <a:pt x="2881" y="77260"/>
                  </a:cubicBezTo>
                  <a:cubicBezTo>
                    <a:pt x="3001" y="77272"/>
                    <a:pt x="3132" y="77284"/>
                    <a:pt x="3251" y="77296"/>
                  </a:cubicBezTo>
                  <a:cubicBezTo>
                    <a:pt x="3627" y="77325"/>
                    <a:pt x="3946" y="77371"/>
                    <a:pt x="4266" y="77371"/>
                  </a:cubicBezTo>
                  <a:cubicBezTo>
                    <a:pt x="4474" y="77371"/>
                    <a:pt x="4681" y="77352"/>
                    <a:pt x="4906" y="77296"/>
                  </a:cubicBezTo>
                  <a:lnTo>
                    <a:pt x="4906" y="77296"/>
                  </a:lnTo>
                  <a:cubicBezTo>
                    <a:pt x="4715" y="78284"/>
                    <a:pt x="4251" y="81201"/>
                    <a:pt x="4334" y="84916"/>
                  </a:cubicBezTo>
                  <a:lnTo>
                    <a:pt x="32159" y="84916"/>
                  </a:lnTo>
                  <a:cubicBezTo>
                    <a:pt x="31433" y="74867"/>
                    <a:pt x="32397" y="62579"/>
                    <a:pt x="37862" y="50161"/>
                  </a:cubicBezTo>
                  <a:cubicBezTo>
                    <a:pt x="37898" y="50090"/>
                    <a:pt x="37933" y="50007"/>
                    <a:pt x="37969" y="49923"/>
                  </a:cubicBezTo>
                  <a:cubicBezTo>
                    <a:pt x="38338" y="49090"/>
                    <a:pt x="38731" y="48244"/>
                    <a:pt x="39148" y="47399"/>
                  </a:cubicBezTo>
                  <a:cubicBezTo>
                    <a:pt x="39350" y="47161"/>
                    <a:pt x="39553" y="46923"/>
                    <a:pt x="39755" y="46685"/>
                  </a:cubicBezTo>
                  <a:cubicBezTo>
                    <a:pt x="39767" y="46673"/>
                    <a:pt x="39779" y="46649"/>
                    <a:pt x="39791" y="46637"/>
                  </a:cubicBezTo>
                  <a:cubicBezTo>
                    <a:pt x="46708" y="40458"/>
                    <a:pt x="52114" y="32540"/>
                    <a:pt x="55340" y="23789"/>
                  </a:cubicBezTo>
                  <a:cubicBezTo>
                    <a:pt x="55876" y="22301"/>
                    <a:pt x="56364" y="20741"/>
                    <a:pt x="56233" y="19169"/>
                  </a:cubicBezTo>
                  <a:cubicBezTo>
                    <a:pt x="56271" y="19069"/>
                    <a:pt x="56302" y="18973"/>
                    <a:pt x="56331" y="18876"/>
                  </a:cubicBezTo>
                  <a:lnTo>
                    <a:pt x="56331" y="18876"/>
                  </a:lnTo>
                  <a:cubicBezTo>
                    <a:pt x="56299" y="18971"/>
                    <a:pt x="56264" y="19064"/>
                    <a:pt x="56233" y="19157"/>
                  </a:cubicBezTo>
                  <a:cubicBezTo>
                    <a:pt x="56233" y="19110"/>
                    <a:pt x="56233" y="19050"/>
                    <a:pt x="56233" y="19003"/>
                  </a:cubicBezTo>
                  <a:cubicBezTo>
                    <a:pt x="54567" y="21920"/>
                    <a:pt x="52662" y="25634"/>
                    <a:pt x="50971" y="28659"/>
                  </a:cubicBezTo>
                  <a:cubicBezTo>
                    <a:pt x="50804" y="28861"/>
                    <a:pt x="50637" y="29052"/>
                    <a:pt x="50471" y="29242"/>
                  </a:cubicBezTo>
                  <a:cubicBezTo>
                    <a:pt x="50125" y="29647"/>
                    <a:pt x="49780" y="30040"/>
                    <a:pt x="49411" y="30421"/>
                  </a:cubicBezTo>
                  <a:lnTo>
                    <a:pt x="49363" y="30409"/>
                  </a:lnTo>
                  <a:cubicBezTo>
                    <a:pt x="49352" y="30433"/>
                    <a:pt x="49340" y="30468"/>
                    <a:pt x="49340" y="30504"/>
                  </a:cubicBezTo>
                  <a:cubicBezTo>
                    <a:pt x="49244" y="30599"/>
                    <a:pt x="49149" y="30707"/>
                    <a:pt x="49054" y="30802"/>
                  </a:cubicBezTo>
                  <a:cubicBezTo>
                    <a:pt x="47673" y="32207"/>
                    <a:pt x="46185" y="33481"/>
                    <a:pt x="44601" y="34647"/>
                  </a:cubicBezTo>
                  <a:cubicBezTo>
                    <a:pt x="44268" y="34886"/>
                    <a:pt x="43946" y="35136"/>
                    <a:pt x="43601" y="35362"/>
                  </a:cubicBezTo>
                  <a:cubicBezTo>
                    <a:pt x="42922" y="35838"/>
                    <a:pt x="42220" y="36279"/>
                    <a:pt x="41505" y="36707"/>
                  </a:cubicBezTo>
                  <a:cubicBezTo>
                    <a:pt x="40172" y="37386"/>
                    <a:pt x="38779" y="37969"/>
                    <a:pt x="37350" y="38422"/>
                  </a:cubicBezTo>
                  <a:cubicBezTo>
                    <a:pt x="38743" y="37576"/>
                    <a:pt x="40100" y="36672"/>
                    <a:pt x="41362" y="35600"/>
                  </a:cubicBezTo>
                  <a:cubicBezTo>
                    <a:pt x="43220" y="34040"/>
                    <a:pt x="44684" y="32088"/>
                    <a:pt x="46006" y="30099"/>
                  </a:cubicBezTo>
                  <a:cubicBezTo>
                    <a:pt x="47316" y="28111"/>
                    <a:pt x="48649" y="26146"/>
                    <a:pt x="49875" y="24099"/>
                  </a:cubicBezTo>
                  <a:cubicBezTo>
                    <a:pt x="50066" y="23777"/>
                    <a:pt x="50245" y="23444"/>
                    <a:pt x="50435" y="23122"/>
                  </a:cubicBezTo>
                  <a:cubicBezTo>
                    <a:pt x="50459" y="23087"/>
                    <a:pt x="50506" y="23039"/>
                    <a:pt x="50542" y="23003"/>
                  </a:cubicBezTo>
                  <a:cubicBezTo>
                    <a:pt x="52281" y="20932"/>
                    <a:pt x="53626" y="18538"/>
                    <a:pt x="54507" y="15990"/>
                  </a:cubicBezTo>
                  <a:cubicBezTo>
                    <a:pt x="54948" y="14716"/>
                    <a:pt x="55269" y="13407"/>
                    <a:pt x="55495" y="12085"/>
                  </a:cubicBezTo>
                  <a:cubicBezTo>
                    <a:pt x="55721" y="10764"/>
                    <a:pt x="55888" y="9431"/>
                    <a:pt x="56197" y="8134"/>
                  </a:cubicBezTo>
                  <a:lnTo>
                    <a:pt x="56197" y="8134"/>
                  </a:lnTo>
                  <a:cubicBezTo>
                    <a:pt x="55888" y="9431"/>
                    <a:pt x="55686" y="10764"/>
                    <a:pt x="55412" y="12073"/>
                  </a:cubicBezTo>
                  <a:cubicBezTo>
                    <a:pt x="55162" y="13383"/>
                    <a:pt x="54781" y="14669"/>
                    <a:pt x="54281" y="15907"/>
                  </a:cubicBezTo>
                  <a:cubicBezTo>
                    <a:pt x="53900" y="16848"/>
                    <a:pt x="53459" y="17764"/>
                    <a:pt x="52959" y="18634"/>
                  </a:cubicBezTo>
                  <a:cubicBezTo>
                    <a:pt x="53554" y="17431"/>
                    <a:pt x="54007" y="16169"/>
                    <a:pt x="54328" y="14871"/>
                  </a:cubicBezTo>
                  <a:lnTo>
                    <a:pt x="54328" y="14871"/>
                  </a:lnTo>
                  <a:cubicBezTo>
                    <a:pt x="53935" y="16431"/>
                    <a:pt x="53328" y="17931"/>
                    <a:pt x="52542" y="19336"/>
                  </a:cubicBezTo>
                  <a:cubicBezTo>
                    <a:pt x="52304" y="19705"/>
                    <a:pt x="52066" y="20074"/>
                    <a:pt x="51804" y="20431"/>
                  </a:cubicBezTo>
                  <a:cubicBezTo>
                    <a:pt x="52233" y="19515"/>
                    <a:pt x="52650" y="18598"/>
                    <a:pt x="53031" y="17657"/>
                  </a:cubicBezTo>
                  <a:lnTo>
                    <a:pt x="53031" y="17657"/>
                  </a:lnTo>
                  <a:cubicBezTo>
                    <a:pt x="52209" y="19146"/>
                    <a:pt x="51399" y="20622"/>
                    <a:pt x="50530" y="22063"/>
                  </a:cubicBezTo>
                  <a:cubicBezTo>
                    <a:pt x="50376" y="22241"/>
                    <a:pt x="50233" y="22420"/>
                    <a:pt x="50078" y="22586"/>
                  </a:cubicBezTo>
                  <a:cubicBezTo>
                    <a:pt x="48316" y="24551"/>
                    <a:pt x="46185" y="26111"/>
                    <a:pt x="43922" y="27444"/>
                  </a:cubicBezTo>
                  <a:cubicBezTo>
                    <a:pt x="42124" y="28516"/>
                    <a:pt x="40231" y="29433"/>
                    <a:pt x="38350" y="30397"/>
                  </a:cubicBezTo>
                  <a:cubicBezTo>
                    <a:pt x="37981" y="30528"/>
                    <a:pt x="37624" y="30659"/>
                    <a:pt x="37255" y="30790"/>
                  </a:cubicBezTo>
                  <a:cubicBezTo>
                    <a:pt x="42244" y="26468"/>
                    <a:pt x="46351" y="21098"/>
                    <a:pt x="49280" y="15145"/>
                  </a:cubicBezTo>
                  <a:cubicBezTo>
                    <a:pt x="51126" y="11395"/>
                    <a:pt x="52507" y="7394"/>
                    <a:pt x="53340" y="3298"/>
                  </a:cubicBezTo>
                  <a:lnTo>
                    <a:pt x="53424" y="3298"/>
                  </a:lnTo>
                  <a:cubicBezTo>
                    <a:pt x="53447" y="3072"/>
                    <a:pt x="53459" y="2846"/>
                    <a:pt x="53471" y="2620"/>
                  </a:cubicBezTo>
                  <a:cubicBezTo>
                    <a:pt x="53638" y="1751"/>
                    <a:pt x="53769" y="870"/>
                    <a:pt x="5388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44"/>
            <p:cNvSpPr/>
            <p:nvPr/>
          </p:nvSpPr>
          <p:spPr>
            <a:xfrm>
              <a:off x="4435075" y="946975"/>
              <a:ext cx="246475" cy="470925"/>
            </a:xfrm>
            <a:custGeom>
              <a:rect b="b" l="l" r="r" t="t"/>
              <a:pathLst>
                <a:path extrusionOk="0" h="18837" w="9859">
                  <a:moveTo>
                    <a:pt x="0" y="0"/>
                  </a:moveTo>
                  <a:lnTo>
                    <a:pt x="0" y="12"/>
                  </a:lnTo>
                  <a:cubicBezTo>
                    <a:pt x="3465" y="5239"/>
                    <a:pt x="6811" y="11454"/>
                    <a:pt x="9859" y="18836"/>
                  </a:cubicBezTo>
                  <a:lnTo>
                    <a:pt x="9859" y="17300"/>
                  </a:lnTo>
                  <a:cubicBezTo>
                    <a:pt x="7001" y="10597"/>
                    <a:pt x="3905" y="4882"/>
                    <a:pt x="70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44"/>
            <p:cNvSpPr/>
            <p:nvPr/>
          </p:nvSpPr>
          <p:spPr>
            <a:xfrm>
              <a:off x="3510725" y="946975"/>
              <a:ext cx="1171125" cy="3646600"/>
            </a:xfrm>
            <a:custGeom>
              <a:rect b="b" l="l" r="r" t="t"/>
              <a:pathLst>
                <a:path extrusionOk="0" h="145864" w="46845">
                  <a:moveTo>
                    <a:pt x="27390" y="20765"/>
                  </a:moveTo>
                  <a:lnTo>
                    <a:pt x="27390" y="20765"/>
                  </a:lnTo>
                  <a:cubicBezTo>
                    <a:pt x="27604" y="21074"/>
                    <a:pt x="27830" y="21396"/>
                    <a:pt x="28056" y="21717"/>
                  </a:cubicBezTo>
                  <a:cubicBezTo>
                    <a:pt x="28140" y="21920"/>
                    <a:pt x="28223" y="22122"/>
                    <a:pt x="28306" y="22325"/>
                  </a:cubicBezTo>
                  <a:cubicBezTo>
                    <a:pt x="28533" y="22860"/>
                    <a:pt x="28747" y="23408"/>
                    <a:pt x="28961" y="23956"/>
                  </a:cubicBezTo>
                  <a:cubicBezTo>
                    <a:pt x="28652" y="23241"/>
                    <a:pt x="28330" y="22539"/>
                    <a:pt x="27985" y="21872"/>
                  </a:cubicBezTo>
                  <a:cubicBezTo>
                    <a:pt x="27794" y="21503"/>
                    <a:pt x="27592" y="21134"/>
                    <a:pt x="27390" y="20765"/>
                  </a:cubicBezTo>
                  <a:close/>
                  <a:moveTo>
                    <a:pt x="11245" y="6763"/>
                  </a:moveTo>
                  <a:lnTo>
                    <a:pt x="11245" y="6763"/>
                  </a:lnTo>
                  <a:cubicBezTo>
                    <a:pt x="12757" y="7382"/>
                    <a:pt x="19948" y="10704"/>
                    <a:pt x="25354" y="18622"/>
                  </a:cubicBezTo>
                  <a:cubicBezTo>
                    <a:pt x="27151" y="21265"/>
                    <a:pt x="28759" y="24420"/>
                    <a:pt x="29878" y="28171"/>
                  </a:cubicBezTo>
                  <a:cubicBezTo>
                    <a:pt x="30176" y="29159"/>
                    <a:pt x="30450" y="30183"/>
                    <a:pt x="30676" y="31254"/>
                  </a:cubicBezTo>
                  <a:cubicBezTo>
                    <a:pt x="31473" y="35052"/>
                    <a:pt x="31974" y="39529"/>
                    <a:pt x="32176" y="44625"/>
                  </a:cubicBezTo>
                  <a:cubicBezTo>
                    <a:pt x="31509" y="44434"/>
                    <a:pt x="30842" y="44244"/>
                    <a:pt x="30176" y="44053"/>
                  </a:cubicBezTo>
                  <a:cubicBezTo>
                    <a:pt x="30104" y="44030"/>
                    <a:pt x="30033" y="44006"/>
                    <a:pt x="29961" y="43994"/>
                  </a:cubicBezTo>
                  <a:cubicBezTo>
                    <a:pt x="24017" y="42343"/>
                    <a:pt x="17982" y="41073"/>
                    <a:pt x="11870" y="41073"/>
                  </a:cubicBezTo>
                  <a:cubicBezTo>
                    <a:pt x="11677" y="41073"/>
                    <a:pt x="11485" y="41074"/>
                    <a:pt x="11292" y="41077"/>
                  </a:cubicBezTo>
                  <a:lnTo>
                    <a:pt x="11185" y="41077"/>
                  </a:lnTo>
                  <a:cubicBezTo>
                    <a:pt x="11757" y="39481"/>
                    <a:pt x="12233" y="37850"/>
                    <a:pt x="12626" y="36195"/>
                  </a:cubicBezTo>
                  <a:cubicBezTo>
                    <a:pt x="12781" y="35564"/>
                    <a:pt x="12924" y="34921"/>
                    <a:pt x="13054" y="34278"/>
                  </a:cubicBezTo>
                  <a:cubicBezTo>
                    <a:pt x="13150" y="33826"/>
                    <a:pt x="13233" y="33362"/>
                    <a:pt x="13328" y="32897"/>
                  </a:cubicBezTo>
                  <a:cubicBezTo>
                    <a:pt x="13590" y="31421"/>
                    <a:pt x="13793" y="29945"/>
                    <a:pt x="13924" y="28456"/>
                  </a:cubicBezTo>
                  <a:cubicBezTo>
                    <a:pt x="14317" y="24099"/>
                    <a:pt x="14126" y="19693"/>
                    <a:pt x="13424" y="15383"/>
                  </a:cubicBezTo>
                  <a:cubicBezTo>
                    <a:pt x="13102" y="13419"/>
                    <a:pt x="12662" y="11490"/>
                    <a:pt x="12126" y="9573"/>
                  </a:cubicBezTo>
                  <a:cubicBezTo>
                    <a:pt x="12031" y="9263"/>
                    <a:pt x="11947" y="8954"/>
                    <a:pt x="11852" y="8632"/>
                  </a:cubicBezTo>
                  <a:cubicBezTo>
                    <a:pt x="11661" y="8013"/>
                    <a:pt x="11459" y="7382"/>
                    <a:pt x="11245" y="6763"/>
                  </a:cubicBezTo>
                  <a:close/>
                  <a:moveTo>
                    <a:pt x="30295" y="27468"/>
                  </a:moveTo>
                  <a:lnTo>
                    <a:pt x="30295" y="27468"/>
                  </a:lnTo>
                  <a:cubicBezTo>
                    <a:pt x="30450" y="27920"/>
                    <a:pt x="30604" y="28361"/>
                    <a:pt x="30747" y="28813"/>
                  </a:cubicBezTo>
                  <a:cubicBezTo>
                    <a:pt x="30878" y="29171"/>
                    <a:pt x="31009" y="29540"/>
                    <a:pt x="31128" y="29909"/>
                  </a:cubicBezTo>
                  <a:cubicBezTo>
                    <a:pt x="32104" y="32909"/>
                    <a:pt x="32878" y="35874"/>
                    <a:pt x="33557" y="38755"/>
                  </a:cubicBezTo>
                  <a:cubicBezTo>
                    <a:pt x="34057" y="41041"/>
                    <a:pt x="34462" y="43268"/>
                    <a:pt x="34795" y="45411"/>
                  </a:cubicBezTo>
                  <a:cubicBezTo>
                    <a:pt x="34129" y="45208"/>
                    <a:pt x="33462" y="45006"/>
                    <a:pt x="32783" y="44804"/>
                  </a:cubicBezTo>
                  <a:cubicBezTo>
                    <a:pt x="32581" y="39589"/>
                    <a:pt x="32069" y="35017"/>
                    <a:pt x="31247" y="31123"/>
                  </a:cubicBezTo>
                  <a:cubicBezTo>
                    <a:pt x="31223" y="31016"/>
                    <a:pt x="31200" y="30909"/>
                    <a:pt x="31176" y="30802"/>
                  </a:cubicBezTo>
                  <a:cubicBezTo>
                    <a:pt x="30926" y="29635"/>
                    <a:pt x="30628" y="28528"/>
                    <a:pt x="30295" y="27468"/>
                  </a:cubicBezTo>
                  <a:close/>
                  <a:moveTo>
                    <a:pt x="33724" y="120587"/>
                  </a:moveTo>
                  <a:lnTo>
                    <a:pt x="33724" y="120587"/>
                  </a:lnTo>
                  <a:cubicBezTo>
                    <a:pt x="31271" y="124944"/>
                    <a:pt x="28640" y="128992"/>
                    <a:pt x="26104" y="132886"/>
                  </a:cubicBezTo>
                  <a:lnTo>
                    <a:pt x="25913" y="133172"/>
                  </a:lnTo>
                  <a:cubicBezTo>
                    <a:pt x="27473" y="130421"/>
                    <a:pt x="29187" y="127742"/>
                    <a:pt x="30926" y="125028"/>
                  </a:cubicBezTo>
                  <a:cubicBezTo>
                    <a:pt x="31866" y="123563"/>
                    <a:pt x="32807" y="122087"/>
                    <a:pt x="33724" y="120587"/>
                  </a:cubicBezTo>
                  <a:close/>
                  <a:moveTo>
                    <a:pt x="22282" y="0"/>
                  </a:moveTo>
                  <a:cubicBezTo>
                    <a:pt x="23151" y="1048"/>
                    <a:pt x="23996" y="2120"/>
                    <a:pt x="24794" y="3215"/>
                  </a:cubicBezTo>
                  <a:cubicBezTo>
                    <a:pt x="30140" y="10537"/>
                    <a:pt x="33867" y="18967"/>
                    <a:pt x="36415" y="27706"/>
                  </a:cubicBezTo>
                  <a:cubicBezTo>
                    <a:pt x="38534" y="34921"/>
                    <a:pt x="39915" y="42339"/>
                    <a:pt x="41034" y="49792"/>
                  </a:cubicBezTo>
                  <a:cubicBezTo>
                    <a:pt x="41082" y="50114"/>
                    <a:pt x="41129" y="50423"/>
                    <a:pt x="41165" y="50733"/>
                  </a:cubicBezTo>
                  <a:cubicBezTo>
                    <a:pt x="41010" y="50066"/>
                    <a:pt x="40844" y="49423"/>
                    <a:pt x="40677" y="48780"/>
                  </a:cubicBezTo>
                  <a:cubicBezTo>
                    <a:pt x="40629" y="48614"/>
                    <a:pt x="40594" y="48459"/>
                    <a:pt x="40558" y="48292"/>
                  </a:cubicBezTo>
                  <a:cubicBezTo>
                    <a:pt x="40022" y="46328"/>
                    <a:pt x="39463" y="44458"/>
                    <a:pt x="38879" y="42672"/>
                  </a:cubicBezTo>
                  <a:cubicBezTo>
                    <a:pt x="36498" y="35433"/>
                    <a:pt x="33736" y="29754"/>
                    <a:pt x="31188" y="25480"/>
                  </a:cubicBezTo>
                  <a:cubicBezTo>
                    <a:pt x="30473" y="24289"/>
                    <a:pt x="29771" y="23182"/>
                    <a:pt x="29068" y="22134"/>
                  </a:cubicBezTo>
                  <a:cubicBezTo>
                    <a:pt x="28926" y="21944"/>
                    <a:pt x="28795" y="21741"/>
                    <a:pt x="28664" y="21551"/>
                  </a:cubicBezTo>
                  <a:cubicBezTo>
                    <a:pt x="23115" y="13526"/>
                    <a:pt x="18210" y="10192"/>
                    <a:pt x="18150" y="10156"/>
                  </a:cubicBezTo>
                  <a:lnTo>
                    <a:pt x="18138" y="10180"/>
                  </a:lnTo>
                  <a:cubicBezTo>
                    <a:pt x="14328" y="7263"/>
                    <a:pt x="11221" y="6096"/>
                    <a:pt x="11149" y="6073"/>
                  </a:cubicBezTo>
                  <a:lnTo>
                    <a:pt x="11066" y="6287"/>
                  </a:lnTo>
                  <a:cubicBezTo>
                    <a:pt x="10530" y="4775"/>
                    <a:pt x="9923" y="3298"/>
                    <a:pt x="9244" y="1846"/>
                  </a:cubicBezTo>
                  <a:cubicBezTo>
                    <a:pt x="8959" y="1227"/>
                    <a:pt x="8649" y="620"/>
                    <a:pt x="8340" y="12"/>
                  </a:cubicBezTo>
                  <a:lnTo>
                    <a:pt x="8316" y="12"/>
                  </a:lnTo>
                  <a:cubicBezTo>
                    <a:pt x="8673" y="715"/>
                    <a:pt x="9006" y="1417"/>
                    <a:pt x="9328" y="2132"/>
                  </a:cubicBezTo>
                  <a:cubicBezTo>
                    <a:pt x="9947" y="3548"/>
                    <a:pt x="10518" y="4989"/>
                    <a:pt x="11007" y="6454"/>
                  </a:cubicBezTo>
                  <a:lnTo>
                    <a:pt x="10947" y="6644"/>
                  </a:lnTo>
                  <a:cubicBezTo>
                    <a:pt x="10959" y="6644"/>
                    <a:pt x="11007" y="6668"/>
                    <a:pt x="11102" y="6704"/>
                  </a:cubicBezTo>
                  <a:cubicBezTo>
                    <a:pt x="11197" y="7001"/>
                    <a:pt x="11292" y="7311"/>
                    <a:pt x="11388" y="7608"/>
                  </a:cubicBezTo>
                  <a:cubicBezTo>
                    <a:pt x="11483" y="7930"/>
                    <a:pt x="11578" y="8251"/>
                    <a:pt x="11673" y="8573"/>
                  </a:cubicBezTo>
                  <a:cubicBezTo>
                    <a:pt x="12328" y="10811"/>
                    <a:pt x="12840" y="13109"/>
                    <a:pt x="13185" y="15419"/>
                  </a:cubicBezTo>
                  <a:cubicBezTo>
                    <a:pt x="14055" y="21182"/>
                    <a:pt x="13983" y="27099"/>
                    <a:pt x="12852" y="32814"/>
                  </a:cubicBezTo>
                  <a:cubicBezTo>
                    <a:pt x="12304" y="35624"/>
                    <a:pt x="11578" y="38410"/>
                    <a:pt x="10566" y="41089"/>
                  </a:cubicBezTo>
                  <a:cubicBezTo>
                    <a:pt x="10411" y="41101"/>
                    <a:pt x="10268" y="41101"/>
                    <a:pt x="10126" y="41101"/>
                  </a:cubicBezTo>
                  <a:cubicBezTo>
                    <a:pt x="8494" y="41172"/>
                    <a:pt x="6839" y="41351"/>
                    <a:pt x="5256" y="41744"/>
                  </a:cubicBezTo>
                  <a:cubicBezTo>
                    <a:pt x="3637" y="42148"/>
                    <a:pt x="2101" y="42791"/>
                    <a:pt x="767" y="43780"/>
                  </a:cubicBezTo>
                  <a:cubicBezTo>
                    <a:pt x="458" y="44006"/>
                    <a:pt x="136" y="44292"/>
                    <a:pt x="65" y="44673"/>
                  </a:cubicBezTo>
                  <a:cubicBezTo>
                    <a:pt x="0" y="45016"/>
                    <a:pt x="274" y="45426"/>
                    <a:pt x="599" y="45426"/>
                  </a:cubicBezTo>
                  <a:cubicBezTo>
                    <a:pt x="635" y="45426"/>
                    <a:pt x="671" y="45421"/>
                    <a:pt x="708" y="45411"/>
                  </a:cubicBezTo>
                  <a:lnTo>
                    <a:pt x="708" y="45411"/>
                  </a:lnTo>
                  <a:lnTo>
                    <a:pt x="529" y="45518"/>
                  </a:lnTo>
                  <a:cubicBezTo>
                    <a:pt x="1934" y="45220"/>
                    <a:pt x="3351" y="44982"/>
                    <a:pt x="4768" y="44756"/>
                  </a:cubicBezTo>
                  <a:cubicBezTo>
                    <a:pt x="6280" y="44530"/>
                    <a:pt x="7804" y="44339"/>
                    <a:pt x="9328" y="44196"/>
                  </a:cubicBezTo>
                  <a:lnTo>
                    <a:pt x="9328" y="44196"/>
                  </a:lnTo>
                  <a:cubicBezTo>
                    <a:pt x="9185" y="44542"/>
                    <a:pt x="9030" y="44887"/>
                    <a:pt x="8875" y="45220"/>
                  </a:cubicBezTo>
                  <a:cubicBezTo>
                    <a:pt x="8387" y="46220"/>
                    <a:pt x="7923" y="47232"/>
                    <a:pt x="7411" y="48221"/>
                  </a:cubicBezTo>
                  <a:cubicBezTo>
                    <a:pt x="7697" y="48161"/>
                    <a:pt x="7982" y="48090"/>
                    <a:pt x="8268" y="48042"/>
                  </a:cubicBezTo>
                  <a:cubicBezTo>
                    <a:pt x="8685" y="47197"/>
                    <a:pt x="9066" y="46339"/>
                    <a:pt x="9471" y="45494"/>
                  </a:cubicBezTo>
                  <a:cubicBezTo>
                    <a:pt x="9673" y="45042"/>
                    <a:pt x="9852" y="44589"/>
                    <a:pt x="10030" y="44125"/>
                  </a:cubicBezTo>
                  <a:cubicBezTo>
                    <a:pt x="10102" y="44125"/>
                    <a:pt x="10161" y="44125"/>
                    <a:pt x="10233" y="44113"/>
                  </a:cubicBezTo>
                  <a:cubicBezTo>
                    <a:pt x="12624" y="43911"/>
                    <a:pt x="15024" y="43810"/>
                    <a:pt x="17425" y="43810"/>
                  </a:cubicBezTo>
                  <a:cubicBezTo>
                    <a:pt x="21684" y="43810"/>
                    <a:pt x="25946" y="44128"/>
                    <a:pt x="30164" y="44768"/>
                  </a:cubicBezTo>
                  <a:cubicBezTo>
                    <a:pt x="30842" y="44863"/>
                    <a:pt x="31521" y="44982"/>
                    <a:pt x="32200" y="45101"/>
                  </a:cubicBezTo>
                  <a:cubicBezTo>
                    <a:pt x="32319" y="48233"/>
                    <a:pt x="32319" y="51602"/>
                    <a:pt x="32224" y="55198"/>
                  </a:cubicBezTo>
                  <a:cubicBezTo>
                    <a:pt x="32426" y="55067"/>
                    <a:pt x="32628" y="54924"/>
                    <a:pt x="32831" y="54781"/>
                  </a:cubicBezTo>
                  <a:cubicBezTo>
                    <a:pt x="32914" y="51388"/>
                    <a:pt x="32902" y="48197"/>
                    <a:pt x="32795" y="45208"/>
                  </a:cubicBezTo>
                  <a:lnTo>
                    <a:pt x="32795" y="45208"/>
                  </a:lnTo>
                  <a:cubicBezTo>
                    <a:pt x="33474" y="45327"/>
                    <a:pt x="34152" y="45458"/>
                    <a:pt x="34831" y="45601"/>
                  </a:cubicBezTo>
                  <a:cubicBezTo>
                    <a:pt x="35319" y="48780"/>
                    <a:pt x="35629" y="51781"/>
                    <a:pt x="35784" y="54495"/>
                  </a:cubicBezTo>
                  <a:cubicBezTo>
                    <a:pt x="35795" y="54650"/>
                    <a:pt x="35795" y="54793"/>
                    <a:pt x="35807" y="54948"/>
                  </a:cubicBezTo>
                  <a:cubicBezTo>
                    <a:pt x="35819" y="54924"/>
                    <a:pt x="35831" y="54912"/>
                    <a:pt x="35843" y="54888"/>
                  </a:cubicBezTo>
                  <a:lnTo>
                    <a:pt x="35843" y="54888"/>
                  </a:lnTo>
                  <a:cubicBezTo>
                    <a:pt x="35831" y="54912"/>
                    <a:pt x="35819" y="54936"/>
                    <a:pt x="35807" y="54960"/>
                  </a:cubicBezTo>
                  <a:cubicBezTo>
                    <a:pt x="36045" y="59353"/>
                    <a:pt x="35974" y="62984"/>
                    <a:pt x="35819" y="65532"/>
                  </a:cubicBezTo>
                  <a:cubicBezTo>
                    <a:pt x="35784" y="66854"/>
                    <a:pt x="35653" y="67878"/>
                    <a:pt x="35617" y="68580"/>
                  </a:cubicBezTo>
                  <a:cubicBezTo>
                    <a:pt x="35557" y="69283"/>
                    <a:pt x="35533" y="69652"/>
                    <a:pt x="35533" y="69652"/>
                  </a:cubicBezTo>
                  <a:cubicBezTo>
                    <a:pt x="36093" y="66294"/>
                    <a:pt x="36403" y="62949"/>
                    <a:pt x="36522" y="59698"/>
                  </a:cubicBezTo>
                  <a:cubicBezTo>
                    <a:pt x="36653" y="56460"/>
                    <a:pt x="36522" y="53305"/>
                    <a:pt x="36284" y="50316"/>
                  </a:cubicBezTo>
                  <a:cubicBezTo>
                    <a:pt x="36141" y="48768"/>
                    <a:pt x="35962" y="47268"/>
                    <a:pt x="35760" y="45816"/>
                  </a:cubicBezTo>
                  <a:lnTo>
                    <a:pt x="35760" y="45816"/>
                  </a:lnTo>
                  <a:cubicBezTo>
                    <a:pt x="36224" y="45911"/>
                    <a:pt x="36688" y="46018"/>
                    <a:pt x="37153" y="46125"/>
                  </a:cubicBezTo>
                  <a:cubicBezTo>
                    <a:pt x="36676" y="45982"/>
                    <a:pt x="36212" y="45839"/>
                    <a:pt x="35736" y="45696"/>
                  </a:cubicBezTo>
                  <a:cubicBezTo>
                    <a:pt x="35129" y="41553"/>
                    <a:pt x="34271" y="37815"/>
                    <a:pt x="33295" y="34600"/>
                  </a:cubicBezTo>
                  <a:cubicBezTo>
                    <a:pt x="32009" y="30349"/>
                    <a:pt x="30652" y="26980"/>
                    <a:pt x="29568" y="24670"/>
                  </a:cubicBezTo>
                  <a:cubicBezTo>
                    <a:pt x="29533" y="24587"/>
                    <a:pt x="29497" y="24515"/>
                    <a:pt x="29461" y="24444"/>
                  </a:cubicBezTo>
                  <a:cubicBezTo>
                    <a:pt x="29211" y="23860"/>
                    <a:pt x="28961" y="23349"/>
                    <a:pt x="28747" y="22920"/>
                  </a:cubicBezTo>
                  <a:cubicBezTo>
                    <a:pt x="28640" y="22706"/>
                    <a:pt x="28533" y="22503"/>
                    <a:pt x="28437" y="22325"/>
                  </a:cubicBezTo>
                  <a:cubicBezTo>
                    <a:pt x="28402" y="22253"/>
                    <a:pt x="28366" y="22194"/>
                    <a:pt x="28342" y="22122"/>
                  </a:cubicBezTo>
                  <a:lnTo>
                    <a:pt x="28342" y="22122"/>
                  </a:lnTo>
                  <a:cubicBezTo>
                    <a:pt x="28354" y="22146"/>
                    <a:pt x="28366" y="22170"/>
                    <a:pt x="28390" y="22194"/>
                  </a:cubicBezTo>
                  <a:cubicBezTo>
                    <a:pt x="28735" y="22706"/>
                    <a:pt x="29080" y="23218"/>
                    <a:pt x="29426" y="23765"/>
                  </a:cubicBezTo>
                  <a:cubicBezTo>
                    <a:pt x="29437" y="23777"/>
                    <a:pt x="29449" y="23801"/>
                    <a:pt x="29461" y="23813"/>
                  </a:cubicBezTo>
                  <a:cubicBezTo>
                    <a:pt x="29866" y="24456"/>
                    <a:pt x="30283" y="25134"/>
                    <a:pt x="30700" y="25825"/>
                  </a:cubicBezTo>
                  <a:cubicBezTo>
                    <a:pt x="31164" y="26599"/>
                    <a:pt x="31628" y="27432"/>
                    <a:pt x="32104" y="28290"/>
                  </a:cubicBezTo>
                  <a:cubicBezTo>
                    <a:pt x="32831" y="29635"/>
                    <a:pt x="33569" y="31088"/>
                    <a:pt x="34295" y="32659"/>
                  </a:cubicBezTo>
                  <a:cubicBezTo>
                    <a:pt x="37474" y="39470"/>
                    <a:pt x="40558" y="48471"/>
                    <a:pt x="42439" y="59972"/>
                  </a:cubicBezTo>
                  <a:cubicBezTo>
                    <a:pt x="43261" y="66270"/>
                    <a:pt x="43963" y="72605"/>
                    <a:pt x="43939" y="78951"/>
                  </a:cubicBezTo>
                  <a:cubicBezTo>
                    <a:pt x="43963" y="74450"/>
                    <a:pt x="43665" y="69949"/>
                    <a:pt x="43213" y="65473"/>
                  </a:cubicBezTo>
                  <a:lnTo>
                    <a:pt x="43213" y="65473"/>
                  </a:lnTo>
                  <a:cubicBezTo>
                    <a:pt x="43570" y="68414"/>
                    <a:pt x="43844" y="71509"/>
                    <a:pt x="44023" y="74748"/>
                  </a:cubicBezTo>
                  <a:cubicBezTo>
                    <a:pt x="44142" y="76772"/>
                    <a:pt x="44225" y="78843"/>
                    <a:pt x="44261" y="80987"/>
                  </a:cubicBezTo>
                  <a:cubicBezTo>
                    <a:pt x="44368" y="87666"/>
                    <a:pt x="43642" y="93679"/>
                    <a:pt x="42356" y="99155"/>
                  </a:cubicBezTo>
                  <a:lnTo>
                    <a:pt x="42344" y="99155"/>
                  </a:lnTo>
                  <a:cubicBezTo>
                    <a:pt x="42284" y="99441"/>
                    <a:pt x="42213" y="99715"/>
                    <a:pt x="42153" y="100001"/>
                  </a:cubicBezTo>
                  <a:cubicBezTo>
                    <a:pt x="41558" y="102418"/>
                    <a:pt x="40844" y="104728"/>
                    <a:pt x="40058" y="106942"/>
                  </a:cubicBezTo>
                  <a:cubicBezTo>
                    <a:pt x="37534" y="113562"/>
                    <a:pt x="33938" y="119194"/>
                    <a:pt x="30426" y="124694"/>
                  </a:cubicBezTo>
                  <a:cubicBezTo>
                    <a:pt x="27532" y="129231"/>
                    <a:pt x="24699" y="133672"/>
                    <a:pt x="22472" y="138506"/>
                  </a:cubicBezTo>
                  <a:cubicBezTo>
                    <a:pt x="20925" y="140982"/>
                    <a:pt x="19496" y="143423"/>
                    <a:pt x="18281" y="145864"/>
                  </a:cubicBezTo>
                  <a:lnTo>
                    <a:pt x="18948" y="145864"/>
                  </a:lnTo>
                  <a:cubicBezTo>
                    <a:pt x="19567" y="144637"/>
                    <a:pt x="20234" y="143423"/>
                    <a:pt x="20948" y="142196"/>
                  </a:cubicBezTo>
                  <a:lnTo>
                    <a:pt x="20948" y="142196"/>
                  </a:lnTo>
                  <a:cubicBezTo>
                    <a:pt x="20508" y="143387"/>
                    <a:pt x="20103" y="144602"/>
                    <a:pt x="19758" y="145864"/>
                  </a:cubicBezTo>
                  <a:lnTo>
                    <a:pt x="20377" y="145864"/>
                  </a:lnTo>
                  <a:cubicBezTo>
                    <a:pt x="20794" y="144411"/>
                    <a:pt x="21258" y="143018"/>
                    <a:pt x="21794" y="141661"/>
                  </a:cubicBezTo>
                  <a:cubicBezTo>
                    <a:pt x="21817" y="141589"/>
                    <a:pt x="21841" y="141518"/>
                    <a:pt x="21877" y="141446"/>
                  </a:cubicBezTo>
                  <a:cubicBezTo>
                    <a:pt x="21960" y="141232"/>
                    <a:pt x="22044" y="141030"/>
                    <a:pt x="22127" y="140827"/>
                  </a:cubicBezTo>
                  <a:cubicBezTo>
                    <a:pt x="22222" y="140589"/>
                    <a:pt x="22318" y="140363"/>
                    <a:pt x="22413" y="140137"/>
                  </a:cubicBezTo>
                  <a:cubicBezTo>
                    <a:pt x="22460" y="140041"/>
                    <a:pt x="22496" y="139934"/>
                    <a:pt x="22544" y="139839"/>
                  </a:cubicBezTo>
                  <a:cubicBezTo>
                    <a:pt x="22687" y="139506"/>
                    <a:pt x="22830" y="139172"/>
                    <a:pt x="22984" y="138851"/>
                  </a:cubicBezTo>
                  <a:cubicBezTo>
                    <a:pt x="22996" y="138827"/>
                    <a:pt x="23008" y="138803"/>
                    <a:pt x="23020" y="138767"/>
                  </a:cubicBezTo>
                  <a:cubicBezTo>
                    <a:pt x="24163" y="136946"/>
                    <a:pt x="25366" y="135100"/>
                    <a:pt x="26592" y="133219"/>
                  </a:cubicBezTo>
                  <a:cubicBezTo>
                    <a:pt x="31628" y="125504"/>
                    <a:pt x="37034" y="117205"/>
                    <a:pt x="40653" y="107049"/>
                  </a:cubicBezTo>
                  <a:cubicBezTo>
                    <a:pt x="41308" y="105299"/>
                    <a:pt x="41891" y="103489"/>
                    <a:pt x="42391" y="101584"/>
                  </a:cubicBezTo>
                  <a:cubicBezTo>
                    <a:pt x="42665" y="106942"/>
                    <a:pt x="44154" y="110526"/>
                    <a:pt x="46844" y="112240"/>
                  </a:cubicBezTo>
                  <a:lnTo>
                    <a:pt x="46844" y="111526"/>
                  </a:lnTo>
                  <a:cubicBezTo>
                    <a:pt x="46071" y="110955"/>
                    <a:pt x="45404" y="110204"/>
                    <a:pt x="44868" y="109276"/>
                  </a:cubicBezTo>
                  <a:cubicBezTo>
                    <a:pt x="43546" y="107014"/>
                    <a:pt x="42892" y="103692"/>
                    <a:pt x="42927" y="99322"/>
                  </a:cubicBezTo>
                  <a:cubicBezTo>
                    <a:pt x="44237" y="93798"/>
                    <a:pt x="44963" y="87725"/>
                    <a:pt x="44856" y="80975"/>
                  </a:cubicBezTo>
                  <a:cubicBezTo>
                    <a:pt x="44677" y="70497"/>
                    <a:pt x="43534" y="61448"/>
                    <a:pt x="41856" y="53697"/>
                  </a:cubicBezTo>
                  <a:cubicBezTo>
                    <a:pt x="40903" y="46125"/>
                    <a:pt x="39784" y="38553"/>
                    <a:pt x="37950" y="31135"/>
                  </a:cubicBezTo>
                  <a:cubicBezTo>
                    <a:pt x="37653" y="29933"/>
                    <a:pt x="37343" y="28730"/>
                    <a:pt x="37010" y="27528"/>
                  </a:cubicBezTo>
                  <a:cubicBezTo>
                    <a:pt x="34545" y="18717"/>
                    <a:pt x="30842" y="10156"/>
                    <a:pt x="25377" y="2775"/>
                  </a:cubicBezTo>
                  <a:cubicBezTo>
                    <a:pt x="24675" y="1834"/>
                    <a:pt x="23949" y="905"/>
                    <a:pt x="2319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44"/>
            <p:cNvSpPr/>
            <p:nvPr/>
          </p:nvSpPr>
          <p:spPr>
            <a:xfrm>
              <a:off x="3840650" y="2462925"/>
              <a:ext cx="647425" cy="2130650"/>
            </a:xfrm>
            <a:custGeom>
              <a:rect b="b" l="l" r="r" t="t"/>
              <a:pathLst>
                <a:path extrusionOk="0" h="85226" w="25897">
                  <a:moveTo>
                    <a:pt x="23313" y="1"/>
                  </a:moveTo>
                  <a:lnTo>
                    <a:pt x="23313" y="1"/>
                  </a:lnTo>
                  <a:cubicBezTo>
                    <a:pt x="25003" y="9169"/>
                    <a:pt x="25896" y="18610"/>
                    <a:pt x="24503" y="27861"/>
                  </a:cubicBezTo>
                  <a:cubicBezTo>
                    <a:pt x="24146" y="30159"/>
                    <a:pt x="23658" y="32445"/>
                    <a:pt x="23015" y="34672"/>
                  </a:cubicBezTo>
                  <a:lnTo>
                    <a:pt x="21908" y="37982"/>
                  </a:lnTo>
                  <a:lnTo>
                    <a:pt x="20598" y="41208"/>
                  </a:lnTo>
                  <a:cubicBezTo>
                    <a:pt x="19646" y="43387"/>
                    <a:pt x="18574" y="45518"/>
                    <a:pt x="17443" y="47602"/>
                  </a:cubicBezTo>
                  <a:cubicBezTo>
                    <a:pt x="16360" y="49602"/>
                    <a:pt x="15217" y="51579"/>
                    <a:pt x="14062" y="53531"/>
                  </a:cubicBezTo>
                  <a:cubicBezTo>
                    <a:pt x="11692" y="57532"/>
                    <a:pt x="9228" y="61496"/>
                    <a:pt x="6989" y="65604"/>
                  </a:cubicBezTo>
                  <a:cubicBezTo>
                    <a:pt x="6942" y="65699"/>
                    <a:pt x="6894" y="65807"/>
                    <a:pt x="6835" y="65902"/>
                  </a:cubicBezTo>
                  <a:cubicBezTo>
                    <a:pt x="4680" y="69926"/>
                    <a:pt x="2739" y="74105"/>
                    <a:pt x="1441" y="78522"/>
                  </a:cubicBezTo>
                  <a:lnTo>
                    <a:pt x="953" y="80225"/>
                  </a:lnTo>
                  <a:cubicBezTo>
                    <a:pt x="810" y="80796"/>
                    <a:pt x="715" y="81380"/>
                    <a:pt x="584" y="81951"/>
                  </a:cubicBezTo>
                  <a:lnTo>
                    <a:pt x="227" y="83690"/>
                  </a:lnTo>
                  <a:cubicBezTo>
                    <a:pt x="155" y="84166"/>
                    <a:pt x="84" y="84642"/>
                    <a:pt x="12" y="85118"/>
                  </a:cubicBezTo>
                  <a:cubicBezTo>
                    <a:pt x="12" y="85154"/>
                    <a:pt x="12" y="85190"/>
                    <a:pt x="0" y="85226"/>
                  </a:cubicBezTo>
                  <a:lnTo>
                    <a:pt x="1012" y="85226"/>
                  </a:lnTo>
                  <a:cubicBezTo>
                    <a:pt x="1072" y="84761"/>
                    <a:pt x="1131" y="84309"/>
                    <a:pt x="1191" y="83856"/>
                  </a:cubicBezTo>
                  <a:lnTo>
                    <a:pt x="1524" y="82154"/>
                  </a:lnTo>
                  <a:cubicBezTo>
                    <a:pt x="1643" y="81582"/>
                    <a:pt x="1727" y="81011"/>
                    <a:pt x="1870" y="80451"/>
                  </a:cubicBezTo>
                  <a:lnTo>
                    <a:pt x="2334" y="78784"/>
                  </a:lnTo>
                  <a:cubicBezTo>
                    <a:pt x="3584" y="74331"/>
                    <a:pt x="5501" y="70081"/>
                    <a:pt x="7668" y="65973"/>
                  </a:cubicBezTo>
                  <a:cubicBezTo>
                    <a:pt x="9835" y="61866"/>
                    <a:pt x="12252" y="57889"/>
                    <a:pt x="14586" y="53853"/>
                  </a:cubicBezTo>
                  <a:cubicBezTo>
                    <a:pt x="16919" y="49816"/>
                    <a:pt x="19193" y="45709"/>
                    <a:pt x="21027" y="41399"/>
                  </a:cubicBezTo>
                  <a:lnTo>
                    <a:pt x="21336" y="40601"/>
                  </a:lnTo>
                  <a:lnTo>
                    <a:pt x="22301" y="38125"/>
                  </a:lnTo>
                  <a:lnTo>
                    <a:pt x="23372" y="34779"/>
                  </a:lnTo>
                  <a:cubicBezTo>
                    <a:pt x="24015" y="32529"/>
                    <a:pt x="24480" y="30219"/>
                    <a:pt x="24813" y="27897"/>
                  </a:cubicBezTo>
                  <a:cubicBezTo>
                    <a:pt x="25158" y="25587"/>
                    <a:pt x="25313" y="23242"/>
                    <a:pt x="25373" y="20908"/>
                  </a:cubicBezTo>
                  <a:cubicBezTo>
                    <a:pt x="25444" y="18563"/>
                    <a:pt x="25384" y="16217"/>
                    <a:pt x="25218" y="13883"/>
                  </a:cubicBezTo>
                  <a:cubicBezTo>
                    <a:pt x="24908" y="9216"/>
                    <a:pt x="24206" y="4585"/>
                    <a:pt x="2331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44"/>
            <p:cNvSpPr/>
            <p:nvPr/>
          </p:nvSpPr>
          <p:spPr>
            <a:xfrm>
              <a:off x="2984000" y="1065150"/>
              <a:ext cx="589375" cy="1566575"/>
            </a:xfrm>
            <a:custGeom>
              <a:rect b="b" l="l" r="r" t="t"/>
              <a:pathLst>
                <a:path extrusionOk="0" h="62663" w="23575">
                  <a:moveTo>
                    <a:pt x="16538" y="0"/>
                  </a:moveTo>
                  <a:lnTo>
                    <a:pt x="16538" y="0"/>
                  </a:lnTo>
                  <a:cubicBezTo>
                    <a:pt x="16848" y="750"/>
                    <a:pt x="17145" y="1512"/>
                    <a:pt x="17443" y="2262"/>
                  </a:cubicBezTo>
                  <a:cubicBezTo>
                    <a:pt x="17621" y="2703"/>
                    <a:pt x="17788" y="3155"/>
                    <a:pt x="17967" y="3596"/>
                  </a:cubicBezTo>
                  <a:cubicBezTo>
                    <a:pt x="19586" y="7775"/>
                    <a:pt x="21015" y="11835"/>
                    <a:pt x="21717" y="15752"/>
                  </a:cubicBezTo>
                  <a:cubicBezTo>
                    <a:pt x="22658" y="20777"/>
                    <a:pt x="22551" y="25456"/>
                    <a:pt x="22015" y="29313"/>
                  </a:cubicBezTo>
                  <a:cubicBezTo>
                    <a:pt x="21967" y="29647"/>
                    <a:pt x="21920" y="29956"/>
                    <a:pt x="21872" y="30278"/>
                  </a:cubicBezTo>
                  <a:cubicBezTo>
                    <a:pt x="21205" y="34112"/>
                    <a:pt x="20050" y="37695"/>
                    <a:pt x="18669" y="40969"/>
                  </a:cubicBezTo>
                  <a:lnTo>
                    <a:pt x="18514" y="41017"/>
                  </a:lnTo>
                  <a:lnTo>
                    <a:pt x="18562" y="41220"/>
                  </a:lnTo>
                  <a:cubicBezTo>
                    <a:pt x="15752" y="47720"/>
                    <a:pt x="11978" y="52971"/>
                    <a:pt x="9025" y="56483"/>
                  </a:cubicBezTo>
                  <a:cubicBezTo>
                    <a:pt x="14752" y="47185"/>
                    <a:pt x="17776" y="36255"/>
                    <a:pt x="17598" y="25396"/>
                  </a:cubicBezTo>
                  <a:lnTo>
                    <a:pt x="17598" y="25396"/>
                  </a:lnTo>
                  <a:cubicBezTo>
                    <a:pt x="17407" y="37707"/>
                    <a:pt x="13097" y="49840"/>
                    <a:pt x="5632" y="59400"/>
                  </a:cubicBezTo>
                  <a:cubicBezTo>
                    <a:pt x="5858" y="58650"/>
                    <a:pt x="6049" y="57888"/>
                    <a:pt x="6203" y="57126"/>
                  </a:cubicBezTo>
                  <a:cubicBezTo>
                    <a:pt x="6799" y="55697"/>
                    <a:pt x="7323" y="54257"/>
                    <a:pt x="7763" y="52804"/>
                  </a:cubicBezTo>
                  <a:cubicBezTo>
                    <a:pt x="8549" y="50137"/>
                    <a:pt x="9037" y="47446"/>
                    <a:pt x="9358" y="44851"/>
                  </a:cubicBezTo>
                  <a:cubicBezTo>
                    <a:pt x="9882" y="39636"/>
                    <a:pt x="9573" y="34778"/>
                    <a:pt x="8751" y="30790"/>
                  </a:cubicBezTo>
                  <a:cubicBezTo>
                    <a:pt x="7942" y="26789"/>
                    <a:pt x="6811" y="23622"/>
                    <a:pt x="5846" y="21527"/>
                  </a:cubicBezTo>
                  <a:cubicBezTo>
                    <a:pt x="5620" y="20991"/>
                    <a:pt x="5406" y="20515"/>
                    <a:pt x="5203" y="20122"/>
                  </a:cubicBezTo>
                  <a:cubicBezTo>
                    <a:pt x="5001" y="19717"/>
                    <a:pt x="4822" y="19384"/>
                    <a:pt x="4691" y="19110"/>
                  </a:cubicBezTo>
                  <a:cubicBezTo>
                    <a:pt x="4406" y="18562"/>
                    <a:pt x="4263" y="18265"/>
                    <a:pt x="4263" y="18264"/>
                  </a:cubicBezTo>
                  <a:lnTo>
                    <a:pt x="4263" y="18264"/>
                  </a:lnTo>
                  <a:cubicBezTo>
                    <a:pt x="5453" y="21003"/>
                    <a:pt x="6382" y="23765"/>
                    <a:pt x="7084" y="26492"/>
                  </a:cubicBezTo>
                  <a:cubicBezTo>
                    <a:pt x="7799" y="29206"/>
                    <a:pt x="8192" y="31909"/>
                    <a:pt x="8477" y="34481"/>
                  </a:cubicBezTo>
                  <a:cubicBezTo>
                    <a:pt x="8537" y="35135"/>
                    <a:pt x="8585" y="35766"/>
                    <a:pt x="8632" y="36398"/>
                  </a:cubicBezTo>
                  <a:cubicBezTo>
                    <a:pt x="8692" y="37029"/>
                    <a:pt x="8680" y="37660"/>
                    <a:pt x="8716" y="38267"/>
                  </a:cubicBezTo>
                  <a:cubicBezTo>
                    <a:pt x="8787" y="39505"/>
                    <a:pt x="8716" y="40696"/>
                    <a:pt x="8704" y="41851"/>
                  </a:cubicBezTo>
                  <a:cubicBezTo>
                    <a:pt x="8656" y="43017"/>
                    <a:pt x="8573" y="44137"/>
                    <a:pt x="8477" y="45208"/>
                  </a:cubicBezTo>
                  <a:cubicBezTo>
                    <a:pt x="8418" y="45744"/>
                    <a:pt x="8346" y="46268"/>
                    <a:pt x="8287" y="46780"/>
                  </a:cubicBezTo>
                  <a:cubicBezTo>
                    <a:pt x="8263" y="47042"/>
                    <a:pt x="8227" y="47292"/>
                    <a:pt x="8204" y="47542"/>
                  </a:cubicBezTo>
                  <a:cubicBezTo>
                    <a:pt x="8156" y="47792"/>
                    <a:pt x="8120" y="48042"/>
                    <a:pt x="8073" y="48280"/>
                  </a:cubicBezTo>
                  <a:cubicBezTo>
                    <a:pt x="7775" y="50244"/>
                    <a:pt x="7382" y="51995"/>
                    <a:pt x="6977" y="53519"/>
                  </a:cubicBezTo>
                  <a:cubicBezTo>
                    <a:pt x="6834" y="54031"/>
                    <a:pt x="6703" y="54495"/>
                    <a:pt x="6584" y="54959"/>
                  </a:cubicBezTo>
                  <a:cubicBezTo>
                    <a:pt x="7834" y="45720"/>
                    <a:pt x="5084" y="35862"/>
                    <a:pt x="1524" y="27611"/>
                  </a:cubicBezTo>
                  <a:cubicBezTo>
                    <a:pt x="1036" y="26456"/>
                    <a:pt x="512" y="25337"/>
                    <a:pt x="0" y="24253"/>
                  </a:cubicBezTo>
                  <a:lnTo>
                    <a:pt x="0" y="25622"/>
                  </a:lnTo>
                  <a:cubicBezTo>
                    <a:pt x="4667" y="35683"/>
                    <a:pt x="8501" y="48673"/>
                    <a:pt x="4846" y="59936"/>
                  </a:cubicBezTo>
                  <a:cubicBezTo>
                    <a:pt x="4656" y="60412"/>
                    <a:pt x="4560" y="60674"/>
                    <a:pt x="4560" y="60674"/>
                  </a:cubicBezTo>
                  <a:cubicBezTo>
                    <a:pt x="4608" y="60579"/>
                    <a:pt x="4644" y="60496"/>
                    <a:pt x="4691" y="60400"/>
                  </a:cubicBezTo>
                  <a:lnTo>
                    <a:pt x="4691" y="60400"/>
                  </a:lnTo>
                  <a:cubicBezTo>
                    <a:pt x="4656" y="60508"/>
                    <a:pt x="4620" y="60615"/>
                    <a:pt x="4584" y="60710"/>
                  </a:cubicBezTo>
                  <a:cubicBezTo>
                    <a:pt x="4572" y="60722"/>
                    <a:pt x="4560" y="60734"/>
                    <a:pt x="4548" y="60746"/>
                  </a:cubicBezTo>
                  <a:lnTo>
                    <a:pt x="4560" y="60758"/>
                  </a:lnTo>
                  <a:cubicBezTo>
                    <a:pt x="4477" y="61008"/>
                    <a:pt x="4382" y="61270"/>
                    <a:pt x="4286" y="61520"/>
                  </a:cubicBezTo>
                  <a:lnTo>
                    <a:pt x="3834" y="62663"/>
                  </a:lnTo>
                  <a:lnTo>
                    <a:pt x="3834" y="62663"/>
                  </a:lnTo>
                  <a:lnTo>
                    <a:pt x="4751" y="61853"/>
                  </a:lnTo>
                  <a:cubicBezTo>
                    <a:pt x="4775" y="61841"/>
                    <a:pt x="4965" y="61663"/>
                    <a:pt x="5287" y="61365"/>
                  </a:cubicBezTo>
                  <a:lnTo>
                    <a:pt x="5501" y="61543"/>
                  </a:lnTo>
                  <a:cubicBezTo>
                    <a:pt x="5906" y="61020"/>
                    <a:pt x="6299" y="60496"/>
                    <a:pt x="6691" y="59960"/>
                  </a:cubicBezTo>
                  <a:cubicBezTo>
                    <a:pt x="9537" y="57007"/>
                    <a:pt x="14954" y="50709"/>
                    <a:pt x="18788" y="42160"/>
                  </a:cubicBezTo>
                  <a:cubicBezTo>
                    <a:pt x="18919" y="42744"/>
                    <a:pt x="19038" y="43327"/>
                    <a:pt x="19134" y="43922"/>
                  </a:cubicBezTo>
                  <a:cubicBezTo>
                    <a:pt x="19205" y="44351"/>
                    <a:pt x="19264" y="44779"/>
                    <a:pt x="19300" y="45208"/>
                  </a:cubicBezTo>
                  <a:cubicBezTo>
                    <a:pt x="19300" y="45268"/>
                    <a:pt x="19312" y="45315"/>
                    <a:pt x="19324" y="45375"/>
                  </a:cubicBezTo>
                  <a:cubicBezTo>
                    <a:pt x="19467" y="46851"/>
                    <a:pt x="19503" y="48339"/>
                    <a:pt x="19419" y="49828"/>
                  </a:cubicBezTo>
                  <a:cubicBezTo>
                    <a:pt x="19419" y="49863"/>
                    <a:pt x="19407" y="49887"/>
                    <a:pt x="19407" y="49911"/>
                  </a:cubicBezTo>
                  <a:cubicBezTo>
                    <a:pt x="19384" y="50375"/>
                    <a:pt x="19348" y="50840"/>
                    <a:pt x="19300" y="51316"/>
                  </a:cubicBezTo>
                  <a:cubicBezTo>
                    <a:pt x="19645" y="50530"/>
                    <a:pt x="20050" y="49780"/>
                    <a:pt x="20527" y="49066"/>
                  </a:cubicBezTo>
                  <a:cubicBezTo>
                    <a:pt x="20574" y="47804"/>
                    <a:pt x="20550" y="46530"/>
                    <a:pt x="20443" y="45268"/>
                  </a:cubicBezTo>
                  <a:cubicBezTo>
                    <a:pt x="20336" y="43744"/>
                    <a:pt x="20026" y="42232"/>
                    <a:pt x="19669" y="40731"/>
                  </a:cubicBezTo>
                  <a:cubicBezTo>
                    <a:pt x="19657" y="40719"/>
                    <a:pt x="19657" y="40708"/>
                    <a:pt x="19657" y="40684"/>
                  </a:cubicBezTo>
                  <a:lnTo>
                    <a:pt x="19395" y="40767"/>
                  </a:lnTo>
                  <a:cubicBezTo>
                    <a:pt x="19586" y="40303"/>
                    <a:pt x="19776" y="39838"/>
                    <a:pt x="19955" y="39362"/>
                  </a:cubicBezTo>
                  <a:cubicBezTo>
                    <a:pt x="20562" y="37779"/>
                    <a:pt x="21110" y="36124"/>
                    <a:pt x="21562" y="34409"/>
                  </a:cubicBezTo>
                  <a:cubicBezTo>
                    <a:pt x="22443" y="31599"/>
                    <a:pt x="22979" y="28754"/>
                    <a:pt x="23170" y="26015"/>
                  </a:cubicBezTo>
                  <a:cubicBezTo>
                    <a:pt x="23182" y="25968"/>
                    <a:pt x="23182" y="25932"/>
                    <a:pt x="23182" y="25884"/>
                  </a:cubicBezTo>
                  <a:cubicBezTo>
                    <a:pt x="23575" y="20717"/>
                    <a:pt x="22824" y="15931"/>
                    <a:pt x="21658" y="12097"/>
                  </a:cubicBezTo>
                  <a:cubicBezTo>
                    <a:pt x="20919" y="9704"/>
                    <a:pt x="20098" y="7656"/>
                    <a:pt x="19360" y="5941"/>
                  </a:cubicBezTo>
                  <a:cubicBezTo>
                    <a:pt x="18895" y="4894"/>
                    <a:pt x="18467" y="3989"/>
                    <a:pt x="18110" y="3203"/>
                  </a:cubicBezTo>
                  <a:cubicBezTo>
                    <a:pt x="18014" y="3012"/>
                    <a:pt x="17931" y="2834"/>
                    <a:pt x="17848" y="2655"/>
                  </a:cubicBezTo>
                  <a:cubicBezTo>
                    <a:pt x="17026" y="941"/>
                    <a:pt x="16538" y="1"/>
                    <a:pt x="1653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44"/>
            <p:cNvSpPr/>
            <p:nvPr/>
          </p:nvSpPr>
          <p:spPr>
            <a:xfrm>
              <a:off x="3630200" y="2459350"/>
              <a:ext cx="285175" cy="349175"/>
            </a:xfrm>
            <a:custGeom>
              <a:rect b="b" l="l" r="r" t="t"/>
              <a:pathLst>
                <a:path extrusionOk="0" h="13967" w="11407">
                  <a:moveTo>
                    <a:pt x="5704" y="1"/>
                  </a:moveTo>
                  <a:cubicBezTo>
                    <a:pt x="5132" y="1"/>
                    <a:pt x="4573" y="108"/>
                    <a:pt x="4049" y="299"/>
                  </a:cubicBezTo>
                  <a:cubicBezTo>
                    <a:pt x="3072" y="668"/>
                    <a:pt x="2203" y="1358"/>
                    <a:pt x="1525" y="2251"/>
                  </a:cubicBezTo>
                  <a:cubicBezTo>
                    <a:pt x="1525" y="2323"/>
                    <a:pt x="1525" y="2382"/>
                    <a:pt x="1525" y="2454"/>
                  </a:cubicBezTo>
                  <a:cubicBezTo>
                    <a:pt x="1525" y="3585"/>
                    <a:pt x="1001" y="4573"/>
                    <a:pt x="227" y="5037"/>
                  </a:cubicBezTo>
                  <a:cubicBezTo>
                    <a:pt x="84" y="5656"/>
                    <a:pt x="1" y="6311"/>
                    <a:pt x="1" y="6990"/>
                  </a:cubicBezTo>
                  <a:cubicBezTo>
                    <a:pt x="1" y="10836"/>
                    <a:pt x="2560" y="13967"/>
                    <a:pt x="5704" y="13967"/>
                  </a:cubicBezTo>
                  <a:cubicBezTo>
                    <a:pt x="8847" y="13967"/>
                    <a:pt x="11407" y="10836"/>
                    <a:pt x="11407" y="6990"/>
                  </a:cubicBezTo>
                  <a:cubicBezTo>
                    <a:pt x="11407" y="4454"/>
                    <a:pt x="10300" y="2239"/>
                    <a:pt x="8645" y="1013"/>
                  </a:cubicBezTo>
                  <a:cubicBezTo>
                    <a:pt x="7787" y="382"/>
                    <a:pt x="6787" y="1"/>
                    <a:pt x="5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44"/>
            <p:cNvSpPr/>
            <p:nvPr/>
          </p:nvSpPr>
          <p:spPr>
            <a:xfrm>
              <a:off x="3242950" y="3006450"/>
              <a:ext cx="63725" cy="197675"/>
            </a:xfrm>
            <a:custGeom>
              <a:rect b="b" l="l" r="r" t="t"/>
              <a:pathLst>
                <a:path extrusionOk="0" h="7907" w="2549">
                  <a:moveTo>
                    <a:pt x="1" y="1"/>
                  </a:moveTo>
                  <a:lnTo>
                    <a:pt x="1" y="1"/>
                  </a:lnTo>
                  <a:cubicBezTo>
                    <a:pt x="96" y="584"/>
                    <a:pt x="286" y="1155"/>
                    <a:pt x="548" y="1667"/>
                  </a:cubicBezTo>
                  <a:cubicBezTo>
                    <a:pt x="810" y="2191"/>
                    <a:pt x="1215" y="2644"/>
                    <a:pt x="1465" y="3025"/>
                  </a:cubicBezTo>
                  <a:cubicBezTo>
                    <a:pt x="1727" y="3418"/>
                    <a:pt x="1775" y="3751"/>
                    <a:pt x="1691" y="4168"/>
                  </a:cubicBezTo>
                  <a:cubicBezTo>
                    <a:pt x="1596" y="4561"/>
                    <a:pt x="1406" y="4954"/>
                    <a:pt x="1251" y="5346"/>
                  </a:cubicBezTo>
                  <a:cubicBezTo>
                    <a:pt x="644" y="6859"/>
                    <a:pt x="370" y="7906"/>
                    <a:pt x="370" y="7906"/>
                  </a:cubicBezTo>
                  <a:cubicBezTo>
                    <a:pt x="1060" y="6894"/>
                    <a:pt x="1656" y="5918"/>
                    <a:pt x="2144" y="4942"/>
                  </a:cubicBezTo>
                  <a:cubicBezTo>
                    <a:pt x="2370" y="4453"/>
                    <a:pt x="2549" y="3822"/>
                    <a:pt x="2346" y="3239"/>
                  </a:cubicBezTo>
                  <a:cubicBezTo>
                    <a:pt x="2144" y="2679"/>
                    <a:pt x="1775" y="2358"/>
                    <a:pt x="1513" y="2072"/>
                  </a:cubicBezTo>
                  <a:cubicBezTo>
                    <a:pt x="965" y="1513"/>
                    <a:pt x="608" y="989"/>
                    <a:pt x="358" y="608"/>
                  </a:cubicBezTo>
                  <a:cubicBezTo>
                    <a:pt x="120" y="227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44"/>
            <p:cNvSpPr/>
            <p:nvPr/>
          </p:nvSpPr>
          <p:spPr>
            <a:xfrm>
              <a:off x="4332975" y="2339700"/>
              <a:ext cx="6875" cy="58375"/>
            </a:xfrm>
            <a:custGeom>
              <a:rect b="b" l="l" r="r" t="t"/>
              <a:pathLst>
                <a:path extrusionOk="0" h="2335" w="275">
                  <a:moveTo>
                    <a:pt x="274" y="1"/>
                  </a:moveTo>
                  <a:lnTo>
                    <a:pt x="274" y="1"/>
                  </a:lnTo>
                  <a:cubicBezTo>
                    <a:pt x="203" y="786"/>
                    <a:pt x="107" y="1560"/>
                    <a:pt x="0" y="2334"/>
                  </a:cubicBezTo>
                  <a:cubicBezTo>
                    <a:pt x="72" y="2287"/>
                    <a:pt x="131" y="2239"/>
                    <a:pt x="203" y="2191"/>
                  </a:cubicBezTo>
                  <a:cubicBezTo>
                    <a:pt x="238" y="1465"/>
                    <a:pt x="262" y="739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44"/>
            <p:cNvSpPr/>
            <p:nvPr/>
          </p:nvSpPr>
          <p:spPr>
            <a:xfrm>
              <a:off x="3876675" y="2752850"/>
              <a:ext cx="84250" cy="105100"/>
            </a:xfrm>
            <a:custGeom>
              <a:rect b="b" l="l" r="r" t="t"/>
              <a:pathLst>
                <a:path extrusionOk="0" h="4204" w="3370">
                  <a:moveTo>
                    <a:pt x="1691" y="0"/>
                  </a:moveTo>
                  <a:cubicBezTo>
                    <a:pt x="762" y="0"/>
                    <a:pt x="0" y="941"/>
                    <a:pt x="0" y="2096"/>
                  </a:cubicBezTo>
                  <a:cubicBezTo>
                    <a:pt x="0" y="3263"/>
                    <a:pt x="762" y="4203"/>
                    <a:pt x="1691" y="4203"/>
                  </a:cubicBezTo>
                  <a:cubicBezTo>
                    <a:pt x="2619" y="4203"/>
                    <a:pt x="3369" y="3263"/>
                    <a:pt x="3369" y="2096"/>
                  </a:cubicBezTo>
                  <a:cubicBezTo>
                    <a:pt x="3369" y="941"/>
                    <a:pt x="2619" y="0"/>
                    <a:pt x="1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44"/>
            <p:cNvSpPr/>
            <p:nvPr/>
          </p:nvSpPr>
          <p:spPr>
            <a:xfrm>
              <a:off x="3553100" y="2448650"/>
              <a:ext cx="115225" cy="143800"/>
            </a:xfrm>
            <a:custGeom>
              <a:rect b="b" l="l" r="r" t="t"/>
              <a:pathLst>
                <a:path extrusionOk="0" h="5752" w="4609">
                  <a:moveTo>
                    <a:pt x="2311" y="0"/>
                  </a:moveTo>
                  <a:cubicBezTo>
                    <a:pt x="1192" y="0"/>
                    <a:pt x="263" y="1000"/>
                    <a:pt x="49" y="2310"/>
                  </a:cubicBezTo>
                  <a:cubicBezTo>
                    <a:pt x="25" y="2501"/>
                    <a:pt x="1" y="2691"/>
                    <a:pt x="1" y="2882"/>
                  </a:cubicBezTo>
                  <a:cubicBezTo>
                    <a:pt x="1" y="4465"/>
                    <a:pt x="1037" y="5751"/>
                    <a:pt x="2311" y="5751"/>
                  </a:cubicBezTo>
                  <a:cubicBezTo>
                    <a:pt x="2668" y="5751"/>
                    <a:pt x="3013" y="5644"/>
                    <a:pt x="3311" y="5465"/>
                  </a:cubicBezTo>
                  <a:cubicBezTo>
                    <a:pt x="4085" y="5001"/>
                    <a:pt x="4609" y="4013"/>
                    <a:pt x="4609" y="2882"/>
                  </a:cubicBezTo>
                  <a:cubicBezTo>
                    <a:pt x="4609" y="2810"/>
                    <a:pt x="4609" y="2751"/>
                    <a:pt x="4609" y="2679"/>
                  </a:cubicBezTo>
                  <a:cubicBezTo>
                    <a:pt x="4549" y="1727"/>
                    <a:pt x="4120" y="893"/>
                    <a:pt x="3501" y="429"/>
                  </a:cubicBezTo>
                  <a:cubicBezTo>
                    <a:pt x="3156" y="155"/>
                    <a:pt x="2739" y="0"/>
                    <a:pt x="23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44"/>
            <p:cNvSpPr/>
            <p:nvPr/>
          </p:nvSpPr>
          <p:spPr>
            <a:xfrm>
              <a:off x="3422150" y="2143550"/>
              <a:ext cx="984375" cy="715875"/>
            </a:xfrm>
            <a:custGeom>
              <a:rect b="b" l="l" r="r" t="t"/>
              <a:pathLst>
                <a:path extrusionOk="0" h="28635" w="39375">
                  <a:moveTo>
                    <a:pt x="14074" y="0"/>
                  </a:moveTo>
                  <a:cubicBezTo>
                    <a:pt x="13414" y="0"/>
                    <a:pt x="12752" y="48"/>
                    <a:pt x="12097" y="143"/>
                  </a:cubicBezTo>
                  <a:cubicBezTo>
                    <a:pt x="12002" y="155"/>
                    <a:pt x="11906" y="167"/>
                    <a:pt x="11811" y="191"/>
                  </a:cubicBezTo>
                  <a:cubicBezTo>
                    <a:pt x="11514" y="239"/>
                    <a:pt x="11228" y="298"/>
                    <a:pt x="10942" y="370"/>
                  </a:cubicBezTo>
                  <a:cubicBezTo>
                    <a:pt x="9763" y="643"/>
                    <a:pt x="8620" y="1072"/>
                    <a:pt x="7561" y="1667"/>
                  </a:cubicBezTo>
                  <a:cubicBezTo>
                    <a:pt x="7406" y="1763"/>
                    <a:pt x="7263" y="1846"/>
                    <a:pt x="7108" y="1941"/>
                  </a:cubicBezTo>
                  <a:cubicBezTo>
                    <a:pt x="5477" y="2953"/>
                    <a:pt x="4072" y="4334"/>
                    <a:pt x="2989" y="5930"/>
                  </a:cubicBezTo>
                  <a:cubicBezTo>
                    <a:pt x="2524" y="6644"/>
                    <a:pt x="2108" y="7394"/>
                    <a:pt x="1774" y="8180"/>
                  </a:cubicBezTo>
                  <a:cubicBezTo>
                    <a:pt x="1762" y="8204"/>
                    <a:pt x="1750" y="8228"/>
                    <a:pt x="1738" y="8251"/>
                  </a:cubicBezTo>
                  <a:cubicBezTo>
                    <a:pt x="1429" y="8978"/>
                    <a:pt x="1179" y="9728"/>
                    <a:pt x="1000" y="10502"/>
                  </a:cubicBezTo>
                  <a:cubicBezTo>
                    <a:pt x="1191" y="10275"/>
                    <a:pt x="1393" y="10049"/>
                    <a:pt x="1572" y="9835"/>
                  </a:cubicBezTo>
                  <a:cubicBezTo>
                    <a:pt x="1977" y="9359"/>
                    <a:pt x="2381" y="8894"/>
                    <a:pt x="2798" y="8430"/>
                  </a:cubicBezTo>
                  <a:cubicBezTo>
                    <a:pt x="3846" y="7275"/>
                    <a:pt x="4929" y="6156"/>
                    <a:pt x="6072" y="5096"/>
                  </a:cubicBezTo>
                  <a:cubicBezTo>
                    <a:pt x="6596" y="4608"/>
                    <a:pt x="7120" y="4132"/>
                    <a:pt x="7656" y="3656"/>
                  </a:cubicBezTo>
                  <a:lnTo>
                    <a:pt x="7656" y="3656"/>
                  </a:lnTo>
                  <a:cubicBezTo>
                    <a:pt x="7025" y="4275"/>
                    <a:pt x="6430" y="4918"/>
                    <a:pt x="5870" y="5596"/>
                  </a:cubicBezTo>
                  <a:cubicBezTo>
                    <a:pt x="5632" y="5894"/>
                    <a:pt x="5394" y="6192"/>
                    <a:pt x="5156" y="6501"/>
                  </a:cubicBezTo>
                  <a:cubicBezTo>
                    <a:pt x="4179" y="7549"/>
                    <a:pt x="3334" y="8763"/>
                    <a:pt x="2572" y="10037"/>
                  </a:cubicBezTo>
                  <a:cubicBezTo>
                    <a:pt x="1989" y="11037"/>
                    <a:pt x="1441" y="12061"/>
                    <a:pt x="929" y="13109"/>
                  </a:cubicBezTo>
                  <a:cubicBezTo>
                    <a:pt x="607" y="13764"/>
                    <a:pt x="298" y="14431"/>
                    <a:pt x="0" y="15086"/>
                  </a:cubicBezTo>
                  <a:lnTo>
                    <a:pt x="405" y="14978"/>
                  </a:lnTo>
                  <a:lnTo>
                    <a:pt x="929" y="14847"/>
                  </a:lnTo>
                  <a:cubicBezTo>
                    <a:pt x="1215" y="14276"/>
                    <a:pt x="1536" y="13740"/>
                    <a:pt x="1917" y="13216"/>
                  </a:cubicBezTo>
                  <a:cubicBezTo>
                    <a:pt x="2060" y="13014"/>
                    <a:pt x="2227" y="12800"/>
                    <a:pt x="2393" y="12597"/>
                  </a:cubicBezTo>
                  <a:cubicBezTo>
                    <a:pt x="2393" y="12585"/>
                    <a:pt x="2405" y="12573"/>
                    <a:pt x="2417" y="12561"/>
                  </a:cubicBezTo>
                  <a:cubicBezTo>
                    <a:pt x="2893" y="11990"/>
                    <a:pt x="3429" y="11466"/>
                    <a:pt x="3989" y="10978"/>
                  </a:cubicBezTo>
                  <a:cubicBezTo>
                    <a:pt x="4667" y="10406"/>
                    <a:pt x="5406" y="9894"/>
                    <a:pt x="6191" y="9466"/>
                  </a:cubicBezTo>
                  <a:cubicBezTo>
                    <a:pt x="8056" y="8452"/>
                    <a:pt x="10150" y="7867"/>
                    <a:pt x="12263" y="7867"/>
                  </a:cubicBezTo>
                  <a:cubicBezTo>
                    <a:pt x="12457" y="7867"/>
                    <a:pt x="12652" y="7872"/>
                    <a:pt x="12847" y="7882"/>
                  </a:cubicBezTo>
                  <a:cubicBezTo>
                    <a:pt x="14526" y="7978"/>
                    <a:pt x="16181" y="8394"/>
                    <a:pt x="17776" y="8930"/>
                  </a:cubicBezTo>
                  <a:cubicBezTo>
                    <a:pt x="19264" y="9430"/>
                    <a:pt x="20717" y="10037"/>
                    <a:pt x="22134" y="10740"/>
                  </a:cubicBezTo>
                  <a:cubicBezTo>
                    <a:pt x="22408" y="10871"/>
                    <a:pt x="22693" y="11014"/>
                    <a:pt x="22967" y="11157"/>
                  </a:cubicBezTo>
                  <a:cubicBezTo>
                    <a:pt x="23741" y="11561"/>
                    <a:pt x="24515" y="12002"/>
                    <a:pt x="25301" y="12395"/>
                  </a:cubicBezTo>
                  <a:cubicBezTo>
                    <a:pt x="25503" y="12490"/>
                    <a:pt x="25694" y="12597"/>
                    <a:pt x="25896" y="12681"/>
                  </a:cubicBezTo>
                  <a:cubicBezTo>
                    <a:pt x="26468" y="13407"/>
                    <a:pt x="27004" y="14145"/>
                    <a:pt x="27527" y="14883"/>
                  </a:cubicBezTo>
                  <a:cubicBezTo>
                    <a:pt x="28016" y="15562"/>
                    <a:pt x="28504" y="16264"/>
                    <a:pt x="28682" y="17086"/>
                  </a:cubicBezTo>
                  <a:cubicBezTo>
                    <a:pt x="28873" y="17919"/>
                    <a:pt x="28718" y="18800"/>
                    <a:pt x="28528" y="19634"/>
                  </a:cubicBezTo>
                  <a:cubicBezTo>
                    <a:pt x="28004" y="21932"/>
                    <a:pt x="27004" y="26539"/>
                    <a:pt x="25932" y="28635"/>
                  </a:cubicBezTo>
                  <a:cubicBezTo>
                    <a:pt x="26503" y="28028"/>
                    <a:pt x="27075" y="27289"/>
                    <a:pt x="27611" y="26492"/>
                  </a:cubicBezTo>
                  <a:cubicBezTo>
                    <a:pt x="28027" y="25861"/>
                    <a:pt x="28432" y="25182"/>
                    <a:pt x="28825" y="24480"/>
                  </a:cubicBezTo>
                  <a:cubicBezTo>
                    <a:pt x="29599" y="23110"/>
                    <a:pt x="30302" y="21622"/>
                    <a:pt x="30945" y="20170"/>
                  </a:cubicBezTo>
                  <a:cubicBezTo>
                    <a:pt x="30945" y="20158"/>
                    <a:pt x="30956" y="20146"/>
                    <a:pt x="30968" y="20122"/>
                  </a:cubicBezTo>
                  <a:lnTo>
                    <a:pt x="30968" y="20122"/>
                  </a:lnTo>
                  <a:lnTo>
                    <a:pt x="30956" y="20134"/>
                  </a:lnTo>
                  <a:cubicBezTo>
                    <a:pt x="30992" y="20051"/>
                    <a:pt x="31028" y="19967"/>
                    <a:pt x="31064" y="19884"/>
                  </a:cubicBezTo>
                  <a:lnTo>
                    <a:pt x="31064" y="19884"/>
                  </a:lnTo>
                  <a:cubicBezTo>
                    <a:pt x="31040" y="19967"/>
                    <a:pt x="31004" y="20051"/>
                    <a:pt x="30968" y="20122"/>
                  </a:cubicBezTo>
                  <a:cubicBezTo>
                    <a:pt x="32719" y="18562"/>
                    <a:pt x="34159" y="16693"/>
                    <a:pt x="35409" y="14681"/>
                  </a:cubicBezTo>
                  <a:cubicBezTo>
                    <a:pt x="35743" y="14157"/>
                    <a:pt x="36052" y="13633"/>
                    <a:pt x="36350" y="13097"/>
                  </a:cubicBezTo>
                  <a:cubicBezTo>
                    <a:pt x="37445" y="11145"/>
                    <a:pt x="38410" y="9109"/>
                    <a:pt x="39350" y="7108"/>
                  </a:cubicBezTo>
                  <a:cubicBezTo>
                    <a:pt x="39362" y="7085"/>
                    <a:pt x="39374" y="7061"/>
                    <a:pt x="39374" y="7037"/>
                  </a:cubicBezTo>
                  <a:lnTo>
                    <a:pt x="39374" y="7037"/>
                  </a:lnTo>
                  <a:cubicBezTo>
                    <a:pt x="39374" y="7049"/>
                    <a:pt x="39350" y="7073"/>
                    <a:pt x="39350" y="7085"/>
                  </a:cubicBezTo>
                  <a:cubicBezTo>
                    <a:pt x="38648" y="8251"/>
                    <a:pt x="37719" y="9252"/>
                    <a:pt x="36624" y="10049"/>
                  </a:cubicBezTo>
                  <a:cubicBezTo>
                    <a:pt x="36564" y="10085"/>
                    <a:pt x="36505" y="10133"/>
                    <a:pt x="36433" y="10180"/>
                  </a:cubicBezTo>
                  <a:cubicBezTo>
                    <a:pt x="36374" y="10228"/>
                    <a:pt x="36314" y="10264"/>
                    <a:pt x="36243" y="10311"/>
                  </a:cubicBezTo>
                  <a:cubicBezTo>
                    <a:pt x="36040" y="10442"/>
                    <a:pt x="35838" y="10573"/>
                    <a:pt x="35636" y="10692"/>
                  </a:cubicBezTo>
                  <a:cubicBezTo>
                    <a:pt x="34635" y="11276"/>
                    <a:pt x="33540" y="11692"/>
                    <a:pt x="32409" y="11919"/>
                  </a:cubicBezTo>
                  <a:cubicBezTo>
                    <a:pt x="32230" y="11954"/>
                    <a:pt x="32052" y="11990"/>
                    <a:pt x="31861" y="12014"/>
                  </a:cubicBezTo>
                  <a:cubicBezTo>
                    <a:pt x="31718" y="12038"/>
                    <a:pt x="31576" y="12061"/>
                    <a:pt x="31433" y="12073"/>
                  </a:cubicBezTo>
                  <a:lnTo>
                    <a:pt x="30837" y="11418"/>
                  </a:lnTo>
                  <a:cubicBezTo>
                    <a:pt x="31040" y="11323"/>
                    <a:pt x="31218" y="11228"/>
                    <a:pt x="31409" y="11133"/>
                  </a:cubicBezTo>
                  <a:cubicBezTo>
                    <a:pt x="31837" y="10918"/>
                    <a:pt x="32254" y="10692"/>
                    <a:pt x="32647" y="10430"/>
                  </a:cubicBezTo>
                  <a:cubicBezTo>
                    <a:pt x="33790" y="9704"/>
                    <a:pt x="34838" y="8823"/>
                    <a:pt x="35743" y="7811"/>
                  </a:cubicBezTo>
                  <a:cubicBezTo>
                    <a:pt x="35957" y="7573"/>
                    <a:pt x="36159" y="7335"/>
                    <a:pt x="36362" y="7073"/>
                  </a:cubicBezTo>
                  <a:cubicBezTo>
                    <a:pt x="36457" y="6954"/>
                    <a:pt x="36552" y="6835"/>
                    <a:pt x="36648" y="6716"/>
                  </a:cubicBezTo>
                  <a:lnTo>
                    <a:pt x="36648" y="6716"/>
                  </a:lnTo>
                  <a:cubicBezTo>
                    <a:pt x="36552" y="6787"/>
                    <a:pt x="36457" y="6858"/>
                    <a:pt x="36362" y="6930"/>
                  </a:cubicBezTo>
                  <a:cubicBezTo>
                    <a:pt x="36171" y="7073"/>
                    <a:pt x="35969" y="7216"/>
                    <a:pt x="35755" y="7335"/>
                  </a:cubicBezTo>
                  <a:cubicBezTo>
                    <a:pt x="34885" y="7882"/>
                    <a:pt x="33921" y="8251"/>
                    <a:pt x="32921" y="8466"/>
                  </a:cubicBezTo>
                  <a:cubicBezTo>
                    <a:pt x="32270" y="8606"/>
                    <a:pt x="31607" y="8677"/>
                    <a:pt x="30944" y="8677"/>
                  </a:cubicBezTo>
                  <a:cubicBezTo>
                    <a:pt x="30309" y="8677"/>
                    <a:pt x="29675" y="8612"/>
                    <a:pt x="29051" y="8478"/>
                  </a:cubicBezTo>
                  <a:cubicBezTo>
                    <a:pt x="28659" y="8394"/>
                    <a:pt x="28266" y="8287"/>
                    <a:pt x="27885" y="8144"/>
                  </a:cubicBezTo>
                  <a:cubicBezTo>
                    <a:pt x="27777" y="8025"/>
                    <a:pt x="27670" y="7918"/>
                    <a:pt x="27563" y="7799"/>
                  </a:cubicBezTo>
                  <a:lnTo>
                    <a:pt x="27563" y="7799"/>
                  </a:lnTo>
                  <a:cubicBezTo>
                    <a:pt x="27631" y="7803"/>
                    <a:pt x="27698" y="7804"/>
                    <a:pt x="27766" y="7804"/>
                  </a:cubicBezTo>
                  <a:cubicBezTo>
                    <a:pt x="27900" y="7804"/>
                    <a:pt x="28035" y="7799"/>
                    <a:pt x="28170" y="7799"/>
                  </a:cubicBezTo>
                  <a:cubicBezTo>
                    <a:pt x="30028" y="7751"/>
                    <a:pt x="31849" y="7025"/>
                    <a:pt x="33231" y="5763"/>
                  </a:cubicBezTo>
                  <a:cubicBezTo>
                    <a:pt x="33361" y="5644"/>
                    <a:pt x="33492" y="5525"/>
                    <a:pt x="33612" y="5394"/>
                  </a:cubicBezTo>
                  <a:lnTo>
                    <a:pt x="33612" y="5394"/>
                  </a:lnTo>
                  <a:cubicBezTo>
                    <a:pt x="33492" y="5465"/>
                    <a:pt x="33361" y="5537"/>
                    <a:pt x="33242" y="5596"/>
                  </a:cubicBezTo>
                  <a:cubicBezTo>
                    <a:pt x="32268" y="6093"/>
                    <a:pt x="31179" y="6310"/>
                    <a:pt x="30078" y="6310"/>
                  </a:cubicBezTo>
                  <a:cubicBezTo>
                    <a:pt x="29148" y="6310"/>
                    <a:pt x="28209" y="6155"/>
                    <a:pt x="27325" y="5882"/>
                  </a:cubicBezTo>
                  <a:cubicBezTo>
                    <a:pt x="26325" y="5573"/>
                    <a:pt x="25384" y="5132"/>
                    <a:pt x="24479" y="4608"/>
                  </a:cubicBezTo>
                  <a:cubicBezTo>
                    <a:pt x="22944" y="3179"/>
                    <a:pt x="21277" y="1917"/>
                    <a:pt x="19360" y="1084"/>
                  </a:cubicBezTo>
                  <a:cubicBezTo>
                    <a:pt x="17693" y="360"/>
                    <a:pt x="15886" y="0"/>
                    <a:pt x="140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44"/>
            <p:cNvSpPr/>
            <p:nvPr/>
          </p:nvSpPr>
          <p:spPr>
            <a:xfrm>
              <a:off x="3419750" y="2406075"/>
              <a:ext cx="27425" cy="34550"/>
            </a:xfrm>
            <a:custGeom>
              <a:rect b="b" l="l" r="r" t="t"/>
              <a:pathLst>
                <a:path extrusionOk="0" h="1382" w="1097">
                  <a:moveTo>
                    <a:pt x="1096" y="1"/>
                  </a:moveTo>
                  <a:lnTo>
                    <a:pt x="1096" y="1"/>
                  </a:lnTo>
                  <a:cubicBezTo>
                    <a:pt x="727" y="453"/>
                    <a:pt x="358" y="917"/>
                    <a:pt x="1" y="1382"/>
                  </a:cubicBezTo>
                  <a:lnTo>
                    <a:pt x="906" y="977"/>
                  </a:lnTo>
                  <a:cubicBezTo>
                    <a:pt x="953" y="644"/>
                    <a:pt x="1025" y="322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50" lIns="46450" spcFirstLastPara="1" rIns="46450" wrap="square" tIns="4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0" name="Google Shape;1620;p44"/>
          <p:cNvSpPr/>
          <p:nvPr/>
        </p:nvSpPr>
        <p:spPr>
          <a:xfrm>
            <a:off x="813175" y="-123925"/>
            <a:ext cx="845100" cy="1177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1" name="Google Shape;1621;p44" title="Captura de pantalla 2025-10-23 1710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6377" y="1006600"/>
            <a:ext cx="5876026" cy="36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2" name="Google Shape;1622;p44"/>
          <p:cNvSpPr txBox="1"/>
          <p:nvPr/>
        </p:nvSpPr>
        <p:spPr>
          <a:xfrm>
            <a:off x="495550" y="2841900"/>
            <a:ext cx="1937700" cy="23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Al contrario de lo que podríamos pensar, los mejor valorados son los que tienen una duración media.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45"/>
          <p:cNvSpPr/>
          <p:nvPr/>
        </p:nvSpPr>
        <p:spPr>
          <a:xfrm>
            <a:off x="6910975" y="2535125"/>
            <a:ext cx="3082500" cy="3715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45"/>
          <p:cNvSpPr txBox="1"/>
          <p:nvPr>
            <p:ph idx="4" type="title"/>
          </p:nvPr>
        </p:nvSpPr>
        <p:spPr>
          <a:xfrm>
            <a:off x="720000" y="4808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Conclusiones:</a:t>
            </a:r>
            <a:endParaRPr/>
          </a:p>
        </p:txBody>
      </p:sp>
      <p:sp>
        <p:nvSpPr>
          <p:cNvPr id="1629" name="Google Shape;1629;p45"/>
          <p:cNvSpPr txBox="1"/>
          <p:nvPr/>
        </p:nvSpPr>
        <p:spPr>
          <a:xfrm>
            <a:off x="1388050" y="1777900"/>
            <a:ext cx="5237400" cy="3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●"/>
            </a:pP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La producción de anime ha crecido mucho y de forma continuada, sobre todo desde la década de los 2000.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●"/>
            </a:pP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La calidad ha ido mejorando a la par que la creación de anime.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●"/>
            </a:pP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El público prefiere series modernas y de duración media, salvo algunos clásicos.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ctor"/>
              <a:buChar char="●"/>
            </a:pP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Los géneros más populares van cambiando a lo largo de los años, pero predominan los que van enfocados a un público </a:t>
            </a: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joven</a:t>
            </a:r>
            <a:r>
              <a:rPr lang="en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y masculino.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6"/>
          <p:cNvSpPr txBox="1"/>
          <p:nvPr>
            <p:ph idx="1" type="body"/>
          </p:nvPr>
        </p:nvSpPr>
        <p:spPr>
          <a:xfrm>
            <a:off x="710400" y="1580038"/>
            <a:ext cx="7723200" cy="13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ctor"/>
              <a:buChar char="●"/>
            </a:pPr>
            <a:r>
              <a:rPr lang="en"/>
              <a:t>Sería interesante de cara a  un próximo proyecto recopilar datos de la audiencia (edad, género…) para ver qué relación tienen con la popularidad de los diferentes animes y géneros.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También podríamos ver la influencia de la industria de la animación japonesa en la economía de ese país a lo largo de los años.</a:t>
            </a:r>
            <a:endParaRPr/>
          </a:p>
        </p:txBody>
      </p:sp>
      <p:sp>
        <p:nvSpPr>
          <p:cNvPr id="1635" name="Google Shape;1635;p46"/>
          <p:cNvSpPr txBox="1"/>
          <p:nvPr>
            <p:ph type="title"/>
          </p:nvPr>
        </p:nvSpPr>
        <p:spPr>
          <a:xfrm>
            <a:off x="720000" y="4817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6" name="Google Shape;1636;p46"/>
          <p:cNvGrpSpPr/>
          <p:nvPr/>
        </p:nvGrpSpPr>
        <p:grpSpPr>
          <a:xfrm>
            <a:off x="1458944" y="3826655"/>
            <a:ext cx="2853422" cy="1193075"/>
            <a:chOff x="517325" y="1468775"/>
            <a:chExt cx="6356475" cy="2657775"/>
          </a:xfrm>
        </p:grpSpPr>
        <p:sp>
          <p:nvSpPr>
            <p:cNvPr id="1637" name="Google Shape;1637;p46"/>
            <p:cNvSpPr/>
            <p:nvPr/>
          </p:nvSpPr>
          <p:spPr>
            <a:xfrm>
              <a:off x="6458525" y="2152175"/>
              <a:ext cx="267925" cy="272975"/>
            </a:xfrm>
            <a:custGeom>
              <a:rect b="b" l="l" r="r" t="t"/>
              <a:pathLst>
                <a:path extrusionOk="0" h="10919" w="10717">
                  <a:moveTo>
                    <a:pt x="10716" y="1"/>
                  </a:moveTo>
                  <a:cubicBezTo>
                    <a:pt x="7049" y="3608"/>
                    <a:pt x="3180" y="6418"/>
                    <a:pt x="465" y="8204"/>
                  </a:cubicBezTo>
                  <a:cubicBezTo>
                    <a:pt x="334" y="9109"/>
                    <a:pt x="179" y="10026"/>
                    <a:pt x="1" y="10919"/>
                  </a:cubicBezTo>
                  <a:cubicBezTo>
                    <a:pt x="4132" y="7704"/>
                    <a:pt x="7835" y="3632"/>
                    <a:pt x="1071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46"/>
            <p:cNvSpPr/>
            <p:nvPr/>
          </p:nvSpPr>
          <p:spPr>
            <a:xfrm>
              <a:off x="517325" y="1469050"/>
              <a:ext cx="1859475" cy="2514325"/>
            </a:xfrm>
            <a:custGeom>
              <a:rect b="b" l="l" r="r" t="t"/>
              <a:pathLst>
                <a:path extrusionOk="0" h="100573" w="74379">
                  <a:moveTo>
                    <a:pt x="0" y="1"/>
                  </a:moveTo>
                  <a:lnTo>
                    <a:pt x="0" y="100573"/>
                  </a:lnTo>
                  <a:lnTo>
                    <a:pt x="74378" y="100573"/>
                  </a:lnTo>
                  <a:cubicBezTo>
                    <a:pt x="71521" y="97334"/>
                    <a:pt x="69473" y="94322"/>
                    <a:pt x="68771" y="91857"/>
                  </a:cubicBezTo>
                  <a:cubicBezTo>
                    <a:pt x="68068" y="89381"/>
                    <a:pt x="67401" y="86142"/>
                    <a:pt x="66782" y="82452"/>
                  </a:cubicBezTo>
                  <a:cubicBezTo>
                    <a:pt x="66211" y="79106"/>
                    <a:pt x="65687" y="78106"/>
                    <a:pt x="65199" y="74248"/>
                  </a:cubicBezTo>
                  <a:cubicBezTo>
                    <a:pt x="61043" y="72474"/>
                    <a:pt x="57698" y="68795"/>
                    <a:pt x="56150" y="64533"/>
                  </a:cubicBezTo>
                  <a:lnTo>
                    <a:pt x="56150" y="64533"/>
                  </a:lnTo>
                  <a:cubicBezTo>
                    <a:pt x="56269" y="65187"/>
                    <a:pt x="56400" y="65842"/>
                    <a:pt x="56567" y="66497"/>
                  </a:cubicBezTo>
                  <a:cubicBezTo>
                    <a:pt x="56531" y="66426"/>
                    <a:pt x="56460" y="66235"/>
                    <a:pt x="56340" y="65949"/>
                  </a:cubicBezTo>
                  <a:cubicBezTo>
                    <a:pt x="56221" y="65628"/>
                    <a:pt x="56055" y="65176"/>
                    <a:pt x="55888" y="64604"/>
                  </a:cubicBezTo>
                  <a:lnTo>
                    <a:pt x="55888" y="64604"/>
                  </a:lnTo>
                  <a:cubicBezTo>
                    <a:pt x="56233" y="69414"/>
                    <a:pt x="58424" y="74058"/>
                    <a:pt x="61996" y="77320"/>
                  </a:cubicBezTo>
                  <a:lnTo>
                    <a:pt x="63758" y="78939"/>
                  </a:lnTo>
                  <a:lnTo>
                    <a:pt x="61615" y="77880"/>
                  </a:lnTo>
                  <a:cubicBezTo>
                    <a:pt x="56448" y="75320"/>
                    <a:pt x="52423" y="70224"/>
                    <a:pt x="50352" y="63985"/>
                  </a:cubicBezTo>
                  <a:lnTo>
                    <a:pt x="50352" y="63985"/>
                  </a:lnTo>
                  <a:cubicBezTo>
                    <a:pt x="53495" y="79570"/>
                    <a:pt x="64663" y="84714"/>
                    <a:pt x="64794" y="84761"/>
                  </a:cubicBezTo>
                  <a:lnTo>
                    <a:pt x="66008" y="85297"/>
                  </a:lnTo>
                  <a:lnTo>
                    <a:pt x="64687" y="85416"/>
                  </a:lnTo>
                  <a:cubicBezTo>
                    <a:pt x="64248" y="85453"/>
                    <a:pt x="63815" y="85471"/>
                    <a:pt x="63389" y="85471"/>
                  </a:cubicBezTo>
                  <a:cubicBezTo>
                    <a:pt x="55698" y="85471"/>
                    <a:pt x="50085" y="79679"/>
                    <a:pt x="47208" y="75832"/>
                  </a:cubicBezTo>
                  <a:lnTo>
                    <a:pt x="47185" y="75855"/>
                  </a:lnTo>
                  <a:cubicBezTo>
                    <a:pt x="52280" y="85785"/>
                    <a:pt x="62246" y="90381"/>
                    <a:pt x="62353" y="90429"/>
                  </a:cubicBezTo>
                  <a:lnTo>
                    <a:pt x="63877" y="91107"/>
                  </a:lnTo>
                  <a:lnTo>
                    <a:pt x="62210" y="91084"/>
                  </a:lnTo>
                  <a:cubicBezTo>
                    <a:pt x="52185" y="90845"/>
                    <a:pt x="44672" y="87119"/>
                    <a:pt x="39874" y="80023"/>
                  </a:cubicBezTo>
                  <a:cubicBezTo>
                    <a:pt x="26134" y="59639"/>
                    <a:pt x="38195" y="16217"/>
                    <a:pt x="43446" y="1"/>
                  </a:cubicBezTo>
                  <a:lnTo>
                    <a:pt x="17228" y="1"/>
                  </a:lnTo>
                  <a:cubicBezTo>
                    <a:pt x="17276" y="3192"/>
                    <a:pt x="17550" y="6383"/>
                    <a:pt x="18074" y="9538"/>
                  </a:cubicBezTo>
                  <a:cubicBezTo>
                    <a:pt x="17788" y="8407"/>
                    <a:pt x="17502" y="7264"/>
                    <a:pt x="17240" y="6109"/>
                  </a:cubicBezTo>
                  <a:lnTo>
                    <a:pt x="17240" y="6109"/>
                  </a:lnTo>
                  <a:cubicBezTo>
                    <a:pt x="17455" y="8823"/>
                    <a:pt x="17752" y="10443"/>
                    <a:pt x="17752" y="10478"/>
                  </a:cubicBezTo>
                  <a:lnTo>
                    <a:pt x="18074" y="12169"/>
                  </a:lnTo>
                  <a:lnTo>
                    <a:pt x="17133" y="10728"/>
                  </a:lnTo>
                  <a:cubicBezTo>
                    <a:pt x="14811" y="7145"/>
                    <a:pt x="13026" y="3549"/>
                    <a:pt x="11680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46"/>
            <p:cNvSpPr/>
            <p:nvPr/>
          </p:nvSpPr>
          <p:spPr>
            <a:xfrm>
              <a:off x="4875900" y="2283150"/>
              <a:ext cx="1997900" cy="1700225"/>
            </a:xfrm>
            <a:custGeom>
              <a:rect b="b" l="l" r="r" t="t"/>
              <a:pathLst>
                <a:path extrusionOk="0" h="68009" w="79916">
                  <a:moveTo>
                    <a:pt x="79915" y="0"/>
                  </a:moveTo>
                  <a:cubicBezTo>
                    <a:pt x="79641" y="191"/>
                    <a:pt x="79367" y="393"/>
                    <a:pt x="79094" y="572"/>
                  </a:cubicBezTo>
                  <a:cubicBezTo>
                    <a:pt x="72700" y="5013"/>
                    <a:pt x="66747" y="7585"/>
                    <a:pt x="62520" y="9013"/>
                  </a:cubicBezTo>
                  <a:cubicBezTo>
                    <a:pt x="61556" y="12657"/>
                    <a:pt x="60210" y="16205"/>
                    <a:pt x="58639" y="19670"/>
                  </a:cubicBezTo>
                  <a:cubicBezTo>
                    <a:pt x="54948" y="30147"/>
                    <a:pt x="49411" y="39529"/>
                    <a:pt x="42160" y="47482"/>
                  </a:cubicBezTo>
                  <a:lnTo>
                    <a:pt x="40851" y="48911"/>
                  </a:lnTo>
                  <a:lnTo>
                    <a:pt x="41589" y="47125"/>
                  </a:lnTo>
                  <a:cubicBezTo>
                    <a:pt x="41648" y="46994"/>
                    <a:pt x="46185" y="35898"/>
                    <a:pt x="47613" y="27230"/>
                  </a:cubicBezTo>
                  <a:cubicBezTo>
                    <a:pt x="47661" y="26516"/>
                    <a:pt x="47709" y="25813"/>
                    <a:pt x="47744" y="25099"/>
                  </a:cubicBezTo>
                  <a:lnTo>
                    <a:pt x="47744" y="25099"/>
                  </a:lnTo>
                  <a:cubicBezTo>
                    <a:pt x="45947" y="30338"/>
                    <a:pt x="41577" y="40815"/>
                    <a:pt x="34207" y="45304"/>
                  </a:cubicBezTo>
                  <a:cubicBezTo>
                    <a:pt x="24932" y="59365"/>
                    <a:pt x="13276" y="63639"/>
                    <a:pt x="13121" y="63699"/>
                  </a:cubicBezTo>
                  <a:lnTo>
                    <a:pt x="10716" y="64544"/>
                  </a:lnTo>
                  <a:lnTo>
                    <a:pt x="10716" y="64544"/>
                  </a:lnTo>
                  <a:lnTo>
                    <a:pt x="12811" y="63103"/>
                  </a:lnTo>
                  <a:cubicBezTo>
                    <a:pt x="12847" y="63080"/>
                    <a:pt x="14073" y="62222"/>
                    <a:pt x="15705" y="60853"/>
                  </a:cubicBezTo>
                  <a:lnTo>
                    <a:pt x="15705" y="60853"/>
                  </a:lnTo>
                  <a:cubicBezTo>
                    <a:pt x="15621" y="60889"/>
                    <a:pt x="15538" y="60925"/>
                    <a:pt x="15455" y="60960"/>
                  </a:cubicBezTo>
                  <a:cubicBezTo>
                    <a:pt x="16395" y="60103"/>
                    <a:pt x="17348" y="59234"/>
                    <a:pt x="18300" y="58377"/>
                  </a:cubicBezTo>
                  <a:cubicBezTo>
                    <a:pt x="18300" y="58377"/>
                    <a:pt x="21301" y="55733"/>
                    <a:pt x="22944" y="52447"/>
                  </a:cubicBezTo>
                  <a:lnTo>
                    <a:pt x="22944" y="52447"/>
                  </a:lnTo>
                  <a:lnTo>
                    <a:pt x="16348" y="57948"/>
                  </a:lnTo>
                  <a:cubicBezTo>
                    <a:pt x="15943" y="58531"/>
                    <a:pt x="15538" y="59115"/>
                    <a:pt x="15109" y="59686"/>
                  </a:cubicBezTo>
                  <a:cubicBezTo>
                    <a:pt x="15193" y="59389"/>
                    <a:pt x="15264" y="59079"/>
                    <a:pt x="15347" y="58781"/>
                  </a:cubicBezTo>
                  <a:lnTo>
                    <a:pt x="15347" y="58781"/>
                  </a:lnTo>
                  <a:lnTo>
                    <a:pt x="13431" y="60377"/>
                  </a:lnTo>
                  <a:lnTo>
                    <a:pt x="14526" y="58603"/>
                  </a:lnTo>
                  <a:cubicBezTo>
                    <a:pt x="14550" y="58567"/>
                    <a:pt x="15395" y="57186"/>
                    <a:pt x="16455" y="54638"/>
                  </a:cubicBezTo>
                  <a:cubicBezTo>
                    <a:pt x="17574" y="50566"/>
                    <a:pt x="18753" y="46518"/>
                    <a:pt x="19967" y="42470"/>
                  </a:cubicBezTo>
                  <a:cubicBezTo>
                    <a:pt x="20372" y="40243"/>
                    <a:pt x="20693" y="37803"/>
                    <a:pt x="20884" y="35171"/>
                  </a:cubicBezTo>
                  <a:lnTo>
                    <a:pt x="20884" y="35171"/>
                  </a:lnTo>
                  <a:cubicBezTo>
                    <a:pt x="17931" y="41494"/>
                    <a:pt x="14895" y="46637"/>
                    <a:pt x="12109" y="50721"/>
                  </a:cubicBezTo>
                  <a:cubicBezTo>
                    <a:pt x="9490" y="56924"/>
                    <a:pt x="5191" y="62722"/>
                    <a:pt x="0" y="68009"/>
                  </a:cubicBezTo>
                  <a:lnTo>
                    <a:pt x="79915" y="68009"/>
                  </a:lnTo>
                  <a:lnTo>
                    <a:pt x="79915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46"/>
            <p:cNvSpPr/>
            <p:nvPr/>
          </p:nvSpPr>
          <p:spPr>
            <a:xfrm>
              <a:off x="6476700" y="1945300"/>
              <a:ext cx="192900" cy="356925"/>
            </a:xfrm>
            <a:custGeom>
              <a:rect b="b" l="l" r="r" t="t"/>
              <a:pathLst>
                <a:path extrusionOk="0" h="14277" w="7716">
                  <a:moveTo>
                    <a:pt x="7715" y="1"/>
                  </a:moveTo>
                  <a:lnTo>
                    <a:pt x="7715" y="1"/>
                  </a:lnTo>
                  <a:cubicBezTo>
                    <a:pt x="5679" y="3204"/>
                    <a:pt x="2870" y="6002"/>
                    <a:pt x="214" y="8216"/>
                  </a:cubicBezTo>
                  <a:cubicBezTo>
                    <a:pt x="238" y="10014"/>
                    <a:pt x="203" y="11800"/>
                    <a:pt x="60" y="13598"/>
                  </a:cubicBezTo>
                  <a:cubicBezTo>
                    <a:pt x="48" y="13824"/>
                    <a:pt x="12" y="14050"/>
                    <a:pt x="0" y="14276"/>
                  </a:cubicBezTo>
                  <a:cubicBezTo>
                    <a:pt x="1131" y="12943"/>
                    <a:pt x="2167" y="11478"/>
                    <a:pt x="3072" y="9978"/>
                  </a:cubicBezTo>
                  <a:cubicBezTo>
                    <a:pt x="3846" y="8407"/>
                    <a:pt x="4536" y="6859"/>
                    <a:pt x="5203" y="5597"/>
                  </a:cubicBezTo>
                  <a:cubicBezTo>
                    <a:pt x="5775" y="4490"/>
                    <a:pt x="6334" y="3370"/>
                    <a:pt x="6882" y="2251"/>
                  </a:cubicBezTo>
                  <a:cubicBezTo>
                    <a:pt x="7191" y="1442"/>
                    <a:pt x="7477" y="691"/>
                    <a:pt x="7715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46"/>
            <p:cNvSpPr/>
            <p:nvPr/>
          </p:nvSpPr>
          <p:spPr>
            <a:xfrm>
              <a:off x="6436500" y="1469050"/>
              <a:ext cx="104800" cy="537300"/>
            </a:xfrm>
            <a:custGeom>
              <a:rect b="b" l="l" r="r" t="t"/>
              <a:pathLst>
                <a:path extrusionOk="0" h="21492" w="4192">
                  <a:moveTo>
                    <a:pt x="1" y="1"/>
                  </a:moveTo>
                  <a:cubicBezTo>
                    <a:pt x="1227" y="7157"/>
                    <a:pt x="1787" y="14348"/>
                    <a:pt x="1632" y="21492"/>
                  </a:cubicBezTo>
                  <a:cubicBezTo>
                    <a:pt x="1656" y="21432"/>
                    <a:pt x="1680" y="21349"/>
                    <a:pt x="1703" y="21289"/>
                  </a:cubicBezTo>
                  <a:cubicBezTo>
                    <a:pt x="1977" y="20325"/>
                    <a:pt x="2239" y="19241"/>
                    <a:pt x="2525" y="18063"/>
                  </a:cubicBezTo>
                  <a:cubicBezTo>
                    <a:pt x="2751" y="17110"/>
                    <a:pt x="2977" y="16074"/>
                    <a:pt x="3204" y="14967"/>
                  </a:cubicBezTo>
                  <a:cubicBezTo>
                    <a:pt x="3204" y="14955"/>
                    <a:pt x="3215" y="14943"/>
                    <a:pt x="3215" y="14919"/>
                  </a:cubicBezTo>
                  <a:cubicBezTo>
                    <a:pt x="3454" y="13193"/>
                    <a:pt x="3465" y="12098"/>
                    <a:pt x="3465" y="12050"/>
                  </a:cubicBezTo>
                  <a:cubicBezTo>
                    <a:pt x="4192" y="7752"/>
                    <a:pt x="4108" y="3751"/>
                    <a:pt x="315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46"/>
            <p:cNvSpPr/>
            <p:nvPr/>
          </p:nvSpPr>
          <p:spPr>
            <a:xfrm>
              <a:off x="2842000" y="1516675"/>
              <a:ext cx="3900" cy="21175"/>
            </a:xfrm>
            <a:custGeom>
              <a:rect b="b" l="l" r="r" t="t"/>
              <a:pathLst>
                <a:path extrusionOk="0" h="847" w="156">
                  <a:moveTo>
                    <a:pt x="156" y="1"/>
                  </a:moveTo>
                  <a:lnTo>
                    <a:pt x="156" y="1"/>
                  </a:lnTo>
                  <a:cubicBezTo>
                    <a:pt x="108" y="60"/>
                    <a:pt x="60" y="120"/>
                    <a:pt x="1" y="168"/>
                  </a:cubicBezTo>
                  <a:cubicBezTo>
                    <a:pt x="49" y="394"/>
                    <a:pt x="84" y="620"/>
                    <a:pt x="96" y="846"/>
                  </a:cubicBezTo>
                  <a:cubicBezTo>
                    <a:pt x="120" y="572"/>
                    <a:pt x="144" y="287"/>
                    <a:pt x="156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46"/>
            <p:cNvSpPr/>
            <p:nvPr/>
          </p:nvSpPr>
          <p:spPr>
            <a:xfrm>
              <a:off x="2285700" y="1643150"/>
              <a:ext cx="539675" cy="654600"/>
            </a:xfrm>
            <a:custGeom>
              <a:rect b="b" l="l" r="r" t="t"/>
              <a:pathLst>
                <a:path extrusionOk="0" h="26184" w="21587">
                  <a:moveTo>
                    <a:pt x="19478" y="1"/>
                  </a:moveTo>
                  <a:cubicBezTo>
                    <a:pt x="19177" y="1"/>
                    <a:pt x="18874" y="54"/>
                    <a:pt x="18598" y="157"/>
                  </a:cubicBezTo>
                  <a:cubicBezTo>
                    <a:pt x="17693" y="478"/>
                    <a:pt x="16990" y="1193"/>
                    <a:pt x="16335" y="1883"/>
                  </a:cubicBezTo>
                  <a:cubicBezTo>
                    <a:pt x="16252" y="1967"/>
                    <a:pt x="16181" y="2038"/>
                    <a:pt x="16109" y="2121"/>
                  </a:cubicBezTo>
                  <a:cubicBezTo>
                    <a:pt x="15335" y="3062"/>
                    <a:pt x="14538" y="4050"/>
                    <a:pt x="13716" y="5110"/>
                  </a:cubicBezTo>
                  <a:cubicBezTo>
                    <a:pt x="13621" y="5300"/>
                    <a:pt x="13526" y="5503"/>
                    <a:pt x="13430" y="5717"/>
                  </a:cubicBezTo>
                  <a:lnTo>
                    <a:pt x="13466" y="5431"/>
                  </a:lnTo>
                  <a:lnTo>
                    <a:pt x="13466" y="5431"/>
                  </a:lnTo>
                  <a:cubicBezTo>
                    <a:pt x="9811" y="10146"/>
                    <a:pt x="5775" y="15933"/>
                    <a:pt x="1857" y="22814"/>
                  </a:cubicBezTo>
                  <a:cubicBezTo>
                    <a:pt x="1226" y="23910"/>
                    <a:pt x="607" y="25041"/>
                    <a:pt x="0" y="26184"/>
                  </a:cubicBezTo>
                  <a:cubicBezTo>
                    <a:pt x="2596" y="26013"/>
                    <a:pt x="5177" y="25926"/>
                    <a:pt x="7752" y="25926"/>
                  </a:cubicBezTo>
                  <a:cubicBezTo>
                    <a:pt x="9842" y="25926"/>
                    <a:pt x="11928" y="25983"/>
                    <a:pt x="14014" y="26101"/>
                  </a:cubicBezTo>
                  <a:cubicBezTo>
                    <a:pt x="15133" y="23791"/>
                    <a:pt x="16169" y="21398"/>
                    <a:pt x="17097" y="18921"/>
                  </a:cubicBezTo>
                  <a:cubicBezTo>
                    <a:pt x="18943" y="13968"/>
                    <a:pt x="20431" y="8706"/>
                    <a:pt x="21396" y="3229"/>
                  </a:cubicBezTo>
                  <a:cubicBezTo>
                    <a:pt x="21396" y="2395"/>
                    <a:pt x="21586" y="1526"/>
                    <a:pt x="21158" y="824"/>
                  </a:cubicBezTo>
                  <a:cubicBezTo>
                    <a:pt x="20812" y="265"/>
                    <a:pt x="20149" y="1"/>
                    <a:pt x="19478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46"/>
            <p:cNvSpPr/>
            <p:nvPr/>
          </p:nvSpPr>
          <p:spPr>
            <a:xfrm>
              <a:off x="2285700" y="1638725"/>
              <a:ext cx="539675" cy="659025"/>
            </a:xfrm>
            <a:custGeom>
              <a:rect b="b" l="l" r="r" t="t"/>
              <a:pathLst>
                <a:path extrusionOk="0" h="26361" w="21587">
                  <a:moveTo>
                    <a:pt x="21396" y="3406"/>
                  </a:moveTo>
                  <a:cubicBezTo>
                    <a:pt x="21396" y="2572"/>
                    <a:pt x="21586" y="1703"/>
                    <a:pt x="21158" y="1001"/>
                  </a:cubicBezTo>
                  <a:cubicBezTo>
                    <a:pt x="20657" y="191"/>
                    <a:pt x="19491" y="0"/>
                    <a:pt x="18598" y="334"/>
                  </a:cubicBezTo>
                  <a:cubicBezTo>
                    <a:pt x="17693" y="655"/>
                    <a:pt x="16990" y="1370"/>
                    <a:pt x="16335" y="2060"/>
                  </a:cubicBezTo>
                  <a:cubicBezTo>
                    <a:pt x="16252" y="2144"/>
                    <a:pt x="16181" y="2215"/>
                    <a:pt x="16109" y="2298"/>
                  </a:cubicBezTo>
                  <a:cubicBezTo>
                    <a:pt x="15335" y="3239"/>
                    <a:pt x="14538" y="4227"/>
                    <a:pt x="13716" y="5287"/>
                  </a:cubicBezTo>
                  <a:cubicBezTo>
                    <a:pt x="13621" y="5477"/>
                    <a:pt x="13526" y="5680"/>
                    <a:pt x="13430" y="5894"/>
                  </a:cubicBezTo>
                  <a:lnTo>
                    <a:pt x="13466" y="5608"/>
                  </a:lnTo>
                  <a:cubicBezTo>
                    <a:pt x="9811" y="10323"/>
                    <a:pt x="5775" y="16110"/>
                    <a:pt x="1857" y="22991"/>
                  </a:cubicBezTo>
                  <a:cubicBezTo>
                    <a:pt x="1226" y="24087"/>
                    <a:pt x="607" y="25218"/>
                    <a:pt x="0" y="26361"/>
                  </a:cubicBezTo>
                  <a:cubicBezTo>
                    <a:pt x="4703" y="26051"/>
                    <a:pt x="9358" y="26016"/>
                    <a:pt x="14014" y="26278"/>
                  </a:cubicBezTo>
                  <a:cubicBezTo>
                    <a:pt x="15133" y="23968"/>
                    <a:pt x="16169" y="21575"/>
                    <a:pt x="17097" y="19098"/>
                  </a:cubicBezTo>
                  <a:cubicBezTo>
                    <a:pt x="18943" y="14145"/>
                    <a:pt x="20431" y="8883"/>
                    <a:pt x="21396" y="3406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46"/>
            <p:cNvSpPr/>
            <p:nvPr/>
          </p:nvSpPr>
          <p:spPr>
            <a:xfrm>
              <a:off x="2119600" y="2052775"/>
              <a:ext cx="3151600" cy="1930600"/>
            </a:xfrm>
            <a:custGeom>
              <a:rect b="b" l="l" r="r" t="t"/>
              <a:pathLst>
                <a:path extrusionOk="0" h="77224" w="126064">
                  <a:moveTo>
                    <a:pt x="34076" y="39826"/>
                  </a:moveTo>
                  <a:cubicBezTo>
                    <a:pt x="34040" y="40886"/>
                    <a:pt x="33957" y="41946"/>
                    <a:pt x="33826" y="42993"/>
                  </a:cubicBezTo>
                  <a:cubicBezTo>
                    <a:pt x="33790" y="43279"/>
                    <a:pt x="33731" y="43601"/>
                    <a:pt x="33493" y="43767"/>
                  </a:cubicBezTo>
                  <a:cubicBezTo>
                    <a:pt x="33346" y="43868"/>
                    <a:pt x="33172" y="43891"/>
                    <a:pt x="32996" y="43891"/>
                  </a:cubicBezTo>
                  <a:cubicBezTo>
                    <a:pt x="32943" y="43891"/>
                    <a:pt x="32890" y="43889"/>
                    <a:pt x="32838" y="43886"/>
                  </a:cubicBezTo>
                  <a:cubicBezTo>
                    <a:pt x="31873" y="43827"/>
                    <a:pt x="30909" y="43624"/>
                    <a:pt x="30016" y="43267"/>
                  </a:cubicBezTo>
                  <a:cubicBezTo>
                    <a:pt x="31445" y="42577"/>
                    <a:pt x="32778" y="41696"/>
                    <a:pt x="33969" y="40648"/>
                  </a:cubicBezTo>
                  <a:lnTo>
                    <a:pt x="34076" y="39826"/>
                  </a:lnTo>
                  <a:close/>
                  <a:moveTo>
                    <a:pt x="47959" y="44672"/>
                  </a:moveTo>
                  <a:cubicBezTo>
                    <a:pt x="48673" y="45946"/>
                    <a:pt x="49376" y="47220"/>
                    <a:pt x="50090" y="48506"/>
                  </a:cubicBezTo>
                  <a:cubicBezTo>
                    <a:pt x="50483" y="49197"/>
                    <a:pt x="50876" y="49923"/>
                    <a:pt x="50959" y="50721"/>
                  </a:cubicBezTo>
                  <a:cubicBezTo>
                    <a:pt x="51185" y="52745"/>
                    <a:pt x="49388" y="54495"/>
                    <a:pt x="49292" y="56531"/>
                  </a:cubicBezTo>
                  <a:cubicBezTo>
                    <a:pt x="48114" y="55745"/>
                    <a:pt x="47018" y="54840"/>
                    <a:pt x="46030" y="53840"/>
                  </a:cubicBezTo>
                  <a:cubicBezTo>
                    <a:pt x="45697" y="53495"/>
                    <a:pt x="45363" y="53126"/>
                    <a:pt x="45208" y="52685"/>
                  </a:cubicBezTo>
                  <a:cubicBezTo>
                    <a:pt x="44899" y="51852"/>
                    <a:pt x="45220" y="50935"/>
                    <a:pt x="45542" y="50113"/>
                  </a:cubicBezTo>
                  <a:lnTo>
                    <a:pt x="47423" y="45244"/>
                  </a:lnTo>
                  <a:cubicBezTo>
                    <a:pt x="47875" y="44910"/>
                    <a:pt x="47506" y="45006"/>
                    <a:pt x="47959" y="44672"/>
                  </a:cubicBezTo>
                  <a:close/>
                  <a:moveTo>
                    <a:pt x="58091" y="0"/>
                  </a:moveTo>
                  <a:cubicBezTo>
                    <a:pt x="48733" y="13883"/>
                    <a:pt x="44708" y="18836"/>
                    <a:pt x="35088" y="23646"/>
                  </a:cubicBezTo>
                  <a:cubicBezTo>
                    <a:pt x="36576" y="24848"/>
                    <a:pt x="37922" y="26277"/>
                    <a:pt x="39243" y="27753"/>
                  </a:cubicBezTo>
                  <a:cubicBezTo>
                    <a:pt x="39243" y="27753"/>
                    <a:pt x="38553" y="27063"/>
                    <a:pt x="37279" y="25884"/>
                  </a:cubicBezTo>
                  <a:cubicBezTo>
                    <a:pt x="36636" y="25289"/>
                    <a:pt x="35838" y="24586"/>
                    <a:pt x="34862" y="23872"/>
                  </a:cubicBezTo>
                  <a:cubicBezTo>
                    <a:pt x="34838" y="23848"/>
                    <a:pt x="34802" y="23836"/>
                    <a:pt x="34779" y="23812"/>
                  </a:cubicBezTo>
                  <a:cubicBezTo>
                    <a:pt x="34529" y="23932"/>
                    <a:pt x="34279" y="24051"/>
                    <a:pt x="34017" y="24170"/>
                  </a:cubicBezTo>
                  <a:cubicBezTo>
                    <a:pt x="34910" y="24741"/>
                    <a:pt x="35183" y="25206"/>
                    <a:pt x="35183" y="25206"/>
                  </a:cubicBezTo>
                  <a:cubicBezTo>
                    <a:pt x="34612" y="24896"/>
                    <a:pt x="34017" y="24646"/>
                    <a:pt x="33433" y="24455"/>
                  </a:cubicBezTo>
                  <a:cubicBezTo>
                    <a:pt x="33147" y="24586"/>
                    <a:pt x="32862" y="24717"/>
                    <a:pt x="32564" y="24860"/>
                  </a:cubicBezTo>
                  <a:lnTo>
                    <a:pt x="32088" y="25075"/>
                  </a:lnTo>
                  <a:cubicBezTo>
                    <a:pt x="34386" y="26170"/>
                    <a:pt x="36314" y="27789"/>
                    <a:pt x="39410" y="29956"/>
                  </a:cubicBezTo>
                  <a:cubicBezTo>
                    <a:pt x="39410" y="29956"/>
                    <a:pt x="37743" y="29647"/>
                    <a:pt x="35302" y="29266"/>
                  </a:cubicBezTo>
                  <a:lnTo>
                    <a:pt x="35302" y="29266"/>
                  </a:lnTo>
                  <a:cubicBezTo>
                    <a:pt x="35672" y="29932"/>
                    <a:pt x="35874" y="30670"/>
                    <a:pt x="35803" y="31421"/>
                  </a:cubicBezTo>
                  <a:cubicBezTo>
                    <a:pt x="35767" y="31754"/>
                    <a:pt x="35672" y="32087"/>
                    <a:pt x="35517" y="32385"/>
                  </a:cubicBezTo>
                  <a:cubicBezTo>
                    <a:pt x="35398" y="36231"/>
                    <a:pt x="33886" y="39636"/>
                    <a:pt x="31552" y="41886"/>
                  </a:cubicBezTo>
                  <a:cubicBezTo>
                    <a:pt x="31326" y="41969"/>
                    <a:pt x="31100" y="42041"/>
                    <a:pt x="30850" y="42112"/>
                  </a:cubicBezTo>
                  <a:lnTo>
                    <a:pt x="30850" y="42446"/>
                  </a:lnTo>
                  <a:cubicBezTo>
                    <a:pt x="30766" y="42529"/>
                    <a:pt x="30671" y="42624"/>
                    <a:pt x="30588" y="42708"/>
                  </a:cubicBezTo>
                  <a:cubicBezTo>
                    <a:pt x="29717" y="42833"/>
                    <a:pt x="28730" y="42896"/>
                    <a:pt x="27611" y="42896"/>
                  </a:cubicBezTo>
                  <a:cubicBezTo>
                    <a:pt x="26603" y="42896"/>
                    <a:pt x="25489" y="42845"/>
                    <a:pt x="24253" y="42743"/>
                  </a:cubicBezTo>
                  <a:cubicBezTo>
                    <a:pt x="23146" y="42720"/>
                    <a:pt x="21956" y="42660"/>
                    <a:pt x="20682" y="42529"/>
                  </a:cubicBezTo>
                  <a:cubicBezTo>
                    <a:pt x="20122" y="42470"/>
                    <a:pt x="19550" y="42410"/>
                    <a:pt x="18967" y="42327"/>
                  </a:cubicBezTo>
                  <a:cubicBezTo>
                    <a:pt x="18943" y="42327"/>
                    <a:pt x="18908" y="42315"/>
                    <a:pt x="18884" y="42315"/>
                  </a:cubicBezTo>
                  <a:cubicBezTo>
                    <a:pt x="18872" y="42303"/>
                    <a:pt x="18860" y="42303"/>
                    <a:pt x="18848" y="42291"/>
                  </a:cubicBezTo>
                  <a:cubicBezTo>
                    <a:pt x="18574" y="42184"/>
                    <a:pt x="18324" y="42029"/>
                    <a:pt x="18086" y="41862"/>
                  </a:cubicBezTo>
                  <a:cubicBezTo>
                    <a:pt x="14371" y="41017"/>
                    <a:pt x="11168" y="39672"/>
                    <a:pt x="8513" y="38124"/>
                  </a:cubicBezTo>
                  <a:lnTo>
                    <a:pt x="8513" y="38124"/>
                  </a:lnTo>
                  <a:cubicBezTo>
                    <a:pt x="9311" y="38945"/>
                    <a:pt x="9859" y="39469"/>
                    <a:pt x="9859" y="39469"/>
                  </a:cubicBezTo>
                  <a:cubicBezTo>
                    <a:pt x="9692" y="39398"/>
                    <a:pt x="9525" y="39326"/>
                    <a:pt x="9359" y="39255"/>
                  </a:cubicBezTo>
                  <a:lnTo>
                    <a:pt x="9359" y="39255"/>
                  </a:lnTo>
                  <a:cubicBezTo>
                    <a:pt x="9597" y="39422"/>
                    <a:pt x="9823" y="39588"/>
                    <a:pt x="10061" y="39755"/>
                  </a:cubicBezTo>
                  <a:cubicBezTo>
                    <a:pt x="8644" y="39183"/>
                    <a:pt x="7144" y="38862"/>
                    <a:pt x="5656" y="38814"/>
                  </a:cubicBezTo>
                  <a:cubicBezTo>
                    <a:pt x="6192" y="38743"/>
                    <a:pt x="6727" y="38552"/>
                    <a:pt x="7216" y="38243"/>
                  </a:cubicBezTo>
                  <a:lnTo>
                    <a:pt x="7216" y="38243"/>
                  </a:lnTo>
                  <a:cubicBezTo>
                    <a:pt x="6548" y="38323"/>
                    <a:pt x="5877" y="38365"/>
                    <a:pt x="5206" y="38365"/>
                  </a:cubicBezTo>
                  <a:cubicBezTo>
                    <a:pt x="4585" y="38365"/>
                    <a:pt x="3964" y="38329"/>
                    <a:pt x="3346" y="38255"/>
                  </a:cubicBezTo>
                  <a:cubicBezTo>
                    <a:pt x="3537" y="37850"/>
                    <a:pt x="3703" y="37421"/>
                    <a:pt x="3846" y="36969"/>
                  </a:cubicBezTo>
                  <a:cubicBezTo>
                    <a:pt x="3906" y="36778"/>
                    <a:pt x="3953" y="36576"/>
                    <a:pt x="3929" y="36362"/>
                  </a:cubicBezTo>
                  <a:cubicBezTo>
                    <a:pt x="3894" y="36100"/>
                    <a:pt x="3715" y="35897"/>
                    <a:pt x="3548" y="35719"/>
                  </a:cubicBezTo>
                  <a:cubicBezTo>
                    <a:pt x="3477" y="35623"/>
                    <a:pt x="3394" y="35540"/>
                    <a:pt x="3322" y="35445"/>
                  </a:cubicBezTo>
                  <a:cubicBezTo>
                    <a:pt x="2096" y="34421"/>
                    <a:pt x="989" y="33337"/>
                    <a:pt x="24" y="32266"/>
                  </a:cubicBezTo>
                  <a:cubicBezTo>
                    <a:pt x="12" y="32623"/>
                    <a:pt x="0" y="32992"/>
                    <a:pt x="0" y="33349"/>
                  </a:cubicBezTo>
                  <a:cubicBezTo>
                    <a:pt x="1191" y="45863"/>
                    <a:pt x="3013" y="60174"/>
                    <a:pt x="5323" y="68330"/>
                  </a:cubicBezTo>
                  <a:cubicBezTo>
                    <a:pt x="6037" y="70818"/>
                    <a:pt x="8240" y="73890"/>
                    <a:pt x="11335" y="77224"/>
                  </a:cubicBezTo>
                  <a:lnTo>
                    <a:pt x="50876" y="77224"/>
                  </a:lnTo>
                  <a:cubicBezTo>
                    <a:pt x="49769" y="76700"/>
                    <a:pt x="48721" y="75938"/>
                    <a:pt x="47792" y="74878"/>
                  </a:cubicBezTo>
                  <a:cubicBezTo>
                    <a:pt x="48304" y="74831"/>
                    <a:pt x="48828" y="74783"/>
                    <a:pt x="49352" y="74735"/>
                  </a:cubicBezTo>
                  <a:cubicBezTo>
                    <a:pt x="49257" y="74700"/>
                    <a:pt x="49161" y="74664"/>
                    <a:pt x="49066" y="74628"/>
                  </a:cubicBezTo>
                  <a:cubicBezTo>
                    <a:pt x="49066" y="74628"/>
                    <a:pt x="49792" y="74390"/>
                    <a:pt x="50923" y="74247"/>
                  </a:cubicBezTo>
                  <a:cubicBezTo>
                    <a:pt x="51430" y="74180"/>
                    <a:pt x="52022" y="74132"/>
                    <a:pt x="52680" y="74132"/>
                  </a:cubicBezTo>
                  <a:cubicBezTo>
                    <a:pt x="53431" y="74132"/>
                    <a:pt x="54268" y="74195"/>
                    <a:pt x="55162" y="74366"/>
                  </a:cubicBezTo>
                  <a:cubicBezTo>
                    <a:pt x="56162" y="74271"/>
                    <a:pt x="57174" y="74176"/>
                    <a:pt x="58174" y="74057"/>
                  </a:cubicBezTo>
                  <a:cubicBezTo>
                    <a:pt x="58103" y="74045"/>
                    <a:pt x="58031" y="74045"/>
                    <a:pt x="57960" y="74021"/>
                  </a:cubicBezTo>
                  <a:cubicBezTo>
                    <a:pt x="57960" y="74021"/>
                    <a:pt x="58282" y="73961"/>
                    <a:pt x="58853" y="73842"/>
                  </a:cubicBezTo>
                  <a:cubicBezTo>
                    <a:pt x="59413" y="73723"/>
                    <a:pt x="60234" y="73557"/>
                    <a:pt x="61210" y="73319"/>
                  </a:cubicBezTo>
                  <a:cubicBezTo>
                    <a:pt x="63187" y="72854"/>
                    <a:pt x="65794" y="72128"/>
                    <a:pt x="68723" y="71116"/>
                  </a:cubicBezTo>
                  <a:lnTo>
                    <a:pt x="68723" y="71116"/>
                  </a:lnTo>
                  <a:cubicBezTo>
                    <a:pt x="68723" y="71116"/>
                    <a:pt x="68473" y="71342"/>
                    <a:pt x="67973" y="71699"/>
                  </a:cubicBezTo>
                  <a:cubicBezTo>
                    <a:pt x="67926" y="71735"/>
                    <a:pt x="67866" y="71771"/>
                    <a:pt x="67818" y="71806"/>
                  </a:cubicBezTo>
                  <a:cubicBezTo>
                    <a:pt x="66235" y="74188"/>
                    <a:pt x="64116" y="76081"/>
                    <a:pt x="60639" y="77224"/>
                  </a:cubicBezTo>
                  <a:lnTo>
                    <a:pt x="109312" y="77224"/>
                  </a:lnTo>
                  <a:cubicBezTo>
                    <a:pt x="113657" y="72866"/>
                    <a:pt x="117408" y="68139"/>
                    <a:pt x="120075" y="63127"/>
                  </a:cubicBezTo>
                  <a:lnTo>
                    <a:pt x="120075" y="63127"/>
                  </a:lnTo>
                  <a:cubicBezTo>
                    <a:pt x="116467" y="67961"/>
                    <a:pt x="113527" y="70830"/>
                    <a:pt x="112110" y="72092"/>
                  </a:cubicBezTo>
                  <a:cubicBezTo>
                    <a:pt x="112110" y="72092"/>
                    <a:pt x="112110" y="72104"/>
                    <a:pt x="112110" y="72104"/>
                  </a:cubicBezTo>
                  <a:cubicBezTo>
                    <a:pt x="108433" y="75897"/>
                    <a:pt x="107219" y="77131"/>
                    <a:pt x="107194" y="77131"/>
                  </a:cubicBezTo>
                  <a:cubicBezTo>
                    <a:pt x="107149" y="77131"/>
                    <a:pt x="111216" y="72867"/>
                    <a:pt x="111217" y="72866"/>
                  </a:cubicBezTo>
                  <a:lnTo>
                    <a:pt x="111217" y="72866"/>
                  </a:lnTo>
                  <a:lnTo>
                    <a:pt x="109276" y="74342"/>
                  </a:lnTo>
                  <a:lnTo>
                    <a:pt x="110729" y="72390"/>
                  </a:lnTo>
                  <a:cubicBezTo>
                    <a:pt x="115420" y="66103"/>
                    <a:pt x="119253" y="55793"/>
                    <a:pt x="120885" y="51030"/>
                  </a:cubicBezTo>
                  <a:lnTo>
                    <a:pt x="120885" y="51030"/>
                  </a:lnTo>
                  <a:cubicBezTo>
                    <a:pt x="119361" y="53304"/>
                    <a:pt x="115432" y="58781"/>
                    <a:pt x="109907" y="63794"/>
                  </a:cubicBezTo>
                  <a:cubicBezTo>
                    <a:pt x="109514" y="64151"/>
                    <a:pt x="109121" y="64496"/>
                    <a:pt x="108728" y="64829"/>
                  </a:cubicBezTo>
                  <a:cubicBezTo>
                    <a:pt x="108716" y="64841"/>
                    <a:pt x="108704" y="64853"/>
                    <a:pt x="108693" y="64865"/>
                  </a:cubicBezTo>
                  <a:cubicBezTo>
                    <a:pt x="98346" y="73747"/>
                    <a:pt x="89762" y="74414"/>
                    <a:pt x="87452" y="74414"/>
                  </a:cubicBezTo>
                  <a:cubicBezTo>
                    <a:pt x="87071" y="74414"/>
                    <a:pt x="86857" y="74402"/>
                    <a:pt x="86845" y="74390"/>
                  </a:cubicBezTo>
                  <a:lnTo>
                    <a:pt x="84023" y="74104"/>
                  </a:lnTo>
                  <a:lnTo>
                    <a:pt x="86833" y="73723"/>
                  </a:lnTo>
                  <a:cubicBezTo>
                    <a:pt x="88881" y="73438"/>
                    <a:pt x="91357" y="72211"/>
                    <a:pt x="93393" y="70997"/>
                  </a:cubicBezTo>
                  <a:cubicBezTo>
                    <a:pt x="94453" y="70366"/>
                    <a:pt x="95393" y="69747"/>
                    <a:pt x="96096" y="69259"/>
                  </a:cubicBezTo>
                  <a:lnTo>
                    <a:pt x="96096" y="69259"/>
                  </a:lnTo>
                  <a:cubicBezTo>
                    <a:pt x="95631" y="69330"/>
                    <a:pt x="95179" y="69378"/>
                    <a:pt x="94738" y="69401"/>
                  </a:cubicBezTo>
                  <a:cubicBezTo>
                    <a:pt x="94156" y="69461"/>
                    <a:pt x="93518" y="69500"/>
                    <a:pt x="92853" y="69500"/>
                  </a:cubicBezTo>
                  <a:cubicBezTo>
                    <a:pt x="90733" y="69500"/>
                    <a:pt x="88327" y="69101"/>
                    <a:pt x="86487" y="67687"/>
                  </a:cubicBezTo>
                  <a:lnTo>
                    <a:pt x="86487" y="67687"/>
                  </a:lnTo>
                  <a:lnTo>
                    <a:pt x="86499" y="67699"/>
                  </a:lnTo>
                  <a:cubicBezTo>
                    <a:pt x="85868" y="67354"/>
                    <a:pt x="85511" y="67092"/>
                    <a:pt x="85452" y="67056"/>
                  </a:cubicBezTo>
                  <a:lnTo>
                    <a:pt x="83916" y="65889"/>
                  </a:lnTo>
                  <a:lnTo>
                    <a:pt x="85761" y="66449"/>
                  </a:lnTo>
                  <a:cubicBezTo>
                    <a:pt x="87203" y="66889"/>
                    <a:pt x="88644" y="67109"/>
                    <a:pt x="90078" y="67109"/>
                  </a:cubicBezTo>
                  <a:cubicBezTo>
                    <a:pt x="92599" y="67109"/>
                    <a:pt x="95102" y="66430"/>
                    <a:pt x="97560" y="65079"/>
                  </a:cubicBezTo>
                  <a:cubicBezTo>
                    <a:pt x="102763" y="62198"/>
                    <a:pt x="107347" y="56650"/>
                    <a:pt x="111312" y="49959"/>
                  </a:cubicBezTo>
                  <a:cubicBezTo>
                    <a:pt x="116003" y="40422"/>
                    <a:pt x="120980" y="27742"/>
                    <a:pt x="124111" y="19431"/>
                  </a:cubicBezTo>
                  <a:cubicBezTo>
                    <a:pt x="124837" y="17074"/>
                    <a:pt x="125492" y="14835"/>
                    <a:pt x="126064" y="12775"/>
                  </a:cubicBezTo>
                  <a:lnTo>
                    <a:pt x="126064" y="12775"/>
                  </a:lnTo>
                  <a:cubicBezTo>
                    <a:pt x="124861" y="14704"/>
                    <a:pt x="123635" y="16466"/>
                    <a:pt x="122480" y="18038"/>
                  </a:cubicBezTo>
                  <a:cubicBezTo>
                    <a:pt x="121027" y="20074"/>
                    <a:pt x="119480" y="22038"/>
                    <a:pt x="117825" y="23908"/>
                  </a:cubicBezTo>
                  <a:cubicBezTo>
                    <a:pt x="117372" y="24420"/>
                    <a:pt x="117027" y="24813"/>
                    <a:pt x="116789" y="25075"/>
                  </a:cubicBezTo>
                  <a:cubicBezTo>
                    <a:pt x="117729" y="24967"/>
                    <a:pt x="118551" y="24801"/>
                    <a:pt x="119218" y="24527"/>
                  </a:cubicBezTo>
                  <a:lnTo>
                    <a:pt x="119218" y="24527"/>
                  </a:lnTo>
                  <a:cubicBezTo>
                    <a:pt x="119218" y="24527"/>
                    <a:pt x="115717" y="30813"/>
                    <a:pt x="108645" y="35707"/>
                  </a:cubicBezTo>
                  <a:lnTo>
                    <a:pt x="108359" y="35969"/>
                  </a:lnTo>
                  <a:cubicBezTo>
                    <a:pt x="108169" y="36147"/>
                    <a:pt x="107966" y="36350"/>
                    <a:pt x="107919" y="36612"/>
                  </a:cubicBezTo>
                  <a:cubicBezTo>
                    <a:pt x="107883" y="36814"/>
                    <a:pt x="107942" y="37016"/>
                    <a:pt x="108014" y="37207"/>
                  </a:cubicBezTo>
                  <a:cubicBezTo>
                    <a:pt x="108181" y="37648"/>
                    <a:pt x="108383" y="38076"/>
                    <a:pt x="108621" y="38493"/>
                  </a:cubicBezTo>
                  <a:cubicBezTo>
                    <a:pt x="107894" y="38560"/>
                    <a:pt x="107166" y="38593"/>
                    <a:pt x="106439" y="38593"/>
                  </a:cubicBezTo>
                  <a:cubicBezTo>
                    <a:pt x="105618" y="38593"/>
                    <a:pt x="104798" y="38551"/>
                    <a:pt x="103978" y="38469"/>
                  </a:cubicBezTo>
                  <a:lnTo>
                    <a:pt x="103978" y="38469"/>
                  </a:lnTo>
                  <a:cubicBezTo>
                    <a:pt x="104561" y="38779"/>
                    <a:pt x="105204" y="38969"/>
                    <a:pt x="105847" y="39041"/>
                  </a:cubicBezTo>
                  <a:cubicBezTo>
                    <a:pt x="104347" y="39088"/>
                    <a:pt x="102847" y="39326"/>
                    <a:pt x="101394" y="39731"/>
                  </a:cubicBezTo>
                  <a:cubicBezTo>
                    <a:pt x="98858" y="40850"/>
                    <a:pt x="96155" y="41577"/>
                    <a:pt x="93453" y="42041"/>
                  </a:cubicBezTo>
                  <a:cubicBezTo>
                    <a:pt x="91262" y="42470"/>
                    <a:pt x="89095" y="42755"/>
                    <a:pt x="87071" y="42934"/>
                  </a:cubicBezTo>
                  <a:cubicBezTo>
                    <a:pt x="86273" y="42993"/>
                    <a:pt x="85487" y="43041"/>
                    <a:pt x="84737" y="43077"/>
                  </a:cubicBezTo>
                  <a:cubicBezTo>
                    <a:pt x="84356" y="43089"/>
                    <a:pt x="83987" y="43089"/>
                    <a:pt x="83618" y="43101"/>
                  </a:cubicBezTo>
                  <a:cubicBezTo>
                    <a:pt x="83439" y="42993"/>
                    <a:pt x="83273" y="42898"/>
                    <a:pt x="83106" y="42791"/>
                  </a:cubicBezTo>
                  <a:cubicBezTo>
                    <a:pt x="80606" y="42779"/>
                    <a:pt x="78415" y="42660"/>
                    <a:pt x="76808" y="42612"/>
                  </a:cubicBezTo>
                  <a:cubicBezTo>
                    <a:pt x="72045" y="42470"/>
                    <a:pt x="70093" y="32242"/>
                    <a:pt x="70759" y="29516"/>
                  </a:cubicBezTo>
                  <a:lnTo>
                    <a:pt x="70759" y="29516"/>
                  </a:lnTo>
                  <a:cubicBezTo>
                    <a:pt x="67616" y="29920"/>
                    <a:pt x="65449" y="30254"/>
                    <a:pt x="65449" y="30254"/>
                  </a:cubicBezTo>
                  <a:cubicBezTo>
                    <a:pt x="71105" y="26956"/>
                    <a:pt x="73533" y="24932"/>
                    <a:pt x="79189" y="24134"/>
                  </a:cubicBezTo>
                  <a:cubicBezTo>
                    <a:pt x="79189" y="24134"/>
                    <a:pt x="78745" y="24095"/>
                    <a:pt x="78013" y="24095"/>
                  </a:cubicBezTo>
                  <a:cubicBezTo>
                    <a:pt x="76375" y="24095"/>
                    <a:pt x="73294" y="24289"/>
                    <a:pt x="70497" y="25539"/>
                  </a:cubicBezTo>
                  <a:cubicBezTo>
                    <a:pt x="70497" y="25539"/>
                    <a:pt x="72627" y="22599"/>
                    <a:pt x="83061" y="22599"/>
                  </a:cubicBezTo>
                  <a:cubicBezTo>
                    <a:pt x="84224" y="22599"/>
                    <a:pt x="85490" y="22636"/>
                    <a:pt x="86868" y="22717"/>
                  </a:cubicBezTo>
                  <a:cubicBezTo>
                    <a:pt x="89190" y="22848"/>
                    <a:pt x="91500" y="23050"/>
                    <a:pt x="93762" y="23277"/>
                  </a:cubicBezTo>
                  <a:lnTo>
                    <a:pt x="94477" y="23277"/>
                  </a:lnTo>
                  <a:cubicBezTo>
                    <a:pt x="93298" y="23134"/>
                    <a:pt x="92012" y="23003"/>
                    <a:pt x="90631" y="22860"/>
                  </a:cubicBezTo>
                  <a:cubicBezTo>
                    <a:pt x="88857" y="22681"/>
                    <a:pt x="86928" y="22503"/>
                    <a:pt x="84868" y="22300"/>
                  </a:cubicBezTo>
                  <a:cubicBezTo>
                    <a:pt x="82998" y="22149"/>
                    <a:pt x="81029" y="21899"/>
                    <a:pt x="78998" y="21899"/>
                  </a:cubicBezTo>
                  <a:cubicBezTo>
                    <a:pt x="78792" y="21899"/>
                    <a:pt x="78586" y="21902"/>
                    <a:pt x="78379" y="21907"/>
                  </a:cubicBezTo>
                  <a:cubicBezTo>
                    <a:pt x="77248" y="21943"/>
                    <a:pt x="76105" y="22074"/>
                    <a:pt x="74986" y="22396"/>
                  </a:cubicBezTo>
                  <a:cubicBezTo>
                    <a:pt x="73867" y="22705"/>
                    <a:pt x="72760" y="23170"/>
                    <a:pt x="71700" y="23741"/>
                  </a:cubicBezTo>
                  <a:cubicBezTo>
                    <a:pt x="69569" y="24896"/>
                    <a:pt x="67592" y="26456"/>
                    <a:pt x="65628" y="28051"/>
                  </a:cubicBezTo>
                  <a:cubicBezTo>
                    <a:pt x="65628" y="28051"/>
                    <a:pt x="66413" y="27289"/>
                    <a:pt x="67926" y="25991"/>
                  </a:cubicBezTo>
                  <a:cubicBezTo>
                    <a:pt x="68688" y="25360"/>
                    <a:pt x="69640" y="24598"/>
                    <a:pt x="70819" y="23824"/>
                  </a:cubicBezTo>
                  <a:cubicBezTo>
                    <a:pt x="72009" y="23062"/>
                    <a:pt x="73450" y="22288"/>
                    <a:pt x="75188" y="21812"/>
                  </a:cubicBezTo>
                  <a:cubicBezTo>
                    <a:pt x="76432" y="21452"/>
                    <a:pt x="77811" y="21314"/>
                    <a:pt x="79259" y="21314"/>
                  </a:cubicBezTo>
                  <a:cubicBezTo>
                    <a:pt x="79822" y="21314"/>
                    <a:pt x="80395" y="21335"/>
                    <a:pt x="80975" y="21372"/>
                  </a:cubicBezTo>
                  <a:cubicBezTo>
                    <a:pt x="82796" y="21491"/>
                    <a:pt x="84701" y="21681"/>
                    <a:pt x="86702" y="21884"/>
                  </a:cubicBezTo>
                  <a:lnTo>
                    <a:pt x="87440" y="21169"/>
                  </a:lnTo>
                  <a:cubicBezTo>
                    <a:pt x="89488" y="19181"/>
                    <a:pt x="90905" y="16407"/>
                    <a:pt x="91893" y="13454"/>
                  </a:cubicBezTo>
                  <a:lnTo>
                    <a:pt x="91893" y="13454"/>
                  </a:lnTo>
                  <a:cubicBezTo>
                    <a:pt x="87464" y="14168"/>
                    <a:pt x="83058" y="15073"/>
                    <a:pt x="78689" y="16097"/>
                  </a:cubicBezTo>
                  <a:cubicBezTo>
                    <a:pt x="78534" y="16192"/>
                    <a:pt x="78379" y="16300"/>
                    <a:pt x="78213" y="16383"/>
                  </a:cubicBezTo>
                  <a:lnTo>
                    <a:pt x="78117" y="16228"/>
                  </a:lnTo>
                  <a:cubicBezTo>
                    <a:pt x="77378" y="16402"/>
                    <a:pt x="76626" y="16563"/>
                    <a:pt x="75875" y="16563"/>
                  </a:cubicBezTo>
                  <a:cubicBezTo>
                    <a:pt x="75598" y="16563"/>
                    <a:pt x="75321" y="16541"/>
                    <a:pt x="75046" y="16490"/>
                  </a:cubicBezTo>
                  <a:cubicBezTo>
                    <a:pt x="74700" y="16431"/>
                    <a:pt x="74343" y="16300"/>
                    <a:pt x="74022" y="16121"/>
                  </a:cubicBezTo>
                  <a:cubicBezTo>
                    <a:pt x="71283" y="17574"/>
                    <a:pt x="68402" y="18467"/>
                    <a:pt x="65544" y="18693"/>
                  </a:cubicBezTo>
                  <a:lnTo>
                    <a:pt x="64354" y="18788"/>
                  </a:lnTo>
                  <a:lnTo>
                    <a:pt x="65318" y="18086"/>
                  </a:lnTo>
                  <a:cubicBezTo>
                    <a:pt x="67580" y="16419"/>
                    <a:pt x="69509" y="14335"/>
                    <a:pt x="71033" y="11978"/>
                  </a:cubicBezTo>
                  <a:cubicBezTo>
                    <a:pt x="71664" y="10585"/>
                    <a:pt x="72164" y="9144"/>
                    <a:pt x="72521" y="7656"/>
                  </a:cubicBezTo>
                  <a:cubicBezTo>
                    <a:pt x="72748" y="6715"/>
                    <a:pt x="72855" y="5560"/>
                    <a:pt x="72105" y="4953"/>
                  </a:cubicBezTo>
                  <a:cubicBezTo>
                    <a:pt x="71816" y="4721"/>
                    <a:pt x="71471" y="4630"/>
                    <a:pt x="71109" y="4630"/>
                  </a:cubicBezTo>
                  <a:cubicBezTo>
                    <a:pt x="70634" y="4630"/>
                    <a:pt x="70128" y="4786"/>
                    <a:pt x="69676" y="4989"/>
                  </a:cubicBezTo>
                  <a:cubicBezTo>
                    <a:pt x="62342" y="11871"/>
                    <a:pt x="53924" y="17645"/>
                    <a:pt x="44851" y="21931"/>
                  </a:cubicBezTo>
                  <a:cubicBezTo>
                    <a:pt x="44315" y="22288"/>
                    <a:pt x="43780" y="22634"/>
                    <a:pt x="43244" y="22979"/>
                  </a:cubicBezTo>
                  <a:cubicBezTo>
                    <a:pt x="43292" y="22931"/>
                    <a:pt x="43542" y="22717"/>
                    <a:pt x="43946" y="22360"/>
                  </a:cubicBezTo>
                  <a:lnTo>
                    <a:pt x="43946" y="22360"/>
                  </a:lnTo>
                  <a:cubicBezTo>
                    <a:pt x="42768" y="22908"/>
                    <a:pt x="41577" y="23420"/>
                    <a:pt x="40375" y="23920"/>
                  </a:cubicBezTo>
                  <a:lnTo>
                    <a:pt x="38017" y="24884"/>
                  </a:lnTo>
                  <a:lnTo>
                    <a:pt x="38017" y="24884"/>
                  </a:lnTo>
                  <a:lnTo>
                    <a:pt x="40041" y="23336"/>
                  </a:lnTo>
                  <a:cubicBezTo>
                    <a:pt x="41958" y="21872"/>
                    <a:pt x="43684" y="20395"/>
                    <a:pt x="45280" y="18859"/>
                  </a:cubicBezTo>
                  <a:cubicBezTo>
                    <a:pt x="49602" y="13573"/>
                    <a:pt x="53543" y="7989"/>
                    <a:pt x="57067" y="2143"/>
                  </a:cubicBezTo>
                  <a:cubicBezTo>
                    <a:pt x="57174" y="1941"/>
                    <a:pt x="57281" y="1726"/>
                    <a:pt x="57389" y="1524"/>
                  </a:cubicBezTo>
                  <a:cubicBezTo>
                    <a:pt x="57615" y="1024"/>
                    <a:pt x="57853" y="524"/>
                    <a:pt x="58091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46"/>
            <p:cNvSpPr/>
            <p:nvPr/>
          </p:nvSpPr>
          <p:spPr>
            <a:xfrm>
              <a:off x="2126151" y="2052775"/>
              <a:ext cx="3151600" cy="2073775"/>
            </a:xfrm>
            <a:custGeom>
              <a:rect b="b" l="l" r="r" t="t"/>
              <a:pathLst>
                <a:path extrusionOk="0" h="82951" w="126064">
                  <a:moveTo>
                    <a:pt x="112110" y="72092"/>
                  </a:moveTo>
                  <a:cubicBezTo>
                    <a:pt x="112110" y="72092"/>
                    <a:pt x="112110" y="72104"/>
                    <a:pt x="112110" y="72104"/>
                  </a:cubicBezTo>
                  <a:cubicBezTo>
                    <a:pt x="101596" y="82951"/>
                    <a:pt x="111217" y="72866"/>
                    <a:pt x="111217" y="72866"/>
                  </a:cubicBezTo>
                  <a:lnTo>
                    <a:pt x="109276" y="74342"/>
                  </a:lnTo>
                  <a:lnTo>
                    <a:pt x="110729" y="72390"/>
                  </a:lnTo>
                  <a:cubicBezTo>
                    <a:pt x="115420" y="66103"/>
                    <a:pt x="119253" y="55793"/>
                    <a:pt x="120885" y="51030"/>
                  </a:cubicBezTo>
                  <a:cubicBezTo>
                    <a:pt x="119361" y="53304"/>
                    <a:pt x="115432" y="58781"/>
                    <a:pt x="109907" y="63794"/>
                  </a:cubicBezTo>
                  <a:cubicBezTo>
                    <a:pt x="109514" y="64151"/>
                    <a:pt x="109121" y="64496"/>
                    <a:pt x="108728" y="64829"/>
                  </a:cubicBezTo>
                  <a:cubicBezTo>
                    <a:pt x="108716" y="64841"/>
                    <a:pt x="108704" y="64853"/>
                    <a:pt x="108693" y="64865"/>
                  </a:cubicBezTo>
                  <a:cubicBezTo>
                    <a:pt x="98346" y="73747"/>
                    <a:pt x="89762" y="74414"/>
                    <a:pt x="87452" y="74414"/>
                  </a:cubicBezTo>
                  <a:cubicBezTo>
                    <a:pt x="87071" y="74414"/>
                    <a:pt x="86857" y="74402"/>
                    <a:pt x="86845" y="74390"/>
                  </a:cubicBezTo>
                  <a:lnTo>
                    <a:pt x="84023" y="74104"/>
                  </a:lnTo>
                  <a:lnTo>
                    <a:pt x="86833" y="73723"/>
                  </a:lnTo>
                  <a:cubicBezTo>
                    <a:pt x="88881" y="73438"/>
                    <a:pt x="91357" y="72211"/>
                    <a:pt x="93393" y="70997"/>
                  </a:cubicBezTo>
                  <a:cubicBezTo>
                    <a:pt x="94453" y="70366"/>
                    <a:pt x="95393" y="69747"/>
                    <a:pt x="96096" y="69259"/>
                  </a:cubicBezTo>
                  <a:cubicBezTo>
                    <a:pt x="95631" y="69330"/>
                    <a:pt x="95179" y="69378"/>
                    <a:pt x="94738" y="69401"/>
                  </a:cubicBezTo>
                  <a:cubicBezTo>
                    <a:pt x="92298" y="69651"/>
                    <a:pt x="88904" y="69544"/>
                    <a:pt x="86487" y="67687"/>
                  </a:cubicBezTo>
                  <a:lnTo>
                    <a:pt x="86499" y="67699"/>
                  </a:lnTo>
                  <a:cubicBezTo>
                    <a:pt x="85868" y="67354"/>
                    <a:pt x="85511" y="67092"/>
                    <a:pt x="85452" y="67056"/>
                  </a:cubicBezTo>
                  <a:lnTo>
                    <a:pt x="83916" y="65889"/>
                  </a:lnTo>
                  <a:lnTo>
                    <a:pt x="85761" y="66449"/>
                  </a:lnTo>
                  <a:cubicBezTo>
                    <a:pt x="89738" y="67663"/>
                    <a:pt x="93703" y="67199"/>
                    <a:pt x="97560" y="65079"/>
                  </a:cubicBezTo>
                  <a:cubicBezTo>
                    <a:pt x="102763" y="62198"/>
                    <a:pt x="107347" y="56650"/>
                    <a:pt x="111312" y="49959"/>
                  </a:cubicBezTo>
                  <a:cubicBezTo>
                    <a:pt x="116003" y="40422"/>
                    <a:pt x="120980" y="27742"/>
                    <a:pt x="124111" y="19431"/>
                  </a:cubicBezTo>
                  <a:cubicBezTo>
                    <a:pt x="124837" y="17074"/>
                    <a:pt x="125492" y="14835"/>
                    <a:pt x="126064" y="12775"/>
                  </a:cubicBezTo>
                  <a:cubicBezTo>
                    <a:pt x="124861" y="14704"/>
                    <a:pt x="123635" y="16466"/>
                    <a:pt x="122480" y="18038"/>
                  </a:cubicBezTo>
                  <a:cubicBezTo>
                    <a:pt x="121027" y="20074"/>
                    <a:pt x="119480" y="22038"/>
                    <a:pt x="117825" y="23908"/>
                  </a:cubicBezTo>
                  <a:cubicBezTo>
                    <a:pt x="117825" y="23908"/>
                    <a:pt x="117825" y="23908"/>
                    <a:pt x="117825" y="23908"/>
                  </a:cubicBezTo>
                  <a:cubicBezTo>
                    <a:pt x="117372" y="24420"/>
                    <a:pt x="117027" y="24813"/>
                    <a:pt x="116789" y="25075"/>
                  </a:cubicBezTo>
                  <a:cubicBezTo>
                    <a:pt x="117729" y="24967"/>
                    <a:pt x="118551" y="24801"/>
                    <a:pt x="119218" y="24527"/>
                  </a:cubicBezTo>
                  <a:cubicBezTo>
                    <a:pt x="119218" y="24527"/>
                    <a:pt x="115717" y="30813"/>
                    <a:pt x="108645" y="35707"/>
                  </a:cubicBezTo>
                  <a:lnTo>
                    <a:pt x="108359" y="35969"/>
                  </a:lnTo>
                  <a:cubicBezTo>
                    <a:pt x="108169" y="36147"/>
                    <a:pt x="107966" y="36350"/>
                    <a:pt x="107919" y="36612"/>
                  </a:cubicBezTo>
                  <a:cubicBezTo>
                    <a:pt x="107883" y="36814"/>
                    <a:pt x="107942" y="37016"/>
                    <a:pt x="108014" y="37207"/>
                  </a:cubicBezTo>
                  <a:cubicBezTo>
                    <a:pt x="108181" y="37648"/>
                    <a:pt x="108383" y="38076"/>
                    <a:pt x="108621" y="38493"/>
                  </a:cubicBezTo>
                  <a:cubicBezTo>
                    <a:pt x="107073" y="38636"/>
                    <a:pt x="105526" y="38624"/>
                    <a:pt x="103978" y="38469"/>
                  </a:cubicBezTo>
                  <a:cubicBezTo>
                    <a:pt x="104561" y="38779"/>
                    <a:pt x="105204" y="38969"/>
                    <a:pt x="105847" y="39041"/>
                  </a:cubicBezTo>
                  <a:cubicBezTo>
                    <a:pt x="104347" y="39088"/>
                    <a:pt x="102847" y="39326"/>
                    <a:pt x="101394" y="39731"/>
                  </a:cubicBezTo>
                  <a:cubicBezTo>
                    <a:pt x="98858" y="40850"/>
                    <a:pt x="96155" y="41577"/>
                    <a:pt x="93453" y="42041"/>
                  </a:cubicBezTo>
                  <a:cubicBezTo>
                    <a:pt x="91262" y="42470"/>
                    <a:pt x="89095" y="42755"/>
                    <a:pt x="87071" y="42934"/>
                  </a:cubicBezTo>
                  <a:cubicBezTo>
                    <a:pt x="86273" y="42993"/>
                    <a:pt x="85487" y="43041"/>
                    <a:pt x="84737" y="43077"/>
                  </a:cubicBezTo>
                  <a:cubicBezTo>
                    <a:pt x="84356" y="43089"/>
                    <a:pt x="83987" y="43089"/>
                    <a:pt x="83618" y="43101"/>
                  </a:cubicBezTo>
                  <a:cubicBezTo>
                    <a:pt x="83439" y="42993"/>
                    <a:pt x="83273" y="42898"/>
                    <a:pt x="83106" y="42791"/>
                  </a:cubicBezTo>
                  <a:cubicBezTo>
                    <a:pt x="80606" y="42779"/>
                    <a:pt x="78415" y="42660"/>
                    <a:pt x="76808" y="42612"/>
                  </a:cubicBezTo>
                  <a:cubicBezTo>
                    <a:pt x="72045" y="42470"/>
                    <a:pt x="70093" y="32242"/>
                    <a:pt x="70759" y="29516"/>
                  </a:cubicBezTo>
                  <a:cubicBezTo>
                    <a:pt x="67616" y="29920"/>
                    <a:pt x="65449" y="30254"/>
                    <a:pt x="65449" y="30254"/>
                  </a:cubicBezTo>
                  <a:cubicBezTo>
                    <a:pt x="71105" y="26956"/>
                    <a:pt x="73533" y="24932"/>
                    <a:pt x="79189" y="24134"/>
                  </a:cubicBezTo>
                  <a:cubicBezTo>
                    <a:pt x="79189" y="24134"/>
                    <a:pt x="74545" y="23729"/>
                    <a:pt x="70497" y="25539"/>
                  </a:cubicBezTo>
                  <a:cubicBezTo>
                    <a:pt x="70497" y="25539"/>
                    <a:pt x="73129" y="21907"/>
                    <a:pt x="86868" y="22717"/>
                  </a:cubicBezTo>
                  <a:cubicBezTo>
                    <a:pt x="89190" y="22848"/>
                    <a:pt x="91500" y="23050"/>
                    <a:pt x="93762" y="23277"/>
                  </a:cubicBezTo>
                  <a:cubicBezTo>
                    <a:pt x="94000" y="23277"/>
                    <a:pt x="94238" y="23277"/>
                    <a:pt x="94477" y="23277"/>
                  </a:cubicBezTo>
                  <a:cubicBezTo>
                    <a:pt x="93298" y="23134"/>
                    <a:pt x="92012" y="23003"/>
                    <a:pt x="90631" y="22860"/>
                  </a:cubicBezTo>
                  <a:cubicBezTo>
                    <a:pt x="88857" y="22681"/>
                    <a:pt x="86928" y="22503"/>
                    <a:pt x="84868" y="22300"/>
                  </a:cubicBezTo>
                  <a:cubicBezTo>
                    <a:pt x="82808" y="22134"/>
                    <a:pt x="80630" y="21848"/>
                    <a:pt x="78379" y="21907"/>
                  </a:cubicBezTo>
                  <a:cubicBezTo>
                    <a:pt x="77248" y="21943"/>
                    <a:pt x="76105" y="22074"/>
                    <a:pt x="74986" y="22396"/>
                  </a:cubicBezTo>
                  <a:cubicBezTo>
                    <a:pt x="73867" y="22705"/>
                    <a:pt x="72760" y="23170"/>
                    <a:pt x="71700" y="23741"/>
                  </a:cubicBezTo>
                  <a:cubicBezTo>
                    <a:pt x="69569" y="24896"/>
                    <a:pt x="67592" y="26456"/>
                    <a:pt x="65628" y="28051"/>
                  </a:cubicBezTo>
                  <a:cubicBezTo>
                    <a:pt x="65628" y="28051"/>
                    <a:pt x="66413" y="27289"/>
                    <a:pt x="67926" y="25991"/>
                  </a:cubicBezTo>
                  <a:cubicBezTo>
                    <a:pt x="68688" y="25360"/>
                    <a:pt x="69640" y="24598"/>
                    <a:pt x="70819" y="23824"/>
                  </a:cubicBezTo>
                  <a:cubicBezTo>
                    <a:pt x="72009" y="23062"/>
                    <a:pt x="73450" y="22288"/>
                    <a:pt x="75188" y="21812"/>
                  </a:cubicBezTo>
                  <a:cubicBezTo>
                    <a:pt x="76915" y="21312"/>
                    <a:pt x="78903" y="21241"/>
                    <a:pt x="80975" y="21372"/>
                  </a:cubicBezTo>
                  <a:cubicBezTo>
                    <a:pt x="82796" y="21491"/>
                    <a:pt x="84701" y="21681"/>
                    <a:pt x="86702" y="21884"/>
                  </a:cubicBezTo>
                  <a:lnTo>
                    <a:pt x="87440" y="21169"/>
                  </a:lnTo>
                  <a:cubicBezTo>
                    <a:pt x="89488" y="19181"/>
                    <a:pt x="90905" y="16407"/>
                    <a:pt x="91893" y="13454"/>
                  </a:cubicBezTo>
                  <a:cubicBezTo>
                    <a:pt x="87464" y="14168"/>
                    <a:pt x="83058" y="15073"/>
                    <a:pt x="78689" y="16097"/>
                  </a:cubicBezTo>
                  <a:cubicBezTo>
                    <a:pt x="78534" y="16192"/>
                    <a:pt x="78379" y="16300"/>
                    <a:pt x="78213" y="16383"/>
                  </a:cubicBezTo>
                  <a:lnTo>
                    <a:pt x="78117" y="16228"/>
                  </a:lnTo>
                  <a:cubicBezTo>
                    <a:pt x="77105" y="16466"/>
                    <a:pt x="76069" y="16681"/>
                    <a:pt x="75046" y="16490"/>
                  </a:cubicBezTo>
                  <a:cubicBezTo>
                    <a:pt x="74700" y="16431"/>
                    <a:pt x="74343" y="16300"/>
                    <a:pt x="74022" y="16121"/>
                  </a:cubicBezTo>
                  <a:cubicBezTo>
                    <a:pt x="71283" y="17574"/>
                    <a:pt x="68402" y="18467"/>
                    <a:pt x="65544" y="18693"/>
                  </a:cubicBezTo>
                  <a:lnTo>
                    <a:pt x="64354" y="18788"/>
                  </a:lnTo>
                  <a:lnTo>
                    <a:pt x="65318" y="18086"/>
                  </a:lnTo>
                  <a:cubicBezTo>
                    <a:pt x="67580" y="16419"/>
                    <a:pt x="69509" y="14335"/>
                    <a:pt x="71033" y="11978"/>
                  </a:cubicBezTo>
                  <a:cubicBezTo>
                    <a:pt x="71664" y="10585"/>
                    <a:pt x="72164" y="9144"/>
                    <a:pt x="72521" y="7656"/>
                  </a:cubicBezTo>
                  <a:cubicBezTo>
                    <a:pt x="72748" y="6715"/>
                    <a:pt x="72855" y="5560"/>
                    <a:pt x="72105" y="4953"/>
                  </a:cubicBezTo>
                  <a:cubicBezTo>
                    <a:pt x="71438" y="4417"/>
                    <a:pt x="70474" y="4632"/>
                    <a:pt x="69676" y="4989"/>
                  </a:cubicBezTo>
                  <a:cubicBezTo>
                    <a:pt x="62342" y="11871"/>
                    <a:pt x="53924" y="17645"/>
                    <a:pt x="44851" y="21931"/>
                  </a:cubicBezTo>
                  <a:cubicBezTo>
                    <a:pt x="44315" y="22288"/>
                    <a:pt x="43780" y="22634"/>
                    <a:pt x="43244" y="22979"/>
                  </a:cubicBezTo>
                  <a:cubicBezTo>
                    <a:pt x="43292" y="22931"/>
                    <a:pt x="43542" y="22717"/>
                    <a:pt x="43946" y="22360"/>
                  </a:cubicBezTo>
                  <a:cubicBezTo>
                    <a:pt x="42768" y="22908"/>
                    <a:pt x="41577" y="23420"/>
                    <a:pt x="40375" y="23920"/>
                  </a:cubicBezTo>
                  <a:lnTo>
                    <a:pt x="38017" y="24884"/>
                  </a:lnTo>
                  <a:lnTo>
                    <a:pt x="40041" y="23336"/>
                  </a:lnTo>
                  <a:cubicBezTo>
                    <a:pt x="41958" y="21872"/>
                    <a:pt x="43684" y="20395"/>
                    <a:pt x="45280" y="18859"/>
                  </a:cubicBezTo>
                  <a:cubicBezTo>
                    <a:pt x="49602" y="13573"/>
                    <a:pt x="53543" y="7989"/>
                    <a:pt x="57067" y="2143"/>
                  </a:cubicBezTo>
                  <a:cubicBezTo>
                    <a:pt x="57174" y="1941"/>
                    <a:pt x="57281" y="1726"/>
                    <a:pt x="57389" y="1524"/>
                  </a:cubicBezTo>
                  <a:cubicBezTo>
                    <a:pt x="57615" y="1024"/>
                    <a:pt x="57853" y="524"/>
                    <a:pt x="58091" y="0"/>
                  </a:cubicBezTo>
                  <a:cubicBezTo>
                    <a:pt x="48733" y="13883"/>
                    <a:pt x="44708" y="18836"/>
                    <a:pt x="35088" y="23646"/>
                  </a:cubicBezTo>
                  <a:cubicBezTo>
                    <a:pt x="36576" y="24848"/>
                    <a:pt x="37922" y="26277"/>
                    <a:pt x="39243" y="27753"/>
                  </a:cubicBezTo>
                  <a:cubicBezTo>
                    <a:pt x="39243" y="27753"/>
                    <a:pt x="38553" y="27063"/>
                    <a:pt x="37279" y="25884"/>
                  </a:cubicBezTo>
                  <a:cubicBezTo>
                    <a:pt x="36636" y="25289"/>
                    <a:pt x="35838" y="24586"/>
                    <a:pt x="34862" y="23872"/>
                  </a:cubicBezTo>
                  <a:cubicBezTo>
                    <a:pt x="34838" y="23848"/>
                    <a:pt x="34802" y="23836"/>
                    <a:pt x="34779" y="23812"/>
                  </a:cubicBezTo>
                  <a:cubicBezTo>
                    <a:pt x="34529" y="23932"/>
                    <a:pt x="34279" y="24051"/>
                    <a:pt x="34017" y="24170"/>
                  </a:cubicBezTo>
                  <a:cubicBezTo>
                    <a:pt x="34910" y="24741"/>
                    <a:pt x="35183" y="25206"/>
                    <a:pt x="35183" y="25206"/>
                  </a:cubicBezTo>
                  <a:cubicBezTo>
                    <a:pt x="34612" y="24896"/>
                    <a:pt x="34017" y="24646"/>
                    <a:pt x="33433" y="24455"/>
                  </a:cubicBezTo>
                  <a:cubicBezTo>
                    <a:pt x="33147" y="24586"/>
                    <a:pt x="32862" y="24717"/>
                    <a:pt x="32564" y="24860"/>
                  </a:cubicBezTo>
                  <a:lnTo>
                    <a:pt x="32088" y="25075"/>
                  </a:lnTo>
                  <a:cubicBezTo>
                    <a:pt x="34386" y="26170"/>
                    <a:pt x="36314" y="27789"/>
                    <a:pt x="39410" y="29956"/>
                  </a:cubicBezTo>
                  <a:cubicBezTo>
                    <a:pt x="39410" y="29956"/>
                    <a:pt x="37743" y="29647"/>
                    <a:pt x="35302" y="29266"/>
                  </a:cubicBezTo>
                  <a:cubicBezTo>
                    <a:pt x="35302" y="29266"/>
                    <a:pt x="35302" y="29266"/>
                    <a:pt x="35302" y="29266"/>
                  </a:cubicBezTo>
                  <a:cubicBezTo>
                    <a:pt x="35672" y="29932"/>
                    <a:pt x="35874" y="30670"/>
                    <a:pt x="35803" y="31421"/>
                  </a:cubicBezTo>
                  <a:cubicBezTo>
                    <a:pt x="35767" y="31754"/>
                    <a:pt x="35672" y="32087"/>
                    <a:pt x="35517" y="32385"/>
                  </a:cubicBezTo>
                  <a:cubicBezTo>
                    <a:pt x="35398" y="36231"/>
                    <a:pt x="33886" y="39636"/>
                    <a:pt x="31552" y="41886"/>
                  </a:cubicBezTo>
                  <a:cubicBezTo>
                    <a:pt x="31326" y="41969"/>
                    <a:pt x="31100" y="42041"/>
                    <a:pt x="30850" y="42112"/>
                  </a:cubicBezTo>
                  <a:lnTo>
                    <a:pt x="30850" y="42446"/>
                  </a:lnTo>
                  <a:cubicBezTo>
                    <a:pt x="30766" y="42529"/>
                    <a:pt x="30671" y="42624"/>
                    <a:pt x="30588" y="42708"/>
                  </a:cubicBezTo>
                  <a:cubicBezTo>
                    <a:pt x="28933" y="42946"/>
                    <a:pt x="26861" y="42958"/>
                    <a:pt x="24253" y="42743"/>
                  </a:cubicBezTo>
                  <a:cubicBezTo>
                    <a:pt x="23146" y="42720"/>
                    <a:pt x="21956" y="42660"/>
                    <a:pt x="20682" y="42529"/>
                  </a:cubicBezTo>
                  <a:cubicBezTo>
                    <a:pt x="20122" y="42470"/>
                    <a:pt x="19550" y="42410"/>
                    <a:pt x="18967" y="42327"/>
                  </a:cubicBezTo>
                  <a:cubicBezTo>
                    <a:pt x="18943" y="42327"/>
                    <a:pt x="18908" y="42315"/>
                    <a:pt x="18884" y="42315"/>
                  </a:cubicBezTo>
                  <a:cubicBezTo>
                    <a:pt x="18872" y="42303"/>
                    <a:pt x="18860" y="42303"/>
                    <a:pt x="18848" y="42291"/>
                  </a:cubicBezTo>
                  <a:cubicBezTo>
                    <a:pt x="18574" y="42184"/>
                    <a:pt x="18324" y="42029"/>
                    <a:pt x="18086" y="41862"/>
                  </a:cubicBezTo>
                  <a:cubicBezTo>
                    <a:pt x="14371" y="41017"/>
                    <a:pt x="11168" y="39672"/>
                    <a:pt x="8513" y="38124"/>
                  </a:cubicBezTo>
                  <a:cubicBezTo>
                    <a:pt x="9311" y="38945"/>
                    <a:pt x="9859" y="39469"/>
                    <a:pt x="9859" y="39469"/>
                  </a:cubicBezTo>
                  <a:cubicBezTo>
                    <a:pt x="9692" y="39398"/>
                    <a:pt x="9525" y="39326"/>
                    <a:pt x="9359" y="39255"/>
                  </a:cubicBezTo>
                  <a:cubicBezTo>
                    <a:pt x="9597" y="39422"/>
                    <a:pt x="9823" y="39588"/>
                    <a:pt x="10061" y="39755"/>
                  </a:cubicBezTo>
                  <a:cubicBezTo>
                    <a:pt x="8644" y="39183"/>
                    <a:pt x="7144" y="38862"/>
                    <a:pt x="5656" y="38814"/>
                  </a:cubicBezTo>
                  <a:cubicBezTo>
                    <a:pt x="6192" y="38743"/>
                    <a:pt x="6727" y="38552"/>
                    <a:pt x="7216" y="38243"/>
                  </a:cubicBezTo>
                  <a:cubicBezTo>
                    <a:pt x="5930" y="38398"/>
                    <a:pt x="4632" y="38410"/>
                    <a:pt x="3346" y="38255"/>
                  </a:cubicBezTo>
                  <a:cubicBezTo>
                    <a:pt x="3537" y="37850"/>
                    <a:pt x="3703" y="37421"/>
                    <a:pt x="3846" y="36969"/>
                  </a:cubicBezTo>
                  <a:cubicBezTo>
                    <a:pt x="3906" y="36778"/>
                    <a:pt x="3953" y="36576"/>
                    <a:pt x="3929" y="36362"/>
                  </a:cubicBezTo>
                  <a:cubicBezTo>
                    <a:pt x="3894" y="36100"/>
                    <a:pt x="3715" y="35897"/>
                    <a:pt x="3548" y="35719"/>
                  </a:cubicBezTo>
                  <a:cubicBezTo>
                    <a:pt x="3477" y="35623"/>
                    <a:pt x="3394" y="35540"/>
                    <a:pt x="3322" y="35445"/>
                  </a:cubicBezTo>
                  <a:cubicBezTo>
                    <a:pt x="2096" y="34421"/>
                    <a:pt x="989" y="33337"/>
                    <a:pt x="24" y="32266"/>
                  </a:cubicBezTo>
                  <a:cubicBezTo>
                    <a:pt x="12" y="32623"/>
                    <a:pt x="0" y="32992"/>
                    <a:pt x="0" y="33349"/>
                  </a:cubicBezTo>
                  <a:cubicBezTo>
                    <a:pt x="1191" y="45863"/>
                    <a:pt x="3013" y="60174"/>
                    <a:pt x="5323" y="68330"/>
                  </a:cubicBezTo>
                  <a:cubicBezTo>
                    <a:pt x="6037" y="70818"/>
                    <a:pt x="8240" y="73890"/>
                    <a:pt x="11335" y="77224"/>
                  </a:cubicBezTo>
                  <a:lnTo>
                    <a:pt x="50876" y="77224"/>
                  </a:lnTo>
                  <a:cubicBezTo>
                    <a:pt x="49769" y="76700"/>
                    <a:pt x="48721" y="75938"/>
                    <a:pt x="47792" y="74878"/>
                  </a:cubicBezTo>
                  <a:cubicBezTo>
                    <a:pt x="48304" y="74831"/>
                    <a:pt x="48828" y="74783"/>
                    <a:pt x="49352" y="74735"/>
                  </a:cubicBezTo>
                  <a:cubicBezTo>
                    <a:pt x="49257" y="74700"/>
                    <a:pt x="49161" y="74664"/>
                    <a:pt x="49066" y="74628"/>
                  </a:cubicBezTo>
                  <a:cubicBezTo>
                    <a:pt x="49066" y="74628"/>
                    <a:pt x="49792" y="74390"/>
                    <a:pt x="50923" y="74247"/>
                  </a:cubicBezTo>
                  <a:cubicBezTo>
                    <a:pt x="52007" y="74104"/>
                    <a:pt x="53483" y="74045"/>
                    <a:pt x="55162" y="74366"/>
                  </a:cubicBezTo>
                  <a:cubicBezTo>
                    <a:pt x="56162" y="74271"/>
                    <a:pt x="57174" y="74176"/>
                    <a:pt x="58174" y="74057"/>
                  </a:cubicBezTo>
                  <a:cubicBezTo>
                    <a:pt x="58103" y="74045"/>
                    <a:pt x="58031" y="74045"/>
                    <a:pt x="57960" y="74021"/>
                  </a:cubicBezTo>
                  <a:cubicBezTo>
                    <a:pt x="57960" y="74021"/>
                    <a:pt x="58282" y="73961"/>
                    <a:pt x="58853" y="73842"/>
                  </a:cubicBezTo>
                  <a:cubicBezTo>
                    <a:pt x="59413" y="73723"/>
                    <a:pt x="60234" y="73557"/>
                    <a:pt x="61210" y="73319"/>
                  </a:cubicBezTo>
                  <a:cubicBezTo>
                    <a:pt x="63187" y="72854"/>
                    <a:pt x="65794" y="72128"/>
                    <a:pt x="68723" y="71116"/>
                  </a:cubicBezTo>
                  <a:cubicBezTo>
                    <a:pt x="68723" y="71116"/>
                    <a:pt x="68473" y="71342"/>
                    <a:pt x="67973" y="71699"/>
                  </a:cubicBezTo>
                  <a:cubicBezTo>
                    <a:pt x="67926" y="71735"/>
                    <a:pt x="67866" y="71771"/>
                    <a:pt x="67818" y="71806"/>
                  </a:cubicBezTo>
                  <a:cubicBezTo>
                    <a:pt x="66235" y="74188"/>
                    <a:pt x="64116" y="76081"/>
                    <a:pt x="60639" y="77224"/>
                  </a:cubicBezTo>
                  <a:lnTo>
                    <a:pt x="109312" y="77224"/>
                  </a:lnTo>
                  <a:cubicBezTo>
                    <a:pt x="113657" y="72866"/>
                    <a:pt x="117408" y="68139"/>
                    <a:pt x="120075" y="63127"/>
                  </a:cubicBezTo>
                  <a:cubicBezTo>
                    <a:pt x="116467" y="67961"/>
                    <a:pt x="113527" y="70830"/>
                    <a:pt x="112110" y="72092"/>
                  </a:cubicBezTo>
                  <a:close/>
                  <a:moveTo>
                    <a:pt x="33826" y="42993"/>
                  </a:moveTo>
                  <a:cubicBezTo>
                    <a:pt x="33790" y="43279"/>
                    <a:pt x="33731" y="43601"/>
                    <a:pt x="33493" y="43767"/>
                  </a:cubicBezTo>
                  <a:cubicBezTo>
                    <a:pt x="33302" y="43898"/>
                    <a:pt x="33064" y="43898"/>
                    <a:pt x="32838" y="43886"/>
                  </a:cubicBezTo>
                  <a:cubicBezTo>
                    <a:pt x="31873" y="43827"/>
                    <a:pt x="30909" y="43624"/>
                    <a:pt x="30016" y="43267"/>
                  </a:cubicBezTo>
                  <a:cubicBezTo>
                    <a:pt x="31445" y="42577"/>
                    <a:pt x="32778" y="41696"/>
                    <a:pt x="33969" y="40648"/>
                  </a:cubicBezTo>
                  <a:lnTo>
                    <a:pt x="34076" y="39826"/>
                  </a:lnTo>
                  <a:cubicBezTo>
                    <a:pt x="34040" y="40886"/>
                    <a:pt x="33957" y="41946"/>
                    <a:pt x="33826" y="42993"/>
                  </a:cubicBezTo>
                  <a:close/>
                  <a:moveTo>
                    <a:pt x="49292" y="56531"/>
                  </a:moveTo>
                  <a:cubicBezTo>
                    <a:pt x="48114" y="55745"/>
                    <a:pt x="47018" y="54840"/>
                    <a:pt x="46030" y="53840"/>
                  </a:cubicBezTo>
                  <a:cubicBezTo>
                    <a:pt x="45697" y="53495"/>
                    <a:pt x="45363" y="53126"/>
                    <a:pt x="45208" y="52685"/>
                  </a:cubicBezTo>
                  <a:cubicBezTo>
                    <a:pt x="44899" y="51852"/>
                    <a:pt x="45220" y="50935"/>
                    <a:pt x="45542" y="50113"/>
                  </a:cubicBezTo>
                  <a:lnTo>
                    <a:pt x="47423" y="45244"/>
                  </a:lnTo>
                  <a:cubicBezTo>
                    <a:pt x="47875" y="44910"/>
                    <a:pt x="47506" y="45006"/>
                    <a:pt x="47959" y="44672"/>
                  </a:cubicBezTo>
                  <a:cubicBezTo>
                    <a:pt x="48673" y="45946"/>
                    <a:pt x="49376" y="47220"/>
                    <a:pt x="50090" y="48506"/>
                  </a:cubicBezTo>
                  <a:cubicBezTo>
                    <a:pt x="50483" y="49197"/>
                    <a:pt x="50876" y="49923"/>
                    <a:pt x="50959" y="50721"/>
                  </a:cubicBezTo>
                  <a:cubicBezTo>
                    <a:pt x="51185" y="52745"/>
                    <a:pt x="49388" y="54495"/>
                    <a:pt x="49292" y="5653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46"/>
            <p:cNvSpPr/>
            <p:nvPr/>
          </p:nvSpPr>
          <p:spPr>
            <a:xfrm>
              <a:off x="2144900" y="2321250"/>
              <a:ext cx="461100" cy="332500"/>
            </a:xfrm>
            <a:custGeom>
              <a:rect b="b" l="l" r="r" t="t"/>
              <a:pathLst>
                <a:path extrusionOk="0" h="13300" w="18444">
                  <a:moveTo>
                    <a:pt x="5132" y="0"/>
                  </a:moveTo>
                  <a:cubicBezTo>
                    <a:pt x="4346" y="1489"/>
                    <a:pt x="3572" y="3013"/>
                    <a:pt x="2810" y="4584"/>
                  </a:cubicBezTo>
                  <a:cubicBezTo>
                    <a:pt x="2429" y="5370"/>
                    <a:pt x="2072" y="6168"/>
                    <a:pt x="1691" y="6977"/>
                  </a:cubicBezTo>
                  <a:cubicBezTo>
                    <a:pt x="1322" y="7775"/>
                    <a:pt x="941" y="8585"/>
                    <a:pt x="596" y="9430"/>
                  </a:cubicBezTo>
                  <a:cubicBezTo>
                    <a:pt x="393" y="9883"/>
                    <a:pt x="203" y="10335"/>
                    <a:pt x="0" y="10799"/>
                  </a:cubicBezTo>
                  <a:cubicBezTo>
                    <a:pt x="1143" y="11823"/>
                    <a:pt x="2501" y="12514"/>
                    <a:pt x="3894" y="12895"/>
                  </a:cubicBezTo>
                  <a:cubicBezTo>
                    <a:pt x="4751" y="13133"/>
                    <a:pt x="5632" y="13252"/>
                    <a:pt x="6501" y="13300"/>
                  </a:cubicBezTo>
                  <a:cubicBezTo>
                    <a:pt x="7299" y="13193"/>
                    <a:pt x="8109" y="13073"/>
                    <a:pt x="8942" y="12954"/>
                  </a:cubicBezTo>
                  <a:cubicBezTo>
                    <a:pt x="9037" y="12931"/>
                    <a:pt x="9144" y="12895"/>
                    <a:pt x="9264" y="12871"/>
                  </a:cubicBezTo>
                  <a:cubicBezTo>
                    <a:pt x="7228" y="12204"/>
                    <a:pt x="5513" y="10287"/>
                    <a:pt x="3965" y="8454"/>
                  </a:cubicBezTo>
                  <a:lnTo>
                    <a:pt x="3965" y="8454"/>
                  </a:lnTo>
                  <a:cubicBezTo>
                    <a:pt x="6275" y="10252"/>
                    <a:pt x="8918" y="11430"/>
                    <a:pt x="11645" y="11919"/>
                  </a:cubicBezTo>
                  <a:lnTo>
                    <a:pt x="11883" y="11609"/>
                  </a:lnTo>
                  <a:cubicBezTo>
                    <a:pt x="14288" y="8537"/>
                    <a:pt x="16479" y="5084"/>
                    <a:pt x="18443" y="1370"/>
                  </a:cubicBezTo>
                  <a:cubicBezTo>
                    <a:pt x="14026" y="667"/>
                    <a:pt x="9585" y="191"/>
                    <a:pt x="5132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46"/>
            <p:cNvSpPr/>
            <p:nvPr/>
          </p:nvSpPr>
          <p:spPr>
            <a:xfrm>
              <a:off x="2144900" y="2321250"/>
              <a:ext cx="461100" cy="332500"/>
            </a:xfrm>
            <a:custGeom>
              <a:rect b="b" l="l" r="r" t="t"/>
              <a:pathLst>
                <a:path extrusionOk="0" h="13300" w="18444">
                  <a:moveTo>
                    <a:pt x="2810" y="4584"/>
                  </a:moveTo>
                  <a:cubicBezTo>
                    <a:pt x="2429" y="5370"/>
                    <a:pt x="2072" y="6168"/>
                    <a:pt x="1691" y="6977"/>
                  </a:cubicBezTo>
                  <a:cubicBezTo>
                    <a:pt x="1322" y="7775"/>
                    <a:pt x="941" y="8585"/>
                    <a:pt x="596" y="9430"/>
                  </a:cubicBezTo>
                  <a:cubicBezTo>
                    <a:pt x="393" y="9883"/>
                    <a:pt x="203" y="10335"/>
                    <a:pt x="0" y="10799"/>
                  </a:cubicBezTo>
                  <a:cubicBezTo>
                    <a:pt x="1143" y="11823"/>
                    <a:pt x="2501" y="12514"/>
                    <a:pt x="3894" y="12895"/>
                  </a:cubicBezTo>
                  <a:cubicBezTo>
                    <a:pt x="4751" y="13133"/>
                    <a:pt x="5632" y="13252"/>
                    <a:pt x="6501" y="13300"/>
                  </a:cubicBezTo>
                  <a:cubicBezTo>
                    <a:pt x="7299" y="13193"/>
                    <a:pt x="8109" y="13073"/>
                    <a:pt x="8942" y="12954"/>
                  </a:cubicBezTo>
                  <a:cubicBezTo>
                    <a:pt x="9037" y="12931"/>
                    <a:pt x="9144" y="12895"/>
                    <a:pt x="9264" y="12871"/>
                  </a:cubicBezTo>
                  <a:cubicBezTo>
                    <a:pt x="7228" y="12204"/>
                    <a:pt x="5513" y="10287"/>
                    <a:pt x="3965" y="8454"/>
                  </a:cubicBezTo>
                  <a:cubicBezTo>
                    <a:pt x="6275" y="10252"/>
                    <a:pt x="8918" y="11430"/>
                    <a:pt x="11645" y="11919"/>
                  </a:cubicBezTo>
                  <a:lnTo>
                    <a:pt x="11883" y="11609"/>
                  </a:lnTo>
                  <a:cubicBezTo>
                    <a:pt x="14288" y="8537"/>
                    <a:pt x="16479" y="5084"/>
                    <a:pt x="18443" y="1370"/>
                  </a:cubicBezTo>
                  <a:cubicBezTo>
                    <a:pt x="14026" y="667"/>
                    <a:pt x="9585" y="191"/>
                    <a:pt x="5132" y="0"/>
                  </a:cubicBezTo>
                  <a:cubicBezTo>
                    <a:pt x="4346" y="1489"/>
                    <a:pt x="3572" y="3013"/>
                    <a:pt x="2810" y="4584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46"/>
            <p:cNvSpPr/>
            <p:nvPr/>
          </p:nvSpPr>
          <p:spPr>
            <a:xfrm>
              <a:off x="4257375" y="2042350"/>
              <a:ext cx="215825" cy="291125"/>
            </a:xfrm>
            <a:custGeom>
              <a:rect b="b" l="l" r="r" t="t"/>
              <a:pathLst>
                <a:path extrusionOk="0" h="11645" w="8633">
                  <a:moveTo>
                    <a:pt x="8632" y="0"/>
                  </a:moveTo>
                  <a:cubicBezTo>
                    <a:pt x="7894" y="1774"/>
                    <a:pt x="6941" y="3513"/>
                    <a:pt x="5822" y="5156"/>
                  </a:cubicBezTo>
                  <a:cubicBezTo>
                    <a:pt x="4227" y="7489"/>
                    <a:pt x="2274" y="9656"/>
                    <a:pt x="0" y="11645"/>
                  </a:cubicBezTo>
                  <a:cubicBezTo>
                    <a:pt x="2405" y="11395"/>
                    <a:pt x="4798" y="11216"/>
                    <a:pt x="7191" y="11097"/>
                  </a:cubicBezTo>
                  <a:cubicBezTo>
                    <a:pt x="8275" y="6727"/>
                    <a:pt x="8561" y="2382"/>
                    <a:pt x="8632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46"/>
            <p:cNvSpPr/>
            <p:nvPr/>
          </p:nvSpPr>
          <p:spPr>
            <a:xfrm>
              <a:off x="4257375" y="2042350"/>
              <a:ext cx="215825" cy="291125"/>
            </a:xfrm>
            <a:custGeom>
              <a:rect b="b" l="l" r="r" t="t"/>
              <a:pathLst>
                <a:path extrusionOk="0" h="11645" w="8633">
                  <a:moveTo>
                    <a:pt x="8632" y="0"/>
                  </a:moveTo>
                  <a:cubicBezTo>
                    <a:pt x="7894" y="1774"/>
                    <a:pt x="6941" y="3513"/>
                    <a:pt x="5822" y="5156"/>
                  </a:cubicBezTo>
                  <a:cubicBezTo>
                    <a:pt x="4227" y="7489"/>
                    <a:pt x="2274" y="9656"/>
                    <a:pt x="0" y="11645"/>
                  </a:cubicBezTo>
                  <a:cubicBezTo>
                    <a:pt x="2405" y="11395"/>
                    <a:pt x="4798" y="11216"/>
                    <a:pt x="7191" y="11097"/>
                  </a:cubicBezTo>
                  <a:cubicBezTo>
                    <a:pt x="8275" y="6727"/>
                    <a:pt x="8561" y="2382"/>
                    <a:pt x="8632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46"/>
            <p:cNvSpPr/>
            <p:nvPr/>
          </p:nvSpPr>
          <p:spPr>
            <a:xfrm>
              <a:off x="2505950" y="2357275"/>
              <a:ext cx="570350" cy="257475"/>
            </a:xfrm>
            <a:custGeom>
              <a:rect b="b" l="l" r="r" t="t"/>
              <a:pathLst>
                <a:path extrusionOk="0" h="10299" w="22814">
                  <a:moveTo>
                    <a:pt x="22813" y="0"/>
                  </a:moveTo>
                  <a:cubicBezTo>
                    <a:pt x="22468" y="36"/>
                    <a:pt x="22408" y="524"/>
                    <a:pt x="22349" y="881"/>
                  </a:cubicBezTo>
                  <a:cubicBezTo>
                    <a:pt x="22206" y="1917"/>
                    <a:pt x="21194" y="2643"/>
                    <a:pt x="20170" y="2834"/>
                  </a:cubicBezTo>
                  <a:cubicBezTo>
                    <a:pt x="19924" y="2876"/>
                    <a:pt x="19678" y="2894"/>
                    <a:pt x="19431" y="2894"/>
                  </a:cubicBezTo>
                  <a:cubicBezTo>
                    <a:pt x="18639" y="2894"/>
                    <a:pt x="17846" y="2706"/>
                    <a:pt x="17074" y="2524"/>
                  </a:cubicBezTo>
                  <a:cubicBezTo>
                    <a:pt x="15729" y="2215"/>
                    <a:pt x="14383" y="1917"/>
                    <a:pt x="13038" y="1619"/>
                  </a:cubicBezTo>
                  <a:cubicBezTo>
                    <a:pt x="9169" y="4727"/>
                    <a:pt x="4811" y="7668"/>
                    <a:pt x="1" y="10299"/>
                  </a:cubicBezTo>
                  <a:cubicBezTo>
                    <a:pt x="906" y="10132"/>
                    <a:pt x="1882" y="9966"/>
                    <a:pt x="2930" y="9799"/>
                  </a:cubicBezTo>
                  <a:cubicBezTo>
                    <a:pt x="4430" y="9573"/>
                    <a:pt x="6049" y="9358"/>
                    <a:pt x="7787" y="9144"/>
                  </a:cubicBezTo>
                  <a:cubicBezTo>
                    <a:pt x="9231" y="8995"/>
                    <a:pt x="10757" y="8771"/>
                    <a:pt x="12373" y="8771"/>
                  </a:cubicBezTo>
                  <a:cubicBezTo>
                    <a:pt x="12691" y="8771"/>
                    <a:pt x="13011" y="8779"/>
                    <a:pt x="13336" y="8799"/>
                  </a:cubicBezTo>
                  <a:cubicBezTo>
                    <a:pt x="14884" y="8858"/>
                    <a:pt x="16455" y="9382"/>
                    <a:pt x="17896" y="10216"/>
                  </a:cubicBezTo>
                  <a:cubicBezTo>
                    <a:pt x="19825" y="6977"/>
                    <a:pt x="21480" y="3548"/>
                    <a:pt x="22813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46"/>
            <p:cNvSpPr/>
            <p:nvPr/>
          </p:nvSpPr>
          <p:spPr>
            <a:xfrm>
              <a:off x="2505950" y="2357275"/>
              <a:ext cx="570350" cy="257475"/>
            </a:xfrm>
            <a:custGeom>
              <a:rect b="b" l="l" r="r" t="t"/>
              <a:pathLst>
                <a:path extrusionOk="0" h="10299" w="22814">
                  <a:moveTo>
                    <a:pt x="22349" y="881"/>
                  </a:moveTo>
                  <a:cubicBezTo>
                    <a:pt x="22206" y="1917"/>
                    <a:pt x="21194" y="2643"/>
                    <a:pt x="20170" y="2834"/>
                  </a:cubicBezTo>
                  <a:cubicBezTo>
                    <a:pt x="19134" y="3012"/>
                    <a:pt x="18086" y="2762"/>
                    <a:pt x="17074" y="2524"/>
                  </a:cubicBezTo>
                  <a:cubicBezTo>
                    <a:pt x="15729" y="2215"/>
                    <a:pt x="14383" y="1917"/>
                    <a:pt x="13038" y="1619"/>
                  </a:cubicBezTo>
                  <a:cubicBezTo>
                    <a:pt x="9169" y="4727"/>
                    <a:pt x="4811" y="7668"/>
                    <a:pt x="1" y="10299"/>
                  </a:cubicBezTo>
                  <a:cubicBezTo>
                    <a:pt x="906" y="10132"/>
                    <a:pt x="1882" y="9966"/>
                    <a:pt x="2930" y="9799"/>
                  </a:cubicBezTo>
                  <a:cubicBezTo>
                    <a:pt x="4430" y="9573"/>
                    <a:pt x="6049" y="9358"/>
                    <a:pt x="7787" y="9144"/>
                  </a:cubicBezTo>
                  <a:cubicBezTo>
                    <a:pt x="9514" y="8965"/>
                    <a:pt x="11359" y="8680"/>
                    <a:pt x="13336" y="8799"/>
                  </a:cubicBezTo>
                  <a:cubicBezTo>
                    <a:pt x="14884" y="8858"/>
                    <a:pt x="16455" y="9382"/>
                    <a:pt x="17896" y="10216"/>
                  </a:cubicBezTo>
                  <a:cubicBezTo>
                    <a:pt x="19825" y="6977"/>
                    <a:pt x="21480" y="3548"/>
                    <a:pt x="22813" y="0"/>
                  </a:cubicBezTo>
                  <a:cubicBezTo>
                    <a:pt x="22468" y="36"/>
                    <a:pt x="22408" y="524"/>
                    <a:pt x="22349" y="88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46"/>
            <p:cNvSpPr/>
            <p:nvPr/>
          </p:nvSpPr>
          <p:spPr>
            <a:xfrm>
              <a:off x="2499100" y="2590725"/>
              <a:ext cx="448900" cy="49325"/>
            </a:xfrm>
            <a:custGeom>
              <a:rect b="b" l="l" r="r" t="t"/>
              <a:pathLst>
                <a:path extrusionOk="0" h="1973" w="17956">
                  <a:moveTo>
                    <a:pt x="12889" y="0"/>
                  </a:moveTo>
                  <a:cubicBezTo>
                    <a:pt x="10775" y="0"/>
                    <a:pt x="8417" y="402"/>
                    <a:pt x="5930" y="640"/>
                  </a:cubicBezTo>
                  <a:cubicBezTo>
                    <a:pt x="4037" y="854"/>
                    <a:pt x="2049" y="1104"/>
                    <a:pt x="1" y="1390"/>
                  </a:cubicBezTo>
                  <a:cubicBezTo>
                    <a:pt x="191" y="1402"/>
                    <a:pt x="382" y="1402"/>
                    <a:pt x="572" y="1402"/>
                  </a:cubicBezTo>
                  <a:cubicBezTo>
                    <a:pt x="2465" y="1175"/>
                    <a:pt x="4394" y="973"/>
                    <a:pt x="6335" y="830"/>
                  </a:cubicBezTo>
                  <a:cubicBezTo>
                    <a:pt x="7471" y="750"/>
                    <a:pt x="8515" y="715"/>
                    <a:pt x="9475" y="715"/>
                  </a:cubicBezTo>
                  <a:cubicBezTo>
                    <a:pt x="13398" y="715"/>
                    <a:pt x="15915" y="1313"/>
                    <a:pt x="17503" y="1973"/>
                  </a:cubicBezTo>
                  <a:cubicBezTo>
                    <a:pt x="17658" y="1723"/>
                    <a:pt x="17801" y="1497"/>
                    <a:pt x="17956" y="1247"/>
                  </a:cubicBezTo>
                  <a:cubicBezTo>
                    <a:pt x="17396" y="949"/>
                    <a:pt x="16789" y="675"/>
                    <a:pt x="16146" y="461"/>
                  </a:cubicBezTo>
                  <a:cubicBezTo>
                    <a:pt x="15147" y="122"/>
                    <a:pt x="14055" y="0"/>
                    <a:pt x="12889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46"/>
            <p:cNvSpPr/>
            <p:nvPr/>
          </p:nvSpPr>
          <p:spPr>
            <a:xfrm>
              <a:off x="2499100" y="2578425"/>
              <a:ext cx="448900" cy="61625"/>
            </a:xfrm>
            <a:custGeom>
              <a:rect b="b" l="l" r="r" t="t"/>
              <a:pathLst>
                <a:path extrusionOk="0" h="2465" w="17956">
                  <a:moveTo>
                    <a:pt x="6335" y="1322"/>
                  </a:moveTo>
                  <a:cubicBezTo>
                    <a:pt x="12110" y="917"/>
                    <a:pt x="15527" y="1643"/>
                    <a:pt x="17503" y="2465"/>
                  </a:cubicBezTo>
                  <a:cubicBezTo>
                    <a:pt x="17658" y="2215"/>
                    <a:pt x="17801" y="1989"/>
                    <a:pt x="17956" y="1739"/>
                  </a:cubicBezTo>
                  <a:cubicBezTo>
                    <a:pt x="17396" y="1441"/>
                    <a:pt x="16789" y="1167"/>
                    <a:pt x="16146" y="953"/>
                  </a:cubicBezTo>
                  <a:cubicBezTo>
                    <a:pt x="13336" y="0"/>
                    <a:pt x="9788" y="762"/>
                    <a:pt x="5930" y="1132"/>
                  </a:cubicBezTo>
                  <a:cubicBezTo>
                    <a:pt x="4037" y="1346"/>
                    <a:pt x="2049" y="1596"/>
                    <a:pt x="1" y="1882"/>
                  </a:cubicBezTo>
                  <a:cubicBezTo>
                    <a:pt x="191" y="1894"/>
                    <a:pt x="382" y="1894"/>
                    <a:pt x="572" y="1894"/>
                  </a:cubicBezTo>
                  <a:cubicBezTo>
                    <a:pt x="2465" y="1667"/>
                    <a:pt x="4394" y="1465"/>
                    <a:pt x="6335" y="132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46"/>
            <p:cNvSpPr/>
            <p:nvPr/>
          </p:nvSpPr>
          <p:spPr>
            <a:xfrm>
              <a:off x="2915825" y="2069125"/>
              <a:ext cx="239950" cy="288175"/>
            </a:xfrm>
            <a:custGeom>
              <a:rect b="b" l="l" r="r" t="t"/>
              <a:pathLst>
                <a:path extrusionOk="0" h="11527" w="9598">
                  <a:moveTo>
                    <a:pt x="9597" y="1"/>
                  </a:moveTo>
                  <a:cubicBezTo>
                    <a:pt x="7894" y="2215"/>
                    <a:pt x="5966" y="4466"/>
                    <a:pt x="3787" y="6680"/>
                  </a:cubicBezTo>
                  <a:cubicBezTo>
                    <a:pt x="2596" y="7907"/>
                    <a:pt x="1334" y="9109"/>
                    <a:pt x="1" y="10300"/>
                  </a:cubicBezTo>
                  <a:cubicBezTo>
                    <a:pt x="2132" y="10645"/>
                    <a:pt x="4263" y="11050"/>
                    <a:pt x="6418" y="11526"/>
                  </a:cubicBezTo>
                  <a:cubicBezTo>
                    <a:pt x="7835" y="7788"/>
                    <a:pt x="8907" y="3918"/>
                    <a:pt x="9597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46"/>
            <p:cNvSpPr/>
            <p:nvPr/>
          </p:nvSpPr>
          <p:spPr>
            <a:xfrm>
              <a:off x="2915825" y="2069125"/>
              <a:ext cx="239950" cy="288175"/>
            </a:xfrm>
            <a:custGeom>
              <a:rect b="b" l="l" r="r" t="t"/>
              <a:pathLst>
                <a:path extrusionOk="0" h="11527" w="9598">
                  <a:moveTo>
                    <a:pt x="9597" y="1"/>
                  </a:moveTo>
                  <a:cubicBezTo>
                    <a:pt x="7894" y="2215"/>
                    <a:pt x="5966" y="4466"/>
                    <a:pt x="3787" y="6680"/>
                  </a:cubicBezTo>
                  <a:cubicBezTo>
                    <a:pt x="2596" y="7907"/>
                    <a:pt x="1334" y="9109"/>
                    <a:pt x="1" y="10300"/>
                  </a:cubicBezTo>
                  <a:cubicBezTo>
                    <a:pt x="2132" y="10645"/>
                    <a:pt x="4263" y="11050"/>
                    <a:pt x="6418" y="11526"/>
                  </a:cubicBezTo>
                  <a:cubicBezTo>
                    <a:pt x="7835" y="7788"/>
                    <a:pt x="8907" y="3918"/>
                    <a:pt x="9597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46"/>
            <p:cNvSpPr/>
            <p:nvPr/>
          </p:nvSpPr>
          <p:spPr>
            <a:xfrm>
              <a:off x="2095500" y="2595675"/>
              <a:ext cx="79775" cy="78625"/>
            </a:xfrm>
            <a:custGeom>
              <a:rect b="b" l="l" r="r" t="t"/>
              <a:pathLst>
                <a:path extrusionOk="0" h="3145" w="3191">
                  <a:moveTo>
                    <a:pt x="0" y="1"/>
                  </a:moveTo>
                  <a:lnTo>
                    <a:pt x="0" y="1"/>
                  </a:lnTo>
                  <a:cubicBezTo>
                    <a:pt x="71" y="1013"/>
                    <a:pt x="143" y="2061"/>
                    <a:pt x="238" y="3144"/>
                  </a:cubicBezTo>
                  <a:cubicBezTo>
                    <a:pt x="1143" y="3132"/>
                    <a:pt x="2131" y="3061"/>
                    <a:pt x="3191" y="2966"/>
                  </a:cubicBezTo>
                  <a:cubicBezTo>
                    <a:pt x="2524" y="2430"/>
                    <a:pt x="1941" y="1751"/>
                    <a:pt x="1476" y="965"/>
                  </a:cubicBezTo>
                  <a:lnTo>
                    <a:pt x="1203" y="1585"/>
                  </a:lnTo>
                  <a:lnTo>
                    <a:pt x="941" y="2204"/>
                  </a:lnTo>
                  <a:lnTo>
                    <a:pt x="798" y="2513"/>
                  </a:lnTo>
                  <a:lnTo>
                    <a:pt x="726" y="2668"/>
                  </a:lnTo>
                  <a:cubicBezTo>
                    <a:pt x="722" y="2685"/>
                    <a:pt x="719" y="2691"/>
                    <a:pt x="717" y="2691"/>
                  </a:cubicBezTo>
                  <a:cubicBezTo>
                    <a:pt x="713" y="2691"/>
                    <a:pt x="710" y="2671"/>
                    <a:pt x="702" y="2656"/>
                  </a:cubicBezTo>
                  <a:lnTo>
                    <a:pt x="679" y="2573"/>
                  </a:lnTo>
                  <a:cubicBezTo>
                    <a:pt x="452" y="1715"/>
                    <a:pt x="226" y="870"/>
                    <a:pt x="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46"/>
            <p:cNvSpPr/>
            <p:nvPr/>
          </p:nvSpPr>
          <p:spPr>
            <a:xfrm>
              <a:off x="2095500" y="2595675"/>
              <a:ext cx="79775" cy="78625"/>
            </a:xfrm>
            <a:custGeom>
              <a:rect b="b" l="l" r="r" t="t"/>
              <a:pathLst>
                <a:path extrusionOk="0" h="3145" w="3191">
                  <a:moveTo>
                    <a:pt x="3191" y="2966"/>
                  </a:moveTo>
                  <a:cubicBezTo>
                    <a:pt x="2524" y="2430"/>
                    <a:pt x="1941" y="1751"/>
                    <a:pt x="1476" y="965"/>
                  </a:cubicBezTo>
                  <a:lnTo>
                    <a:pt x="1203" y="1585"/>
                  </a:lnTo>
                  <a:lnTo>
                    <a:pt x="941" y="2204"/>
                  </a:lnTo>
                  <a:lnTo>
                    <a:pt x="798" y="2513"/>
                  </a:lnTo>
                  <a:lnTo>
                    <a:pt x="726" y="2668"/>
                  </a:lnTo>
                  <a:cubicBezTo>
                    <a:pt x="714" y="2716"/>
                    <a:pt x="714" y="2680"/>
                    <a:pt x="702" y="2656"/>
                  </a:cubicBezTo>
                  <a:lnTo>
                    <a:pt x="679" y="2573"/>
                  </a:lnTo>
                  <a:cubicBezTo>
                    <a:pt x="452" y="1715"/>
                    <a:pt x="226" y="870"/>
                    <a:pt x="0" y="1"/>
                  </a:cubicBezTo>
                  <a:cubicBezTo>
                    <a:pt x="71" y="1013"/>
                    <a:pt x="143" y="2061"/>
                    <a:pt x="238" y="3144"/>
                  </a:cubicBezTo>
                  <a:cubicBezTo>
                    <a:pt x="1143" y="3132"/>
                    <a:pt x="2131" y="3061"/>
                    <a:pt x="3191" y="2966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46"/>
            <p:cNvSpPr/>
            <p:nvPr/>
          </p:nvSpPr>
          <p:spPr>
            <a:xfrm>
              <a:off x="4114500" y="2099200"/>
              <a:ext cx="193500" cy="253325"/>
            </a:xfrm>
            <a:custGeom>
              <a:rect b="b" l="l" r="r" t="t"/>
              <a:pathLst>
                <a:path extrusionOk="0" h="10133" w="7740">
                  <a:moveTo>
                    <a:pt x="7739" y="0"/>
                  </a:moveTo>
                  <a:lnTo>
                    <a:pt x="7739" y="0"/>
                  </a:lnTo>
                  <a:cubicBezTo>
                    <a:pt x="5465" y="4025"/>
                    <a:pt x="3084" y="7180"/>
                    <a:pt x="405" y="9752"/>
                  </a:cubicBezTo>
                  <a:cubicBezTo>
                    <a:pt x="274" y="9883"/>
                    <a:pt x="131" y="10002"/>
                    <a:pt x="0" y="10133"/>
                  </a:cubicBezTo>
                  <a:cubicBezTo>
                    <a:pt x="929" y="9990"/>
                    <a:pt x="1857" y="9847"/>
                    <a:pt x="2798" y="9728"/>
                  </a:cubicBezTo>
                  <a:cubicBezTo>
                    <a:pt x="4917" y="7001"/>
                    <a:pt x="6441" y="3632"/>
                    <a:pt x="7739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46"/>
            <p:cNvSpPr/>
            <p:nvPr/>
          </p:nvSpPr>
          <p:spPr>
            <a:xfrm>
              <a:off x="4114500" y="2099200"/>
              <a:ext cx="193500" cy="253325"/>
            </a:xfrm>
            <a:custGeom>
              <a:rect b="b" l="l" r="r" t="t"/>
              <a:pathLst>
                <a:path extrusionOk="0" h="10133" w="7740">
                  <a:moveTo>
                    <a:pt x="7739" y="0"/>
                  </a:moveTo>
                  <a:cubicBezTo>
                    <a:pt x="5465" y="4025"/>
                    <a:pt x="3084" y="7180"/>
                    <a:pt x="405" y="9752"/>
                  </a:cubicBezTo>
                  <a:cubicBezTo>
                    <a:pt x="274" y="9883"/>
                    <a:pt x="131" y="10002"/>
                    <a:pt x="0" y="10133"/>
                  </a:cubicBezTo>
                  <a:cubicBezTo>
                    <a:pt x="929" y="9990"/>
                    <a:pt x="1857" y="9847"/>
                    <a:pt x="2798" y="9728"/>
                  </a:cubicBezTo>
                  <a:cubicBezTo>
                    <a:pt x="4917" y="7001"/>
                    <a:pt x="6441" y="3632"/>
                    <a:pt x="7739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46"/>
            <p:cNvSpPr/>
            <p:nvPr/>
          </p:nvSpPr>
          <p:spPr>
            <a:xfrm>
              <a:off x="4296350" y="1676050"/>
              <a:ext cx="970700" cy="1007150"/>
            </a:xfrm>
            <a:custGeom>
              <a:rect b="b" l="l" r="r" t="t"/>
              <a:pathLst>
                <a:path extrusionOk="0" h="40286" w="38828">
                  <a:moveTo>
                    <a:pt x="35456" y="1"/>
                  </a:moveTo>
                  <a:cubicBezTo>
                    <a:pt x="34188" y="1"/>
                    <a:pt x="32849" y="565"/>
                    <a:pt x="31910" y="1448"/>
                  </a:cubicBezTo>
                  <a:cubicBezTo>
                    <a:pt x="30338" y="2925"/>
                    <a:pt x="29576" y="5044"/>
                    <a:pt x="28802" y="7056"/>
                  </a:cubicBezTo>
                  <a:cubicBezTo>
                    <a:pt x="27111" y="11461"/>
                    <a:pt x="25135" y="15771"/>
                    <a:pt x="22885" y="19927"/>
                  </a:cubicBezTo>
                  <a:cubicBezTo>
                    <a:pt x="21730" y="22177"/>
                    <a:pt x="20503" y="24153"/>
                    <a:pt x="19277" y="25904"/>
                  </a:cubicBezTo>
                  <a:cubicBezTo>
                    <a:pt x="22635" y="26130"/>
                    <a:pt x="26004" y="26475"/>
                    <a:pt x="29421" y="26975"/>
                  </a:cubicBezTo>
                  <a:cubicBezTo>
                    <a:pt x="27736" y="26882"/>
                    <a:pt x="26049" y="26839"/>
                    <a:pt x="24363" y="26839"/>
                  </a:cubicBezTo>
                  <a:cubicBezTo>
                    <a:pt x="22402" y="26839"/>
                    <a:pt x="20443" y="26897"/>
                    <a:pt x="18491" y="26999"/>
                  </a:cubicBezTo>
                  <a:cubicBezTo>
                    <a:pt x="13133" y="34190"/>
                    <a:pt x="7930" y="36929"/>
                    <a:pt x="7835" y="36976"/>
                  </a:cubicBezTo>
                  <a:lnTo>
                    <a:pt x="7014" y="37393"/>
                  </a:lnTo>
                  <a:lnTo>
                    <a:pt x="7014" y="37393"/>
                  </a:lnTo>
                  <a:lnTo>
                    <a:pt x="9990" y="30202"/>
                  </a:lnTo>
                  <a:lnTo>
                    <a:pt x="9990" y="30202"/>
                  </a:lnTo>
                  <a:cubicBezTo>
                    <a:pt x="5990" y="35286"/>
                    <a:pt x="763" y="36786"/>
                    <a:pt x="703" y="36798"/>
                  </a:cubicBezTo>
                  <a:lnTo>
                    <a:pt x="1" y="36988"/>
                  </a:lnTo>
                  <a:cubicBezTo>
                    <a:pt x="156" y="37012"/>
                    <a:pt x="298" y="37024"/>
                    <a:pt x="441" y="37036"/>
                  </a:cubicBezTo>
                  <a:cubicBezTo>
                    <a:pt x="2739" y="37286"/>
                    <a:pt x="5132" y="37584"/>
                    <a:pt x="7609" y="37965"/>
                  </a:cubicBezTo>
                  <a:cubicBezTo>
                    <a:pt x="8145" y="38048"/>
                    <a:pt x="8680" y="38143"/>
                    <a:pt x="9228" y="38227"/>
                  </a:cubicBezTo>
                  <a:cubicBezTo>
                    <a:pt x="12895" y="37869"/>
                    <a:pt x="16491" y="36643"/>
                    <a:pt x="19587" y="34655"/>
                  </a:cubicBezTo>
                  <a:lnTo>
                    <a:pt x="19587" y="34655"/>
                  </a:lnTo>
                  <a:cubicBezTo>
                    <a:pt x="17753" y="36453"/>
                    <a:pt x="15717" y="38334"/>
                    <a:pt x="13300" y="39012"/>
                  </a:cubicBezTo>
                  <a:cubicBezTo>
                    <a:pt x="13479" y="39048"/>
                    <a:pt x="13645" y="39096"/>
                    <a:pt x="13824" y="39132"/>
                  </a:cubicBezTo>
                  <a:cubicBezTo>
                    <a:pt x="14753" y="39251"/>
                    <a:pt x="15658" y="39346"/>
                    <a:pt x="16551" y="39453"/>
                  </a:cubicBezTo>
                  <a:cubicBezTo>
                    <a:pt x="17598" y="39405"/>
                    <a:pt x="18646" y="39286"/>
                    <a:pt x="19670" y="39060"/>
                  </a:cubicBezTo>
                  <a:cubicBezTo>
                    <a:pt x="22242" y="38477"/>
                    <a:pt x="24718" y="37167"/>
                    <a:pt x="26290" y="35060"/>
                  </a:cubicBezTo>
                  <a:lnTo>
                    <a:pt x="26290" y="35060"/>
                  </a:lnTo>
                  <a:cubicBezTo>
                    <a:pt x="25885" y="37096"/>
                    <a:pt x="24611" y="38941"/>
                    <a:pt x="22885" y="40096"/>
                  </a:cubicBezTo>
                  <a:cubicBezTo>
                    <a:pt x="24415" y="40214"/>
                    <a:pt x="25825" y="40286"/>
                    <a:pt x="27098" y="40286"/>
                  </a:cubicBezTo>
                  <a:cubicBezTo>
                    <a:pt x="27746" y="40286"/>
                    <a:pt x="28359" y="40267"/>
                    <a:pt x="28933" y="40227"/>
                  </a:cubicBezTo>
                  <a:lnTo>
                    <a:pt x="28814" y="40132"/>
                  </a:lnTo>
                  <a:cubicBezTo>
                    <a:pt x="28873" y="40036"/>
                    <a:pt x="34886" y="30952"/>
                    <a:pt x="37875" y="12700"/>
                  </a:cubicBezTo>
                  <a:cubicBezTo>
                    <a:pt x="38827" y="6830"/>
                    <a:pt x="38363" y="2603"/>
                    <a:pt x="36493" y="139"/>
                  </a:cubicBezTo>
                  <a:cubicBezTo>
                    <a:pt x="36160" y="45"/>
                    <a:pt x="35811" y="1"/>
                    <a:pt x="35456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46"/>
            <p:cNvSpPr/>
            <p:nvPr/>
          </p:nvSpPr>
          <p:spPr>
            <a:xfrm>
              <a:off x="4296350" y="1668775"/>
              <a:ext cx="970700" cy="1015925"/>
            </a:xfrm>
            <a:custGeom>
              <a:rect b="b" l="l" r="r" t="t"/>
              <a:pathLst>
                <a:path extrusionOk="0" h="40637" w="38828">
                  <a:moveTo>
                    <a:pt x="18491" y="27290"/>
                  </a:moveTo>
                  <a:cubicBezTo>
                    <a:pt x="13133" y="34481"/>
                    <a:pt x="7930" y="37220"/>
                    <a:pt x="7835" y="37267"/>
                  </a:cubicBezTo>
                  <a:lnTo>
                    <a:pt x="7014" y="37684"/>
                  </a:lnTo>
                  <a:lnTo>
                    <a:pt x="9990" y="30493"/>
                  </a:lnTo>
                  <a:cubicBezTo>
                    <a:pt x="5990" y="35577"/>
                    <a:pt x="763" y="37077"/>
                    <a:pt x="703" y="37089"/>
                  </a:cubicBezTo>
                  <a:lnTo>
                    <a:pt x="1" y="37279"/>
                  </a:lnTo>
                  <a:cubicBezTo>
                    <a:pt x="156" y="37303"/>
                    <a:pt x="298" y="37315"/>
                    <a:pt x="441" y="37327"/>
                  </a:cubicBezTo>
                  <a:cubicBezTo>
                    <a:pt x="2739" y="37577"/>
                    <a:pt x="5132" y="37875"/>
                    <a:pt x="7609" y="38256"/>
                  </a:cubicBezTo>
                  <a:cubicBezTo>
                    <a:pt x="8145" y="38339"/>
                    <a:pt x="8680" y="38434"/>
                    <a:pt x="9228" y="38518"/>
                  </a:cubicBezTo>
                  <a:cubicBezTo>
                    <a:pt x="12895" y="38160"/>
                    <a:pt x="16491" y="36934"/>
                    <a:pt x="19587" y="34946"/>
                  </a:cubicBezTo>
                  <a:cubicBezTo>
                    <a:pt x="17753" y="36744"/>
                    <a:pt x="15717" y="38625"/>
                    <a:pt x="13300" y="39303"/>
                  </a:cubicBezTo>
                  <a:cubicBezTo>
                    <a:pt x="13479" y="39339"/>
                    <a:pt x="13645" y="39387"/>
                    <a:pt x="13824" y="39423"/>
                  </a:cubicBezTo>
                  <a:cubicBezTo>
                    <a:pt x="14753" y="39542"/>
                    <a:pt x="15658" y="39637"/>
                    <a:pt x="16551" y="39744"/>
                  </a:cubicBezTo>
                  <a:cubicBezTo>
                    <a:pt x="17598" y="39696"/>
                    <a:pt x="18646" y="39577"/>
                    <a:pt x="19670" y="39351"/>
                  </a:cubicBezTo>
                  <a:cubicBezTo>
                    <a:pt x="22242" y="38768"/>
                    <a:pt x="24718" y="37458"/>
                    <a:pt x="26290" y="35351"/>
                  </a:cubicBezTo>
                  <a:cubicBezTo>
                    <a:pt x="25885" y="37387"/>
                    <a:pt x="24611" y="39232"/>
                    <a:pt x="22885" y="40387"/>
                  </a:cubicBezTo>
                  <a:cubicBezTo>
                    <a:pt x="25194" y="40566"/>
                    <a:pt x="27230" y="40637"/>
                    <a:pt x="28933" y="40518"/>
                  </a:cubicBezTo>
                  <a:lnTo>
                    <a:pt x="28814" y="40423"/>
                  </a:lnTo>
                  <a:cubicBezTo>
                    <a:pt x="28873" y="40327"/>
                    <a:pt x="34886" y="31243"/>
                    <a:pt x="37875" y="12991"/>
                  </a:cubicBezTo>
                  <a:cubicBezTo>
                    <a:pt x="38827" y="7121"/>
                    <a:pt x="38363" y="2894"/>
                    <a:pt x="36493" y="430"/>
                  </a:cubicBezTo>
                  <a:cubicBezTo>
                    <a:pt x="34969" y="1"/>
                    <a:pt x="33112" y="608"/>
                    <a:pt x="31910" y="1739"/>
                  </a:cubicBezTo>
                  <a:cubicBezTo>
                    <a:pt x="30338" y="3216"/>
                    <a:pt x="29576" y="5335"/>
                    <a:pt x="28802" y="7347"/>
                  </a:cubicBezTo>
                  <a:cubicBezTo>
                    <a:pt x="27111" y="11752"/>
                    <a:pt x="25135" y="16062"/>
                    <a:pt x="22885" y="20218"/>
                  </a:cubicBezTo>
                  <a:cubicBezTo>
                    <a:pt x="21730" y="22468"/>
                    <a:pt x="20503" y="24444"/>
                    <a:pt x="19277" y="26195"/>
                  </a:cubicBezTo>
                  <a:cubicBezTo>
                    <a:pt x="22635" y="26421"/>
                    <a:pt x="26004" y="26766"/>
                    <a:pt x="29421" y="27266"/>
                  </a:cubicBezTo>
                  <a:cubicBezTo>
                    <a:pt x="25778" y="27064"/>
                    <a:pt x="22123" y="27100"/>
                    <a:pt x="18491" y="2729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46"/>
            <p:cNvSpPr/>
            <p:nvPr/>
          </p:nvSpPr>
          <p:spPr>
            <a:xfrm>
              <a:off x="2817600" y="2646275"/>
              <a:ext cx="109275" cy="29500"/>
            </a:xfrm>
            <a:custGeom>
              <a:rect b="b" l="l" r="r" t="t"/>
              <a:pathLst>
                <a:path extrusionOk="0" h="1180" w="4371">
                  <a:moveTo>
                    <a:pt x="959" y="0"/>
                  </a:moveTo>
                  <a:cubicBezTo>
                    <a:pt x="362" y="0"/>
                    <a:pt x="1" y="37"/>
                    <a:pt x="1" y="37"/>
                  </a:cubicBezTo>
                  <a:cubicBezTo>
                    <a:pt x="1501" y="299"/>
                    <a:pt x="2727" y="680"/>
                    <a:pt x="3858" y="1180"/>
                  </a:cubicBezTo>
                  <a:lnTo>
                    <a:pt x="4227" y="620"/>
                  </a:lnTo>
                  <a:cubicBezTo>
                    <a:pt x="4275" y="537"/>
                    <a:pt x="4323" y="465"/>
                    <a:pt x="4370" y="382"/>
                  </a:cubicBezTo>
                  <a:cubicBezTo>
                    <a:pt x="3008" y="67"/>
                    <a:pt x="1767" y="0"/>
                    <a:pt x="959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46"/>
            <p:cNvSpPr/>
            <p:nvPr/>
          </p:nvSpPr>
          <p:spPr>
            <a:xfrm>
              <a:off x="2817600" y="2642125"/>
              <a:ext cx="109275" cy="33650"/>
            </a:xfrm>
            <a:custGeom>
              <a:rect b="b" l="l" r="r" t="t"/>
              <a:pathLst>
                <a:path extrusionOk="0" h="1346" w="4371">
                  <a:moveTo>
                    <a:pt x="1" y="203"/>
                  </a:moveTo>
                  <a:cubicBezTo>
                    <a:pt x="1501" y="465"/>
                    <a:pt x="2727" y="846"/>
                    <a:pt x="3858" y="1346"/>
                  </a:cubicBezTo>
                  <a:lnTo>
                    <a:pt x="4227" y="786"/>
                  </a:lnTo>
                  <a:cubicBezTo>
                    <a:pt x="4275" y="703"/>
                    <a:pt x="4323" y="631"/>
                    <a:pt x="4370" y="548"/>
                  </a:cubicBezTo>
                  <a:cubicBezTo>
                    <a:pt x="2001" y="0"/>
                    <a:pt x="1" y="203"/>
                    <a:pt x="1" y="203"/>
                  </a:cubicBezTo>
                  <a:close/>
                </a:path>
              </a:pathLst>
            </a:custGeom>
            <a:solidFill>
              <a:srgbClr val="FFDCDE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46"/>
            <p:cNvSpPr/>
            <p:nvPr/>
          </p:nvSpPr>
          <p:spPr>
            <a:xfrm>
              <a:off x="4455900" y="2760875"/>
              <a:ext cx="487300" cy="342925"/>
            </a:xfrm>
            <a:custGeom>
              <a:rect b="b" l="l" r="r" t="t"/>
              <a:pathLst>
                <a:path extrusionOk="0" h="13717" w="19492">
                  <a:moveTo>
                    <a:pt x="8573" y="1"/>
                  </a:moveTo>
                  <a:cubicBezTo>
                    <a:pt x="9073" y="882"/>
                    <a:pt x="9359" y="1894"/>
                    <a:pt x="9264" y="2930"/>
                  </a:cubicBezTo>
                  <a:cubicBezTo>
                    <a:pt x="9252" y="3120"/>
                    <a:pt x="9216" y="3311"/>
                    <a:pt x="9168" y="3501"/>
                  </a:cubicBezTo>
                  <a:cubicBezTo>
                    <a:pt x="9168" y="3632"/>
                    <a:pt x="9180" y="3763"/>
                    <a:pt x="9180" y="3894"/>
                  </a:cubicBezTo>
                  <a:cubicBezTo>
                    <a:pt x="9180" y="6942"/>
                    <a:pt x="8109" y="9740"/>
                    <a:pt x="6311" y="11919"/>
                  </a:cubicBezTo>
                  <a:cubicBezTo>
                    <a:pt x="5620" y="12252"/>
                    <a:pt x="4954" y="12514"/>
                    <a:pt x="4311" y="12693"/>
                  </a:cubicBezTo>
                  <a:cubicBezTo>
                    <a:pt x="3620" y="12895"/>
                    <a:pt x="2918" y="13062"/>
                    <a:pt x="2227" y="13229"/>
                  </a:cubicBezTo>
                  <a:cubicBezTo>
                    <a:pt x="2156" y="13253"/>
                    <a:pt x="2084" y="13264"/>
                    <a:pt x="2013" y="13288"/>
                  </a:cubicBezTo>
                  <a:cubicBezTo>
                    <a:pt x="1334" y="13443"/>
                    <a:pt x="667" y="13586"/>
                    <a:pt x="1" y="13717"/>
                  </a:cubicBezTo>
                  <a:cubicBezTo>
                    <a:pt x="2691" y="13253"/>
                    <a:pt x="5406" y="12526"/>
                    <a:pt x="7930" y="11407"/>
                  </a:cubicBezTo>
                  <a:lnTo>
                    <a:pt x="7930" y="11407"/>
                  </a:lnTo>
                  <a:cubicBezTo>
                    <a:pt x="7668" y="11490"/>
                    <a:pt x="7394" y="11562"/>
                    <a:pt x="7121" y="11645"/>
                  </a:cubicBezTo>
                  <a:cubicBezTo>
                    <a:pt x="7394" y="11490"/>
                    <a:pt x="7680" y="11324"/>
                    <a:pt x="7966" y="11157"/>
                  </a:cubicBezTo>
                  <a:lnTo>
                    <a:pt x="7966" y="11157"/>
                  </a:lnTo>
                  <a:cubicBezTo>
                    <a:pt x="7763" y="11229"/>
                    <a:pt x="7561" y="11300"/>
                    <a:pt x="7371" y="11371"/>
                  </a:cubicBezTo>
                  <a:cubicBezTo>
                    <a:pt x="7371" y="11371"/>
                    <a:pt x="19491" y="1525"/>
                    <a:pt x="17467" y="858"/>
                  </a:cubicBezTo>
                  <a:cubicBezTo>
                    <a:pt x="16562" y="561"/>
                    <a:pt x="12990" y="239"/>
                    <a:pt x="85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46"/>
            <p:cNvSpPr/>
            <p:nvPr/>
          </p:nvSpPr>
          <p:spPr>
            <a:xfrm>
              <a:off x="3871600" y="2770125"/>
              <a:ext cx="325675" cy="352425"/>
            </a:xfrm>
            <a:custGeom>
              <a:rect b="b" l="l" r="r" t="t"/>
              <a:pathLst>
                <a:path extrusionOk="0" h="14097" w="13027">
                  <a:moveTo>
                    <a:pt x="7752" y="0"/>
                  </a:moveTo>
                  <a:lnTo>
                    <a:pt x="7752" y="0"/>
                  </a:lnTo>
                  <a:cubicBezTo>
                    <a:pt x="5192" y="262"/>
                    <a:pt x="2727" y="560"/>
                    <a:pt x="679" y="822"/>
                  </a:cubicBezTo>
                  <a:cubicBezTo>
                    <a:pt x="1" y="3548"/>
                    <a:pt x="1953" y="13776"/>
                    <a:pt x="6728" y="13918"/>
                  </a:cubicBezTo>
                  <a:cubicBezTo>
                    <a:pt x="8335" y="13966"/>
                    <a:pt x="10514" y="14085"/>
                    <a:pt x="13026" y="14097"/>
                  </a:cubicBezTo>
                  <a:cubicBezTo>
                    <a:pt x="12955" y="14049"/>
                    <a:pt x="12871" y="14002"/>
                    <a:pt x="12800" y="13954"/>
                  </a:cubicBezTo>
                  <a:cubicBezTo>
                    <a:pt x="12133" y="13656"/>
                    <a:pt x="11550" y="13204"/>
                    <a:pt x="11169" y="12621"/>
                  </a:cubicBezTo>
                  <a:cubicBezTo>
                    <a:pt x="8787" y="10323"/>
                    <a:pt x="7287" y="7096"/>
                    <a:pt x="7287" y="3524"/>
                  </a:cubicBezTo>
                  <a:cubicBezTo>
                    <a:pt x="7287" y="2572"/>
                    <a:pt x="7406" y="1643"/>
                    <a:pt x="7609" y="750"/>
                  </a:cubicBezTo>
                  <a:cubicBezTo>
                    <a:pt x="7644" y="500"/>
                    <a:pt x="7692" y="250"/>
                    <a:pt x="7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46"/>
            <p:cNvSpPr/>
            <p:nvPr/>
          </p:nvSpPr>
          <p:spPr>
            <a:xfrm>
              <a:off x="2122275" y="2746000"/>
              <a:ext cx="449475" cy="353050"/>
            </a:xfrm>
            <a:custGeom>
              <a:rect b="b" l="l" r="r" t="t"/>
              <a:pathLst>
                <a:path extrusionOk="0" h="14122" w="17979">
                  <a:moveTo>
                    <a:pt x="14824" y="1"/>
                  </a:moveTo>
                  <a:lnTo>
                    <a:pt x="14824" y="1"/>
                  </a:lnTo>
                  <a:cubicBezTo>
                    <a:pt x="8716" y="167"/>
                    <a:pt x="2453" y="679"/>
                    <a:pt x="1310" y="1144"/>
                  </a:cubicBezTo>
                  <a:cubicBezTo>
                    <a:pt x="1" y="1656"/>
                    <a:pt x="5716" y="7656"/>
                    <a:pt x="8406" y="10395"/>
                  </a:cubicBezTo>
                  <a:cubicBezTo>
                    <a:pt x="11061" y="11931"/>
                    <a:pt x="14264" y="13288"/>
                    <a:pt x="17979" y="14121"/>
                  </a:cubicBezTo>
                  <a:cubicBezTo>
                    <a:pt x="17372" y="13669"/>
                    <a:pt x="16907" y="13002"/>
                    <a:pt x="16705" y="12264"/>
                  </a:cubicBezTo>
                  <a:cubicBezTo>
                    <a:pt x="15443" y="10407"/>
                    <a:pt x="14610" y="8097"/>
                    <a:pt x="14383" y="5561"/>
                  </a:cubicBezTo>
                  <a:cubicBezTo>
                    <a:pt x="14288" y="5251"/>
                    <a:pt x="14240" y="4918"/>
                    <a:pt x="14217" y="4596"/>
                  </a:cubicBezTo>
                  <a:cubicBezTo>
                    <a:pt x="14109" y="3346"/>
                    <a:pt x="14288" y="2084"/>
                    <a:pt x="14693" y="905"/>
                  </a:cubicBezTo>
                  <a:cubicBezTo>
                    <a:pt x="14752" y="620"/>
                    <a:pt x="14824" y="346"/>
                    <a:pt x="14895" y="72"/>
                  </a:cubicBezTo>
                  <a:lnTo>
                    <a:pt x="14895" y="72"/>
                  </a:lnTo>
                  <a:cubicBezTo>
                    <a:pt x="14764" y="167"/>
                    <a:pt x="14633" y="263"/>
                    <a:pt x="14490" y="358"/>
                  </a:cubicBezTo>
                  <a:lnTo>
                    <a:pt x="148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46"/>
            <p:cNvSpPr/>
            <p:nvPr/>
          </p:nvSpPr>
          <p:spPr>
            <a:xfrm>
              <a:off x="2725925" y="3105275"/>
              <a:ext cx="164925" cy="19800"/>
            </a:xfrm>
            <a:custGeom>
              <a:rect b="b" l="l" r="r" t="t"/>
              <a:pathLst>
                <a:path extrusionOk="0" h="792" w="6597">
                  <a:moveTo>
                    <a:pt x="6597" y="0"/>
                  </a:moveTo>
                  <a:cubicBezTo>
                    <a:pt x="5656" y="274"/>
                    <a:pt x="4608" y="465"/>
                    <a:pt x="3418" y="560"/>
                  </a:cubicBezTo>
                  <a:cubicBezTo>
                    <a:pt x="2683" y="617"/>
                    <a:pt x="1791" y="651"/>
                    <a:pt x="802" y="651"/>
                  </a:cubicBezTo>
                  <a:cubicBezTo>
                    <a:pt x="541" y="651"/>
                    <a:pt x="274" y="648"/>
                    <a:pt x="0" y="643"/>
                  </a:cubicBezTo>
                  <a:lnTo>
                    <a:pt x="0" y="643"/>
                  </a:lnTo>
                  <a:cubicBezTo>
                    <a:pt x="1216" y="743"/>
                    <a:pt x="2316" y="791"/>
                    <a:pt x="3311" y="791"/>
                  </a:cubicBezTo>
                  <a:cubicBezTo>
                    <a:pt x="4449" y="791"/>
                    <a:pt x="5451" y="728"/>
                    <a:pt x="6335" y="608"/>
                  </a:cubicBezTo>
                  <a:cubicBezTo>
                    <a:pt x="6418" y="512"/>
                    <a:pt x="6513" y="429"/>
                    <a:pt x="6597" y="346"/>
                  </a:cubicBezTo>
                  <a:lnTo>
                    <a:pt x="6597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46"/>
            <p:cNvSpPr/>
            <p:nvPr/>
          </p:nvSpPr>
          <p:spPr>
            <a:xfrm>
              <a:off x="6443950" y="2241175"/>
              <a:ext cx="429850" cy="247675"/>
            </a:xfrm>
            <a:custGeom>
              <a:rect b="b" l="l" r="r" t="t"/>
              <a:pathLst>
                <a:path extrusionOk="0" h="9907" w="17194">
                  <a:moveTo>
                    <a:pt x="17193" y="1"/>
                  </a:moveTo>
                  <a:cubicBezTo>
                    <a:pt x="15312" y="1358"/>
                    <a:pt x="13371" y="2632"/>
                    <a:pt x="11359" y="3775"/>
                  </a:cubicBezTo>
                  <a:cubicBezTo>
                    <a:pt x="7811" y="6001"/>
                    <a:pt x="4001" y="7978"/>
                    <a:pt x="48" y="9752"/>
                  </a:cubicBezTo>
                  <a:cubicBezTo>
                    <a:pt x="36" y="9811"/>
                    <a:pt x="12" y="9859"/>
                    <a:pt x="0" y="9907"/>
                  </a:cubicBezTo>
                  <a:cubicBezTo>
                    <a:pt x="4156" y="8466"/>
                    <a:pt x="9883" y="5942"/>
                    <a:pt x="16014" y="1679"/>
                  </a:cubicBezTo>
                  <a:cubicBezTo>
                    <a:pt x="16407" y="1406"/>
                    <a:pt x="16800" y="1132"/>
                    <a:pt x="17193" y="834"/>
                  </a:cubicBezTo>
                  <a:lnTo>
                    <a:pt x="17193" y="1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46"/>
            <p:cNvSpPr/>
            <p:nvPr/>
          </p:nvSpPr>
          <p:spPr>
            <a:xfrm>
              <a:off x="6443950" y="2241175"/>
              <a:ext cx="429850" cy="247675"/>
            </a:xfrm>
            <a:custGeom>
              <a:rect b="b" l="l" r="r" t="t"/>
              <a:pathLst>
                <a:path extrusionOk="0" h="9907" w="17194">
                  <a:moveTo>
                    <a:pt x="48" y="9752"/>
                  </a:moveTo>
                  <a:cubicBezTo>
                    <a:pt x="36" y="9811"/>
                    <a:pt x="12" y="9859"/>
                    <a:pt x="0" y="9907"/>
                  </a:cubicBezTo>
                  <a:cubicBezTo>
                    <a:pt x="4156" y="8466"/>
                    <a:pt x="9883" y="5942"/>
                    <a:pt x="16014" y="1679"/>
                  </a:cubicBezTo>
                  <a:cubicBezTo>
                    <a:pt x="16407" y="1406"/>
                    <a:pt x="16800" y="1132"/>
                    <a:pt x="17193" y="834"/>
                  </a:cubicBezTo>
                  <a:lnTo>
                    <a:pt x="17193" y="1"/>
                  </a:lnTo>
                  <a:cubicBezTo>
                    <a:pt x="15312" y="1358"/>
                    <a:pt x="13371" y="2632"/>
                    <a:pt x="11359" y="3775"/>
                  </a:cubicBezTo>
                  <a:cubicBezTo>
                    <a:pt x="7811" y="6001"/>
                    <a:pt x="4001" y="7978"/>
                    <a:pt x="48" y="975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46"/>
            <p:cNvSpPr/>
            <p:nvPr/>
          </p:nvSpPr>
          <p:spPr>
            <a:xfrm>
              <a:off x="6544250" y="2108725"/>
              <a:ext cx="200950" cy="176225"/>
            </a:xfrm>
            <a:custGeom>
              <a:rect b="b" l="l" r="r" t="t"/>
              <a:pathLst>
                <a:path extrusionOk="0" h="7049" w="8038">
                  <a:moveTo>
                    <a:pt x="8038" y="0"/>
                  </a:moveTo>
                  <a:lnTo>
                    <a:pt x="8038" y="0"/>
                  </a:lnTo>
                  <a:cubicBezTo>
                    <a:pt x="5204" y="2155"/>
                    <a:pt x="2513" y="4513"/>
                    <a:pt x="1" y="7049"/>
                  </a:cubicBezTo>
                  <a:cubicBezTo>
                    <a:pt x="2501" y="5180"/>
                    <a:pt x="5382" y="2798"/>
                    <a:pt x="8038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46"/>
            <p:cNvSpPr/>
            <p:nvPr/>
          </p:nvSpPr>
          <p:spPr>
            <a:xfrm>
              <a:off x="6544250" y="2108725"/>
              <a:ext cx="200950" cy="176225"/>
            </a:xfrm>
            <a:custGeom>
              <a:rect b="b" l="l" r="r" t="t"/>
              <a:pathLst>
                <a:path extrusionOk="0" h="7049" w="8038">
                  <a:moveTo>
                    <a:pt x="8038" y="0"/>
                  </a:moveTo>
                  <a:cubicBezTo>
                    <a:pt x="5204" y="2155"/>
                    <a:pt x="2513" y="4513"/>
                    <a:pt x="1" y="7049"/>
                  </a:cubicBezTo>
                  <a:cubicBezTo>
                    <a:pt x="2501" y="5180"/>
                    <a:pt x="5382" y="2798"/>
                    <a:pt x="8038" y="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46"/>
            <p:cNvSpPr/>
            <p:nvPr/>
          </p:nvSpPr>
          <p:spPr>
            <a:xfrm>
              <a:off x="6473125" y="2284350"/>
              <a:ext cx="55375" cy="50625"/>
            </a:xfrm>
            <a:custGeom>
              <a:rect b="b" l="l" r="r" t="t"/>
              <a:pathLst>
                <a:path extrusionOk="0" h="2025" w="2215">
                  <a:moveTo>
                    <a:pt x="2215" y="0"/>
                  </a:moveTo>
                  <a:cubicBezTo>
                    <a:pt x="1477" y="667"/>
                    <a:pt x="738" y="1334"/>
                    <a:pt x="0" y="2000"/>
                  </a:cubicBezTo>
                  <a:cubicBezTo>
                    <a:pt x="0" y="2012"/>
                    <a:pt x="0" y="2012"/>
                    <a:pt x="0" y="2024"/>
                  </a:cubicBezTo>
                  <a:cubicBezTo>
                    <a:pt x="572" y="1643"/>
                    <a:pt x="1179" y="1215"/>
                    <a:pt x="1822" y="762"/>
                  </a:cubicBezTo>
                  <a:cubicBezTo>
                    <a:pt x="1953" y="512"/>
                    <a:pt x="2084" y="250"/>
                    <a:pt x="2215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46"/>
            <p:cNvSpPr/>
            <p:nvPr/>
          </p:nvSpPr>
          <p:spPr>
            <a:xfrm>
              <a:off x="6473125" y="2284350"/>
              <a:ext cx="55375" cy="50625"/>
            </a:xfrm>
            <a:custGeom>
              <a:rect b="b" l="l" r="r" t="t"/>
              <a:pathLst>
                <a:path extrusionOk="0" h="2025" w="2215">
                  <a:moveTo>
                    <a:pt x="2215" y="0"/>
                  </a:moveTo>
                  <a:cubicBezTo>
                    <a:pt x="1477" y="667"/>
                    <a:pt x="738" y="1334"/>
                    <a:pt x="0" y="2000"/>
                  </a:cubicBezTo>
                  <a:cubicBezTo>
                    <a:pt x="0" y="2012"/>
                    <a:pt x="0" y="2012"/>
                    <a:pt x="0" y="2024"/>
                  </a:cubicBezTo>
                  <a:cubicBezTo>
                    <a:pt x="572" y="1643"/>
                    <a:pt x="1179" y="1215"/>
                    <a:pt x="1822" y="762"/>
                  </a:cubicBezTo>
                  <a:cubicBezTo>
                    <a:pt x="1953" y="512"/>
                    <a:pt x="2084" y="250"/>
                    <a:pt x="2215" y="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46"/>
            <p:cNvSpPr/>
            <p:nvPr/>
          </p:nvSpPr>
          <p:spPr>
            <a:xfrm>
              <a:off x="6446925" y="2430500"/>
              <a:ext cx="88725" cy="47050"/>
            </a:xfrm>
            <a:custGeom>
              <a:rect b="b" l="l" r="r" t="t"/>
              <a:pathLst>
                <a:path extrusionOk="0" h="1882" w="3549">
                  <a:moveTo>
                    <a:pt x="3549" y="0"/>
                  </a:moveTo>
                  <a:lnTo>
                    <a:pt x="3549" y="0"/>
                  </a:lnTo>
                  <a:cubicBezTo>
                    <a:pt x="2417" y="512"/>
                    <a:pt x="1263" y="988"/>
                    <a:pt x="96" y="1453"/>
                  </a:cubicBezTo>
                  <a:cubicBezTo>
                    <a:pt x="60" y="1595"/>
                    <a:pt x="36" y="1738"/>
                    <a:pt x="0" y="1881"/>
                  </a:cubicBezTo>
                  <a:cubicBezTo>
                    <a:pt x="370" y="1691"/>
                    <a:pt x="762" y="1488"/>
                    <a:pt x="1179" y="1274"/>
                  </a:cubicBezTo>
                  <a:cubicBezTo>
                    <a:pt x="1905" y="893"/>
                    <a:pt x="2703" y="464"/>
                    <a:pt x="3549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46"/>
            <p:cNvSpPr/>
            <p:nvPr/>
          </p:nvSpPr>
          <p:spPr>
            <a:xfrm>
              <a:off x="6446925" y="2430500"/>
              <a:ext cx="88725" cy="47050"/>
            </a:xfrm>
            <a:custGeom>
              <a:rect b="b" l="l" r="r" t="t"/>
              <a:pathLst>
                <a:path extrusionOk="0" h="1882" w="3549">
                  <a:moveTo>
                    <a:pt x="3549" y="0"/>
                  </a:moveTo>
                  <a:cubicBezTo>
                    <a:pt x="2417" y="512"/>
                    <a:pt x="1263" y="988"/>
                    <a:pt x="96" y="1453"/>
                  </a:cubicBezTo>
                  <a:cubicBezTo>
                    <a:pt x="60" y="1595"/>
                    <a:pt x="36" y="1738"/>
                    <a:pt x="0" y="1881"/>
                  </a:cubicBezTo>
                  <a:cubicBezTo>
                    <a:pt x="370" y="1691"/>
                    <a:pt x="762" y="1488"/>
                    <a:pt x="1179" y="1274"/>
                  </a:cubicBezTo>
                  <a:cubicBezTo>
                    <a:pt x="1905" y="893"/>
                    <a:pt x="2703" y="464"/>
                    <a:pt x="3549" y="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46"/>
            <p:cNvSpPr/>
            <p:nvPr/>
          </p:nvSpPr>
          <p:spPr>
            <a:xfrm>
              <a:off x="6595450" y="1871800"/>
              <a:ext cx="95275" cy="144675"/>
            </a:xfrm>
            <a:custGeom>
              <a:rect b="b" l="l" r="r" t="t"/>
              <a:pathLst>
                <a:path extrusionOk="0" h="5787" w="3811">
                  <a:moveTo>
                    <a:pt x="3811" y="0"/>
                  </a:moveTo>
                  <a:cubicBezTo>
                    <a:pt x="2632" y="1988"/>
                    <a:pt x="1370" y="3941"/>
                    <a:pt x="1" y="5786"/>
                  </a:cubicBezTo>
                  <a:cubicBezTo>
                    <a:pt x="1513" y="4012"/>
                    <a:pt x="2858" y="2072"/>
                    <a:pt x="3811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46"/>
            <p:cNvSpPr/>
            <p:nvPr/>
          </p:nvSpPr>
          <p:spPr>
            <a:xfrm>
              <a:off x="6595450" y="1871800"/>
              <a:ext cx="95275" cy="144675"/>
            </a:xfrm>
            <a:custGeom>
              <a:rect b="b" l="l" r="r" t="t"/>
              <a:pathLst>
                <a:path extrusionOk="0" h="5787" w="3811">
                  <a:moveTo>
                    <a:pt x="1" y="5786"/>
                  </a:moveTo>
                  <a:cubicBezTo>
                    <a:pt x="1513" y="4012"/>
                    <a:pt x="2858" y="2072"/>
                    <a:pt x="3811" y="0"/>
                  </a:cubicBezTo>
                  <a:cubicBezTo>
                    <a:pt x="2632" y="1988"/>
                    <a:pt x="1370" y="3941"/>
                    <a:pt x="1" y="5786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46"/>
            <p:cNvSpPr/>
            <p:nvPr/>
          </p:nvSpPr>
          <p:spPr>
            <a:xfrm>
              <a:off x="6701425" y="1809875"/>
              <a:ext cx="24125" cy="45275"/>
            </a:xfrm>
            <a:custGeom>
              <a:rect b="b" l="l" r="r" t="t"/>
              <a:pathLst>
                <a:path extrusionOk="0" h="1811" w="965">
                  <a:moveTo>
                    <a:pt x="965" y="1"/>
                  </a:moveTo>
                  <a:lnTo>
                    <a:pt x="965" y="1"/>
                  </a:lnTo>
                  <a:cubicBezTo>
                    <a:pt x="655" y="584"/>
                    <a:pt x="334" y="1167"/>
                    <a:pt x="0" y="1751"/>
                  </a:cubicBezTo>
                  <a:lnTo>
                    <a:pt x="191" y="1810"/>
                  </a:lnTo>
                  <a:cubicBezTo>
                    <a:pt x="453" y="1203"/>
                    <a:pt x="703" y="608"/>
                    <a:pt x="965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46"/>
            <p:cNvSpPr/>
            <p:nvPr/>
          </p:nvSpPr>
          <p:spPr>
            <a:xfrm>
              <a:off x="6701425" y="1809875"/>
              <a:ext cx="24125" cy="45275"/>
            </a:xfrm>
            <a:custGeom>
              <a:rect b="b" l="l" r="r" t="t"/>
              <a:pathLst>
                <a:path extrusionOk="0" h="1811" w="965">
                  <a:moveTo>
                    <a:pt x="965" y="1"/>
                  </a:moveTo>
                  <a:cubicBezTo>
                    <a:pt x="655" y="584"/>
                    <a:pt x="334" y="1167"/>
                    <a:pt x="0" y="1751"/>
                  </a:cubicBezTo>
                  <a:lnTo>
                    <a:pt x="191" y="1810"/>
                  </a:lnTo>
                  <a:cubicBezTo>
                    <a:pt x="453" y="1203"/>
                    <a:pt x="703" y="608"/>
                    <a:pt x="965" y="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46"/>
            <p:cNvSpPr/>
            <p:nvPr/>
          </p:nvSpPr>
          <p:spPr>
            <a:xfrm>
              <a:off x="6540675" y="1485425"/>
              <a:ext cx="13425" cy="108975"/>
            </a:xfrm>
            <a:custGeom>
              <a:rect b="b" l="l" r="r" t="t"/>
              <a:pathLst>
                <a:path extrusionOk="0" h="4359" w="537">
                  <a:moveTo>
                    <a:pt x="25" y="1"/>
                  </a:moveTo>
                  <a:cubicBezTo>
                    <a:pt x="25" y="239"/>
                    <a:pt x="13" y="489"/>
                    <a:pt x="1" y="727"/>
                  </a:cubicBezTo>
                  <a:cubicBezTo>
                    <a:pt x="227" y="1918"/>
                    <a:pt x="370" y="3120"/>
                    <a:pt x="430" y="4358"/>
                  </a:cubicBezTo>
                  <a:cubicBezTo>
                    <a:pt x="477" y="3716"/>
                    <a:pt x="513" y="3061"/>
                    <a:pt x="537" y="2406"/>
                  </a:cubicBezTo>
                  <a:cubicBezTo>
                    <a:pt x="406" y="1596"/>
                    <a:pt x="239" y="787"/>
                    <a:pt x="25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46"/>
            <p:cNvSpPr/>
            <p:nvPr/>
          </p:nvSpPr>
          <p:spPr>
            <a:xfrm>
              <a:off x="6540675" y="1485425"/>
              <a:ext cx="13425" cy="108975"/>
            </a:xfrm>
            <a:custGeom>
              <a:rect b="b" l="l" r="r" t="t"/>
              <a:pathLst>
                <a:path extrusionOk="0" h="4359" w="537">
                  <a:moveTo>
                    <a:pt x="1" y="727"/>
                  </a:moveTo>
                  <a:cubicBezTo>
                    <a:pt x="227" y="1918"/>
                    <a:pt x="370" y="3120"/>
                    <a:pt x="430" y="4358"/>
                  </a:cubicBezTo>
                  <a:cubicBezTo>
                    <a:pt x="477" y="3716"/>
                    <a:pt x="513" y="3061"/>
                    <a:pt x="537" y="2406"/>
                  </a:cubicBezTo>
                  <a:cubicBezTo>
                    <a:pt x="406" y="1596"/>
                    <a:pt x="239" y="787"/>
                    <a:pt x="25" y="1"/>
                  </a:cubicBezTo>
                  <a:cubicBezTo>
                    <a:pt x="25" y="239"/>
                    <a:pt x="13" y="489"/>
                    <a:pt x="1" y="727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46"/>
            <p:cNvSpPr/>
            <p:nvPr/>
          </p:nvSpPr>
          <p:spPr>
            <a:xfrm>
              <a:off x="4399950" y="2367675"/>
              <a:ext cx="169375" cy="170000"/>
            </a:xfrm>
            <a:custGeom>
              <a:rect b="b" l="l" r="r" t="t"/>
              <a:pathLst>
                <a:path extrusionOk="0" h="6800" w="6775">
                  <a:moveTo>
                    <a:pt x="6775" y="1"/>
                  </a:moveTo>
                  <a:lnTo>
                    <a:pt x="6775" y="1"/>
                  </a:lnTo>
                  <a:cubicBezTo>
                    <a:pt x="6632" y="13"/>
                    <a:pt x="6489" y="37"/>
                    <a:pt x="6346" y="48"/>
                  </a:cubicBezTo>
                  <a:cubicBezTo>
                    <a:pt x="4644" y="2644"/>
                    <a:pt x="2477" y="4930"/>
                    <a:pt x="0" y="6799"/>
                  </a:cubicBezTo>
                  <a:cubicBezTo>
                    <a:pt x="2120" y="5513"/>
                    <a:pt x="4763" y="3382"/>
                    <a:pt x="6775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46"/>
            <p:cNvSpPr/>
            <p:nvPr/>
          </p:nvSpPr>
          <p:spPr>
            <a:xfrm>
              <a:off x="4399950" y="2367675"/>
              <a:ext cx="169375" cy="170000"/>
            </a:xfrm>
            <a:custGeom>
              <a:rect b="b" l="l" r="r" t="t"/>
              <a:pathLst>
                <a:path extrusionOk="0" h="6800" w="6775">
                  <a:moveTo>
                    <a:pt x="6775" y="1"/>
                  </a:moveTo>
                  <a:cubicBezTo>
                    <a:pt x="6632" y="13"/>
                    <a:pt x="6489" y="37"/>
                    <a:pt x="6346" y="48"/>
                  </a:cubicBezTo>
                  <a:cubicBezTo>
                    <a:pt x="4644" y="2644"/>
                    <a:pt x="2477" y="4930"/>
                    <a:pt x="0" y="6799"/>
                  </a:cubicBezTo>
                  <a:cubicBezTo>
                    <a:pt x="2120" y="5513"/>
                    <a:pt x="4763" y="3382"/>
                    <a:pt x="6775" y="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46"/>
            <p:cNvSpPr/>
            <p:nvPr/>
          </p:nvSpPr>
          <p:spPr>
            <a:xfrm>
              <a:off x="4320175" y="3744050"/>
              <a:ext cx="92900" cy="5850"/>
            </a:xfrm>
            <a:custGeom>
              <a:rect b="b" l="l" r="r" t="t"/>
              <a:pathLst>
                <a:path extrusionOk="0" h="234" w="3716">
                  <a:moveTo>
                    <a:pt x="0" y="0"/>
                  </a:moveTo>
                  <a:lnTo>
                    <a:pt x="0" y="0"/>
                  </a:lnTo>
                  <a:cubicBezTo>
                    <a:pt x="179" y="84"/>
                    <a:pt x="381" y="155"/>
                    <a:pt x="584" y="226"/>
                  </a:cubicBezTo>
                  <a:cubicBezTo>
                    <a:pt x="738" y="231"/>
                    <a:pt x="900" y="233"/>
                    <a:pt x="1067" y="233"/>
                  </a:cubicBezTo>
                  <a:cubicBezTo>
                    <a:pt x="1828" y="233"/>
                    <a:pt x="2720" y="184"/>
                    <a:pt x="3715" y="48"/>
                  </a:cubicBezTo>
                  <a:lnTo>
                    <a:pt x="3715" y="48"/>
                  </a:lnTo>
                  <a:cubicBezTo>
                    <a:pt x="3159" y="113"/>
                    <a:pt x="2598" y="146"/>
                    <a:pt x="2035" y="146"/>
                  </a:cubicBezTo>
                  <a:cubicBezTo>
                    <a:pt x="1357" y="146"/>
                    <a:pt x="677" y="98"/>
                    <a:pt x="0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46"/>
            <p:cNvSpPr/>
            <p:nvPr/>
          </p:nvSpPr>
          <p:spPr>
            <a:xfrm>
              <a:off x="4320175" y="3744050"/>
              <a:ext cx="92900" cy="6275"/>
            </a:xfrm>
            <a:custGeom>
              <a:rect b="b" l="l" r="r" t="t"/>
              <a:pathLst>
                <a:path extrusionOk="0" h="251" w="3716">
                  <a:moveTo>
                    <a:pt x="0" y="0"/>
                  </a:moveTo>
                  <a:cubicBezTo>
                    <a:pt x="179" y="84"/>
                    <a:pt x="381" y="155"/>
                    <a:pt x="584" y="226"/>
                  </a:cubicBezTo>
                  <a:cubicBezTo>
                    <a:pt x="1441" y="250"/>
                    <a:pt x="2501" y="215"/>
                    <a:pt x="3715" y="48"/>
                  </a:cubicBezTo>
                  <a:cubicBezTo>
                    <a:pt x="2489" y="191"/>
                    <a:pt x="1239" y="179"/>
                    <a:pt x="0" y="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46"/>
            <p:cNvSpPr/>
            <p:nvPr/>
          </p:nvSpPr>
          <p:spPr>
            <a:xfrm>
              <a:off x="4506200" y="2352200"/>
              <a:ext cx="230125" cy="220600"/>
            </a:xfrm>
            <a:custGeom>
              <a:rect b="b" l="l" r="r" t="t"/>
              <a:pathLst>
                <a:path extrusionOk="0" h="8824" w="9205">
                  <a:moveTo>
                    <a:pt x="9204" y="1"/>
                  </a:moveTo>
                  <a:cubicBezTo>
                    <a:pt x="9204" y="1"/>
                    <a:pt x="9192" y="1"/>
                    <a:pt x="9192" y="13"/>
                  </a:cubicBezTo>
                  <a:cubicBezTo>
                    <a:pt x="6656" y="3239"/>
                    <a:pt x="3644" y="6085"/>
                    <a:pt x="203" y="8311"/>
                  </a:cubicBezTo>
                  <a:lnTo>
                    <a:pt x="1" y="8823"/>
                  </a:lnTo>
                  <a:cubicBezTo>
                    <a:pt x="1620" y="7775"/>
                    <a:pt x="5347" y="5073"/>
                    <a:pt x="9204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46"/>
            <p:cNvSpPr/>
            <p:nvPr/>
          </p:nvSpPr>
          <p:spPr>
            <a:xfrm>
              <a:off x="4506200" y="2352200"/>
              <a:ext cx="230125" cy="220600"/>
            </a:xfrm>
            <a:custGeom>
              <a:rect b="b" l="l" r="r" t="t"/>
              <a:pathLst>
                <a:path extrusionOk="0" h="8824" w="9205">
                  <a:moveTo>
                    <a:pt x="9204" y="1"/>
                  </a:moveTo>
                  <a:cubicBezTo>
                    <a:pt x="9204" y="1"/>
                    <a:pt x="9192" y="1"/>
                    <a:pt x="9192" y="13"/>
                  </a:cubicBezTo>
                  <a:cubicBezTo>
                    <a:pt x="6656" y="3239"/>
                    <a:pt x="3644" y="6085"/>
                    <a:pt x="203" y="8311"/>
                  </a:cubicBezTo>
                  <a:lnTo>
                    <a:pt x="1" y="8823"/>
                  </a:lnTo>
                  <a:cubicBezTo>
                    <a:pt x="1620" y="7775"/>
                    <a:pt x="5347" y="5073"/>
                    <a:pt x="9204" y="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46"/>
            <p:cNvSpPr/>
            <p:nvPr/>
          </p:nvSpPr>
          <p:spPr>
            <a:xfrm>
              <a:off x="2970900" y="2613850"/>
              <a:ext cx="13425" cy="11625"/>
            </a:xfrm>
            <a:custGeom>
              <a:rect b="b" l="l" r="r" t="t"/>
              <a:pathLst>
                <a:path extrusionOk="0" h="465" w="537">
                  <a:moveTo>
                    <a:pt x="536" y="0"/>
                  </a:moveTo>
                  <a:lnTo>
                    <a:pt x="536" y="0"/>
                  </a:lnTo>
                  <a:cubicBezTo>
                    <a:pt x="453" y="48"/>
                    <a:pt x="357" y="96"/>
                    <a:pt x="274" y="143"/>
                  </a:cubicBezTo>
                  <a:cubicBezTo>
                    <a:pt x="179" y="226"/>
                    <a:pt x="84" y="322"/>
                    <a:pt x="0" y="405"/>
                  </a:cubicBezTo>
                  <a:cubicBezTo>
                    <a:pt x="24" y="429"/>
                    <a:pt x="48" y="441"/>
                    <a:pt x="72" y="465"/>
                  </a:cubicBezTo>
                  <a:cubicBezTo>
                    <a:pt x="167" y="357"/>
                    <a:pt x="262" y="274"/>
                    <a:pt x="369" y="167"/>
                  </a:cubicBezTo>
                  <a:cubicBezTo>
                    <a:pt x="417" y="107"/>
                    <a:pt x="488" y="48"/>
                    <a:pt x="536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46"/>
            <p:cNvSpPr/>
            <p:nvPr/>
          </p:nvSpPr>
          <p:spPr>
            <a:xfrm>
              <a:off x="2970900" y="2613850"/>
              <a:ext cx="13425" cy="11625"/>
            </a:xfrm>
            <a:custGeom>
              <a:rect b="b" l="l" r="r" t="t"/>
              <a:pathLst>
                <a:path extrusionOk="0" h="465" w="537">
                  <a:moveTo>
                    <a:pt x="0" y="405"/>
                  </a:moveTo>
                  <a:cubicBezTo>
                    <a:pt x="24" y="429"/>
                    <a:pt x="48" y="441"/>
                    <a:pt x="72" y="465"/>
                  </a:cubicBezTo>
                  <a:cubicBezTo>
                    <a:pt x="167" y="357"/>
                    <a:pt x="262" y="274"/>
                    <a:pt x="369" y="167"/>
                  </a:cubicBezTo>
                  <a:cubicBezTo>
                    <a:pt x="417" y="107"/>
                    <a:pt x="488" y="48"/>
                    <a:pt x="536" y="0"/>
                  </a:cubicBezTo>
                  <a:cubicBezTo>
                    <a:pt x="453" y="48"/>
                    <a:pt x="357" y="96"/>
                    <a:pt x="274" y="143"/>
                  </a:cubicBezTo>
                  <a:cubicBezTo>
                    <a:pt x="179" y="226"/>
                    <a:pt x="84" y="322"/>
                    <a:pt x="0" y="405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46"/>
            <p:cNvSpPr/>
            <p:nvPr/>
          </p:nvSpPr>
          <p:spPr>
            <a:xfrm>
              <a:off x="4588950" y="2286425"/>
              <a:ext cx="15500" cy="30375"/>
            </a:xfrm>
            <a:custGeom>
              <a:rect b="b" l="l" r="r" t="t"/>
              <a:pathLst>
                <a:path extrusionOk="0" h="1215" w="620">
                  <a:moveTo>
                    <a:pt x="620" y="0"/>
                  </a:moveTo>
                  <a:lnTo>
                    <a:pt x="620" y="0"/>
                  </a:lnTo>
                  <a:cubicBezTo>
                    <a:pt x="429" y="417"/>
                    <a:pt x="215" y="810"/>
                    <a:pt x="1" y="1215"/>
                  </a:cubicBezTo>
                  <a:lnTo>
                    <a:pt x="191" y="1215"/>
                  </a:lnTo>
                  <a:lnTo>
                    <a:pt x="441" y="596"/>
                  </a:lnTo>
                  <a:cubicBezTo>
                    <a:pt x="501" y="393"/>
                    <a:pt x="572" y="203"/>
                    <a:pt x="620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46"/>
            <p:cNvSpPr/>
            <p:nvPr/>
          </p:nvSpPr>
          <p:spPr>
            <a:xfrm>
              <a:off x="4588950" y="2286425"/>
              <a:ext cx="15500" cy="30375"/>
            </a:xfrm>
            <a:custGeom>
              <a:rect b="b" l="l" r="r" t="t"/>
              <a:pathLst>
                <a:path extrusionOk="0" h="1215" w="620">
                  <a:moveTo>
                    <a:pt x="441" y="596"/>
                  </a:moveTo>
                  <a:cubicBezTo>
                    <a:pt x="501" y="393"/>
                    <a:pt x="572" y="203"/>
                    <a:pt x="620" y="0"/>
                  </a:cubicBezTo>
                  <a:cubicBezTo>
                    <a:pt x="429" y="417"/>
                    <a:pt x="215" y="810"/>
                    <a:pt x="1" y="1215"/>
                  </a:cubicBezTo>
                  <a:lnTo>
                    <a:pt x="191" y="1215"/>
                  </a:ln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46"/>
            <p:cNvSpPr/>
            <p:nvPr/>
          </p:nvSpPr>
          <p:spPr>
            <a:xfrm>
              <a:off x="5170275" y="3326425"/>
              <a:ext cx="125625" cy="206900"/>
            </a:xfrm>
            <a:custGeom>
              <a:rect b="b" l="l" r="r" t="t"/>
              <a:pathLst>
                <a:path extrusionOk="0" h="8276" w="5025">
                  <a:moveTo>
                    <a:pt x="5025" y="1"/>
                  </a:moveTo>
                  <a:lnTo>
                    <a:pt x="5025" y="1"/>
                  </a:lnTo>
                  <a:cubicBezTo>
                    <a:pt x="3584" y="2489"/>
                    <a:pt x="1894" y="5347"/>
                    <a:pt x="1" y="8276"/>
                  </a:cubicBezTo>
                  <a:cubicBezTo>
                    <a:pt x="1608" y="5882"/>
                    <a:pt x="3311" y="3120"/>
                    <a:pt x="5025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46"/>
            <p:cNvSpPr/>
            <p:nvPr/>
          </p:nvSpPr>
          <p:spPr>
            <a:xfrm>
              <a:off x="5170275" y="3326425"/>
              <a:ext cx="125625" cy="206900"/>
            </a:xfrm>
            <a:custGeom>
              <a:rect b="b" l="l" r="r" t="t"/>
              <a:pathLst>
                <a:path extrusionOk="0" h="8276" w="5025">
                  <a:moveTo>
                    <a:pt x="5025" y="1"/>
                  </a:moveTo>
                  <a:cubicBezTo>
                    <a:pt x="3584" y="2489"/>
                    <a:pt x="1894" y="5347"/>
                    <a:pt x="1" y="8276"/>
                  </a:cubicBezTo>
                  <a:lnTo>
                    <a:pt x="1" y="8276"/>
                  </a:lnTo>
                  <a:cubicBezTo>
                    <a:pt x="1608" y="5882"/>
                    <a:pt x="3311" y="3120"/>
                    <a:pt x="5025" y="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46"/>
            <p:cNvSpPr/>
            <p:nvPr/>
          </p:nvSpPr>
          <p:spPr>
            <a:xfrm>
              <a:off x="4224325" y="2003650"/>
              <a:ext cx="245300" cy="333700"/>
            </a:xfrm>
            <a:custGeom>
              <a:rect b="b" l="l" r="r" t="t"/>
              <a:pathLst>
                <a:path extrusionOk="0" h="13348" w="9812">
                  <a:moveTo>
                    <a:pt x="9811" y="0"/>
                  </a:moveTo>
                  <a:cubicBezTo>
                    <a:pt x="8847" y="2144"/>
                    <a:pt x="7632" y="4191"/>
                    <a:pt x="6335" y="6132"/>
                  </a:cubicBezTo>
                  <a:cubicBezTo>
                    <a:pt x="4549" y="8799"/>
                    <a:pt x="2525" y="11383"/>
                    <a:pt x="1" y="13347"/>
                  </a:cubicBezTo>
                  <a:cubicBezTo>
                    <a:pt x="36" y="13347"/>
                    <a:pt x="72" y="13347"/>
                    <a:pt x="120" y="13335"/>
                  </a:cubicBezTo>
                  <a:cubicBezTo>
                    <a:pt x="2679" y="11204"/>
                    <a:pt x="4846" y="8859"/>
                    <a:pt x="6573" y="6323"/>
                  </a:cubicBezTo>
                  <a:cubicBezTo>
                    <a:pt x="7954" y="4311"/>
                    <a:pt x="9037" y="2191"/>
                    <a:pt x="9811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46"/>
            <p:cNvSpPr/>
            <p:nvPr/>
          </p:nvSpPr>
          <p:spPr>
            <a:xfrm>
              <a:off x="4224325" y="2003650"/>
              <a:ext cx="245300" cy="333700"/>
            </a:xfrm>
            <a:custGeom>
              <a:rect b="b" l="l" r="r" t="t"/>
              <a:pathLst>
                <a:path extrusionOk="0" h="13348" w="9812">
                  <a:moveTo>
                    <a:pt x="6573" y="6323"/>
                  </a:moveTo>
                  <a:cubicBezTo>
                    <a:pt x="7954" y="4311"/>
                    <a:pt x="9037" y="2191"/>
                    <a:pt x="9811" y="0"/>
                  </a:cubicBezTo>
                  <a:cubicBezTo>
                    <a:pt x="8847" y="2144"/>
                    <a:pt x="7632" y="4191"/>
                    <a:pt x="6335" y="6132"/>
                  </a:cubicBezTo>
                  <a:cubicBezTo>
                    <a:pt x="4549" y="8799"/>
                    <a:pt x="2525" y="11383"/>
                    <a:pt x="1" y="13347"/>
                  </a:cubicBezTo>
                  <a:cubicBezTo>
                    <a:pt x="36" y="13347"/>
                    <a:pt x="72" y="13347"/>
                    <a:pt x="120" y="13335"/>
                  </a:cubicBezTo>
                  <a:cubicBezTo>
                    <a:pt x="2679" y="11204"/>
                    <a:pt x="4846" y="8859"/>
                    <a:pt x="6573" y="6323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46"/>
            <p:cNvSpPr/>
            <p:nvPr/>
          </p:nvSpPr>
          <p:spPr>
            <a:xfrm>
              <a:off x="3084000" y="2005150"/>
              <a:ext cx="119100" cy="379225"/>
            </a:xfrm>
            <a:custGeom>
              <a:rect b="b" l="l" r="r" t="t"/>
              <a:pathLst>
                <a:path extrusionOk="0" h="15169" w="4764">
                  <a:moveTo>
                    <a:pt x="4763" y="0"/>
                  </a:moveTo>
                  <a:lnTo>
                    <a:pt x="4763" y="0"/>
                  </a:lnTo>
                  <a:cubicBezTo>
                    <a:pt x="4430" y="464"/>
                    <a:pt x="4096" y="929"/>
                    <a:pt x="3751" y="1393"/>
                  </a:cubicBezTo>
                  <a:cubicBezTo>
                    <a:pt x="3025" y="6096"/>
                    <a:pt x="1751" y="10728"/>
                    <a:pt x="1" y="15169"/>
                  </a:cubicBezTo>
                  <a:cubicBezTo>
                    <a:pt x="1263" y="12240"/>
                    <a:pt x="2251" y="9192"/>
                    <a:pt x="2930" y="6060"/>
                  </a:cubicBezTo>
                  <a:cubicBezTo>
                    <a:pt x="3263" y="4501"/>
                    <a:pt x="3537" y="2917"/>
                    <a:pt x="4108" y="1417"/>
                  </a:cubicBezTo>
                  <a:cubicBezTo>
                    <a:pt x="4299" y="929"/>
                    <a:pt x="4513" y="464"/>
                    <a:pt x="4763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46"/>
            <p:cNvSpPr/>
            <p:nvPr/>
          </p:nvSpPr>
          <p:spPr>
            <a:xfrm>
              <a:off x="3084000" y="2005150"/>
              <a:ext cx="119100" cy="379225"/>
            </a:xfrm>
            <a:custGeom>
              <a:rect b="b" l="l" r="r" t="t"/>
              <a:pathLst>
                <a:path extrusionOk="0" h="15169" w="4764">
                  <a:moveTo>
                    <a:pt x="4108" y="1417"/>
                  </a:moveTo>
                  <a:cubicBezTo>
                    <a:pt x="4299" y="929"/>
                    <a:pt x="4513" y="464"/>
                    <a:pt x="4763" y="0"/>
                  </a:cubicBezTo>
                  <a:cubicBezTo>
                    <a:pt x="4430" y="464"/>
                    <a:pt x="4096" y="929"/>
                    <a:pt x="3751" y="1393"/>
                  </a:cubicBezTo>
                  <a:cubicBezTo>
                    <a:pt x="3025" y="6096"/>
                    <a:pt x="1751" y="10728"/>
                    <a:pt x="1" y="15169"/>
                  </a:cubicBezTo>
                  <a:cubicBezTo>
                    <a:pt x="1263" y="12240"/>
                    <a:pt x="2251" y="9192"/>
                    <a:pt x="2930" y="6060"/>
                  </a:cubicBezTo>
                  <a:cubicBezTo>
                    <a:pt x="3263" y="4501"/>
                    <a:pt x="3537" y="2917"/>
                    <a:pt x="4108" y="1417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46"/>
            <p:cNvSpPr/>
            <p:nvPr/>
          </p:nvSpPr>
          <p:spPr>
            <a:xfrm>
              <a:off x="4001675" y="2030725"/>
              <a:ext cx="3300" cy="3900"/>
            </a:xfrm>
            <a:custGeom>
              <a:rect b="b" l="l" r="r" t="t"/>
              <a:pathLst>
                <a:path extrusionOk="0" h="156" w="132">
                  <a:moveTo>
                    <a:pt x="132" y="1"/>
                  </a:moveTo>
                  <a:cubicBezTo>
                    <a:pt x="84" y="49"/>
                    <a:pt x="48" y="108"/>
                    <a:pt x="1" y="156"/>
                  </a:cubicBezTo>
                  <a:lnTo>
                    <a:pt x="132" y="156"/>
                  </a:lnTo>
                  <a:cubicBezTo>
                    <a:pt x="132" y="108"/>
                    <a:pt x="132" y="49"/>
                    <a:pt x="132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46"/>
            <p:cNvSpPr/>
            <p:nvPr/>
          </p:nvSpPr>
          <p:spPr>
            <a:xfrm>
              <a:off x="4001675" y="2030725"/>
              <a:ext cx="3300" cy="3900"/>
            </a:xfrm>
            <a:custGeom>
              <a:rect b="b" l="l" r="r" t="t"/>
              <a:pathLst>
                <a:path extrusionOk="0" h="156" w="132">
                  <a:moveTo>
                    <a:pt x="132" y="156"/>
                  </a:moveTo>
                  <a:cubicBezTo>
                    <a:pt x="132" y="108"/>
                    <a:pt x="132" y="49"/>
                    <a:pt x="132" y="1"/>
                  </a:cubicBezTo>
                  <a:cubicBezTo>
                    <a:pt x="84" y="49"/>
                    <a:pt x="48" y="108"/>
                    <a:pt x="1" y="156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46"/>
            <p:cNvSpPr/>
            <p:nvPr/>
          </p:nvSpPr>
          <p:spPr>
            <a:xfrm>
              <a:off x="3821600" y="2442400"/>
              <a:ext cx="133075" cy="50925"/>
            </a:xfrm>
            <a:custGeom>
              <a:rect b="b" l="l" r="r" t="t"/>
              <a:pathLst>
                <a:path extrusionOk="0" h="2037" w="5323">
                  <a:moveTo>
                    <a:pt x="5227" y="0"/>
                  </a:moveTo>
                  <a:cubicBezTo>
                    <a:pt x="3560" y="846"/>
                    <a:pt x="1810" y="1524"/>
                    <a:pt x="0" y="2036"/>
                  </a:cubicBezTo>
                  <a:cubicBezTo>
                    <a:pt x="1798" y="1631"/>
                    <a:pt x="3584" y="988"/>
                    <a:pt x="5322" y="96"/>
                  </a:cubicBezTo>
                  <a:cubicBezTo>
                    <a:pt x="5287" y="60"/>
                    <a:pt x="5263" y="36"/>
                    <a:pt x="5227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46"/>
            <p:cNvSpPr/>
            <p:nvPr/>
          </p:nvSpPr>
          <p:spPr>
            <a:xfrm>
              <a:off x="3821600" y="2442400"/>
              <a:ext cx="133075" cy="50925"/>
            </a:xfrm>
            <a:custGeom>
              <a:rect b="b" l="l" r="r" t="t"/>
              <a:pathLst>
                <a:path extrusionOk="0" h="2037" w="5323">
                  <a:moveTo>
                    <a:pt x="5227" y="0"/>
                  </a:moveTo>
                  <a:cubicBezTo>
                    <a:pt x="3560" y="846"/>
                    <a:pt x="1810" y="1524"/>
                    <a:pt x="0" y="2036"/>
                  </a:cubicBezTo>
                  <a:cubicBezTo>
                    <a:pt x="1798" y="1631"/>
                    <a:pt x="3584" y="988"/>
                    <a:pt x="5322" y="96"/>
                  </a:cubicBezTo>
                  <a:cubicBezTo>
                    <a:pt x="5287" y="60"/>
                    <a:pt x="5263" y="36"/>
                    <a:pt x="5227" y="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46"/>
            <p:cNvSpPr/>
            <p:nvPr/>
          </p:nvSpPr>
          <p:spPr>
            <a:xfrm>
              <a:off x="2984000" y="2303100"/>
              <a:ext cx="389950" cy="328325"/>
            </a:xfrm>
            <a:custGeom>
              <a:rect b="b" l="l" r="r" t="t"/>
              <a:pathLst>
                <a:path extrusionOk="0" h="13133" w="15598">
                  <a:moveTo>
                    <a:pt x="15597" y="0"/>
                  </a:moveTo>
                  <a:lnTo>
                    <a:pt x="15597" y="0"/>
                  </a:lnTo>
                  <a:cubicBezTo>
                    <a:pt x="11871" y="4227"/>
                    <a:pt x="7680" y="7942"/>
                    <a:pt x="2905" y="10823"/>
                  </a:cubicBezTo>
                  <a:cubicBezTo>
                    <a:pt x="2191" y="11442"/>
                    <a:pt x="1477" y="12049"/>
                    <a:pt x="703" y="12621"/>
                  </a:cubicBezTo>
                  <a:cubicBezTo>
                    <a:pt x="476" y="12799"/>
                    <a:pt x="238" y="12966"/>
                    <a:pt x="0" y="13133"/>
                  </a:cubicBezTo>
                  <a:cubicBezTo>
                    <a:pt x="6703" y="9799"/>
                    <a:pt x="10668" y="6418"/>
                    <a:pt x="15597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46"/>
            <p:cNvSpPr/>
            <p:nvPr/>
          </p:nvSpPr>
          <p:spPr>
            <a:xfrm>
              <a:off x="2984000" y="2303100"/>
              <a:ext cx="389950" cy="328325"/>
            </a:xfrm>
            <a:custGeom>
              <a:rect b="b" l="l" r="r" t="t"/>
              <a:pathLst>
                <a:path extrusionOk="0" h="13133" w="15598">
                  <a:moveTo>
                    <a:pt x="2905" y="10823"/>
                  </a:moveTo>
                  <a:cubicBezTo>
                    <a:pt x="2191" y="11442"/>
                    <a:pt x="1477" y="12049"/>
                    <a:pt x="703" y="12621"/>
                  </a:cubicBezTo>
                  <a:cubicBezTo>
                    <a:pt x="476" y="12799"/>
                    <a:pt x="238" y="12966"/>
                    <a:pt x="0" y="13133"/>
                  </a:cubicBezTo>
                  <a:cubicBezTo>
                    <a:pt x="6703" y="9799"/>
                    <a:pt x="10668" y="6418"/>
                    <a:pt x="15597" y="0"/>
                  </a:cubicBezTo>
                  <a:cubicBezTo>
                    <a:pt x="11871" y="4227"/>
                    <a:pt x="7680" y="7942"/>
                    <a:pt x="2905" y="10823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46"/>
            <p:cNvSpPr/>
            <p:nvPr/>
          </p:nvSpPr>
          <p:spPr>
            <a:xfrm>
              <a:off x="2094300" y="2421250"/>
              <a:ext cx="3900" cy="23250"/>
            </a:xfrm>
            <a:custGeom>
              <a:rect b="b" l="l" r="r" t="t"/>
              <a:pathLst>
                <a:path extrusionOk="0" h="930" w="156">
                  <a:moveTo>
                    <a:pt x="0" y="1"/>
                  </a:moveTo>
                  <a:lnTo>
                    <a:pt x="0" y="1"/>
                  </a:lnTo>
                  <a:cubicBezTo>
                    <a:pt x="48" y="310"/>
                    <a:pt x="96" y="620"/>
                    <a:pt x="155" y="930"/>
                  </a:cubicBezTo>
                  <a:cubicBezTo>
                    <a:pt x="143" y="644"/>
                    <a:pt x="119" y="358"/>
                    <a:pt x="108" y="60"/>
                  </a:cubicBezTo>
                  <a:cubicBezTo>
                    <a:pt x="72" y="49"/>
                    <a:pt x="36" y="25"/>
                    <a:pt x="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46"/>
            <p:cNvSpPr/>
            <p:nvPr/>
          </p:nvSpPr>
          <p:spPr>
            <a:xfrm>
              <a:off x="2094300" y="2421250"/>
              <a:ext cx="3900" cy="23250"/>
            </a:xfrm>
            <a:custGeom>
              <a:rect b="b" l="l" r="r" t="t"/>
              <a:pathLst>
                <a:path extrusionOk="0" h="930" w="156">
                  <a:moveTo>
                    <a:pt x="0" y="1"/>
                  </a:moveTo>
                  <a:cubicBezTo>
                    <a:pt x="48" y="310"/>
                    <a:pt x="96" y="620"/>
                    <a:pt x="155" y="930"/>
                  </a:cubicBezTo>
                  <a:cubicBezTo>
                    <a:pt x="143" y="644"/>
                    <a:pt x="119" y="358"/>
                    <a:pt x="108" y="60"/>
                  </a:cubicBezTo>
                  <a:cubicBezTo>
                    <a:pt x="72" y="49"/>
                    <a:pt x="36" y="25"/>
                    <a:pt x="0" y="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46"/>
            <p:cNvSpPr/>
            <p:nvPr/>
          </p:nvSpPr>
          <p:spPr>
            <a:xfrm>
              <a:off x="4342200" y="2384950"/>
              <a:ext cx="100325" cy="182475"/>
            </a:xfrm>
            <a:custGeom>
              <a:rect b="b" l="l" r="r" t="t"/>
              <a:pathLst>
                <a:path extrusionOk="0" h="7299" w="4013">
                  <a:moveTo>
                    <a:pt x="4013" y="0"/>
                  </a:moveTo>
                  <a:lnTo>
                    <a:pt x="4013" y="0"/>
                  </a:lnTo>
                  <a:cubicBezTo>
                    <a:pt x="3929" y="12"/>
                    <a:pt x="3858" y="24"/>
                    <a:pt x="3775" y="36"/>
                  </a:cubicBezTo>
                  <a:cubicBezTo>
                    <a:pt x="2906" y="2703"/>
                    <a:pt x="1703" y="5275"/>
                    <a:pt x="0" y="7299"/>
                  </a:cubicBezTo>
                  <a:cubicBezTo>
                    <a:pt x="155" y="7227"/>
                    <a:pt x="322" y="7156"/>
                    <a:pt x="500" y="7073"/>
                  </a:cubicBezTo>
                  <a:cubicBezTo>
                    <a:pt x="1977" y="4882"/>
                    <a:pt x="3156" y="2501"/>
                    <a:pt x="4013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46"/>
            <p:cNvSpPr/>
            <p:nvPr/>
          </p:nvSpPr>
          <p:spPr>
            <a:xfrm>
              <a:off x="4342200" y="2384950"/>
              <a:ext cx="100325" cy="182475"/>
            </a:xfrm>
            <a:custGeom>
              <a:rect b="b" l="l" r="r" t="t"/>
              <a:pathLst>
                <a:path extrusionOk="0" h="7299" w="4013">
                  <a:moveTo>
                    <a:pt x="0" y="7299"/>
                  </a:moveTo>
                  <a:cubicBezTo>
                    <a:pt x="155" y="7227"/>
                    <a:pt x="322" y="7156"/>
                    <a:pt x="500" y="7073"/>
                  </a:cubicBezTo>
                  <a:cubicBezTo>
                    <a:pt x="1977" y="4882"/>
                    <a:pt x="3156" y="2501"/>
                    <a:pt x="4013" y="0"/>
                  </a:cubicBezTo>
                  <a:cubicBezTo>
                    <a:pt x="3929" y="12"/>
                    <a:pt x="3858" y="24"/>
                    <a:pt x="3775" y="36"/>
                  </a:cubicBezTo>
                  <a:cubicBezTo>
                    <a:pt x="2906" y="2703"/>
                    <a:pt x="1703" y="5275"/>
                    <a:pt x="0" y="7299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46"/>
            <p:cNvSpPr/>
            <p:nvPr/>
          </p:nvSpPr>
          <p:spPr>
            <a:xfrm>
              <a:off x="4455600" y="2146825"/>
              <a:ext cx="28300" cy="172375"/>
            </a:xfrm>
            <a:custGeom>
              <a:rect b="b" l="l" r="r" t="t"/>
              <a:pathLst>
                <a:path extrusionOk="0" h="6895" w="1132">
                  <a:moveTo>
                    <a:pt x="1132" y="0"/>
                  </a:moveTo>
                  <a:cubicBezTo>
                    <a:pt x="929" y="2060"/>
                    <a:pt x="584" y="4465"/>
                    <a:pt x="1" y="6894"/>
                  </a:cubicBezTo>
                  <a:cubicBezTo>
                    <a:pt x="84" y="6882"/>
                    <a:pt x="167" y="6882"/>
                    <a:pt x="251" y="6882"/>
                  </a:cubicBezTo>
                  <a:cubicBezTo>
                    <a:pt x="798" y="4632"/>
                    <a:pt x="1096" y="2310"/>
                    <a:pt x="1132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46"/>
            <p:cNvSpPr/>
            <p:nvPr/>
          </p:nvSpPr>
          <p:spPr>
            <a:xfrm>
              <a:off x="4455600" y="2146825"/>
              <a:ext cx="28300" cy="172375"/>
            </a:xfrm>
            <a:custGeom>
              <a:rect b="b" l="l" r="r" t="t"/>
              <a:pathLst>
                <a:path extrusionOk="0" h="6895" w="1132">
                  <a:moveTo>
                    <a:pt x="251" y="6882"/>
                  </a:moveTo>
                  <a:cubicBezTo>
                    <a:pt x="798" y="4632"/>
                    <a:pt x="1096" y="2310"/>
                    <a:pt x="1132" y="0"/>
                  </a:cubicBezTo>
                  <a:cubicBezTo>
                    <a:pt x="929" y="2060"/>
                    <a:pt x="584" y="4465"/>
                    <a:pt x="1" y="6894"/>
                  </a:cubicBezTo>
                  <a:cubicBezTo>
                    <a:pt x="84" y="6882"/>
                    <a:pt x="167" y="6882"/>
                    <a:pt x="251" y="6882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46"/>
            <p:cNvSpPr/>
            <p:nvPr/>
          </p:nvSpPr>
          <p:spPr>
            <a:xfrm>
              <a:off x="3114675" y="1469050"/>
              <a:ext cx="73225" cy="172675"/>
            </a:xfrm>
            <a:custGeom>
              <a:rect b="b" l="l" r="r" t="t"/>
              <a:pathLst>
                <a:path extrusionOk="0" h="6907" w="2929">
                  <a:moveTo>
                    <a:pt x="1822" y="1"/>
                  </a:moveTo>
                  <a:cubicBezTo>
                    <a:pt x="1322" y="2323"/>
                    <a:pt x="714" y="4632"/>
                    <a:pt x="0" y="6907"/>
                  </a:cubicBezTo>
                  <a:cubicBezTo>
                    <a:pt x="631" y="5513"/>
                    <a:pt x="1393" y="3763"/>
                    <a:pt x="2238" y="1727"/>
                  </a:cubicBezTo>
                  <a:cubicBezTo>
                    <a:pt x="2465" y="1168"/>
                    <a:pt x="2703" y="596"/>
                    <a:pt x="2929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46"/>
            <p:cNvSpPr/>
            <p:nvPr/>
          </p:nvSpPr>
          <p:spPr>
            <a:xfrm>
              <a:off x="3114675" y="1469050"/>
              <a:ext cx="73225" cy="172675"/>
            </a:xfrm>
            <a:custGeom>
              <a:rect b="b" l="l" r="r" t="t"/>
              <a:pathLst>
                <a:path extrusionOk="0" h="6907" w="2929">
                  <a:moveTo>
                    <a:pt x="2238" y="1727"/>
                  </a:moveTo>
                  <a:cubicBezTo>
                    <a:pt x="2465" y="1168"/>
                    <a:pt x="2703" y="596"/>
                    <a:pt x="2929" y="1"/>
                  </a:cubicBezTo>
                  <a:lnTo>
                    <a:pt x="1822" y="1"/>
                  </a:lnTo>
                  <a:cubicBezTo>
                    <a:pt x="1322" y="2323"/>
                    <a:pt x="714" y="4632"/>
                    <a:pt x="0" y="6907"/>
                  </a:cubicBezTo>
                  <a:cubicBezTo>
                    <a:pt x="631" y="5513"/>
                    <a:pt x="1393" y="3763"/>
                    <a:pt x="2238" y="1727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46"/>
            <p:cNvSpPr/>
            <p:nvPr/>
          </p:nvSpPr>
          <p:spPr>
            <a:xfrm>
              <a:off x="3003350" y="1469050"/>
              <a:ext cx="445300" cy="687625"/>
            </a:xfrm>
            <a:custGeom>
              <a:rect b="b" l="l" r="r" t="t"/>
              <a:pathLst>
                <a:path extrusionOk="0" h="27505" w="17812">
                  <a:moveTo>
                    <a:pt x="13942" y="1"/>
                  </a:moveTo>
                  <a:cubicBezTo>
                    <a:pt x="10561" y="9740"/>
                    <a:pt x="5870" y="19027"/>
                    <a:pt x="0" y="27504"/>
                  </a:cubicBezTo>
                  <a:cubicBezTo>
                    <a:pt x="3620" y="24004"/>
                    <a:pt x="7025" y="20265"/>
                    <a:pt x="10192" y="16336"/>
                  </a:cubicBezTo>
                  <a:cubicBezTo>
                    <a:pt x="12978" y="11943"/>
                    <a:pt x="15371" y="7157"/>
                    <a:pt x="17181" y="2073"/>
                  </a:cubicBezTo>
                  <a:cubicBezTo>
                    <a:pt x="17383" y="1382"/>
                    <a:pt x="17598" y="691"/>
                    <a:pt x="17812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46"/>
            <p:cNvSpPr/>
            <p:nvPr/>
          </p:nvSpPr>
          <p:spPr>
            <a:xfrm>
              <a:off x="3003350" y="1469050"/>
              <a:ext cx="445300" cy="687625"/>
            </a:xfrm>
            <a:custGeom>
              <a:rect b="b" l="l" r="r" t="t"/>
              <a:pathLst>
                <a:path extrusionOk="0" h="27505" w="17812">
                  <a:moveTo>
                    <a:pt x="10192" y="16336"/>
                  </a:moveTo>
                  <a:cubicBezTo>
                    <a:pt x="12978" y="11943"/>
                    <a:pt x="15371" y="7157"/>
                    <a:pt x="17181" y="2073"/>
                  </a:cubicBezTo>
                  <a:cubicBezTo>
                    <a:pt x="17383" y="1382"/>
                    <a:pt x="17598" y="691"/>
                    <a:pt x="17812" y="1"/>
                  </a:cubicBezTo>
                  <a:lnTo>
                    <a:pt x="13942" y="1"/>
                  </a:lnTo>
                  <a:cubicBezTo>
                    <a:pt x="10561" y="9740"/>
                    <a:pt x="5870" y="19027"/>
                    <a:pt x="0" y="27504"/>
                  </a:cubicBezTo>
                  <a:cubicBezTo>
                    <a:pt x="3620" y="24004"/>
                    <a:pt x="7025" y="20265"/>
                    <a:pt x="10192" y="16336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46"/>
            <p:cNvSpPr/>
            <p:nvPr/>
          </p:nvSpPr>
          <p:spPr>
            <a:xfrm>
              <a:off x="5651300" y="1469050"/>
              <a:ext cx="66400" cy="429550"/>
            </a:xfrm>
            <a:custGeom>
              <a:rect b="b" l="l" r="r" t="t"/>
              <a:pathLst>
                <a:path extrusionOk="0" h="17182" w="2656">
                  <a:moveTo>
                    <a:pt x="0" y="1"/>
                  </a:moveTo>
                  <a:cubicBezTo>
                    <a:pt x="1822" y="5525"/>
                    <a:pt x="2655" y="11371"/>
                    <a:pt x="2453" y="17182"/>
                  </a:cubicBezTo>
                  <a:cubicBezTo>
                    <a:pt x="2548" y="15765"/>
                    <a:pt x="2608" y="14396"/>
                    <a:pt x="2619" y="13098"/>
                  </a:cubicBezTo>
                  <a:cubicBezTo>
                    <a:pt x="2631" y="12467"/>
                    <a:pt x="2631" y="11848"/>
                    <a:pt x="2619" y="11240"/>
                  </a:cubicBezTo>
                  <a:cubicBezTo>
                    <a:pt x="2619" y="10871"/>
                    <a:pt x="2608" y="10514"/>
                    <a:pt x="2608" y="10157"/>
                  </a:cubicBezTo>
                  <a:cubicBezTo>
                    <a:pt x="2596" y="9788"/>
                    <a:pt x="2572" y="9431"/>
                    <a:pt x="2560" y="9073"/>
                  </a:cubicBezTo>
                  <a:cubicBezTo>
                    <a:pt x="2560" y="8966"/>
                    <a:pt x="2560" y="8859"/>
                    <a:pt x="2548" y="8752"/>
                  </a:cubicBezTo>
                  <a:cubicBezTo>
                    <a:pt x="2524" y="8228"/>
                    <a:pt x="2488" y="7716"/>
                    <a:pt x="2453" y="7204"/>
                  </a:cubicBezTo>
                  <a:cubicBezTo>
                    <a:pt x="2250" y="4490"/>
                    <a:pt x="1869" y="2108"/>
                    <a:pt x="1369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46"/>
            <p:cNvSpPr/>
            <p:nvPr/>
          </p:nvSpPr>
          <p:spPr>
            <a:xfrm>
              <a:off x="5651300" y="1469050"/>
              <a:ext cx="66400" cy="429550"/>
            </a:xfrm>
            <a:custGeom>
              <a:rect b="b" l="l" r="r" t="t"/>
              <a:pathLst>
                <a:path extrusionOk="0" h="17182" w="2656">
                  <a:moveTo>
                    <a:pt x="2453" y="17182"/>
                  </a:moveTo>
                  <a:cubicBezTo>
                    <a:pt x="2548" y="15765"/>
                    <a:pt x="2608" y="14396"/>
                    <a:pt x="2619" y="13098"/>
                  </a:cubicBezTo>
                  <a:cubicBezTo>
                    <a:pt x="2631" y="12467"/>
                    <a:pt x="2631" y="11848"/>
                    <a:pt x="2619" y="11240"/>
                  </a:cubicBezTo>
                  <a:cubicBezTo>
                    <a:pt x="2619" y="10871"/>
                    <a:pt x="2608" y="10514"/>
                    <a:pt x="2608" y="10157"/>
                  </a:cubicBezTo>
                  <a:cubicBezTo>
                    <a:pt x="2596" y="9788"/>
                    <a:pt x="2572" y="9431"/>
                    <a:pt x="2560" y="9073"/>
                  </a:cubicBezTo>
                  <a:cubicBezTo>
                    <a:pt x="2560" y="8966"/>
                    <a:pt x="2560" y="8859"/>
                    <a:pt x="2548" y="8752"/>
                  </a:cubicBezTo>
                  <a:cubicBezTo>
                    <a:pt x="2524" y="8228"/>
                    <a:pt x="2488" y="7716"/>
                    <a:pt x="2453" y="7204"/>
                  </a:cubicBezTo>
                  <a:cubicBezTo>
                    <a:pt x="2250" y="4490"/>
                    <a:pt x="1869" y="2108"/>
                    <a:pt x="1369" y="1"/>
                  </a:cubicBezTo>
                  <a:lnTo>
                    <a:pt x="0" y="1"/>
                  </a:lnTo>
                  <a:cubicBezTo>
                    <a:pt x="1822" y="5525"/>
                    <a:pt x="2655" y="11371"/>
                    <a:pt x="2453" y="17182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46"/>
            <p:cNvSpPr/>
            <p:nvPr/>
          </p:nvSpPr>
          <p:spPr>
            <a:xfrm>
              <a:off x="4741950" y="1469050"/>
              <a:ext cx="119075" cy="355425"/>
            </a:xfrm>
            <a:custGeom>
              <a:rect b="b" l="l" r="r" t="t"/>
              <a:pathLst>
                <a:path extrusionOk="0" h="14217" w="4763">
                  <a:moveTo>
                    <a:pt x="1917" y="1"/>
                  </a:moveTo>
                  <a:cubicBezTo>
                    <a:pt x="1834" y="4787"/>
                    <a:pt x="1191" y="9574"/>
                    <a:pt x="0" y="14217"/>
                  </a:cubicBezTo>
                  <a:cubicBezTo>
                    <a:pt x="2465" y="9764"/>
                    <a:pt x="4001" y="4966"/>
                    <a:pt x="4763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46"/>
            <p:cNvSpPr/>
            <p:nvPr/>
          </p:nvSpPr>
          <p:spPr>
            <a:xfrm>
              <a:off x="4741950" y="1469050"/>
              <a:ext cx="119075" cy="355425"/>
            </a:xfrm>
            <a:custGeom>
              <a:rect b="b" l="l" r="r" t="t"/>
              <a:pathLst>
                <a:path extrusionOk="0" h="14217" w="4763">
                  <a:moveTo>
                    <a:pt x="4763" y="1"/>
                  </a:moveTo>
                  <a:lnTo>
                    <a:pt x="1917" y="1"/>
                  </a:lnTo>
                  <a:cubicBezTo>
                    <a:pt x="1834" y="4787"/>
                    <a:pt x="1191" y="9574"/>
                    <a:pt x="0" y="14217"/>
                  </a:cubicBezTo>
                  <a:cubicBezTo>
                    <a:pt x="2465" y="9764"/>
                    <a:pt x="4001" y="4966"/>
                    <a:pt x="476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46"/>
            <p:cNvSpPr/>
            <p:nvPr/>
          </p:nvSpPr>
          <p:spPr>
            <a:xfrm>
              <a:off x="5405125" y="1469050"/>
              <a:ext cx="34550" cy="65825"/>
            </a:xfrm>
            <a:custGeom>
              <a:rect b="b" l="l" r="r" t="t"/>
              <a:pathLst>
                <a:path extrusionOk="0" h="2633" w="1382">
                  <a:moveTo>
                    <a:pt x="1" y="1"/>
                  </a:moveTo>
                  <a:cubicBezTo>
                    <a:pt x="536" y="858"/>
                    <a:pt x="989" y="1739"/>
                    <a:pt x="1382" y="2632"/>
                  </a:cubicBezTo>
                  <a:cubicBezTo>
                    <a:pt x="1084" y="1775"/>
                    <a:pt x="751" y="918"/>
                    <a:pt x="334" y="60"/>
                  </a:cubicBezTo>
                  <a:cubicBezTo>
                    <a:pt x="322" y="37"/>
                    <a:pt x="322" y="25"/>
                    <a:pt x="322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46"/>
            <p:cNvSpPr/>
            <p:nvPr/>
          </p:nvSpPr>
          <p:spPr>
            <a:xfrm>
              <a:off x="5405125" y="1469050"/>
              <a:ext cx="34550" cy="65825"/>
            </a:xfrm>
            <a:custGeom>
              <a:rect b="b" l="l" r="r" t="t"/>
              <a:pathLst>
                <a:path extrusionOk="0" h="2633" w="1382">
                  <a:moveTo>
                    <a:pt x="334" y="60"/>
                  </a:moveTo>
                  <a:cubicBezTo>
                    <a:pt x="322" y="37"/>
                    <a:pt x="322" y="25"/>
                    <a:pt x="322" y="1"/>
                  </a:cubicBezTo>
                  <a:lnTo>
                    <a:pt x="1" y="1"/>
                  </a:lnTo>
                  <a:cubicBezTo>
                    <a:pt x="536" y="858"/>
                    <a:pt x="989" y="1739"/>
                    <a:pt x="1382" y="2632"/>
                  </a:cubicBezTo>
                  <a:cubicBezTo>
                    <a:pt x="1084" y="1775"/>
                    <a:pt x="751" y="918"/>
                    <a:pt x="334" y="6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46"/>
            <p:cNvSpPr/>
            <p:nvPr/>
          </p:nvSpPr>
          <p:spPr>
            <a:xfrm>
              <a:off x="5389650" y="1469050"/>
              <a:ext cx="15500" cy="6275"/>
            </a:xfrm>
            <a:custGeom>
              <a:rect b="b" l="l" r="r" t="t"/>
              <a:pathLst>
                <a:path extrusionOk="0" h="251" w="620">
                  <a:moveTo>
                    <a:pt x="0" y="1"/>
                  </a:moveTo>
                  <a:cubicBezTo>
                    <a:pt x="72" y="84"/>
                    <a:pt x="143" y="168"/>
                    <a:pt x="215" y="251"/>
                  </a:cubicBezTo>
                  <a:lnTo>
                    <a:pt x="620" y="1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46"/>
            <p:cNvSpPr/>
            <p:nvPr/>
          </p:nvSpPr>
          <p:spPr>
            <a:xfrm>
              <a:off x="5389650" y="1469050"/>
              <a:ext cx="15500" cy="6275"/>
            </a:xfrm>
            <a:custGeom>
              <a:rect b="b" l="l" r="r" t="t"/>
              <a:pathLst>
                <a:path extrusionOk="0" h="251" w="620">
                  <a:moveTo>
                    <a:pt x="620" y="1"/>
                  </a:moveTo>
                  <a:lnTo>
                    <a:pt x="0" y="1"/>
                  </a:lnTo>
                  <a:cubicBezTo>
                    <a:pt x="72" y="84"/>
                    <a:pt x="143" y="168"/>
                    <a:pt x="215" y="25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46"/>
            <p:cNvSpPr/>
            <p:nvPr/>
          </p:nvSpPr>
          <p:spPr>
            <a:xfrm>
              <a:off x="2059175" y="1469050"/>
              <a:ext cx="114625" cy="446825"/>
            </a:xfrm>
            <a:custGeom>
              <a:rect b="b" l="l" r="r" t="t"/>
              <a:pathLst>
                <a:path extrusionOk="0" h="17873" w="4585">
                  <a:moveTo>
                    <a:pt x="2108" y="1"/>
                  </a:moveTo>
                  <a:cubicBezTo>
                    <a:pt x="1727" y="1894"/>
                    <a:pt x="1382" y="3823"/>
                    <a:pt x="1096" y="5811"/>
                  </a:cubicBezTo>
                  <a:cubicBezTo>
                    <a:pt x="524" y="9693"/>
                    <a:pt x="167" y="13729"/>
                    <a:pt x="0" y="17872"/>
                  </a:cubicBezTo>
                  <a:cubicBezTo>
                    <a:pt x="429" y="15181"/>
                    <a:pt x="1048" y="12502"/>
                    <a:pt x="1810" y="9835"/>
                  </a:cubicBezTo>
                  <a:cubicBezTo>
                    <a:pt x="2560" y="6502"/>
                    <a:pt x="3477" y="3204"/>
                    <a:pt x="4584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46"/>
            <p:cNvSpPr/>
            <p:nvPr/>
          </p:nvSpPr>
          <p:spPr>
            <a:xfrm>
              <a:off x="2059175" y="1469050"/>
              <a:ext cx="114625" cy="446825"/>
            </a:xfrm>
            <a:custGeom>
              <a:rect b="b" l="l" r="r" t="t"/>
              <a:pathLst>
                <a:path extrusionOk="0" h="17873" w="4585">
                  <a:moveTo>
                    <a:pt x="0" y="17872"/>
                  </a:moveTo>
                  <a:cubicBezTo>
                    <a:pt x="429" y="15181"/>
                    <a:pt x="1048" y="12502"/>
                    <a:pt x="1810" y="9835"/>
                  </a:cubicBezTo>
                  <a:cubicBezTo>
                    <a:pt x="2560" y="6502"/>
                    <a:pt x="3477" y="3204"/>
                    <a:pt x="4584" y="1"/>
                  </a:cubicBezTo>
                  <a:lnTo>
                    <a:pt x="2108" y="1"/>
                  </a:lnTo>
                  <a:cubicBezTo>
                    <a:pt x="1727" y="1894"/>
                    <a:pt x="1382" y="3823"/>
                    <a:pt x="1096" y="5811"/>
                  </a:cubicBezTo>
                  <a:cubicBezTo>
                    <a:pt x="524" y="9693"/>
                    <a:pt x="167" y="13729"/>
                    <a:pt x="0" y="17872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46"/>
            <p:cNvSpPr/>
            <p:nvPr/>
          </p:nvSpPr>
          <p:spPr>
            <a:xfrm>
              <a:off x="2911375" y="1469050"/>
              <a:ext cx="435175" cy="649225"/>
            </a:xfrm>
            <a:custGeom>
              <a:rect b="b" l="l" r="r" t="t"/>
              <a:pathLst>
                <a:path extrusionOk="0" h="25969" w="17407">
                  <a:moveTo>
                    <a:pt x="11740" y="1"/>
                  </a:moveTo>
                  <a:cubicBezTo>
                    <a:pt x="10573" y="2394"/>
                    <a:pt x="9275" y="4906"/>
                    <a:pt x="7930" y="7514"/>
                  </a:cubicBezTo>
                  <a:cubicBezTo>
                    <a:pt x="5894" y="13884"/>
                    <a:pt x="3131" y="20063"/>
                    <a:pt x="0" y="25968"/>
                  </a:cubicBezTo>
                  <a:cubicBezTo>
                    <a:pt x="2024" y="23742"/>
                    <a:pt x="3953" y="21432"/>
                    <a:pt x="5775" y="19051"/>
                  </a:cubicBezTo>
                  <a:cubicBezTo>
                    <a:pt x="5822" y="18991"/>
                    <a:pt x="5870" y="18920"/>
                    <a:pt x="5917" y="18860"/>
                  </a:cubicBezTo>
                  <a:cubicBezTo>
                    <a:pt x="6429" y="18146"/>
                    <a:pt x="6894" y="17396"/>
                    <a:pt x="7406" y="16646"/>
                  </a:cubicBezTo>
                  <a:cubicBezTo>
                    <a:pt x="7894" y="15908"/>
                    <a:pt x="8406" y="15146"/>
                    <a:pt x="8882" y="14372"/>
                  </a:cubicBezTo>
                  <a:cubicBezTo>
                    <a:pt x="9370" y="13586"/>
                    <a:pt x="9858" y="12800"/>
                    <a:pt x="10347" y="12014"/>
                  </a:cubicBezTo>
                  <a:cubicBezTo>
                    <a:pt x="10823" y="11205"/>
                    <a:pt x="11299" y="10383"/>
                    <a:pt x="11775" y="9562"/>
                  </a:cubicBezTo>
                  <a:cubicBezTo>
                    <a:pt x="12263" y="8752"/>
                    <a:pt x="12704" y="7895"/>
                    <a:pt x="13168" y="7049"/>
                  </a:cubicBezTo>
                  <a:cubicBezTo>
                    <a:pt x="13633" y="6204"/>
                    <a:pt x="14085" y="5347"/>
                    <a:pt x="14526" y="4466"/>
                  </a:cubicBezTo>
                  <a:cubicBezTo>
                    <a:pt x="15121" y="3299"/>
                    <a:pt x="15692" y="2096"/>
                    <a:pt x="16252" y="870"/>
                  </a:cubicBezTo>
                  <a:lnTo>
                    <a:pt x="16252" y="870"/>
                  </a:lnTo>
                  <a:cubicBezTo>
                    <a:pt x="15943" y="1561"/>
                    <a:pt x="15562" y="2454"/>
                    <a:pt x="15038" y="3513"/>
                  </a:cubicBezTo>
                  <a:cubicBezTo>
                    <a:pt x="14704" y="4216"/>
                    <a:pt x="14347" y="4990"/>
                    <a:pt x="13930" y="5847"/>
                  </a:cubicBezTo>
                  <a:cubicBezTo>
                    <a:pt x="13514" y="6692"/>
                    <a:pt x="13049" y="7597"/>
                    <a:pt x="12561" y="8585"/>
                  </a:cubicBezTo>
                  <a:cubicBezTo>
                    <a:pt x="12061" y="9562"/>
                    <a:pt x="11501" y="10574"/>
                    <a:pt x="10918" y="11669"/>
                  </a:cubicBezTo>
                  <a:cubicBezTo>
                    <a:pt x="10847" y="11788"/>
                    <a:pt x="10775" y="11919"/>
                    <a:pt x="10704" y="12050"/>
                  </a:cubicBezTo>
                  <a:cubicBezTo>
                    <a:pt x="13204" y="8180"/>
                    <a:pt x="15431" y="4156"/>
                    <a:pt x="17407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46"/>
            <p:cNvSpPr/>
            <p:nvPr/>
          </p:nvSpPr>
          <p:spPr>
            <a:xfrm>
              <a:off x="2911375" y="1469050"/>
              <a:ext cx="435175" cy="649225"/>
            </a:xfrm>
            <a:custGeom>
              <a:rect b="b" l="l" r="r" t="t"/>
              <a:pathLst>
                <a:path extrusionOk="0" h="25969" w="17407">
                  <a:moveTo>
                    <a:pt x="0" y="25968"/>
                  </a:moveTo>
                  <a:cubicBezTo>
                    <a:pt x="2024" y="23742"/>
                    <a:pt x="3953" y="21432"/>
                    <a:pt x="5775" y="19051"/>
                  </a:cubicBezTo>
                  <a:cubicBezTo>
                    <a:pt x="5822" y="18991"/>
                    <a:pt x="5870" y="18920"/>
                    <a:pt x="5917" y="18860"/>
                  </a:cubicBezTo>
                  <a:cubicBezTo>
                    <a:pt x="6429" y="18146"/>
                    <a:pt x="6894" y="17396"/>
                    <a:pt x="7406" y="16646"/>
                  </a:cubicBezTo>
                  <a:cubicBezTo>
                    <a:pt x="7894" y="15908"/>
                    <a:pt x="8406" y="15146"/>
                    <a:pt x="8882" y="14372"/>
                  </a:cubicBezTo>
                  <a:cubicBezTo>
                    <a:pt x="9370" y="13586"/>
                    <a:pt x="9858" y="12800"/>
                    <a:pt x="10347" y="12014"/>
                  </a:cubicBezTo>
                  <a:cubicBezTo>
                    <a:pt x="10823" y="11205"/>
                    <a:pt x="11299" y="10383"/>
                    <a:pt x="11775" y="9562"/>
                  </a:cubicBezTo>
                  <a:cubicBezTo>
                    <a:pt x="12263" y="8752"/>
                    <a:pt x="12704" y="7895"/>
                    <a:pt x="13168" y="7049"/>
                  </a:cubicBezTo>
                  <a:cubicBezTo>
                    <a:pt x="13633" y="6204"/>
                    <a:pt x="14085" y="5347"/>
                    <a:pt x="14526" y="4466"/>
                  </a:cubicBezTo>
                  <a:cubicBezTo>
                    <a:pt x="15121" y="3299"/>
                    <a:pt x="15692" y="2096"/>
                    <a:pt x="16252" y="870"/>
                  </a:cubicBezTo>
                  <a:cubicBezTo>
                    <a:pt x="15943" y="1561"/>
                    <a:pt x="15562" y="2454"/>
                    <a:pt x="15038" y="3513"/>
                  </a:cubicBezTo>
                  <a:cubicBezTo>
                    <a:pt x="14704" y="4216"/>
                    <a:pt x="14347" y="4990"/>
                    <a:pt x="13930" y="5847"/>
                  </a:cubicBezTo>
                  <a:cubicBezTo>
                    <a:pt x="13514" y="6692"/>
                    <a:pt x="13049" y="7597"/>
                    <a:pt x="12561" y="8585"/>
                  </a:cubicBezTo>
                  <a:cubicBezTo>
                    <a:pt x="12061" y="9562"/>
                    <a:pt x="11501" y="10574"/>
                    <a:pt x="10918" y="11669"/>
                  </a:cubicBezTo>
                  <a:cubicBezTo>
                    <a:pt x="10847" y="11788"/>
                    <a:pt x="10775" y="11919"/>
                    <a:pt x="10704" y="12050"/>
                  </a:cubicBezTo>
                  <a:cubicBezTo>
                    <a:pt x="13204" y="8180"/>
                    <a:pt x="15431" y="4156"/>
                    <a:pt x="17407" y="1"/>
                  </a:cubicBezTo>
                  <a:lnTo>
                    <a:pt x="11740" y="1"/>
                  </a:lnTo>
                  <a:cubicBezTo>
                    <a:pt x="10573" y="2394"/>
                    <a:pt x="9275" y="4906"/>
                    <a:pt x="7930" y="7514"/>
                  </a:cubicBezTo>
                  <a:cubicBezTo>
                    <a:pt x="5894" y="13884"/>
                    <a:pt x="3131" y="20063"/>
                    <a:pt x="0" y="259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46"/>
            <p:cNvSpPr/>
            <p:nvPr/>
          </p:nvSpPr>
          <p:spPr>
            <a:xfrm>
              <a:off x="4891375" y="1469050"/>
              <a:ext cx="490550" cy="616775"/>
            </a:xfrm>
            <a:custGeom>
              <a:rect b="b" l="l" r="r" t="t"/>
              <a:pathLst>
                <a:path extrusionOk="0" h="24671" w="19622">
                  <a:moveTo>
                    <a:pt x="5584" y="3859"/>
                  </a:moveTo>
                  <a:lnTo>
                    <a:pt x="5501" y="4632"/>
                  </a:lnTo>
                  <a:cubicBezTo>
                    <a:pt x="5620" y="4787"/>
                    <a:pt x="5787" y="4906"/>
                    <a:pt x="5977" y="4918"/>
                  </a:cubicBezTo>
                  <a:cubicBezTo>
                    <a:pt x="6003" y="4921"/>
                    <a:pt x="6029" y="4923"/>
                    <a:pt x="6056" y="4923"/>
                  </a:cubicBezTo>
                  <a:cubicBezTo>
                    <a:pt x="6129" y="4923"/>
                    <a:pt x="6205" y="4912"/>
                    <a:pt x="6275" y="4894"/>
                  </a:cubicBezTo>
                  <a:lnTo>
                    <a:pt x="6275" y="4894"/>
                  </a:lnTo>
                  <a:cubicBezTo>
                    <a:pt x="5989" y="4978"/>
                    <a:pt x="5715" y="5073"/>
                    <a:pt x="5453" y="5216"/>
                  </a:cubicBezTo>
                  <a:lnTo>
                    <a:pt x="5501" y="4632"/>
                  </a:lnTo>
                  <a:cubicBezTo>
                    <a:pt x="5311" y="4359"/>
                    <a:pt x="5275" y="3978"/>
                    <a:pt x="5584" y="3859"/>
                  </a:cubicBezTo>
                  <a:close/>
                  <a:moveTo>
                    <a:pt x="5096" y="1"/>
                  </a:moveTo>
                  <a:cubicBezTo>
                    <a:pt x="5084" y="227"/>
                    <a:pt x="5072" y="465"/>
                    <a:pt x="5049" y="691"/>
                  </a:cubicBezTo>
                  <a:cubicBezTo>
                    <a:pt x="4561" y="8883"/>
                    <a:pt x="3179" y="17110"/>
                    <a:pt x="0" y="24671"/>
                  </a:cubicBezTo>
                  <a:cubicBezTo>
                    <a:pt x="2203" y="19587"/>
                    <a:pt x="4037" y="13360"/>
                    <a:pt x="4953" y="5799"/>
                  </a:cubicBezTo>
                  <a:lnTo>
                    <a:pt x="4977" y="5573"/>
                  </a:lnTo>
                  <a:lnTo>
                    <a:pt x="5203" y="5513"/>
                  </a:lnTo>
                  <a:cubicBezTo>
                    <a:pt x="5280" y="5492"/>
                    <a:pt x="6161" y="5254"/>
                    <a:pt x="7376" y="5254"/>
                  </a:cubicBezTo>
                  <a:cubicBezTo>
                    <a:pt x="8821" y="5254"/>
                    <a:pt x="10738" y="5590"/>
                    <a:pt x="12335" y="7026"/>
                  </a:cubicBezTo>
                  <a:cubicBezTo>
                    <a:pt x="12847" y="7490"/>
                    <a:pt x="13300" y="8038"/>
                    <a:pt x="13681" y="8681"/>
                  </a:cubicBezTo>
                  <a:cubicBezTo>
                    <a:pt x="13693" y="8681"/>
                    <a:pt x="13705" y="8692"/>
                    <a:pt x="13705" y="8704"/>
                  </a:cubicBezTo>
                  <a:cubicBezTo>
                    <a:pt x="13728" y="8740"/>
                    <a:pt x="13740" y="8764"/>
                    <a:pt x="13764" y="8800"/>
                  </a:cubicBezTo>
                  <a:cubicBezTo>
                    <a:pt x="12616" y="6473"/>
                    <a:pt x="10101" y="4703"/>
                    <a:pt x="7639" y="4703"/>
                  </a:cubicBezTo>
                  <a:cubicBezTo>
                    <a:pt x="7240" y="4703"/>
                    <a:pt x="6843" y="4749"/>
                    <a:pt x="6454" y="4847"/>
                  </a:cubicBezTo>
                  <a:cubicBezTo>
                    <a:pt x="6787" y="4728"/>
                    <a:pt x="7085" y="4490"/>
                    <a:pt x="7394" y="4311"/>
                  </a:cubicBezTo>
                  <a:cubicBezTo>
                    <a:pt x="7928" y="4011"/>
                    <a:pt x="8524" y="3876"/>
                    <a:pt x="9129" y="3876"/>
                  </a:cubicBezTo>
                  <a:cubicBezTo>
                    <a:pt x="10132" y="3876"/>
                    <a:pt x="11162" y="4246"/>
                    <a:pt x="11978" y="4847"/>
                  </a:cubicBezTo>
                  <a:cubicBezTo>
                    <a:pt x="13288" y="5811"/>
                    <a:pt x="14145" y="7276"/>
                    <a:pt x="14800" y="8752"/>
                  </a:cubicBezTo>
                  <a:cubicBezTo>
                    <a:pt x="16657" y="12919"/>
                    <a:pt x="17336" y="17622"/>
                    <a:pt x="16705" y="22135"/>
                  </a:cubicBezTo>
                  <a:cubicBezTo>
                    <a:pt x="18538" y="17360"/>
                    <a:pt x="19622" y="12157"/>
                    <a:pt x="18729" y="7133"/>
                  </a:cubicBezTo>
                  <a:cubicBezTo>
                    <a:pt x="18277" y="4573"/>
                    <a:pt x="17241" y="2085"/>
                    <a:pt x="15717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46"/>
            <p:cNvSpPr/>
            <p:nvPr/>
          </p:nvSpPr>
          <p:spPr>
            <a:xfrm>
              <a:off x="4891375" y="1469050"/>
              <a:ext cx="490550" cy="616775"/>
            </a:xfrm>
            <a:custGeom>
              <a:rect b="b" l="l" r="r" t="t"/>
              <a:pathLst>
                <a:path extrusionOk="0" h="24671" w="19622">
                  <a:moveTo>
                    <a:pt x="0" y="24671"/>
                  </a:moveTo>
                  <a:cubicBezTo>
                    <a:pt x="2203" y="19587"/>
                    <a:pt x="4037" y="13360"/>
                    <a:pt x="4953" y="5799"/>
                  </a:cubicBezTo>
                  <a:lnTo>
                    <a:pt x="4977" y="5573"/>
                  </a:lnTo>
                  <a:lnTo>
                    <a:pt x="5203" y="5513"/>
                  </a:lnTo>
                  <a:cubicBezTo>
                    <a:pt x="5370" y="5466"/>
                    <a:pt x="9394" y="4382"/>
                    <a:pt x="12335" y="7026"/>
                  </a:cubicBezTo>
                  <a:cubicBezTo>
                    <a:pt x="12847" y="7490"/>
                    <a:pt x="13300" y="8038"/>
                    <a:pt x="13681" y="8681"/>
                  </a:cubicBezTo>
                  <a:cubicBezTo>
                    <a:pt x="13693" y="8681"/>
                    <a:pt x="13705" y="8692"/>
                    <a:pt x="13705" y="8704"/>
                  </a:cubicBezTo>
                  <a:cubicBezTo>
                    <a:pt x="13728" y="8740"/>
                    <a:pt x="13740" y="8764"/>
                    <a:pt x="13764" y="8800"/>
                  </a:cubicBezTo>
                  <a:cubicBezTo>
                    <a:pt x="12431" y="6097"/>
                    <a:pt x="9252" y="4144"/>
                    <a:pt x="6454" y="4847"/>
                  </a:cubicBezTo>
                  <a:cubicBezTo>
                    <a:pt x="6394" y="4859"/>
                    <a:pt x="6335" y="4882"/>
                    <a:pt x="6275" y="4894"/>
                  </a:cubicBezTo>
                  <a:cubicBezTo>
                    <a:pt x="5989" y="4978"/>
                    <a:pt x="5715" y="5073"/>
                    <a:pt x="5453" y="5216"/>
                  </a:cubicBezTo>
                  <a:lnTo>
                    <a:pt x="5501" y="4632"/>
                  </a:lnTo>
                  <a:cubicBezTo>
                    <a:pt x="5311" y="4359"/>
                    <a:pt x="5275" y="3978"/>
                    <a:pt x="5584" y="3859"/>
                  </a:cubicBezTo>
                  <a:lnTo>
                    <a:pt x="5501" y="4632"/>
                  </a:lnTo>
                  <a:cubicBezTo>
                    <a:pt x="5620" y="4787"/>
                    <a:pt x="5787" y="4906"/>
                    <a:pt x="5977" y="4918"/>
                  </a:cubicBezTo>
                  <a:cubicBezTo>
                    <a:pt x="6073" y="4930"/>
                    <a:pt x="6180" y="4918"/>
                    <a:pt x="6275" y="4894"/>
                  </a:cubicBezTo>
                  <a:cubicBezTo>
                    <a:pt x="6335" y="4882"/>
                    <a:pt x="6394" y="4859"/>
                    <a:pt x="6454" y="4847"/>
                  </a:cubicBezTo>
                  <a:cubicBezTo>
                    <a:pt x="6787" y="4728"/>
                    <a:pt x="7085" y="4490"/>
                    <a:pt x="7394" y="4311"/>
                  </a:cubicBezTo>
                  <a:cubicBezTo>
                    <a:pt x="8811" y="3513"/>
                    <a:pt x="10668" y="3882"/>
                    <a:pt x="11978" y="4847"/>
                  </a:cubicBezTo>
                  <a:cubicBezTo>
                    <a:pt x="13288" y="5811"/>
                    <a:pt x="14145" y="7276"/>
                    <a:pt x="14800" y="8752"/>
                  </a:cubicBezTo>
                  <a:cubicBezTo>
                    <a:pt x="16657" y="12919"/>
                    <a:pt x="17336" y="17622"/>
                    <a:pt x="16705" y="22135"/>
                  </a:cubicBezTo>
                  <a:cubicBezTo>
                    <a:pt x="18538" y="17360"/>
                    <a:pt x="19622" y="12157"/>
                    <a:pt x="18729" y="7133"/>
                  </a:cubicBezTo>
                  <a:cubicBezTo>
                    <a:pt x="18277" y="4573"/>
                    <a:pt x="17241" y="2085"/>
                    <a:pt x="15717" y="1"/>
                  </a:cubicBezTo>
                  <a:lnTo>
                    <a:pt x="5096" y="1"/>
                  </a:lnTo>
                  <a:cubicBezTo>
                    <a:pt x="5084" y="227"/>
                    <a:pt x="5072" y="465"/>
                    <a:pt x="5049" y="691"/>
                  </a:cubicBezTo>
                  <a:cubicBezTo>
                    <a:pt x="4561" y="8883"/>
                    <a:pt x="3179" y="17110"/>
                    <a:pt x="0" y="2467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46"/>
            <p:cNvSpPr/>
            <p:nvPr/>
          </p:nvSpPr>
          <p:spPr>
            <a:xfrm>
              <a:off x="5420900" y="1469050"/>
              <a:ext cx="192325" cy="798050"/>
            </a:xfrm>
            <a:custGeom>
              <a:rect b="b" l="l" r="r" t="t"/>
              <a:pathLst>
                <a:path extrusionOk="0" h="31922" w="7693">
                  <a:moveTo>
                    <a:pt x="1" y="1"/>
                  </a:moveTo>
                  <a:cubicBezTo>
                    <a:pt x="334" y="191"/>
                    <a:pt x="834" y="608"/>
                    <a:pt x="953" y="942"/>
                  </a:cubicBezTo>
                  <a:cubicBezTo>
                    <a:pt x="1441" y="2227"/>
                    <a:pt x="1858" y="3549"/>
                    <a:pt x="2227" y="4882"/>
                  </a:cubicBezTo>
                  <a:lnTo>
                    <a:pt x="2394" y="1906"/>
                  </a:lnTo>
                  <a:cubicBezTo>
                    <a:pt x="2513" y="3418"/>
                    <a:pt x="2584" y="4918"/>
                    <a:pt x="2632" y="6430"/>
                  </a:cubicBezTo>
                  <a:cubicBezTo>
                    <a:pt x="4620" y="14800"/>
                    <a:pt x="4287" y="23742"/>
                    <a:pt x="1584" y="31922"/>
                  </a:cubicBezTo>
                  <a:cubicBezTo>
                    <a:pt x="7240" y="22504"/>
                    <a:pt x="7692" y="11121"/>
                    <a:pt x="7299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46"/>
            <p:cNvSpPr/>
            <p:nvPr/>
          </p:nvSpPr>
          <p:spPr>
            <a:xfrm>
              <a:off x="5420900" y="1469050"/>
              <a:ext cx="192325" cy="798050"/>
            </a:xfrm>
            <a:custGeom>
              <a:rect b="b" l="l" r="r" t="t"/>
              <a:pathLst>
                <a:path extrusionOk="0" h="31922" w="7693">
                  <a:moveTo>
                    <a:pt x="953" y="942"/>
                  </a:moveTo>
                  <a:cubicBezTo>
                    <a:pt x="1441" y="2227"/>
                    <a:pt x="1858" y="3549"/>
                    <a:pt x="2227" y="4882"/>
                  </a:cubicBezTo>
                  <a:lnTo>
                    <a:pt x="2394" y="1906"/>
                  </a:lnTo>
                  <a:cubicBezTo>
                    <a:pt x="2513" y="3418"/>
                    <a:pt x="2584" y="4918"/>
                    <a:pt x="2632" y="6430"/>
                  </a:cubicBezTo>
                  <a:cubicBezTo>
                    <a:pt x="4620" y="14800"/>
                    <a:pt x="4287" y="23742"/>
                    <a:pt x="1584" y="31922"/>
                  </a:cubicBezTo>
                  <a:cubicBezTo>
                    <a:pt x="7240" y="22504"/>
                    <a:pt x="7692" y="11121"/>
                    <a:pt x="7299" y="1"/>
                  </a:cubicBezTo>
                  <a:lnTo>
                    <a:pt x="1" y="1"/>
                  </a:lnTo>
                  <a:cubicBezTo>
                    <a:pt x="334" y="191"/>
                    <a:pt x="834" y="608"/>
                    <a:pt x="953" y="942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46"/>
            <p:cNvSpPr/>
            <p:nvPr/>
          </p:nvSpPr>
          <p:spPr>
            <a:xfrm>
              <a:off x="5745050" y="1469050"/>
              <a:ext cx="35450" cy="69975"/>
            </a:xfrm>
            <a:custGeom>
              <a:rect b="b" l="l" r="r" t="t"/>
              <a:pathLst>
                <a:path extrusionOk="0" h="2799" w="1418">
                  <a:moveTo>
                    <a:pt x="1" y="1"/>
                  </a:moveTo>
                  <a:cubicBezTo>
                    <a:pt x="453" y="858"/>
                    <a:pt x="929" y="1787"/>
                    <a:pt x="1417" y="2799"/>
                  </a:cubicBezTo>
                  <a:cubicBezTo>
                    <a:pt x="1096" y="1858"/>
                    <a:pt x="751" y="930"/>
                    <a:pt x="393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46"/>
            <p:cNvSpPr/>
            <p:nvPr/>
          </p:nvSpPr>
          <p:spPr>
            <a:xfrm>
              <a:off x="5745050" y="1469050"/>
              <a:ext cx="35450" cy="69975"/>
            </a:xfrm>
            <a:custGeom>
              <a:rect b="b" l="l" r="r" t="t"/>
              <a:pathLst>
                <a:path extrusionOk="0" h="2799" w="1418">
                  <a:moveTo>
                    <a:pt x="393" y="1"/>
                  </a:moveTo>
                  <a:lnTo>
                    <a:pt x="1" y="1"/>
                  </a:lnTo>
                  <a:cubicBezTo>
                    <a:pt x="453" y="858"/>
                    <a:pt x="929" y="1787"/>
                    <a:pt x="1417" y="2799"/>
                  </a:cubicBezTo>
                  <a:cubicBezTo>
                    <a:pt x="1096" y="1858"/>
                    <a:pt x="751" y="930"/>
                    <a:pt x="393" y="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46"/>
            <p:cNvSpPr/>
            <p:nvPr/>
          </p:nvSpPr>
          <p:spPr>
            <a:xfrm>
              <a:off x="5844775" y="1469050"/>
              <a:ext cx="251825" cy="755200"/>
            </a:xfrm>
            <a:custGeom>
              <a:rect b="b" l="l" r="r" t="t"/>
              <a:pathLst>
                <a:path extrusionOk="0" h="30208" w="10073">
                  <a:moveTo>
                    <a:pt x="0" y="1"/>
                  </a:moveTo>
                  <a:cubicBezTo>
                    <a:pt x="5394" y="8192"/>
                    <a:pt x="8370" y="17991"/>
                    <a:pt x="8287" y="27790"/>
                  </a:cubicBezTo>
                  <a:cubicBezTo>
                    <a:pt x="8513" y="28576"/>
                    <a:pt x="8716" y="29385"/>
                    <a:pt x="8882" y="30207"/>
                  </a:cubicBezTo>
                  <a:cubicBezTo>
                    <a:pt x="10049" y="26421"/>
                    <a:pt x="10073" y="22301"/>
                    <a:pt x="10049" y="18301"/>
                  </a:cubicBezTo>
                  <a:cubicBezTo>
                    <a:pt x="10025" y="15443"/>
                    <a:pt x="9989" y="12586"/>
                    <a:pt x="9918" y="9728"/>
                  </a:cubicBezTo>
                  <a:cubicBezTo>
                    <a:pt x="9859" y="9193"/>
                    <a:pt x="9787" y="8550"/>
                    <a:pt x="9644" y="7811"/>
                  </a:cubicBezTo>
                  <a:cubicBezTo>
                    <a:pt x="9370" y="5823"/>
                    <a:pt x="8846" y="3144"/>
                    <a:pt x="8025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46"/>
            <p:cNvSpPr/>
            <p:nvPr/>
          </p:nvSpPr>
          <p:spPr>
            <a:xfrm>
              <a:off x="5844775" y="1469050"/>
              <a:ext cx="251825" cy="755200"/>
            </a:xfrm>
            <a:custGeom>
              <a:rect b="b" l="l" r="r" t="t"/>
              <a:pathLst>
                <a:path extrusionOk="0" h="30208" w="10073">
                  <a:moveTo>
                    <a:pt x="8882" y="30207"/>
                  </a:moveTo>
                  <a:cubicBezTo>
                    <a:pt x="10049" y="26421"/>
                    <a:pt x="10073" y="22301"/>
                    <a:pt x="10049" y="18301"/>
                  </a:cubicBezTo>
                  <a:cubicBezTo>
                    <a:pt x="10025" y="15443"/>
                    <a:pt x="9989" y="12586"/>
                    <a:pt x="9918" y="9728"/>
                  </a:cubicBezTo>
                  <a:cubicBezTo>
                    <a:pt x="9859" y="9193"/>
                    <a:pt x="9787" y="8550"/>
                    <a:pt x="9644" y="7811"/>
                  </a:cubicBezTo>
                  <a:cubicBezTo>
                    <a:pt x="9370" y="5823"/>
                    <a:pt x="8846" y="3144"/>
                    <a:pt x="8025" y="1"/>
                  </a:cubicBezTo>
                  <a:lnTo>
                    <a:pt x="0" y="1"/>
                  </a:lnTo>
                  <a:cubicBezTo>
                    <a:pt x="5394" y="8192"/>
                    <a:pt x="8370" y="17991"/>
                    <a:pt x="8287" y="27790"/>
                  </a:cubicBezTo>
                  <a:cubicBezTo>
                    <a:pt x="8513" y="28576"/>
                    <a:pt x="8716" y="29385"/>
                    <a:pt x="8882" y="30207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46"/>
            <p:cNvSpPr/>
            <p:nvPr/>
          </p:nvSpPr>
          <p:spPr>
            <a:xfrm>
              <a:off x="2299675" y="1469050"/>
              <a:ext cx="261975" cy="515875"/>
            </a:xfrm>
            <a:custGeom>
              <a:rect b="b" l="l" r="r" t="t"/>
              <a:pathLst>
                <a:path extrusionOk="0" h="20635" w="10479">
                  <a:moveTo>
                    <a:pt x="5359" y="1"/>
                  </a:moveTo>
                  <a:cubicBezTo>
                    <a:pt x="2596" y="6656"/>
                    <a:pt x="227" y="13514"/>
                    <a:pt x="1" y="20634"/>
                  </a:cubicBezTo>
                  <a:cubicBezTo>
                    <a:pt x="144" y="20289"/>
                    <a:pt x="275" y="19956"/>
                    <a:pt x="417" y="19610"/>
                  </a:cubicBezTo>
                  <a:cubicBezTo>
                    <a:pt x="906" y="18515"/>
                    <a:pt x="1394" y="17396"/>
                    <a:pt x="1906" y="16241"/>
                  </a:cubicBezTo>
                  <a:cubicBezTo>
                    <a:pt x="2441" y="15098"/>
                    <a:pt x="2989" y="13931"/>
                    <a:pt x="3561" y="12729"/>
                  </a:cubicBezTo>
                  <a:cubicBezTo>
                    <a:pt x="4144" y="11538"/>
                    <a:pt x="4751" y="10324"/>
                    <a:pt x="5370" y="9085"/>
                  </a:cubicBezTo>
                  <a:cubicBezTo>
                    <a:pt x="6037" y="7871"/>
                    <a:pt x="6692" y="6621"/>
                    <a:pt x="7383" y="5347"/>
                  </a:cubicBezTo>
                  <a:cubicBezTo>
                    <a:pt x="8359" y="3597"/>
                    <a:pt x="9383" y="1811"/>
                    <a:pt x="10478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46"/>
            <p:cNvSpPr/>
            <p:nvPr/>
          </p:nvSpPr>
          <p:spPr>
            <a:xfrm>
              <a:off x="2299675" y="1469050"/>
              <a:ext cx="261975" cy="515875"/>
            </a:xfrm>
            <a:custGeom>
              <a:rect b="b" l="l" r="r" t="t"/>
              <a:pathLst>
                <a:path extrusionOk="0" h="20635" w="10479">
                  <a:moveTo>
                    <a:pt x="417" y="19610"/>
                  </a:moveTo>
                  <a:cubicBezTo>
                    <a:pt x="906" y="18515"/>
                    <a:pt x="1394" y="17396"/>
                    <a:pt x="1906" y="16241"/>
                  </a:cubicBezTo>
                  <a:cubicBezTo>
                    <a:pt x="2441" y="15098"/>
                    <a:pt x="2989" y="13931"/>
                    <a:pt x="3561" y="12729"/>
                  </a:cubicBezTo>
                  <a:cubicBezTo>
                    <a:pt x="4144" y="11538"/>
                    <a:pt x="4751" y="10324"/>
                    <a:pt x="5370" y="9085"/>
                  </a:cubicBezTo>
                  <a:cubicBezTo>
                    <a:pt x="6037" y="7871"/>
                    <a:pt x="6692" y="6621"/>
                    <a:pt x="7383" y="5347"/>
                  </a:cubicBezTo>
                  <a:cubicBezTo>
                    <a:pt x="8359" y="3597"/>
                    <a:pt x="9383" y="1811"/>
                    <a:pt x="10478" y="1"/>
                  </a:cubicBezTo>
                  <a:lnTo>
                    <a:pt x="5359" y="1"/>
                  </a:lnTo>
                  <a:cubicBezTo>
                    <a:pt x="2596" y="6656"/>
                    <a:pt x="227" y="13514"/>
                    <a:pt x="1" y="20634"/>
                  </a:cubicBezTo>
                  <a:cubicBezTo>
                    <a:pt x="144" y="20289"/>
                    <a:pt x="275" y="19956"/>
                    <a:pt x="417" y="1961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46"/>
            <p:cNvSpPr/>
            <p:nvPr/>
          </p:nvSpPr>
          <p:spPr>
            <a:xfrm>
              <a:off x="2377375" y="1469050"/>
              <a:ext cx="27400" cy="45575"/>
            </a:xfrm>
            <a:custGeom>
              <a:rect b="b" l="l" r="r" t="t"/>
              <a:pathLst>
                <a:path extrusionOk="0" h="1823" w="1096">
                  <a:moveTo>
                    <a:pt x="1012" y="1"/>
                  </a:moveTo>
                  <a:cubicBezTo>
                    <a:pt x="774" y="418"/>
                    <a:pt x="524" y="858"/>
                    <a:pt x="250" y="1334"/>
                  </a:cubicBezTo>
                  <a:cubicBezTo>
                    <a:pt x="179" y="1489"/>
                    <a:pt x="84" y="1656"/>
                    <a:pt x="0" y="1823"/>
                  </a:cubicBezTo>
                  <a:cubicBezTo>
                    <a:pt x="357" y="1203"/>
                    <a:pt x="727" y="596"/>
                    <a:pt x="1096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46"/>
            <p:cNvSpPr/>
            <p:nvPr/>
          </p:nvSpPr>
          <p:spPr>
            <a:xfrm>
              <a:off x="2377375" y="1469050"/>
              <a:ext cx="27400" cy="45575"/>
            </a:xfrm>
            <a:custGeom>
              <a:rect b="b" l="l" r="r" t="t"/>
              <a:pathLst>
                <a:path extrusionOk="0" h="1823" w="1096">
                  <a:moveTo>
                    <a:pt x="0" y="1823"/>
                  </a:moveTo>
                  <a:cubicBezTo>
                    <a:pt x="357" y="1203"/>
                    <a:pt x="727" y="596"/>
                    <a:pt x="1096" y="1"/>
                  </a:cubicBezTo>
                  <a:lnTo>
                    <a:pt x="1012" y="1"/>
                  </a:lnTo>
                  <a:cubicBezTo>
                    <a:pt x="774" y="418"/>
                    <a:pt x="524" y="858"/>
                    <a:pt x="250" y="1334"/>
                  </a:cubicBezTo>
                  <a:cubicBezTo>
                    <a:pt x="179" y="1489"/>
                    <a:pt x="84" y="1656"/>
                    <a:pt x="0" y="1823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46"/>
            <p:cNvSpPr/>
            <p:nvPr/>
          </p:nvSpPr>
          <p:spPr>
            <a:xfrm>
              <a:off x="4156450" y="1469050"/>
              <a:ext cx="79800" cy="73250"/>
            </a:xfrm>
            <a:custGeom>
              <a:rect b="b" l="l" r="r" t="t"/>
              <a:pathLst>
                <a:path extrusionOk="0" h="2930" w="3192">
                  <a:moveTo>
                    <a:pt x="1739" y="1"/>
                  </a:moveTo>
                  <a:cubicBezTo>
                    <a:pt x="1180" y="989"/>
                    <a:pt x="608" y="1965"/>
                    <a:pt x="1" y="2930"/>
                  </a:cubicBezTo>
                  <a:cubicBezTo>
                    <a:pt x="1096" y="1989"/>
                    <a:pt x="2156" y="1001"/>
                    <a:pt x="3192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46"/>
            <p:cNvSpPr/>
            <p:nvPr/>
          </p:nvSpPr>
          <p:spPr>
            <a:xfrm>
              <a:off x="4156450" y="1469050"/>
              <a:ext cx="79800" cy="73250"/>
            </a:xfrm>
            <a:custGeom>
              <a:rect b="b" l="l" r="r" t="t"/>
              <a:pathLst>
                <a:path extrusionOk="0" h="2930" w="3192">
                  <a:moveTo>
                    <a:pt x="3192" y="1"/>
                  </a:moveTo>
                  <a:lnTo>
                    <a:pt x="1739" y="1"/>
                  </a:lnTo>
                  <a:cubicBezTo>
                    <a:pt x="1180" y="989"/>
                    <a:pt x="608" y="1965"/>
                    <a:pt x="1" y="2930"/>
                  </a:cubicBezTo>
                  <a:cubicBezTo>
                    <a:pt x="1096" y="1989"/>
                    <a:pt x="2156" y="1001"/>
                    <a:pt x="3192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46"/>
            <p:cNvSpPr/>
            <p:nvPr/>
          </p:nvSpPr>
          <p:spPr>
            <a:xfrm>
              <a:off x="4466025" y="1469050"/>
              <a:ext cx="257800" cy="656675"/>
            </a:xfrm>
            <a:custGeom>
              <a:rect b="b" l="l" r="r" t="t"/>
              <a:pathLst>
                <a:path extrusionOk="0" h="26267" w="10312">
                  <a:moveTo>
                    <a:pt x="0" y="1"/>
                  </a:moveTo>
                  <a:cubicBezTo>
                    <a:pt x="417" y="1334"/>
                    <a:pt x="822" y="2692"/>
                    <a:pt x="1167" y="4049"/>
                  </a:cubicBezTo>
                  <a:cubicBezTo>
                    <a:pt x="1191" y="3918"/>
                    <a:pt x="1203" y="3787"/>
                    <a:pt x="1227" y="3656"/>
                  </a:cubicBezTo>
                  <a:lnTo>
                    <a:pt x="1893" y="3787"/>
                  </a:lnTo>
                  <a:cubicBezTo>
                    <a:pt x="1715" y="4740"/>
                    <a:pt x="1703" y="5716"/>
                    <a:pt x="1774" y="6692"/>
                  </a:cubicBezTo>
                  <a:cubicBezTo>
                    <a:pt x="2096" y="8371"/>
                    <a:pt x="2298" y="10074"/>
                    <a:pt x="2310" y="11764"/>
                  </a:cubicBezTo>
                  <a:cubicBezTo>
                    <a:pt x="2429" y="9264"/>
                    <a:pt x="2346" y="6740"/>
                    <a:pt x="2060" y="4251"/>
                  </a:cubicBezTo>
                  <a:lnTo>
                    <a:pt x="2060" y="4251"/>
                  </a:lnTo>
                  <a:cubicBezTo>
                    <a:pt x="5275" y="10978"/>
                    <a:pt x="4632" y="18837"/>
                    <a:pt x="3918" y="26266"/>
                  </a:cubicBezTo>
                  <a:cubicBezTo>
                    <a:pt x="7227" y="17860"/>
                    <a:pt x="9371" y="8990"/>
                    <a:pt x="10311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46"/>
            <p:cNvSpPr/>
            <p:nvPr/>
          </p:nvSpPr>
          <p:spPr>
            <a:xfrm>
              <a:off x="4466025" y="1469050"/>
              <a:ext cx="257800" cy="656675"/>
            </a:xfrm>
            <a:custGeom>
              <a:rect b="b" l="l" r="r" t="t"/>
              <a:pathLst>
                <a:path extrusionOk="0" h="26267" w="10312">
                  <a:moveTo>
                    <a:pt x="1227" y="3656"/>
                  </a:moveTo>
                  <a:lnTo>
                    <a:pt x="1893" y="3787"/>
                  </a:lnTo>
                  <a:cubicBezTo>
                    <a:pt x="1715" y="4740"/>
                    <a:pt x="1703" y="5716"/>
                    <a:pt x="1774" y="6692"/>
                  </a:cubicBezTo>
                  <a:cubicBezTo>
                    <a:pt x="2096" y="8371"/>
                    <a:pt x="2298" y="10074"/>
                    <a:pt x="2310" y="11764"/>
                  </a:cubicBezTo>
                  <a:cubicBezTo>
                    <a:pt x="2429" y="9264"/>
                    <a:pt x="2346" y="6740"/>
                    <a:pt x="2060" y="4251"/>
                  </a:cubicBezTo>
                  <a:cubicBezTo>
                    <a:pt x="5275" y="10978"/>
                    <a:pt x="4632" y="18837"/>
                    <a:pt x="3918" y="26266"/>
                  </a:cubicBezTo>
                  <a:cubicBezTo>
                    <a:pt x="7227" y="17860"/>
                    <a:pt x="9371" y="8990"/>
                    <a:pt x="10311" y="1"/>
                  </a:cubicBezTo>
                  <a:lnTo>
                    <a:pt x="0" y="1"/>
                  </a:lnTo>
                  <a:cubicBezTo>
                    <a:pt x="417" y="1334"/>
                    <a:pt x="822" y="2692"/>
                    <a:pt x="1167" y="4049"/>
                  </a:cubicBezTo>
                  <a:cubicBezTo>
                    <a:pt x="1191" y="3918"/>
                    <a:pt x="1203" y="3787"/>
                    <a:pt x="1227" y="3656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46"/>
            <p:cNvSpPr/>
            <p:nvPr/>
          </p:nvSpPr>
          <p:spPr>
            <a:xfrm>
              <a:off x="4028175" y="1469050"/>
              <a:ext cx="418825" cy="677800"/>
            </a:xfrm>
            <a:custGeom>
              <a:rect b="b" l="l" r="r" t="t"/>
              <a:pathLst>
                <a:path extrusionOk="0" h="27112" w="16753">
                  <a:moveTo>
                    <a:pt x="14038" y="1"/>
                  </a:moveTo>
                  <a:cubicBezTo>
                    <a:pt x="13526" y="965"/>
                    <a:pt x="13014" y="1918"/>
                    <a:pt x="12478" y="2858"/>
                  </a:cubicBezTo>
                  <a:cubicBezTo>
                    <a:pt x="10716" y="6002"/>
                    <a:pt x="8775" y="9038"/>
                    <a:pt x="6692" y="11979"/>
                  </a:cubicBezTo>
                  <a:lnTo>
                    <a:pt x="7096" y="12252"/>
                  </a:lnTo>
                  <a:cubicBezTo>
                    <a:pt x="4929" y="15443"/>
                    <a:pt x="2548" y="18491"/>
                    <a:pt x="0" y="21408"/>
                  </a:cubicBezTo>
                  <a:cubicBezTo>
                    <a:pt x="667" y="22920"/>
                    <a:pt x="1334" y="24421"/>
                    <a:pt x="1989" y="25933"/>
                  </a:cubicBezTo>
                  <a:cubicBezTo>
                    <a:pt x="3370" y="20515"/>
                    <a:pt x="5513" y="15300"/>
                    <a:pt x="8335" y="10490"/>
                  </a:cubicBezTo>
                  <a:lnTo>
                    <a:pt x="8335" y="10490"/>
                  </a:lnTo>
                  <a:cubicBezTo>
                    <a:pt x="7406" y="16027"/>
                    <a:pt x="6477" y="21575"/>
                    <a:pt x="5537" y="27111"/>
                  </a:cubicBezTo>
                  <a:cubicBezTo>
                    <a:pt x="10323" y="18551"/>
                    <a:pt x="14085" y="9431"/>
                    <a:pt x="16752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46"/>
            <p:cNvSpPr/>
            <p:nvPr/>
          </p:nvSpPr>
          <p:spPr>
            <a:xfrm>
              <a:off x="4028175" y="1469050"/>
              <a:ext cx="418825" cy="677800"/>
            </a:xfrm>
            <a:custGeom>
              <a:rect b="b" l="l" r="r" t="t"/>
              <a:pathLst>
                <a:path extrusionOk="0" h="27112" w="16753">
                  <a:moveTo>
                    <a:pt x="6692" y="11979"/>
                  </a:moveTo>
                  <a:lnTo>
                    <a:pt x="7096" y="12252"/>
                  </a:lnTo>
                  <a:cubicBezTo>
                    <a:pt x="4929" y="15443"/>
                    <a:pt x="2548" y="18491"/>
                    <a:pt x="0" y="21408"/>
                  </a:cubicBezTo>
                  <a:cubicBezTo>
                    <a:pt x="667" y="22920"/>
                    <a:pt x="1334" y="24421"/>
                    <a:pt x="1989" y="25933"/>
                  </a:cubicBezTo>
                  <a:cubicBezTo>
                    <a:pt x="3370" y="20515"/>
                    <a:pt x="5513" y="15300"/>
                    <a:pt x="8335" y="10490"/>
                  </a:cubicBezTo>
                  <a:cubicBezTo>
                    <a:pt x="7406" y="16027"/>
                    <a:pt x="6477" y="21575"/>
                    <a:pt x="5537" y="27111"/>
                  </a:cubicBezTo>
                  <a:cubicBezTo>
                    <a:pt x="10323" y="18551"/>
                    <a:pt x="14085" y="9431"/>
                    <a:pt x="16752" y="1"/>
                  </a:cubicBezTo>
                  <a:lnTo>
                    <a:pt x="14038" y="1"/>
                  </a:lnTo>
                  <a:cubicBezTo>
                    <a:pt x="13526" y="965"/>
                    <a:pt x="13014" y="1918"/>
                    <a:pt x="12478" y="2858"/>
                  </a:cubicBezTo>
                  <a:cubicBezTo>
                    <a:pt x="10716" y="6002"/>
                    <a:pt x="8775" y="9038"/>
                    <a:pt x="6692" y="1197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46"/>
            <p:cNvSpPr/>
            <p:nvPr/>
          </p:nvSpPr>
          <p:spPr>
            <a:xfrm>
              <a:off x="3227475" y="1469050"/>
              <a:ext cx="632550" cy="924250"/>
            </a:xfrm>
            <a:custGeom>
              <a:rect b="b" l="l" r="r" t="t"/>
              <a:pathLst>
                <a:path extrusionOk="0" h="36970" w="25302">
                  <a:moveTo>
                    <a:pt x="9621" y="1"/>
                  </a:moveTo>
                  <a:cubicBezTo>
                    <a:pt x="8359" y="12026"/>
                    <a:pt x="5096" y="23849"/>
                    <a:pt x="0" y="34815"/>
                  </a:cubicBezTo>
                  <a:cubicBezTo>
                    <a:pt x="5668" y="27254"/>
                    <a:pt x="10121" y="18813"/>
                    <a:pt x="13169" y="9871"/>
                  </a:cubicBezTo>
                  <a:lnTo>
                    <a:pt x="13169" y="9871"/>
                  </a:lnTo>
                  <a:cubicBezTo>
                    <a:pt x="10633" y="19396"/>
                    <a:pt x="6751" y="28552"/>
                    <a:pt x="1655" y="36970"/>
                  </a:cubicBezTo>
                  <a:cubicBezTo>
                    <a:pt x="4894" y="33743"/>
                    <a:pt x="7906" y="30290"/>
                    <a:pt x="10692" y="26659"/>
                  </a:cubicBezTo>
                  <a:cubicBezTo>
                    <a:pt x="12085" y="24635"/>
                    <a:pt x="13597" y="22385"/>
                    <a:pt x="15288" y="19872"/>
                  </a:cubicBezTo>
                  <a:lnTo>
                    <a:pt x="15443" y="19956"/>
                  </a:lnTo>
                  <a:cubicBezTo>
                    <a:pt x="15562" y="19765"/>
                    <a:pt x="15681" y="19575"/>
                    <a:pt x="15812" y="19384"/>
                  </a:cubicBezTo>
                  <a:cubicBezTo>
                    <a:pt x="19027" y="12955"/>
                    <a:pt x="22206" y="6502"/>
                    <a:pt x="25301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46"/>
            <p:cNvSpPr/>
            <p:nvPr/>
          </p:nvSpPr>
          <p:spPr>
            <a:xfrm>
              <a:off x="3227475" y="1469050"/>
              <a:ext cx="632550" cy="924250"/>
            </a:xfrm>
            <a:custGeom>
              <a:rect b="b" l="l" r="r" t="t"/>
              <a:pathLst>
                <a:path extrusionOk="0" h="36970" w="25302">
                  <a:moveTo>
                    <a:pt x="13169" y="9871"/>
                  </a:moveTo>
                  <a:cubicBezTo>
                    <a:pt x="10633" y="19396"/>
                    <a:pt x="6751" y="28552"/>
                    <a:pt x="1655" y="36970"/>
                  </a:cubicBezTo>
                  <a:cubicBezTo>
                    <a:pt x="4894" y="33743"/>
                    <a:pt x="7906" y="30290"/>
                    <a:pt x="10692" y="26659"/>
                  </a:cubicBezTo>
                  <a:cubicBezTo>
                    <a:pt x="12085" y="24635"/>
                    <a:pt x="13597" y="22385"/>
                    <a:pt x="15288" y="19872"/>
                  </a:cubicBezTo>
                  <a:lnTo>
                    <a:pt x="15443" y="19956"/>
                  </a:lnTo>
                  <a:cubicBezTo>
                    <a:pt x="15562" y="19765"/>
                    <a:pt x="15681" y="19575"/>
                    <a:pt x="15812" y="19384"/>
                  </a:cubicBezTo>
                  <a:cubicBezTo>
                    <a:pt x="19027" y="12955"/>
                    <a:pt x="22206" y="6502"/>
                    <a:pt x="25301" y="1"/>
                  </a:cubicBezTo>
                  <a:lnTo>
                    <a:pt x="9621" y="1"/>
                  </a:lnTo>
                  <a:cubicBezTo>
                    <a:pt x="8359" y="12026"/>
                    <a:pt x="5096" y="23849"/>
                    <a:pt x="0" y="34815"/>
                  </a:cubicBezTo>
                  <a:cubicBezTo>
                    <a:pt x="5668" y="27254"/>
                    <a:pt x="10121" y="18813"/>
                    <a:pt x="13169" y="987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46"/>
            <p:cNvSpPr/>
            <p:nvPr/>
          </p:nvSpPr>
          <p:spPr>
            <a:xfrm>
              <a:off x="2518750" y="1469050"/>
              <a:ext cx="90525" cy="127425"/>
            </a:xfrm>
            <a:custGeom>
              <a:rect b="b" l="l" r="r" t="t"/>
              <a:pathLst>
                <a:path extrusionOk="0" h="5097" w="3621">
                  <a:moveTo>
                    <a:pt x="2918" y="1"/>
                  </a:moveTo>
                  <a:cubicBezTo>
                    <a:pt x="1977" y="1573"/>
                    <a:pt x="1037" y="3180"/>
                    <a:pt x="144" y="4835"/>
                  </a:cubicBezTo>
                  <a:cubicBezTo>
                    <a:pt x="96" y="4918"/>
                    <a:pt x="48" y="5013"/>
                    <a:pt x="1" y="5097"/>
                  </a:cubicBezTo>
                  <a:cubicBezTo>
                    <a:pt x="1144" y="3347"/>
                    <a:pt x="2346" y="1644"/>
                    <a:pt x="362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46"/>
            <p:cNvSpPr/>
            <p:nvPr/>
          </p:nvSpPr>
          <p:spPr>
            <a:xfrm>
              <a:off x="2518750" y="1469050"/>
              <a:ext cx="90525" cy="127425"/>
            </a:xfrm>
            <a:custGeom>
              <a:rect b="b" l="l" r="r" t="t"/>
              <a:pathLst>
                <a:path extrusionOk="0" h="5097" w="3621">
                  <a:moveTo>
                    <a:pt x="1" y="5097"/>
                  </a:moveTo>
                  <a:cubicBezTo>
                    <a:pt x="1144" y="3347"/>
                    <a:pt x="2346" y="1644"/>
                    <a:pt x="3620" y="1"/>
                  </a:cubicBezTo>
                  <a:lnTo>
                    <a:pt x="2918" y="1"/>
                  </a:lnTo>
                  <a:cubicBezTo>
                    <a:pt x="1977" y="1573"/>
                    <a:pt x="1037" y="3180"/>
                    <a:pt x="144" y="4835"/>
                  </a:cubicBezTo>
                  <a:cubicBezTo>
                    <a:pt x="96" y="4918"/>
                    <a:pt x="48" y="5013"/>
                    <a:pt x="1" y="5097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46"/>
            <p:cNvSpPr/>
            <p:nvPr/>
          </p:nvSpPr>
          <p:spPr>
            <a:xfrm>
              <a:off x="2491375" y="1469050"/>
              <a:ext cx="393225" cy="448600"/>
            </a:xfrm>
            <a:custGeom>
              <a:rect b="b" l="l" r="r" t="t"/>
              <a:pathLst>
                <a:path extrusionOk="0" h="17944" w="15729">
                  <a:moveTo>
                    <a:pt x="9823" y="1"/>
                  </a:moveTo>
                  <a:cubicBezTo>
                    <a:pt x="6370" y="5823"/>
                    <a:pt x="3370" y="12026"/>
                    <a:pt x="0" y="17944"/>
                  </a:cubicBezTo>
                  <a:cubicBezTo>
                    <a:pt x="3632" y="12991"/>
                    <a:pt x="7656" y="8169"/>
                    <a:pt x="12097" y="3597"/>
                  </a:cubicBezTo>
                  <a:cubicBezTo>
                    <a:pt x="12621" y="2966"/>
                    <a:pt x="13133" y="2346"/>
                    <a:pt x="13657" y="1727"/>
                  </a:cubicBezTo>
                  <a:lnTo>
                    <a:pt x="14324" y="251"/>
                  </a:lnTo>
                  <a:lnTo>
                    <a:pt x="14324" y="251"/>
                  </a:lnTo>
                  <a:cubicBezTo>
                    <a:pt x="14300" y="632"/>
                    <a:pt x="14276" y="1025"/>
                    <a:pt x="14252" y="1418"/>
                  </a:cubicBezTo>
                  <a:cubicBezTo>
                    <a:pt x="14740" y="942"/>
                    <a:pt x="15240" y="465"/>
                    <a:pt x="15728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46"/>
            <p:cNvSpPr/>
            <p:nvPr/>
          </p:nvSpPr>
          <p:spPr>
            <a:xfrm>
              <a:off x="2491375" y="1469050"/>
              <a:ext cx="393225" cy="448600"/>
            </a:xfrm>
            <a:custGeom>
              <a:rect b="b" l="l" r="r" t="t"/>
              <a:pathLst>
                <a:path extrusionOk="0" h="17944" w="15729">
                  <a:moveTo>
                    <a:pt x="12097" y="3597"/>
                  </a:moveTo>
                  <a:cubicBezTo>
                    <a:pt x="12621" y="2966"/>
                    <a:pt x="13133" y="2346"/>
                    <a:pt x="13657" y="1727"/>
                  </a:cubicBezTo>
                  <a:lnTo>
                    <a:pt x="14324" y="251"/>
                  </a:lnTo>
                  <a:cubicBezTo>
                    <a:pt x="14300" y="632"/>
                    <a:pt x="14276" y="1025"/>
                    <a:pt x="14252" y="1418"/>
                  </a:cubicBezTo>
                  <a:cubicBezTo>
                    <a:pt x="14740" y="942"/>
                    <a:pt x="15240" y="465"/>
                    <a:pt x="15728" y="1"/>
                  </a:cubicBezTo>
                  <a:lnTo>
                    <a:pt x="9823" y="1"/>
                  </a:lnTo>
                  <a:cubicBezTo>
                    <a:pt x="6370" y="5823"/>
                    <a:pt x="3370" y="12026"/>
                    <a:pt x="0" y="17944"/>
                  </a:cubicBezTo>
                  <a:cubicBezTo>
                    <a:pt x="3632" y="12991"/>
                    <a:pt x="7656" y="8169"/>
                    <a:pt x="12097" y="3597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46"/>
            <p:cNvSpPr/>
            <p:nvPr/>
          </p:nvSpPr>
          <p:spPr>
            <a:xfrm>
              <a:off x="1658525" y="1469050"/>
              <a:ext cx="77725" cy="489075"/>
            </a:xfrm>
            <a:custGeom>
              <a:rect b="b" l="l" r="r" t="t"/>
              <a:pathLst>
                <a:path extrusionOk="0" h="19563" w="3109">
                  <a:moveTo>
                    <a:pt x="60" y="1"/>
                  </a:moveTo>
                  <a:cubicBezTo>
                    <a:pt x="24" y="870"/>
                    <a:pt x="1" y="1739"/>
                    <a:pt x="13" y="2608"/>
                  </a:cubicBezTo>
                  <a:cubicBezTo>
                    <a:pt x="60" y="8752"/>
                    <a:pt x="1096" y="14419"/>
                    <a:pt x="3108" y="19563"/>
                  </a:cubicBezTo>
                  <a:cubicBezTo>
                    <a:pt x="2811" y="18372"/>
                    <a:pt x="2560" y="17122"/>
                    <a:pt x="2382" y="15824"/>
                  </a:cubicBezTo>
                  <a:cubicBezTo>
                    <a:pt x="2013" y="13157"/>
                    <a:pt x="1882" y="10288"/>
                    <a:pt x="1965" y="7288"/>
                  </a:cubicBezTo>
                  <a:cubicBezTo>
                    <a:pt x="1989" y="6323"/>
                    <a:pt x="2037" y="5335"/>
                    <a:pt x="2096" y="4335"/>
                  </a:cubicBezTo>
                  <a:cubicBezTo>
                    <a:pt x="1941" y="2894"/>
                    <a:pt x="1846" y="1453"/>
                    <a:pt x="1798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46"/>
            <p:cNvSpPr/>
            <p:nvPr/>
          </p:nvSpPr>
          <p:spPr>
            <a:xfrm>
              <a:off x="1658525" y="1469050"/>
              <a:ext cx="77725" cy="489075"/>
            </a:xfrm>
            <a:custGeom>
              <a:rect b="b" l="l" r="r" t="t"/>
              <a:pathLst>
                <a:path extrusionOk="0" h="19563" w="3109">
                  <a:moveTo>
                    <a:pt x="3108" y="19563"/>
                  </a:moveTo>
                  <a:cubicBezTo>
                    <a:pt x="2811" y="18372"/>
                    <a:pt x="2560" y="17122"/>
                    <a:pt x="2382" y="15824"/>
                  </a:cubicBezTo>
                  <a:cubicBezTo>
                    <a:pt x="2013" y="13157"/>
                    <a:pt x="1882" y="10288"/>
                    <a:pt x="1965" y="7288"/>
                  </a:cubicBezTo>
                  <a:cubicBezTo>
                    <a:pt x="1989" y="6323"/>
                    <a:pt x="2037" y="5335"/>
                    <a:pt x="2096" y="4335"/>
                  </a:cubicBezTo>
                  <a:cubicBezTo>
                    <a:pt x="1941" y="2894"/>
                    <a:pt x="1846" y="1453"/>
                    <a:pt x="1798" y="1"/>
                  </a:cubicBezTo>
                  <a:lnTo>
                    <a:pt x="60" y="1"/>
                  </a:lnTo>
                  <a:cubicBezTo>
                    <a:pt x="24" y="870"/>
                    <a:pt x="1" y="1739"/>
                    <a:pt x="13" y="2608"/>
                  </a:cubicBezTo>
                  <a:cubicBezTo>
                    <a:pt x="60" y="8752"/>
                    <a:pt x="1096" y="14419"/>
                    <a:pt x="3108" y="19563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46"/>
            <p:cNvSpPr/>
            <p:nvPr/>
          </p:nvSpPr>
          <p:spPr>
            <a:xfrm>
              <a:off x="3949300" y="1469050"/>
              <a:ext cx="72650" cy="76525"/>
            </a:xfrm>
            <a:custGeom>
              <a:rect b="b" l="l" r="r" t="t"/>
              <a:pathLst>
                <a:path extrusionOk="0" h="3061" w="2906">
                  <a:moveTo>
                    <a:pt x="857" y="1"/>
                  </a:moveTo>
                  <a:cubicBezTo>
                    <a:pt x="572" y="1025"/>
                    <a:pt x="286" y="2037"/>
                    <a:pt x="0" y="3061"/>
                  </a:cubicBezTo>
                  <a:cubicBezTo>
                    <a:pt x="988" y="2061"/>
                    <a:pt x="1953" y="1037"/>
                    <a:pt x="2905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46"/>
            <p:cNvSpPr/>
            <p:nvPr/>
          </p:nvSpPr>
          <p:spPr>
            <a:xfrm>
              <a:off x="3949300" y="1469050"/>
              <a:ext cx="72650" cy="76525"/>
            </a:xfrm>
            <a:custGeom>
              <a:rect b="b" l="l" r="r" t="t"/>
              <a:pathLst>
                <a:path extrusionOk="0" h="3061" w="2906">
                  <a:moveTo>
                    <a:pt x="2905" y="1"/>
                  </a:moveTo>
                  <a:lnTo>
                    <a:pt x="857" y="1"/>
                  </a:lnTo>
                  <a:cubicBezTo>
                    <a:pt x="572" y="1025"/>
                    <a:pt x="286" y="2037"/>
                    <a:pt x="0" y="3061"/>
                  </a:cubicBezTo>
                  <a:cubicBezTo>
                    <a:pt x="988" y="2061"/>
                    <a:pt x="1953" y="1037"/>
                    <a:pt x="2905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46"/>
            <p:cNvSpPr/>
            <p:nvPr/>
          </p:nvSpPr>
          <p:spPr>
            <a:xfrm>
              <a:off x="1777000" y="1469050"/>
              <a:ext cx="33950" cy="183700"/>
            </a:xfrm>
            <a:custGeom>
              <a:rect b="b" l="l" r="r" t="t"/>
              <a:pathLst>
                <a:path extrusionOk="0" h="7348" w="1358">
                  <a:moveTo>
                    <a:pt x="0" y="1"/>
                  </a:moveTo>
                  <a:cubicBezTo>
                    <a:pt x="286" y="2477"/>
                    <a:pt x="739" y="4930"/>
                    <a:pt x="1358" y="7347"/>
                  </a:cubicBezTo>
                  <a:cubicBezTo>
                    <a:pt x="1358" y="7264"/>
                    <a:pt x="1346" y="7180"/>
                    <a:pt x="1334" y="7097"/>
                  </a:cubicBezTo>
                  <a:cubicBezTo>
                    <a:pt x="1298" y="5990"/>
                    <a:pt x="1262" y="4882"/>
                    <a:pt x="1227" y="3739"/>
                  </a:cubicBezTo>
                  <a:cubicBezTo>
                    <a:pt x="1191" y="2596"/>
                    <a:pt x="1262" y="1442"/>
                    <a:pt x="1274" y="251"/>
                  </a:cubicBezTo>
                  <a:cubicBezTo>
                    <a:pt x="1274" y="168"/>
                    <a:pt x="1274" y="84"/>
                    <a:pt x="1274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46"/>
            <p:cNvSpPr/>
            <p:nvPr/>
          </p:nvSpPr>
          <p:spPr>
            <a:xfrm>
              <a:off x="1777000" y="1469050"/>
              <a:ext cx="33950" cy="183700"/>
            </a:xfrm>
            <a:custGeom>
              <a:rect b="b" l="l" r="r" t="t"/>
              <a:pathLst>
                <a:path extrusionOk="0" h="7348" w="1358">
                  <a:moveTo>
                    <a:pt x="1334" y="7097"/>
                  </a:moveTo>
                  <a:cubicBezTo>
                    <a:pt x="1298" y="5990"/>
                    <a:pt x="1262" y="4882"/>
                    <a:pt x="1227" y="3739"/>
                  </a:cubicBezTo>
                  <a:cubicBezTo>
                    <a:pt x="1191" y="2596"/>
                    <a:pt x="1262" y="1442"/>
                    <a:pt x="1274" y="251"/>
                  </a:cubicBezTo>
                  <a:cubicBezTo>
                    <a:pt x="1274" y="168"/>
                    <a:pt x="1274" y="84"/>
                    <a:pt x="1274" y="1"/>
                  </a:cubicBezTo>
                  <a:lnTo>
                    <a:pt x="0" y="1"/>
                  </a:lnTo>
                  <a:cubicBezTo>
                    <a:pt x="286" y="2477"/>
                    <a:pt x="739" y="4930"/>
                    <a:pt x="1358" y="7347"/>
                  </a:cubicBezTo>
                  <a:cubicBezTo>
                    <a:pt x="1358" y="7264"/>
                    <a:pt x="1346" y="7180"/>
                    <a:pt x="1334" y="7097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46"/>
            <p:cNvSpPr/>
            <p:nvPr/>
          </p:nvSpPr>
          <p:spPr>
            <a:xfrm>
              <a:off x="2849750" y="1469050"/>
              <a:ext cx="52700" cy="43800"/>
            </a:xfrm>
            <a:custGeom>
              <a:rect b="b" l="l" r="r" t="t"/>
              <a:pathLst>
                <a:path extrusionOk="0" h="1752" w="2108">
                  <a:moveTo>
                    <a:pt x="1667" y="1"/>
                  </a:moveTo>
                  <a:cubicBezTo>
                    <a:pt x="1155" y="525"/>
                    <a:pt x="608" y="1108"/>
                    <a:pt x="0" y="1751"/>
                  </a:cubicBezTo>
                  <a:cubicBezTo>
                    <a:pt x="727" y="1180"/>
                    <a:pt x="1417" y="596"/>
                    <a:pt x="2108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46"/>
            <p:cNvSpPr/>
            <p:nvPr/>
          </p:nvSpPr>
          <p:spPr>
            <a:xfrm>
              <a:off x="2849750" y="1469050"/>
              <a:ext cx="52700" cy="43800"/>
            </a:xfrm>
            <a:custGeom>
              <a:rect b="b" l="l" r="r" t="t"/>
              <a:pathLst>
                <a:path extrusionOk="0" h="1752" w="2108">
                  <a:moveTo>
                    <a:pt x="2108" y="1"/>
                  </a:moveTo>
                  <a:lnTo>
                    <a:pt x="1667" y="1"/>
                  </a:lnTo>
                  <a:cubicBezTo>
                    <a:pt x="1155" y="525"/>
                    <a:pt x="608" y="1108"/>
                    <a:pt x="0" y="1751"/>
                  </a:cubicBezTo>
                  <a:cubicBezTo>
                    <a:pt x="727" y="1180"/>
                    <a:pt x="1417" y="596"/>
                    <a:pt x="2108" y="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46"/>
            <p:cNvSpPr/>
            <p:nvPr/>
          </p:nvSpPr>
          <p:spPr>
            <a:xfrm>
              <a:off x="2145500" y="1469050"/>
              <a:ext cx="255400" cy="644450"/>
            </a:xfrm>
            <a:custGeom>
              <a:rect b="b" l="l" r="r" t="t"/>
              <a:pathLst>
                <a:path extrusionOk="0" h="25778" w="10216">
                  <a:moveTo>
                    <a:pt x="4513" y="1"/>
                  </a:moveTo>
                  <a:cubicBezTo>
                    <a:pt x="1941" y="8359"/>
                    <a:pt x="405" y="17039"/>
                    <a:pt x="0" y="25778"/>
                  </a:cubicBezTo>
                  <a:cubicBezTo>
                    <a:pt x="36" y="25587"/>
                    <a:pt x="72" y="25397"/>
                    <a:pt x="107" y="25206"/>
                  </a:cubicBezTo>
                  <a:cubicBezTo>
                    <a:pt x="369" y="23980"/>
                    <a:pt x="679" y="22694"/>
                    <a:pt x="1012" y="21384"/>
                  </a:cubicBezTo>
                  <a:cubicBezTo>
                    <a:pt x="1393" y="20063"/>
                    <a:pt x="1739" y="18706"/>
                    <a:pt x="2215" y="17348"/>
                  </a:cubicBezTo>
                  <a:cubicBezTo>
                    <a:pt x="2643" y="15967"/>
                    <a:pt x="3167" y="14574"/>
                    <a:pt x="3715" y="13157"/>
                  </a:cubicBezTo>
                  <a:cubicBezTo>
                    <a:pt x="3965" y="12443"/>
                    <a:pt x="4287" y="11752"/>
                    <a:pt x="4584" y="11026"/>
                  </a:cubicBezTo>
                  <a:cubicBezTo>
                    <a:pt x="4882" y="10312"/>
                    <a:pt x="5179" y="9585"/>
                    <a:pt x="5525" y="8871"/>
                  </a:cubicBezTo>
                  <a:cubicBezTo>
                    <a:pt x="5870" y="8157"/>
                    <a:pt x="6203" y="7430"/>
                    <a:pt x="6549" y="6692"/>
                  </a:cubicBezTo>
                  <a:cubicBezTo>
                    <a:pt x="6918" y="5990"/>
                    <a:pt x="7287" y="5252"/>
                    <a:pt x="7656" y="4525"/>
                  </a:cubicBezTo>
                  <a:cubicBezTo>
                    <a:pt x="8025" y="3787"/>
                    <a:pt x="8454" y="3085"/>
                    <a:pt x="8847" y="2346"/>
                  </a:cubicBezTo>
                  <a:cubicBezTo>
                    <a:pt x="9049" y="1989"/>
                    <a:pt x="9251" y="1620"/>
                    <a:pt x="9454" y="1251"/>
                  </a:cubicBezTo>
                  <a:lnTo>
                    <a:pt x="10109" y="180"/>
                  </a:lnTo>
                  <a:cubicBezTo>
                    <a:pt x="10144" y="120"/>
                    <a:pt x="10180" y="60"/>
                    <a:pt x="10216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46"/>
            <p:cNvSpPr/>
            <p:nvPr/>
          </p:nvSpPr>
          <p:spPr>
            <a:xfrm>
              <a:off x="2145500" y="1469050"/>
              <a:ext cx="255400" cy="644450"/>
            </a:xfrm>
            <a:custGeom>
              <a:rect b="b" l="l" r="r" t="t"/>
              <a:pathLst>
                <a:path extrusionOk="0" h="25778" w="10216">
                  <a:moveTo>
                    <a:pt x="107" y="25206"/>
                  </a:moveTo>
                  <a:cubicBezTo>
                    <a:pt x="369" y="23980"/>
                    <a:pt x="679" y="22694"/>
                    <a:pt x="1012" y="21384"/>
                  </a:cubicBezTo>
                  <a:cubicBezTo>
                    <a:pt x="1393" y="20063"/>
                    <a:pt x="1739" y="18706"/>
                    <a:pt x="2215" y="17348"/>
                  </a:cubicBezTo>
                  <a:cubicBezTo>
                    <a:pt x="2643" y="15967"/>
                    <a:pt x="3167" y="14574"/>
                    <a:pt x="3715" y="13157"/>
                  </a:cubicBezTo>
                  <a:cubicBezTo>
                    <a:pt x="3965" y="12443"/>
                    <a:pt x="4287" y="11752"/>
                    <a:pt x="4584" y="11026"/>
                  </a:cubicBezTo>
                  <a:cubicBezTo>
                    <a:pt x="4882" y="10312"/>
                    <a:pt x="5179" y="9585"/>
                    <a:pt x="5525" y="8871"/>
                  </a:cubicBezTo>
                  <a:cubicBezTo>
                    <a:pt x="5870" y="8157"/>
                    <a:pt x="6203" y="7430"/>
                    <a:pt x="6549" y="6692"/>
                  </a:cubicBezTo>
                  <a:cubicBezTo>
                    <a:pt x="6918" y="5990"/>
                    <a:pt x="7287" y="5252"/>
                    <a:pt x="7656" y="4525"/>
                  </a:cubicBezTo>
                  <a:cubicBezTo>
                    <a:pt x="8025" y="3787"/>
                    <a:pt x="8454" y="3085"/>
                    <a:pt x="8847" y="2346"/>
                  </a:cubicBezTo>
                  <a:cubicBezTo>
                    <a:pt x="9049" y="1989"/>
                    <a:pt x="9251" y="1620"/>
                    <a:pt x="9454" y="1251"/>
                  </a:cubicBezTo>
                  <a:lnTo>
                    <a:pt x="10109" y="180"/>
                  </a:lnTo>
                  <a:cubicBezTo>
                    <a:pt x="10144" y="120"/>
                    <a:pt x="10180" y="60"/>
                    <a:pt x="10216" y="1"/>
                  </a:cubicBezTo>
                  <a:lnTo>
                    <a:pt x="4513" y="1"/>
                  </a:lnTo>
                  <a:cubicBezTo>
                    <a:pt x="1941" y="8359"/>
                    <a:pt x="405" y="17039"/>
                    <a:pt x="0" y="25778"/>
                  </a:cubicBezTo>
                  <a:cubicBezTo>
                    <a:pt x="36" y="25587"/>
                    <a:pt x="72" y="25397"/>
                    <a:pt x="107" y="25206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46"/>
            <p:cNvSpPr/>
            <p:nvPr/>
          </p:nvSpPr>
          <p:spPr>
            <a:xfrm>
              <a:off x="1832950" y="1469050"/>
              <a:ext cx="30100" cy="342625"/>
            </a:xfrm>
            <a:custGeom>
              <a:rect b="b" l="l" r="r" t="t"/>
              <a:pathLst>
                <a:path extrusionOk="0" h="13705" w="1204">
                  <a:moveTo>
                    <a:pt x="36" y="1"/>
                  </a:moveTo>
                  <a:cubicBezTo>
                    <a:pt x="1" y="2001"/>
                    <a:pt x="25" y="4049"/>
                    <a:pt x="144" y="6133"/>
                  </a:cubicBezTo>
                  <a:cubicBezTo>
                    <a:pt x="263" y="8240"/>
                    <a:pt x="465" y="10395"/>
                    <a:pt x="763" y="12562"/>
                  </a:cubicBezTo>
                  <a:cubicBezTo>
                    <a:pt x="906" y="12943"/>
                    <a:pt x="1048" y="13324"/>
                    <a:pt x="1203" y="13705"/>
                  </a:cubicBezTo>
                  <a:cubicBezTo>
                    <a:pt x="84" y="9228"/>
                    <a:pt x="1" y="4573"/>
                    <a:pt x="632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46"/>
            <p:cNvSpPr/>
            <p:nvPr/>
          </p:nvSpPr>
          <p:spPr>
            <a:xfrm>
              <a:off x="1832950" y="1469050"/>
              <a:ext cx="30100" cy="342625"/>
            </a:xfrm>
            <a:custGeom>
              <a:rect b="b" l="l" r="r" t="t"/>
              <a:pathLst>
                <a:path extrusionOk="0" h="13705" w="1204">
                  <a:moveTo>
                    <a:pt x="144" y="6133"/>
                  </a:moveTo>
                  <a:cubicBezTo>
                    <a:pt x="263" y="8240"/>
                    <a:pt x="465" y="10395"/>
                    <a:pt x="763" y="12562"/>
                  </a:cubicBezTo>
                  <a:cubicBezTo>
                    <a:pt x="906" y="12943"/>
                    <a:pt x="1048" y="13324"/>
                    <a:pt x="1203" y="13705"/>
                  </a:cubicBezTo>
                  <a:cubicBezTo>
                    <a:pt x="84" y="9228"/>
                    <a:pt x="1" y="4573"/>
                    <a:pt x="632" y="1"/>
                  </a:cubicBezTo>
                  <a:lnTo>
                    <a:pt x="36" y="1"/>
                  </a:lnTo>
                  <a:cubicBezTo>
                    <a:pt x="1" y="2001"/>
                    <a:pt x="25" y="4049"/>
                    <a:pt x="144" y="6133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46"/>
            <p:cNvSpPr/>
            <p:nvPr/>
          </p:nvSpPr>
          <p:spPr>
            <a:xfrm>
              <a:off x="2017500" y="1469050"/>
              <a:ext cx="68475" cy="405150"/>
            </a:xfrm>
            <a:custGeom>
              <a:rect b="b" l="l" r="r" t="t"/>
              <a:pathLst>
                <a:path extrusionOk="0" h="16206" w="2739">
                  <a:moveTo>
                    <a:pt x="298" y="1"/>
                  </a:moveTo>
                  <a:cubicBezTo>
                    <a:pt x="1" y="5406"/>
                    <a:pt x="120" y="10824"/>
                    <a:pt x="691" y="16205"/>
                  </a:cubicBezTo>
                  <a:cubicBezTo>
                    <a:pt x="739" y="15015"/>
                    <a:pt x="810" y="13788"/>
                    <a:pt x="917" y="12502"/>
                  </a:cubicBezTo>
                  <a:cubicBezTo>
                    <a:pt x="989" y="11550"/>
                    <a:pt x="1072" y="10574"/>
                    <a:pt x="1191" y="9574"/>
                  </a:cubicBezTo>
                  <a:cubicBezTo>
                    <a:pt x="1286" y="8561"/>
                    <a:pt x="1429" y="7549"/>
                    <a:pt x="1572" y="6514"/>
                  </a:cubicBezTo>
                  <a:cubicBezTo>
                    <a:pt x="1715" y="5466"/>
                    <a:pt x="1906" y="4418"/>
                    <a:pt x="2084" y="3347"/>
                  </a:cubicBezTo>
                  <a:cubicBezTo>
                    <a:pt x="2287" y="2275"/>
                    <a:pt x="2477" y="1180"/>
                    <a:pt x="2727" y="84"/>
                  </a:cubicBezTo>
                  <a:cubicBezTo>
                    <a:pt x="2727" y="60"/>
                    <a:pt x="2739" y="25"/>
                    <a:pt x="2739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46"/>
            <p:cNvSpPr/>
            <p:nvPr/>
          </p:nvSpPr>
          <p:spPr>
            <a:xfrm>
              <a:off x="2017500" y="1469050"/>
              <a:ext cx="68475" cy="405150"/>
            </a:xfrm>
            <a:custGeom>
              <a:rect b="b" l="l" r="r" t="t"/>
              <a:pathLst>
                <a:path extrusionOk="0" h="16206" w="2739">
                  <a:moveTo>
                    <a:pt x="691" y="16205"/>
                  </a:moveTo>
                  <a:cubicBezTo>
                    <a:pt x="739" y="15015"/>
                    <a:pt x="810" y="13788"/>
                    <a:pt x="917" y="12502"/>
                  </a:cubicBezTo>
                  <a:cubicBezTo>
                    <a:pt x="989" y="11550"/>
                    <a:pt x="1072" y="10574"/>
                    <a:pt x="1191" y="9574"/>
                  </a:cubicBezTo>
                  <a:cubicBezTo>
                    <a:pt x="1286" y="8561"/>
                    <a:pt x="1429" y="7549"/>
                    <a:pt x="1572" y="6514"/>
                  </a:cubicBezTo>
                  <a:cubicBezTo>
                    <a:pt x="1715" y="5466"/>
                    <a:pt x="1906" y="4418"/>
                    <a:pt x="2084" y="3347"/>
                  </a:cubicBezTo>
                  <a:cubicBezTo>
                    <a:pt x="2287" y="2275"/>
                    <a:pt x="2477" y="1180"/>
                    <a:pt x="2727" y="84"/>
                  </a:cubicBezTo>
                  <a:cubicBezTo>
                    <a:pt x="2727" y="60"/>
                    <a:pt x="2739" y="25"/>
                    <a:pt x="2739" y="1"/>
                  </a:cubicBezTo>
                  <a:lnTo>
                    <a:pt x="298" y="1"/>
                  </a:lnTo>
                  <a:cubicBezTo>
                    <a:pt x="1" y="5406"/>
                    <a:pt x="120" y="10824"/>
                    <a:pt x="691" y="16205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46"/>
            <p:cNvSpPr/>
            <p:nvPr/>
          </p:nvSpPr>
          <p:spPr>
            <a:xfrm>
              <a:off x="2148475" y="2342975"/>
              <a:ext cx="76825" cy="156000"/>
            </a:xfrm>
            <a:custGeom>
              <a:rect b="b" l="l" r="r" t="t"/>
              <a:pathLst>
                <a:path extrusionOk="0" h="6240" w="3073">
                  <a:moveTo>
                    <a:pt x="3072" y="1"/>
                  </a:moveTo>
                  <a:lnTo>
                    <a:pt x="3072" y="1"/>
                  </a:lnTo>
                  <a:cubicBezTo>
                    <a:pt x="1917" y="2025"/>
                    <a:pt x="869" y="4096"/>
                    <a:pt x="0" y="6239"/>
                  </a:cubicBezTo>
                  <a:cubicBezTo>
                    <a:pt x="274" y="5644"/>
                    <a:pt x="560" y="5049"/>
                    <a:pt x="846" y="4442"/>
                  </a:cubicBezTo>
                  <a:cubicBezTo>
                    <a:pt x="1548" y="2965"/>
                    <a:pt x="2298" y="1477"/>
                    <a:pt x="3072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46"/>
            <p:cNvSpPr/>
            <p:nvPr/>
          </p:nvSpPr>
          <p:spPr>
            <a:xfrm>
              <a:off x="2148475" y="2342975"/>
              <a:ext cx="76825" cy="156000"/>
            </a:xfrm>
            <a:custGeom>
              <a:rect b="b" l="l" r="r" t="t"/>
              <a:pathLst>
                <a:path extrusionOk="0" h="6240" w="3073">
                  <a:moveTo>
                    <a:pt x="846" y="4442"/>
                  </a:moveTo>
                  <a:cubicBezTo>
                    <a:pt x="1548" y="2965"/>
                    <a:pt x="2298" y="1477"/>
                    <a:pt x="3072" y="1"/>
                  </a:cubicBezTo>
                  <a:cubicBezTo>
                    <a:pt x="1917" y="2025"/>
                    <a:pt x="869" y="4096"/>
                    <a:pt x="0" y="6239"/>
                  </a:cubicBezTo>
                  <a:cubicBezTo>
                    <a:pt x="274" y="5644"/>
                    <a:pt x="560" y="5049"/>
                    <a:pt x="846" y="4442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46"/>
            <p:cNvSpPr/>
            <p:nvPr/>
          </p:nvSpPr>
          <p:spPr>
            <a:xfrm>
              <a:off x="6039425" y="2970425"/>
              <a:ext cx="203625" cy="339950"/>
            </a:xfrm>
            <a:custGeom>
              <a:rect b="b" l="l" r="r" t="t"/>
              <a:pathLst>
                <a:path extrusionOk="0" h="13598" w="8145">
                  <a:moveTo>
                    <a:pt x="8145" y="1"/>
                  </a:moveTo>
                  <a:cubicBezTo>
                    <a:pt x="5918" y="4037"/>
                    <a:pt x="3489" y="7978"/>
                    <a:pt x="1084" y="11860"/>
                  </a:cubicBezTo>
                  <a:cubicBezTo>
                    <a:pt x="727" y="12443"/>
                    <a:pt x="370" y="13014"/>
                    <a:pt x="1" y="13598"/>
                  </a:cubicBezTo>
                  <a:cubicBezTo>
                    <a:pt x="3144" y="9371"/>
                    <a:pt x="5859" y="4835"/>
                    <a:pt x="8145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46"/>
            <p:cNvSpPr/>
            <p:nvPr/>
          </p:nvSpPr>
          <p:spPr>
            <a:xfrm>
              <a:off x="6039425" y="2970425"/>
              <a:ext cx="203625" cy="339950"/>
            </a:xfrm>
            <a:custGeom>
              <a:rect b="b" l="l" r="r" t="t"/>
              <a:pathLst>
                <a:path extrusionOk="0" h="13598" w="8145">
                  <a:moveTo>
                    <a:pt x="1084" y="11860"/>
                  </a:moveTo>
                  <a:cubicBezTo>
                    <a:pt x="727" y="12443"/>
                    <a:pt x="370" y="13014"/>
                    <a:pt x="1" y="13598"/>
                  </a:cubicBezTo>
                  <a:cubicBezTo>
                    <a:pt x="3144" y="9371"/>
                    <a:pt x="5859" y="4835"/>
                    <a:pt x="8145" y="1"/>
                  </a:cubicBezTo>
                  <a:cubicBezTo>
                    <a:pt x="5918" y="4037"/>
                    <a:pt x="3489" y="7978"/>
                    <a:pt x="1084" y="1186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46"/>
            <p:cNvSpPr/>
            <p:nvPr/>
          </p:nvSpPr>
          <p:spPr>
            <a:xfrm>
              <a:off x="6344225" y="1469050"/>
              <a:ext cx="40800" cy="351275"/>
            </a:xfrm>
            <a:custGeom>
              <a:rect b="b" l="l" r="r" t="t"/>
              <a:pathLst>
                <a:path extrusionOk="0" h="14051" w="1632">
                  <a:moveTo>
                    <a:pt x="1" y="1"/>
                  </a:moveTo>
                  <a:cubicBezTo>
                    <a:pt x="715" y="4644"/>
                    <a:pt x="1084" y="9383"/>
                    <a:pt x="1430" y="14050"/>
                  </a:cubicBezTo>
                  <a:cubicBezTo>
                    <a:pt x="1537" y="12169"/>
                    <a:pt x="1596" y="10288"/>
                    <a:pt x="1632" y="8395"/>
                  </a:cubicBezTo>
                  <a:cubicBezTo>
                    <a:pt x="1299" y="5847"/>
                    <a:pt x="858" y="3001"/>
                    <a:pt x="334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46"/>
            <p:cNvSpPr/>
            <p:nvPr/>
          </p:nvSpPr>
          <p:spPr>
            <a:xfrm>
              <a:off x="6344225" y="1469050"/>
              <a:ext cx="40800" cy="351275"/>
            </a:xfrm>
            <a:custGeom>
              <a:rect b="b" l="l" r="r" t="t"/>
              <a:pathLst>
                <a:path extrusionOk="0" h="14051" w="1632">
                  <a:moveTo>
                    <a:pt x="1632" y="8395"/>
                  </a:moveTo>
                  <a:cubicBezTo>
                    <a:pt x="1299" y="5847"/>
                    <a:pt x="858" y="3001"/>
                    <a:pt x="334" y="1"/>
                  </a:cubicBezTo>
                  <a:lnTo>
                    <a:pt x="1" y="1"/>
                  </a:lnTo>
                  <a:cubicBezTo>
                    <a:pt x="715" y="4644"/>
                    <a:pt x="1084" y="9383"/>
                    <a:pt x="1430" y="14050"/>
                  </a:cubicBezTo>
                  <a:cubicBezTo>
                    <a:pt x="1537" y="12169"/>
                    <a:pt x="1596" y="10288"/>
                    <a:pt x="1632" y="8395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46"/>
            <p:cNvSpPr/>
            <p:nvPr/>
          </p:nvSpPr>
          <p:spPr>
            <a:xfrm>
              <a:off x="6372500" y="1469050"/>
              <a:ext cx="11650" cy="50050"/>
            </a:xfrm>
            <a:custGeom>
              <a:rect b="b" l="l" r="r" t="t"/>
              <a:pathLst>
                <a:path extrusionOk="0" h="2002" w="466">
                  <a:moveTo>
                    <a:pt x="1" y="1"/>
                  </a:moveTo>
                  <a:cubicBezTo>
                    <a:pt x="84" y="346"/>
                    <a:pt x="180" y="715"/>
                    <a:pt x="263" y="1084"/>
                  </a:cubicBezTo>
                  <a:cubicBezTo>
                    <a:pt x="334" y="1382"/>
                    <a:pt x="406" y="1692"/>
                    <a:pt x="465" y="2001"/>
                  </a:cubicBezTo>
                  <a:cubicBezTo>
                    <a:pt x="453" y="1334"/>
                    <a:pt x="418" y="668"/>
                    <a:pt x="394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46"/>
            <p:cNvSpPr/>
            <p:nvPr/>
          </p:nvSpPr>
          <p:spPr>
            <a:xfrm>
              <a:off x="6372500" y="1469050"/>
              <a:ext cx="11650" cy="50050"/>
            </a:xfrm>
            <a:custGeom>
              <a:rect b="b" l="l" r="r" t="t"/>
              <a:pathLst>
                <a:path extrusionOk="0" h="2002" w="466">
                  <a:moveTo>
                    <a:pt x="465" y="2001"/>
                  </a:moveTo>
                  <a:cubicBezTo>
                    <a:pt x="453" y="1334"/>
                    <a:pt x="418" y="668"/>
                    <a:pt x="394" y="1"/>
                  </a:cubicBezTo>
                  <a:lnTo>
                    <a:pt x="1" y="1"/>
                  </a:lnTo>
                  <a:cubicBezTo>
                    <a:pt x="84" y="346"/>
                    <a:pt x="180" y="715"/>
                    <a:pt x="263" y="1084"/>
                  </a:cubicBezTo>
                  <a:cubicBezTo>
                    <a:pt x="334" y="1382"/>
                    <a:pt x="406" y="1692"/>
                    <a:pt x="465" y="200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46"/>
            <p:cNvSpPr/>
            <p:nvPr/>
          </p:nvSpPr>
          <p:spPr>
            <a:xfrm>
              <a:off x="5951325" y="3121050"/>
              <a:ext cx="97650" cy="295900"/>
            </a:xfrm>
            <a:custGeom>
              <a:rect b="b" l="l" r="r" t="t"/>
              <a:pathLst>
                <a:path extrusionOk="0" h="11836" w="3906">
                  <a:moveTo>
                    <a:pt x="3906" y="0"/>
                  </a:moveTo>
                  <a:cubicBezTo>
                    <a:pt x="2632" y="4751"/>
                    <a:pt x="977" y="9299"/>
                    <a:pt x="1" y="11835"/>
                  </a:cubicBezTo>
                  <a:cubicBezTo>
                    <a:pt x="2084" y="8216"/>
                    <a:pt x="3239" y="4180"/>
                    <a:pt x="3906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46"/>
            <p:cNvSpPr/>
            <p:nvPr/>
          </p:nvSpPr>
          <p:spPr>
            <a:xfrm>
              <a:off x="5951325" y="3121050"/>
              <a:ext cx="97650" cy="295900"/>
            </a:xfrm>
            <a:custGeom>
              <a:rect b="b" l="l" r="r" t="t"/>
              <a:pathLst>
                <a:path extrusionOk="0" h="11836" w="3906">
                  <a:moveTo>
                    <a:pt x="3906" y="0"/>
                  </a:moveTo>
                  <a:cubicBezTo>
                    <a:pt x="2632" y="4751"/>
                    <a:pt x="977" y="9299"/>
                    <a:pt x="1" y="11835"/>
                  </a:cubicBezTo>
                  <a:cubicBezTo>
                    <a:pt x="2084" y="8216"/>
                    <a:pt x="3239" y="4180"/>
                    <a:pt x="3906" y="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46"/>
            <p:cNvSpPr/>
            <p:nvPr/>
          </p:nvSpPr>
          <p:spPr>
            <a:xfrm>
              <a:off x="4450250" y="3456800"/>
              <a:ext cx="370000" cy="282200"/>
            </a:xfrm>
            <a:custGeom>
              <a:rect b="b" l="l" r="r" t="t"/>
              <a:pathLst>
                <a:path extrusionOk="0" h="11288" w="14800">
                  <a:moveTo>
                    <a:pt x="14800" y="1"/>
                  </a:moveTo>
                  <a:lnTo>
                    <a:pt x="14800" y="1"/>
                  </a:lnTo>
                  <a:cubicBezTo>
                    <a:pt x="11740" y="4132"/>
                    <a:pt x="8347" y="7478"/>
                    <a:pt x="4656" y="9514"/>
                  </a:cubicBezTo>
                  <a:cubicBezTo>
                    <a:pt x="3120" y="10359"/>
                    <a:pt x="1560" y="10943"/>
                    <a:pt x="0" y="11288"/>
                  </a:cubicBezTo>
                  <a:cubicBezTo>
                    <a:pt x="4501" y="10359"/>
                    <a:pt x="10383" y="7597"/>
                    <a:pt x="1480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46"/>
            <p:cNvSpPr/>
            <p:nvPr/>
          </p:nvSpPr>
          <p:spPr>
            <a:xfrm>
              <a:off x="4450250" y="3456800"/>
              <a:ext cx="370000" cy="282200"/>
            </a:xfrm>
            <a:custGeom>
              <a:rect b="b" l="l" r="r" t="t"/>
              <a:pathLst>
                <a:path extrusionOk="0" h="11288" w="14800">
                  <a:moveTo>
                    <a:pt x="4656" y="9514"/>
                  </a:moveTo>
                  <a:cubicBezTo>
                    <a:pt x="3120" y="10359"/>
                    <a:pt x="1560" y="10943"/>
                    <a:pt x="0" y="11288"/>
                  </a:cubicBezTo>
                  <a:cubicBezTo>
                    <a:pt x="4501" y="10359"/>
                    <a:pt x="10383" y="7597"/>
                    <a:pt x="14800" y="1"/>
                  </a:cubicBezTo>
                  <a:cubicBezTo>
                    <a:pt x="11740" y="4132"/>
                    <a:pt x="8347" y="7478"/>
                    <a:pt x="4656" y="9514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46"/>
            <p:cNvSpPr/>
            <p:nvPr/>
          </p:nvSpPr>
          <p:spPr>
            <a:xfrm>
              <a:off x="4343975" y="1992050"/>
              <a:ext cx="2425" cy="6575"/>
            </a:xfrm>
            <a:custGeom>
              <a:rect b="b" l="l" r="r" t="t"/>
              <a:pathLst>
                <a:path extrusionOk="0" h="263" w="97">
                  <a:moveTo>
                    <a:pt x="96" y="0"/>
                  </a:moveTo>
                  <a:cubicBezTo>
                    <a:pt x="72" y="84"/>
                    <a:pt x="37" y="167"/>
                    <a:pt x="1" y="250"/>
                  </a:cubicBezTo>
                  <a:lnTo>
                    <a:pt x="37" y="262"/>
                  </a:lnTo>
                  <a:cubicBezTo>
                    <a:pt x="48" y="179"/>
                    <a:pt x="72" y="84"/>
                    <a:pt x="96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46"/>
            <p:cNvSpPr/>
            <p:nvPr/>
          </p:nvSpPr>
          <p:spPr>
            <a:xfrm>
              <a:off x="4343975" y="1992050"/>
              <a:ext cx="2425" cy="6575"/>
            </a:xfrm>
            <a:custGeom>
              <a:rect b="b" l="l" r="r" t="t"/>
              <a:pathLst>
                <a:path extrusionOk="0" h="263" w="97">
                  <a:moveTo>
                    <a:pt x="96" y="0"/>
                  </a:moveTo>
                  <a:cubicBezTo>
                    <a:pt x="72" y="83"/>
                    <a:pt x="37" y="167"/>
                    <a:pt x="1" y="250"/>
                  </a:cubicBezTo>
                  <a:lnTo>
                    <a:pt x="37" y="262"/>
                  </a:lnTo>
                  <a:cubicBezTo>
                    <a:pt x="48" y="179"/>
                    <a:pt x="72" y="83"/>
                    <a:pt x="96" y="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46"/>
            <p:cNvSpPr/>
            <p:nvPr/>
          </p:nvSpPr>
          <p:spPr>
            <a:xfrm>
              <a:off x="1723425" y="1469050"/>
              <a:ext cx="27100" cy="190525"/>
            </a:xfrm>
            <a:custGeom>
              <a:rect b="b" l="l" r="r" t="t"/>
              <a:pathLst>
                <a:path extrusionOk="0" h="7621" w="1084">
                  <a:moveTo>
                    <a:pt x="203" y="1"/>
                  </a:moveTo>
                  <a:cubicBezTo>
                    <a:pt x="155" y="644"/>
                    <a:pt x="95" y="1287"/>
                    <a:pt x="72" y="1930"/>
                  </a:cubicBezTo>
                  <a:cubicBezTo>
                    <a:pt x="48" y="2406"/>
                    <a:pt x="48" y="2882"/>
                    <a:pt x="24" y="3358"/>
                  </a:cubicBezTo>
                  <a:cubicBezTo>
                    <a:pt x="0" y="4704"/>
                    <a:pt x="0" y="6133"/>
                    <a:pt x="48" y="7621"/>
                  </a:cubicBezTo>
                  <a:cubicBezTo>
                    <a:pt x="215" y="6430"/>
                    <a:pt x="476" y="5252"/>
                    <a:pt x="810" y="4097"/>
                  </a:cubicBezTo>
                  <a:lnTo>
                    <a:pt x="1084" y="1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46"/>
            <p:cNvSpPr/>
            <p:nvPr/>
          </p:nvSpPr>
          <p:spPr>
            <a:xfrm>
              <a:off x="1723425" y="1469050"/>
              <a:ext cx="27100" cy="190525"/>
            </a:xfrm>
            <a:custGeom>
              <a:rect b="b" l="l" r="r" t="t"/>
              <a:pathLst>
                <a:path extrusionOk="0" h="7621" w="1084">
                  <a:moveTo>
                    <a:pt x="24" y="3358"/>
                  </a:moveTo>
                  <a:cubicBezTo>
                    <a:pt x="0" y="4704"/>
                    <a:pt x="0" y="6133"/>
                    <a:pt x="48" y="7621"/>
                  </a:cubicBezTo>
                  <a:cubicBezTo>
                    <a:pt x="215" y="6430"/>
                    <a:pt x="476" y="5252"/>
                    <a:pt x="810" y="4097"/>
                  </a:cubicBezTo>
                  <a:lnTo>
                    <a:pt x="1084" y="1"/>
                  </a:lnTo>
                  <a:lnTo>
                    <a:pt x="203" y="1"/>
                  </a:lnTo>
                  <a:cubicBezTo>
                    <a:pt x="155" y="644"/>
                    <a:pt x="95" y="1287"/>
                    <a:pt x="72" y="1930"/>
                  </a:cubicBezTo>
                  <a:cubicBezTo>
                    <a:pt x="48" y="2406"/>
                    <a:pt x="48" y="2882"/>
                    <a:pt x="24" y="335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46"/>
            <p:cNvSpPr/>
            <p:nvPr/>
          </p:nvSpPr>
          <p:spPr>
            <a:xfrm>
              <a:off x="6065325" y="1469050"/>
              <a:ext cx="24725" cy="156900"/>
            </a:xfrm>
            <a:custGeom>
              <a:rect b="b" l="l" r="r" t="t"/>
              <a:pathLst>
                <a:path extrusionOk="0" h="6276" w="989">
                  <a:moveTo>
                    <a:pt x="1" y="1"/>
                  </a:moveTo>
                  <a:cubicBezTo>
                    <a:pt x="155" y="739"/>
                    <a:pt x="298" y="1477"/>
                    <a:pt x="429" y="2239"/>
                  </a:cubicBezTo>
                  <a:cubicBezTo>
                    <a:pt x="656" y="3561"/>
                    <a:pt x="846" y="4906"/>
                    <a:pt x="989" y="6275"/>
                  </a:cubicBezTo>
                  <a:cubicBezTo>
                    <a:pt x="906" y="4180"/>
                    <a:pt x="786" y="2085"/>
                    <a:pt x="632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46"/>
            <p:cNvSpPr/>
            <p:nvPr/>
          </p:nvSpPr>
          <p:spPr>
            <a:xfrm>
              <a:off x="6065325" y="1469050"/>
              <a:ext cx="24725" cy="156900"/>
            </a:xfrm>
            <a:custGeom>
              <a:rect b="b" l="l" r="r" t="t"/>
              <a:pathLst>
                <a:path extrusionOk="0" h="6276" w="989">
                  <a:moveTo>
                    <a:pt x="989" y="6275"/>
                  </a:moveTo>
                  <a:cubicBezTo>
                    <a:pt x="906" y="4180"/>
                    <a:pt x="786" y="2085"/>
                    <a:pt x="632" y="1"/>
                  </a:cubicBezTo>
                  <a:lnTo>
                    <a:pt x="1" y="1"/>
                  </a:lnTo>
                  <a:cubicBezTo>
                    <a:pt x="155" y="739"/>
                    <a:pt x="298" y="1477"/>
                    <a:pt x="429" y="2239"/>
                  </a:cubicBezTo>
                  <a:cubicBezTo>
                    <a:pt x="656" y="3561"/>
                    <a:pt x="846" y="4906"/>
                    <a:pt x="989" y="6275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46"/>
            <p:cNvSpPr/>
            <p:nvPr/>
          </p:nvSpPr>
          <p:spPr>
            <a:xfrm>
              <a:off x="6163850" y="1469050"/>
              <a:ext cx="59250" cy="530150"/>
            </a:xfrm>
            <a:custGeom>
              <a:rect b="b" l="l" r="r" t="t"/>
              <a:pathLst>
                <a:path extrusionOk="0" h="21206" w="2370">
                  <a:moveTo>
                    <a:pt x="1" y="1"/>
                  </a:moveTo>
                  <a:cubicBezTo>
                    <a:pt x="525" y="3549"/>
                    <a:pt x="763" y="7192"/>
                    <a:pt x="822" y="10847"/>
                  </a:cubicBezTo>
                  <a:cubicBezTo>
                    <a:pt x="977" y="14169"/>
                    <a:pt x="1001" y="17646"/>
                    <a:pt x="941" y="21206"/>
                  </a:cubicBezTo>
                  <a:cubicBezTo>
                    <a:pt x="1727" y="14157"/>
                    <a:pt x="2191" y="7085"/>
                    <a:pt x="237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46"/>
            <p:cNvSpPr/>
            <p:nvPr/>
          </p:nvSpPr>
          <p:spPr>
            <a:xfrm>
              <a:off x="6163850" y="1469050"/>
              <a:ext cx="59250" cy="530150"/>
            </a:xfrm>
            <a:custGeom>
              <a:rect b="b" l="l" r="r" t="t"/>
              <a:pathLst>
                <a:path extrusionOk="0" h="21206" w="2370">
                  <a:moveTo>
                    <a:pt x="941" y="21206"/>
                  </a:moveTo>
                  <a:cubicBezTo>
                    <a:pt x="1727" y="14157"/>
                    <a:pt x="2191" y="7085"/>
                    <a:pt x="2370" y="1"/>
                  </a:cubicBezTo>
                  <a:lnTo>
                    <a:pt x="1" y="1"/>
                  </a:lnTo>
                  <a:cubicBezTo>
                    <a:pt x="525" y="3549"/>
                    <a:pt x="763" y="7192"/>
                    <a:pt x="822" y="10847"/>
                  </a:cubicBezTo>
                  <a:cubicBezTo>
                    <a:pt x="977" y="14169"/>
                    <a:pt x="1001" y="17646"/>
                    <a:pt x="941" y="21206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46"/>
            <p:cNvSpPr/>
            <p:nvPr/>
          </p:nvSpPr>
          <p:spPr>
            <a:xfrm>
              <a:off x="4423450" y="3792850"/>
              <a:ext cx="118200" cy="72075"/>
            </a:xfrm>
            <a:custGeom>
              <a:rect b="b" l="l" r="r" t="t"/>
              <a:pathLst>
                <a:path extrusionOk="0" h="2883" w="4728">
                  <a:moveTo>
                    <a:pt x="4728" y="1"/>
                  </a:moveTo>
                  <a:cubicBezTo>
                    <a:pt x="4609" y="60"/>
                    <a:pt x="4501" y="120"/>
                    <a:pt x="4394" y="179"/>
                  </a:cubicBezTo>
                  <a:cubicBezTo>
                    <a:pt x="3346" y="906"/>
                    <a:pt x="1751" y="1953"/>
                    <a:pt x="1" y="2882"/>
                  </a:cubicBezTo>
                  <a:cubicBezTo>
                    <a:pt x="1406" y="2192"/>
                    <a:pt x="3120" y="1239"/>
                    <a:pt x="4728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46"/>
            <p:cNvSpPr/>
            <p:nvPr/>
          </p:nvSpPr>
          <p:spPr>
            <a:xfrm>
              <a:off x="4423450" y="3792850"/>
              <a:ext cx="118200" cy="72075"/>
            </a:xfrm>
            <a:custGeom>
              <a:rect b="b" l="l" r="r" t="t"/>
              <a:pathLst>
                <a:path extrusionOk="0" h="2883" w="4728">
                  <a:moveTo>
                    <a:pt x="1" y="2882"/>
                  </a:moveTo>
                  <a:cubicBezTo>
                    <a:pt x="1406" y="2192"/>
                    <a:pt x="3120" y="1239"/>
                    <a:pt x="4728" y="1"/>
                  </a:cubicBezTo>
                  <a:cubicBezTo>
                    <a:pt x="4609" y="60"/>
                    <a:pt x="4501" y="120"/>
                    <a:pt x="4394" y="179"/>
                  </a:cubicBezTo>
                  <a:cubicBezTo>
                    <a:pt x="3346" y="906"/>
                    <a:pt x="1751" y="1953"/>
                    <a:pt x="1" y="2882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46"/>
            <p:cNvSpPr/>
            <p:nvPr/>
          </p:nvSpPr>
          <p:spPr>
            <a:xfrm>
              <a:off x="2955725" y="2631100"/>
              <a:ext cx="9825" cy="10750"/>
            </a:xfrm>
            <a:custGeom>
              <a:rect b="b" l="l" r="r" t="t"/>
              <a:pathLst>
                <a:path extrusionOk="0" h="430" w="393">
                  <a:moveTo>
                    <a:pt x="310" y="1"/>
                  </a:moveTo>
                  <a:cubicBezTo>
                    <a:pt x="262" y="48"/>
                    <a:pt x="214" y="96"/>
                    <a:pt x="167" y="144"/>
                  </a:cubicBezTo>
                  <a:cubicBezTo>
                    <a:pt x="119" y="239"/>
                    <a:pt x="60" y="334"/>
                    <a:pt x="0" y="429"/>
                  </a:cubicBezTo>
                  <a:cubicBezTo>
                    <a:pt x="119" y="310"/>
                    <a:pt x="250" y="179"/>
                    <a:pt x="393" y="48"/>
                  </a:cubicBezTo>
                  <a:cubicBezTo>
                    <a:pt x="369" y="37"/>
                    <a:pt x="345" y="25"/>
                    <a:pt x="31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46"/>
            <p:cNvSpPr/>
            <p:nvPr/>
          </p:nvSpPr>
          <p:spPr>
            <a:xfrm>
              <a:off x="2955725" y="2631100"/>
              <a:ext cx="9825" cy="10750"/>
            </a:xfrm>
            <a:custGeom>
              <a:rect b="b" l="l" r="r" t="t"/>
              <a:pathLst>
                <a:path extrusionOk="0" h="430" w="393">
                  <a:moveTo>
                    <a:pt x="310" y="1"/>
                  </a:moveTo>
                  <a:cubicBezTo>
                    <a:pt x="262" y="48"/>
                    <a:pt x="214" y="96"/>
                    <a:pt x="167" y="144"/>
                  </a:cubicBezTo>
                  <a:cubicBezTo>
                    <a:pt x="119" y="239"/>
                    <a:pt x="60" y="334"/>
                    <a:pt x="0" y="429"/>
                  </a:cubicBezTo>
                  <a:cubicBezTo>
                    <a:pt x="119" y="310"/>
                    <a:pt x="250" y="179"/>
                    <a:pt x="393" y="48"/>
                  </a:cubicBezTo>
                  <a:cubicBezTo>
                    <a:pt x="369" y="37"/>
                    <a:pt x="345" y="25"/>
                    <a:pt x="310" y="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46"/>
            <p:cNvSpPr/>
            <p:nvPr/>
          </p:nvSpPr>
          <p:spPr>
            <a:xfrm>
              <a:off x="2845275" y="1515800"/>
              <a:ext cx="1825" cy="30675"/>
            </a:xfrm>
            <a:custGeom>
              <a:rect b="b" l="l" r="r" t="t"/>
              <a:pathLst>
                <a:path extrusionOk="0" h="1227" w="73">
                  <a:moveTo>
                    <a:pt x="72" y="0"/>
                  </a:moveTo>
                  <a:lnTo>
                    <a:pt x="72" y="0"/>
                  </a:lnTo>
                  <a:cubicBezTo>
                    <a:pt x="60" y="12"/>
                    <a:pt x="48" y="24"/>
                    <a:pt x="48" y="36"/>
                  </a:cubicBezTo>
                  <a:cubicBezTo>
                    <a:pt x="37" y="179"/>
                    <a:pt x="25" y="381"/>
                    <a:pt x="25" y="655"/>
                  </a:cubicBezTo>
                  <a:cubicBezTo>
                    <a:pt x="13" y="822"/>
                    <a:pt x="13" y="1012"/>
                    <a:pt x="1" y="1227"/>
                  </a:cubicBezTo>
                  <a:cubicBezTo>
                    <a:pt x="25" y="810"/>
                    <a:pt x="48" y="405"/>
                    <a:pt x="72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46"/>
            <p:cNvSpPr/>
            <p:nvPr/>
          </p:nvSpPr>
          <p:spPr>
            <a:xfrm>
              <a:off x="2845275" y="1515800"/>
              <a:ext cx="1825" cy="30675"/>
            </a:xfrm>
            <a:custGeom>
              <a:rect b="b" l="l" r="r" t="t"/>
              <a:pathLst>
                <a:path extrusionOk="0" h="1227" w="73">
                  <a:moveTo>
                    <a:pt x="25" y="655"/>
                  </a:moveTo>
                  <a:cubicBezTo>
                    <a:pt x="13" y="822"/>
                    <a:pt x="13" y="1012"/>
                    <a:pt x="1" y="1227"/>
                  </a:cubicBezTo>
                  <a:cubicBezTo>
                    <a:pt x="25" y="810"/>
                    <a:pt x="48" y="405"/>
                    <a:pt x="72" y="0"/>
                  </a:cubicBezTo>
                  <a:cubicBezTo>
                    <a:pt x="60" y="12"/>
                    <a:pt x="48" y="24"/>
                    <a:pt x="48" y="36"/>
                  </a:cubicBezTo>
                  <a:cubicBezTo>
                    <a:pt x="37" y="179"/>
                    <a:pt x="25" y="381"/>
                    <a:pt x="25" y="655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46"/>
            <p:cNvSpPr/>
            <p:nvPr/>
          </p:nvSpPr>
          <p:spPr>
            <a:xfrm>
              <a:off x="5069975" y="2541800"/>
              <a:ext cx="36025" cy="76825"/>
            </a:xfrm>
            <a:custGeom>
              <a:rect b="b" l="l" r="r" t="t"/>
              <a:pathLst>
                <a:path extrusionOk="0" h="3073" w="1441">
                  <a:moveTo>
                    <a:pt x="1441" y="1"/>
                  </a:moveTo>
                  <a:cubicBezTo>
                    <a:pt x="917" y="1203"/>
                    <a:pt x="429" y="2239"/>
                    <a:pt x="0" y="3073"/>
                  </a:cubicBezTo>
                  <a:cubicBezTo>
                    <a:pt x="179" y="2870"/>
                    <a:pt x="357" y="2644"/>
                    <a:pt x="548" y="2430"/>
                  </a:cubicBezTo>
                  <a:cubicBezTo>
                    <a:pt x="846" y="1620"/>
                    <a:pt x="1155" y="811"/>
                    <a:pt x="1441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46"/>
            <p:cNvSpPr/>
            <p:nvPr/>
          </p:nvSpPr>
          <p:spPr>
            <a:xfrm>
              <a:off x="5069975" y="2541800"/>
              <a:ext cx="36025" cy="76825"/>
            </a:xfrm>
            <a:custGeom>
              <a:rect b="b" l="l" r="r" t="t"/>
              <a:pathLst>
                <a:path extrusionOk="0" h="3073" w="1441">
                  <a:moveTo>
                    <a:pt x="548" y="2430"/>
                  </a:moveTo>
                  <a:cubicBezTo>
                    <a:pt x="846" y="1620"/>
                    <a:pt x="1155" y="811"/>
                    <a:pt x="1441" y="1"/>
                  </a:cubicBezTo>
                  <a:cubicBezTo>
                    <a:pt x="917" y="1203"/>
                    <a:pt x="429" y="2239"/>
                    <a:pt x="0" y="3073"/>
                  </a:cubicBezTo>
                  <a:cubicBezTo>
                    <a:pt x="179" y="2870"/>
                    <a:pt x="357" y="2644"/>
                    <a:pt x="548" y="243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46"/>
            <p:cNvSpPr/>
            <p:nvPr/>
          </p:nvSpPr>
          <p:spPr>
            <a:xfrm>
              <a:off x="6175750" y="1945000"/>
              <a:ext cx="11350" cy="152150"/>
            </a:xfrm>
            <a:custGeom>
              <a:rect b="b" l="l" r="r" t="t"/>
              <a:pathLst>
                <a:path extrusionOk="0" h="6086" w="454">
                  <a:moveTo>
                    <a:pt x="263" y="1"/>
                  </a:moveTo>
                  <a:cubicBezTo>
                    <a:pt x="191" y="2037"/>
                    <a:pt x="96" y="4073"/>
                    <a:pt x="1" y="6085"/>
                  </a:cubicBezTo>
                  <a:cubicBezTo>
                    <a:pt x="168" y="4811"/>
                    <a:pt x="310" y="3549"/>
                    <a:pt x="453" y="2275"/>
                  </a:cubicBezTo>
                  <a:cubicBezTo>
                    <a:pt x="430" y="2001"/>
                    <a:pt x="358" y="1215"/>
                    <a:pt x="263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46"/>
            <p:cNvSpPr/>
            <p:nvPr/>
          </p:nvSpPr>
          <p:spPr>
            <a:xfrm>
              <a:off x="6175750" y="1945000"/>
              <a:ext cx="11350" cy="152150"/>
            </a:xfrm>
            <a:custGeom>
              <a:rect b="b" l="l" r="r" t="t"/>
              <a:pathLst>
                <a:path extrusionOk="0" h="6086" w="454">
                  <a:moveTo>
                    <a:pt x="1" y="6085"/>
                  </a:moveTo>
                  <a:cubicBezTo>
                    <a:pt x="168" y="4811"/>
                    <a:pt x="310" y="3549"/>
                    <a:pt x="453" y="2275"/>
                  </a:cubicBezTo>
                  <a:cubicBezTo>
                    <a:pt x="430" y="2001"/>
                    <a:pt x="358" y="1215"/>
                    <a:pt x="263" y="1"/>
                  </a:cubicBezTo>
                  <a:cubicBezTo>
                    <a:pt x="191" y="2037"/>
                    <a:pt x="96" y="4073"/>
                    <a:pt x="1" y="6085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46"/>
            <p:cNvSpPr/>
            <p:nvPr/>
          </p:nvSpPr>
          <p:spPr>
            <a:xfrm>
              <a:off x="5301550" y="2282850"/>
              <a:ext cx="22925" cy="39625"/>
            </a:xfrm>
            <a:custGeom>
              <a:rect b="b" l="l" r="r" t="t"/>
              <a:pathLst>
                <a:path extrusionOk="0" h="1585" w="917">
                  <a:moveTo>
                    <a:pt x="917" y="1"/>
                  </a:moveTo>
                  <a:cubicBezTo>
                    <a:pt x="910" y="11"/>
                    <a:pt x="904" y="22"/>
                    <a:pt x="899" y="32"/>
                  </a:cubicBezTo>
                  <a:lnTo>
                    <a:pt x="899" y="32"/>
                  </a:lnTo>
                  <a:cubicBezTo>
                    <a:pt x="905" y="22"/>
                    <a:pt x="911" y="11"/>
                    <a:pt x="917" y="1"/>
                  </a:cubicBezTo>
                  <a:close/>
                  <a:moveTo>
                    <a:pt x="899" y="32"/>
                  </a:moveTo>
                  <a:cubicBezTo>
                    <a:pt x="596" y="557"/>
                    <a:pt x="304" y="1071"/>
                    <a:pt x="0" y="1584"/>
                  </a:cubicBezTo>
                  <a:cubicBezTo>
                    <a:pt x="0" y="1584"/>
                    <a:pt x="346" y="1048"/>
                    <a:pt x="869" y="108"/>
                  </a:cubicBezTo>
                  <a:cubicBezTo>
                    <a:pt x="878" y="83"/>
                    <a:pt x="886" y="57"/>
                    <a:pt x="899" y="32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46"/>
            <p:cNvSpPr/>
            <p:nvPr/>
          </p:nvSpPr>
          <p:spPr>
            <a:xfrm>
              <a:off x="5301550" y="2282850"/>
              <a:ext cx="22925" cy="39625"/>
            </a:xfrm>
            <a:custGeom>
              <a:rect b="b" l="l" r="r" t="t"/>
              <a:pathLst>
                <a:path extrusionOk="0" h="1585" w="917">
                  <a:moveTo>
                    <a:pt x="917" y="1"/>
                  </a:moveTo>
                  <a:cubicBezTo>
                    <a:pt x="607" y="536"/>
                    <a:pt x="310" y="1060"/>
                    <a:pt x="0" y="1584"/>
                  </a:cubicBezTo>
                  <a:cubicBezTo>
                    <a:pt x="0" y="1584"/>
                    <a:pt x="346" y="1048"/>
                    <a:pt x="869" y="108"/>
                  </a:cubicBezTo>
                  <a:cubicBezTo>
                    <a:pt x="881" y="72"/>
                    <a:pt x="893" y="36"/>
                    <a:pt x="917" y="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46"/>
            <p:cNvSpPr/>
            <p:nvPr/>
          </p:nvSpPr>
          <p:spPr>
            <a:xfrm>
              <a:off x="5987650" y="2844225"/>
              <a:ext cx="84550" cy="222675"/>
            </a:xfrm>
            <a:custGeom>
              <a:rect b="b" l="l" r="r" t="t"/>
              <a:pathLst>
                <a:path extrusionOk="0" h="8907" w="3382">
                  <a:moveTo>
                    <a:pt x="3382" y="1"/>
                  </a:moveTo>
                  <a:cubicBezTo>
                    <a:pt x="2429" y="3025"/>
                    <a:pt x="965" y="6680"/>
                    <a:pt x="0" y="8907"/>
                  </a:cubicBezTo>
                  <a:cubicBezTo>
                    <a:pt x="1858" y="5013"/>
                    <a:pt x="2953" y="1537"/>
                    <a:pt x="3382" y="96"/>
                  </a:cubicBezTo>
                  <a:lnTo>
                    <a:pt x="3382" y="1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46"/>
            <p:cNvSpPr/>
            <p:nvPr/>
          </p:nvSpPr>
          <p:spPr>
            <a:xfrm>
              <a:off x="5987650" y="2844225"/>
              <a:ext cx="84550" cy="222675"/>
            </a:xfrm>
            <a:custGeom>
              <a:rect b="b" l="l" r="r" t="t"/>
              <a:pathLst>
                <a:path extrusionOk="0" h="8907" w="3382">
                  <a:moveTo>
                    <a:pt x="3382" y="96"/>
                  </a:moveTo>
                  <a:lnTo>
                    <a:pt x="3382" y="1"/>
                  </a:lnTo>
                  <a:cubicBezTo>
                    <a:pt x="2429" y="3025"/>
                    <a:pt x="965" y="6680"/>
                    <a:pt x="0" y="8907"/>
                  </a:cubicBezTo>
                  <a:cubicBezTo>
                    <a:pt x="1858" y="5013"/>
                    <a:pt x="2953" y="1537"/>
                    <a:pt x="3382" y="96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46"/>
            <p:cNvSpPr/>
            <p:nvPr/>
          </p:nvSpPr>
          <p:spPr>
            <a:xfrm>
              <a:off x="5408400" y="3119550"/>
              <a:ext cx="33950" cy="114050"/>
            </a:xfrm>
            <a:custGeom>
              <a:rect b="b" l="l" r="r" t="t"/>
              <a:pathLst>
                <a:path extrusionOk="0" h="4562" w="1358">
                  <a:moveTo>
                    <a:pt x="370" y="1"/>
                  </a:moveTo>
                  <a:cubicBezTo>
                    <a:pt x="298" y="1584"/>
                    <a:pt x="167" y="3108"/>
                    <a:pt x="1" y="4561"/>
                  </a:cubicBezTo>
                  <a:cubicBezTo>
                    <a:pt x="453" y="3073"/>
                    <a:pt x="905" y="1584"/>
                    <a:pt x="1358" y="96"/>
                  </a:cubicBezTo>
                  <a:cubicBezTo>
                    <a:pt x="1036" y="60"/>
                    <a:pt x="715" y="25"/>
                    <a:pt x="37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46"/>
            <p:cNvSpPr/>
            <p:nvPr/>
          </p:nvSpPr>
          <p:spPr>
            <a:xfrm>
              <a:off x="5408400" y="3119550"/>
              <a:ext cx="33950" cy="114050"/>
            </a:xfrm>
            <a:custGeom>
              <a:rect b="b" l="l" r="r" t="t"/>
              <a:pathLst>
                <a:path extrusionOk="0" h="4562" w="1358">
                  <a:moveTo>
                    <a:pt x="1358" y="96"/>
                  </a:moveTo>
                  <a:cubicBezTo>
                    <a:pt x="1036" y="60"/>
                    <a:pt x="715" y="25"/>
                    <a:pt x="370" y="1"/>
                  </a:cubicBezTo>
                  <a:cubicBezTo>
                    <a:pt x="298" y="1584"/>
                    <a:pt x="167" y="3108"/>
                    <a:pt x="1" y="4561"/>
                  </a:cubicBezTo>
                  <a:cubicBezTo>
                    <a:pt x="453" y="3073"/>
                    <a:pt x="905" y="1584"/>
                    <a:pt x="1358" y="96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46"/>
            <p:cNvSpPr/>
            <p:nvPr/>
          </p:nvSpPr>
          <p:spPr>
            <a:xfrm>
              <a:off x="5335475" y="3170150"/>
              <a:ext cx="340550" cy="485525"/>
            </a:xfrm>
            <a:custGeom>
              <a:rect b="b" l="l" r="r" t="t"/>
              <a:pathLst>
                <a:path extrusionOk="0" h="19421" w="13622">
                  <a:moveTo>
                    <a:pt x="9216" y="1"/>
                  </a:moveTo>
                  <a:lnTo>
                    <a:pt x="9216" y="1"/>
                  </a:lnTo>
                  <a:cubicBezTo>
                    <a:pt x="6859" y="6811"/>
                    <a:pt x="3834" y="13360"/>
                    <a:pt x="1" y="19420"/>
                  </a:cubicBezTo>
                  <a:cubicBezTo>
                    <a:pt x="5287" y="14050"/>
                    <a:pt x="13621" y="4275"/>
                    <a:pt x="9216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46"/>
            <p:cNvSpPr/>
            <p:nvPr/>
          </p:nvSpPr>
          <p:spPr>
            <a:xfrm>
              <a:off x="5335475" y="3170150"/>
              <a:ext cx="340550" cy="485525"/>
            </a:xfrm>
            <a:custGeom>
              <a:rect b="b" l="l" r="r" t="t"/>
              <a:pathLst>
                <a:path extrusionOk="0" h="19421" w="13622">
                  <a:moveTo>
                    <a:pt x="9216" y="1"/>
                  </a:moveTo>
                  <a:cubicBezTo>
                    <a:pt x="6859" y="6811"/>
                    <a:pt x="3834" y="13360"/>
                    <a:pt x="1" y="19420"/>
                  </a:cubicBezTo>
                  <a:cubicBezTo>
                    <a:pt x="5287" y="14050"/>
                    <a:pt x="13621" y="4275"/>
                    <a:pt x="9216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46"/>
            <p:cNvSpPr/>
            <p:nvPr/>
          </p:nvSpPr>
          <p:spPr>
            <a:xfrm>
              <a:off x="5464075" y="3560100"/>
              <a:ext cx="300" cy="25"/>
            </a:xfrm>
            <a:custGeom>
              <a:rect b="b" l="l" r="r" t="t"/>
              <a:pathLst>
                <a:path extrusionOk="0" h="1" w="12">
                  <a:moveTo>
                    <a:pt x="12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46"/>
            <p:cNvSpPr/>
            <p:nvPr/>
          </p:nvSpPr>
          <p:spPr>
            <a:xfrm>
              <a:off x="5464075" y="3560100"/>
              <a:ext cx="300" cy="25"/>
            </a:xfrm>
            <a:custGeom>
              <a:rect b="b" l="l" r="r" t="t"/>
              <a:pathLst>
                <a:path extrusionOk="0" h="1" w="12">
                  <a:moveTo>
                    <a:pt x="12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46"/>
            <p:cNvSpPr/>
            <p:nvPr/>
          </p:nvSpPr>
          <p:spPr>
            <a:xfrm>
              <a:off x="5787925" y="1629200"/>
              <a:ext cx="108950" cy="853100"/>
            </a:xfrm>
            <a:custGeom>
              <a:rect b="b" l="l" r="r" t="t"/>
              <a:pathLst>
                <a:path extrusionOk="0" h="34124" w="4358">
                  <a:moveTo>
                    <a:pt x="631" y="0"/>
                  </a:moveTo>
                  <a:lnTo>
                    <a:pt x="631" y="0"/>
                  </a:lnTo>
                  <a:cubicBezTo>
                    <a:pt x="643" y="120"/>
                    <a:pt x="667" y="274"/>
                    <a:pt x="750" y="477"/>
                  </a:cubicBezTo>
                  <a:cubicBezTo>
                    <a:pt x="1429" y="2025"/>
                    <a:pt x="750" y="477"/>
                    <a:pt x="369" y="2120"/>
                  </a:cubicBezTo>
                  <a:lnTo>
                    <a:pt x="95" y="3346"/>
                  </a:lnTo>
                  <a:cubicBezTo>
                    <a:pt x="1715" y="13514"/>
                    <a:pt x="1691" y="23956"/>
                    <a:pt x="0" y="34124"/>
                  </a:cubicBezTo>
                  <a:cubicBezTo>
                    <a:pt x="4358" y="25670"/>
                    <a:pt x="3370" y="15562"/>
                    <a:pt x="2274" y="6108"/>
                  </a:cubicBezTo>
                  <a:lnTo>
                    <a:pt x="2274" y="6108"/>
                  </a:lnTo>
                  <a:cubicBezTo>
                    <a:pt x="2453" y="6394"/>
                    <a:pt x="2608" y="6680"/>
                    <a:pt x="2774" y="6966"/>
                  </a:cubicBezTo>
                  <a:cubicBezTo>
                    <a:pt x="2369" y="5287"/>
                    <a:pt x="1941" y="3620"/>
                    <a:pt x="1465" y="1965"/>
                  </a:cubicBezTo>
                  <a:cubicBezTo>
                    <a:pt x="1191" y="1286"/>
                    <a:pt x="905" y="631"/>
                    <a:pt x="631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46"/>
            <p:cNvSpPr/>
            <p:nvPr/>
          </p:nvSpPr>
          <p:spPr>
            <a:xfrm>
              <a:off x="5787925" y="1629200"/>
              <a:ext cx="108950" cy="853100"/>
            </a:xfrm>
            <a:custGeom>
              <a:rect b="b" l="l" r="r" t="t"/>
              <a:pathLst>
                <a:path extrusionOk="0" h="34124" w="4358">
                  <a:moveTo>
                    <a:pt x="0" y="34124"/>
                  </a:moveTo>
                  <a:cubicBezTo>
                    <a:pt x="4358" y="25670"/>
                    <a:pt x="3370" y="15562"/>
                    <a:pt x="2274" y="6108"/>
                  </a:cubicBezTo>
                  <a:cubicBezTo>
                    <a:pt x="2453" y="6394"/>
                    <a:pt x="2608" y="6680"/>
                    <a:pt x="2774" y="6966"/>
                  </a:cubicBezTo>
                  <a:cubicBezTo>
                    <a:pt x="2369" y="5287"/>
                    <a:pt x="1941" y="3620"/>
                    <a:pt x="1465" y="1965"/>
                  </a:cubicBezTo>
                  <a:cubicBezTo>
                    <a:pt x="1191" y="1286"/>
                    <a:pt x="905" y="631"/>
                    <a:pt x="631" y="0"/>
                  </a:cubicBezTo>
                  <a:cubicBezTo>
                    <a:pt x="643" y="120"/>
                    <a:pt x="667" y="274"/>
                    <a:pt x="750" y="477"/>
                  </a:cubicBezTo>
                  <a:cubicBezTo>
                    <a:pt x="1429" y="2025"/>
                    <a:pt x="750" y="477"/>
                    <a:pt x="369" y="2120"/>
                  </a:cubicBezTo>
                  <a:lnTo>
                    <a:pt x="95" y="3346"/>
                  </a:lnTo>
                  <a:cubicBezTo>
                    <a:pt x="1715" y="13514"/>
                    <a:pt x="1691" y="23956"/>
                    <a:pt x="0" y="34124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46"/>
            <p:cNvSpPr/>
            <p:nvPr/>
          </p:nvSpPr>
          <p:spPr>
            <a:xfrm>
              <a:off x="5268800" y="3434475"/>
              <a:ext cx="428650" cy="392050"/>
            </a:xfrm>
            <a:custGeom>
              <a:rect b="b" l="l" r="r" t="t"/>
              <a:pathLst>
                <a:path extrusionOk="0" h="15682" w="17146">
                  <a:moveTo>
                    <a:pt x="17146" y="1"/>
                  </a:moveTo>
                  <a:lnTo>
                    <a:pt x="17146" y="1"/>
                  </a:lnTo>
                  <a:cubicBezTo>
                    <a:pt x="16217" y="1037"/>
                    <a:pt x="15276" y="2049"/>
                    <a:pt x="14336" y="3049"/>
                  </a:cubicBezTo>
                  <a:cubicBezTo>
                    <a:pt x="10728" y="6906"/>
                    <a:pt x="7001" y="10847"/>
                    <a:pt x="2489" y="13502"/>
                  </a:cubicBezTo>
                  <a:cubicBezTo>
                    <a:pt x="1608" y="14336"/>
                    <a:pt x="751" y="15074"/>
                    <a:pt x="1" y="15681"/>
                  </a:cubicBezTo>
                  <a:cubicBezTo>
                    <a:pt x="3834" y="13645"/>
                    <a:pt x="10930" y="8966"/>
                    <a:pt x="17146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46"/>
            <p:cNvSpPr/>
            <p:nvPr/>
          </p:nvSpPr>
          <p:spPr>
            <a:xfrm>
              <a:off x="5268800" y="3434475"/>
              <a:ext cx="428650" cy="392050"/>
            </a:xfrm>
            <a:custGeom>
              <a:rect b="b" l="l" r="r" t="t"/>
              <a:pathLst>
                <a:path extrusionOk="0" h="15682" w="17146">
                  <a:moveTo>
                    <a:pt x="17146" y="1"/>
                  </a:moveTo>
                  <a:cubicBezTo>
                    <a:pt x="16217" y="1037"/>
                    <a:pt x="15276" y="2049"/>
                    <a:pt x="14336" y="3049"/>
                  </a:cubicBezTo>
                  <a:cubicBezTo>
                    <a:pt x="10728" y="6906"/>
                    <a:pt x="7001" y="10847"/>
                    <a:pt x="2489" y="13502"/>
                  </a:cubicBezTo>
                  <a:cubicBezTo>
                    <a:pt x="1608" y="14336"/>
                    <a:pt x="751" y="15074"/>
                    <a:pt x="1" y="15681"/>
                  </a:cubicBezTo>
                  <a:cubicBezTo>
                    <a:pt x="3834" y="13645"/>
                    <a:pt x="10930" y="8966"/>
                    <a:pt x="1714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46"/>
            <p:cNvSpPr/>
            <p:nvPr/>
          </p:nvSpPr>
          <p:spPr>
            <a:xfrm>
              <a:off x="827475" y="1469050"/>
              <a:ext cx="111350" cy="225075"/>
            </a:xfrm>
            <a:custGeom>
              <a:rect b="b" l="l" r="r" t="t"/>
              <a:pathLst>
                <a:path extrusionOk="0" h="9003" w="4454">
                  <a:moveTo>
                    <a:pt x="0" y="1"/>
                  </a:moveTo>
                  <a:cubicBezTo>
                    <a:pt x="1143" y="2989"/>
                    <a:pt x="2608" y="5990"/>
                    <a:pt x="4453" y="9002"/>
                  </a:cubicBezTo>
                  <a:cubicBezTo>
                    <a:pt x="4263" y="7502"/>
                    <a:pt x="4025" y="5037"/>
                    <a:pt x="3965" y="1906"/>
                  </a:cubicBezTo>
                  <a:cubicBezTo>
                    <a:pt x="3846" y="1275"/>
                    <a:pt x="3739" y="632"/>
                    <a:pt x="3632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46"/>
            <p:cNvSpPr/>
            <p:nvPr/>
          </p:nvSpPr>
          <p:spPr>
            <a:xfrm>
              <a:off x="827475" y="1469050"/>
              <a:ext cx="111350" cy="225075"/>
            </a:xfrm>
            <a:custGeom>
              <a:rect b="b" l="l" r="r" t="t"/>
              <a:pathLst>
                <a:path extrusionOk="0" h="9003" w="4454">
                  <a:moveTo>
                    <a:pt x="3965" y="1906"/>
                  </a:moveTo>
                  <a:cubicBezTo>
                    <a:pt x="3846" y="1275"/>
                    <a:pt x="3739" y="632"/>
                    <a:pt x="3632" y="1"/>
                  </a:cubicBezTo>
                  <a:lnTo>
                    <a:pt x="0" y="1"/>
                  </a:lnTo>
                  <a:cubicBezTo>
                    <a:pt x="1143" y="2989"/>
                    <a:pt x="2608" y="5990"/>
                    <a:pt x="4453" y="9002"/>
                  </a:cubicBezTo>
                  <a:cubicBezTo>
                    <a:pt x="4263" y="7502"/>
                    <a:pt x="4025" y="5037"/>
                    <a:pt x="3965" y="1906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46"/>
            <p:cNvSpPr/>
            <p:nvPr/>
          </p:nvSpPr>
          <p:spPr>
            <a:xfrm>
              <a:off x="1923450" y="2360250"/>
              <a:ext cx="173250" cy="720650"/>
            </a:xfrm>
            <a:custGeom>
              <a:rect b="b" l="l" r="r" t="t"/>
              <a:pathLst>
                <a:path extrusionOk="0" h="28826" w="6930">
                  <a:moveTo>
                    <a:pt x="2762" y="0"/>
                  </a:moveTo>
                  <a:lnTo>
                    <a:pt x="2298" y="488"/>
                  </a:lnTo>
                  <a:cubicBezTo>
                    <a:pt x="2298" y="488"/>
                    <a:pt x="1596" y="4096"/>
                    <a:pt x="512" y="9692"/>
                  </a:cubicBezTo>
                  <a:cubicBezTo>
                    <a:pt x="334" y="10656"/>
                    <a:pt x="167" y="11692"/>
                    <a:pt x="0" y="12776"/>
                  </a:cubicBezTo>
                  <a:cubicBezTo>
                    <a:pt x="322" y="11573"/>
                    <a:pt x="738" y="10382"/>
                    <a:pt x="1227" y="9239"/>
                  </a:cubicBezTo>
                  <a:lnTo>
                    <a:pt x="1227" y="9239"/>
                  </a:lnTo>
                  <a:cubicBezTo>
                    <a:pt x="0" y="15812"/>
                    <a:pt x="215" y="22872"/>
                    <a:pt x="3263" y="28825"/>
                  </a:cubicBezTo>
                  <a:cubicBezTo>
                    <a:pt x="2262" y="24932"/>
                    <a:pt x="2679" y="20693"/>
                    <a:pt x="4429" y="17074"/>
                  </a:cubicBezTo>
                  <a:lnTo>
                    <a:pt x="4429" y="17074"/>
                  </a:lnTo>
                  <a:cubicBezTo>
                    <a:pt x="3834" y="20860"/>
                    <a:pt x="4358" y="24813"/>
                    <a:pt x="5906" y="28313"/>
                  </a:cubicBezTo>
                  <a:cubicBezTo>
                    <a:pt x="5834" y="25277"/>
                    <a:pt x="6191" y="22229"/>
                    <a:pt x="6930" y="19288"/>
                  </a:cubicBezTo>
                  <a:cubicBezTo>
                    <a:pt x="6918" y="19133"/>
                    <a:pt x="6894" y="18979"/>
                    <a:pt x="6882" y="18824"/>
                  </a:cubicBezTo>
                  <a:cubicBezTo>
                    <a:pt x="3846" y="15157"/>
                    <a:pt x="2334" y="11883"/>
                    <a:pt x="2334" y="11883"/>
                  </a:cubicBezTo>
                  <a:lnTo>
                    <a:pt x="2334" y="11883"/>
                  </a:lnTo>
                  <a:cubicBezTo>
                    <a:pt x="3322" y="12359"/>
                    <a:pt x="4703" y="12549"/>
                    <a:pt x="6370" y="12573"/>
                  </a:cubicBezTo>
                  <a:cubicBezTo>
                    <a:pt x="6156" y="9716"/>
                    <a:pt x="5989" y="7156"/>
                    <a:pt x="5858" y="5060"/>
                  </a:cubicBezTo>
                  <a:cubicBezTo>
                    <a:pt x="5668" y="4144"/>
                    <a:pt x="5513" y="3203"/>
                    <a:pt x="5370" y="2262"/>
                  </a:cubicBezTo>
                  <a:cubicBezTo>
                    <a:pt x="5156" y="2096"/>
                    <a:pt x="4941" y="1929"/>
                    <a:pt x="4739" y="1750"/>
                  </a:cubicBezTo>
                  <a:lnTo>
                    <a:pt x="4739" y="1750"/>
                  </a:lnTo>
                  <a:cubicBezTo>
                    <a:pt x="4798" y="1881"/>
                    <a:pt x="4858" y="2012"/>
                    <a:pt x="4917" y="2143"/>
                  </a:cubicBezTo>
                  <a:cubicBezTo>
                    <a:pt x="4882" y="2084"/>
                    <a:pt x="4787" y="1929"/>
                    <a:pt x="4644" y="1667"/>
                  </a:cubicBezTo>
                  <a:cubicBezTo>
                    <a:pt x="3989" y="1131"/>
                    <a:pt x="3358" y="572"/>
                    <a:pt x="2762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46"/>
            <p:cNvSpPr/>
            <p:nvPr/>
          </p:nvSpPr>
          <p:spPr>
            <a:xfrm>
              <a:off x="1923450" y="2360250"/>
              <a:ext cx="173250" cy="720650"/>
            </a:xfrm>
            <a:custGeom>
              <a:rect b="b" l="l" r="r" t="t"/>
              <a:pathLst>
                <a:path extrusionOk="0" h="28826" w="6930">
                  <a:moveTo>
                    <a:pt x="3263" y="28825"/>
                  </a:moveTo>
                  <a:cubicBezTo>
                    <a:pt x="2262" y="24932"/>
                    <a:pt x="2679" y="20693"/>
                    <a:pt x="4429" y="17074"/>
                  </a:cubicBezTo>
                  <a:cubicBezTo>
                    <a:pt x="3834" y="20860"/>
                    <a:pt x="4358" y="24813"/>
                    <a:pt x="5906" y="28313"/>
                  </a:cubicBezTo>
                  <a:cubicBezTo>
                    <a:pt x="5834" y="25277"/>
                    <a:pt x="6191" y="22229"/>
                    <a:pt x="6930" y="19288"/>
                  </a:cubicBezTo>
                  <a:cubicBezTo>
                    <a:pt x="6918" y="19133"/>
                    <a:pt x="6894" y="18979"/>
                    <a:pt x="6882" y="18824"/>
                  </a:cubicBezTo>
                  <a:cubicBezTo>
                    <a:pt x="3846" y="15157"/>
                    <a:pt x="2334" y="11883"/>
                    <a:pt x="2334" y="11883"/>
                  </a:cubicBezTo>
                  <a:cubicBezTo>
                    <a:pt x="3322" y="12359"/>
                    <a:pt x="4703" y="12549"/>
                    <a:pt x="6370" y="12573"/>
                  </a:cubicBezTo>
                  <a:cubicBezTo>
                    <a:pt x="6156" y="9716"/>
                    <a:pt x="5989" y="7156"/>
                    <a:pt x="5858" y="5060"/>
                  </a:cubicBezTo>
                  <a:cubicBezTo>
                    <a:pt x="5668" y="4144"/>
                    <a:pt x="5513" y="3203"/>
                    <a:pt x="5370" y="2262"/>
                  </a:cubicBezTo>
                  <a:cubicBezTo>
                    <a:pt x="5156" y="2096"/>
                    <a:pt x="4941" y="1929"/>
                    <a:pt x="4739" y="1750"/>
                  </a:cubicBezTo>
                  <a:cubicBezTo>
                    <a:pt x="4798" y="1881"/>
                    <a:pt x="4858" y="2012"/>
                    <a:pt x="4917" y="2143"/>
                  </a:cubicBezTo>
                  <a:cubicBezTo>
                    <a:pt x="4882" y="2084"/>
                    <a:pt x="4787" y="1929"/>
                    <a:pt x="4644" y="1667"/>
                  </a:cubicBezTo>
                  <a:cubicBezTo>
                    <a:pt x="3989" y="1131"/>
                    <a:pt x="3358" y="572"/>
                    <a:pt x="2762" y="0"/>
                  </a:cubicBezTo>
                  <a:lnTo>
                    <a:pt x="2298" y="488"/>
                  </a:lnTo>
                  <a:cubicBezTo>
                    <a:pt x="2298" y="488"/>
                    <a:pt x="1596" y="4096"/>
                    <a:pt x="512" y="9692"/>
                  </a:cubicBezTo>
                  <a:cubicBezTo>
                    <a:pt x="334" y="10656"/>
                    <a:pt x="167" y="11692"/>
                    <a:pt x="0" y="12776"/>
                  </a:cubicBezTo>
                  <a:cubicBezTo>
                    <a:pt x="322" y="11573"/>
                    <a:pt x="738" y="10382"/>
                    <a:pt x="1227" y="9239"/>
                  </a:cubicBezTo>
                  <a:cubicBezTo>
                    <a:pt x="0" y="15812"/>
                    <a:pt x="215" y="22872"/>
                    <a:pt x="3263" y="28825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46"/>
            <p:cNvSpPr/>
            <p:nvPr/>
          </p:nvSpPr>
          <p:spPr>
            <a:xfrm>
              <a:off x="1929700" y="3054075"/>
              <a:ext cx="85150" cy="153025"/>
            </a:xfrm>
            <a:custGeom>
              <a:rect b="b" l="l" r="r" t="t"/>
              <a:pathLst>
                <a:path extrusionOk="0" h="6121" w="3406">
                  <a:moveTo>
                    <a:pt x="0" y="1"/>
                  </a:moveTo>
                  <a:lnTo>
                    <a:pt x="0" y="1"/>
                  </a:lnTo>
                  <a:cubicBezTo>
                    <a:pt x="667" y="2251"/>
                    <a:pt x="1846" y="4346"/>
                    <a:pt x="3405" y="6120"/>
                  </a:cubicBezTo>
                  <a:cubicBezTo>
                    <a:pt x="1917" y="4311"/>
                    <a:pt x="762" y="2215"/>
                    <a:pt x="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46"/>
            <p:cNvSpPr/>
            <p:nvPr/>
          </p:nvSpPr>
          <p:spPr>
            <a:xfrm>
              <a:off x="1929700" y="3054075"/>
              <a:ext cx="85150" cy="153025"/>
            </a:xfrm>
            <a:custGeom>
              <a:rect b="b" l="l" r="r" t="t"/>
              <a:pathLst>
                <a:path extrusionOk="0" h="6121" w="3406">
                  <a:moveTo>
                    <a:pt x="3405" y="6120"/>
                  </a:moveTo>
                  <a:cubicBezTo>
                    <a:pt x="1917" y="4311"/>
                    <a:pt x="762" y="2215"/>
                    <a:pt x="0" y="1"/>
                  </a:cubicBezTo>
                  <a:cubicBezTo>
                    <a:pt x="667" y="2251"/>
                    <a:pt x="1846" y="4346"/>
                    <a:pt x="3405" y="612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46"/>
            <p:cNvSpPr/>
            <p:nvPr/>
          </p:nvSpPr>
          <p:spPr>
            <a:xfrm>
              <a:off x="1905275" y="2924900"/>
              <a:ext cx="925" cy="19675"/>
            </a:xfrm>
            <a:custGeom>
              <a:rect b="b" l="l" r="r" t="t"/>
              <a:pathLst>
                <a:path extrusionOk="0" h="787" w="37">
                  <a:moveTo>
                    <a:pt x="1" y="0"/>
                  </a:moveTo>
                  <a:cubicBezTo>
                    <a:pt x="13" y="262"/>
                    <a:pt x="13" y="524"/>
                    <a:pt x="25" y="786"/>
                  </a:cubicBezTo>
                  <a:lnTo>
                    <a:pt x="37" y="631"/>
                  </a:lnTo>
                  <a:cubicBezTo>
                    <a:pt x="25" y="429"/>
                    <a:pt x="13" y="215"/>
                    <a:pt x="1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46"/>
            <p:cNvSpPr/>
            <p:nvPr/>
          </p:nvSpPr>
          <p:spPr>
            <a:xfrm>
              <a:off x="1905275" y="2924900"/>
              <a:ext cx="925" cy="19675"/>
            </a:xfrm>
            <a:custGeom>
              <a:rect b="b" l="l" r="r" t="t"/>
              <a:pathLst>
                <a:path extrusionOk="0" h="787" w="37">
                  <a:moveTo>
                    <a:pt x="25" y="786"/>
                  </a:moveTo>
                  <a:lnTo>
                    <a:pt x="37" y="631"/>
                  </a:lnTo>
                  <a:cubicBezTo>
                    <a:pt x="25" y="429"/>
                    <a:pt x="13" y="215"/>
                    <a:pt x="1" y="0"/>
                  </a:cubicBezTo>
                  <a:cubicBezTo>
                    <a:pt x="13" y="262"/>
                    <a:pt x="13" y="524"/>
                    <a:pt x="25" y="786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46"/>
            <p:cNvSpPr/>
            <p:nvPr/>
          </p:nvSpPr>
          <p:spPr>
            <a:xfrm>
              <a:off x="1932975" y="3236550"/>
              <a:ext cx="80375" cy="133950"/>
            </a:xfrm>
            <a:custGeom>
              <a:rect b="b" l="l" r="r" t="t"/>
              <a:pathLst>
                <a:path extrusionOk="0" h="5358" w="3215">
                  <a:moveTo>
                    <a:pt x="0" y="0"/>
                  </a:moveTo>
                  <a:lnTo>
                    <a:pt x="0" y="0"/>
                  </a:lnTo>
                  <a:cubicBezTo>
                    <a:pt x="596" y="1726"/>
                    <a:pt x="1405" y="3370"/>
                    <a:pt x="2477" y="4834"/>
                  </a:cubicBezTo>
                  <a:cubicBezTo>
                    <a:pt x="2727" y="5013"/>
                    <a:pt x="2965" y="5191"/>
                    <a:pt x="3215" y="5358"/>
                  </a:cubicBezTo>
                  <a:cubicBezTo>
                    <a:pt x="1858" y="3762"/>
                    <a:pt x="786" y="1941"/>
                    <a:pt x="0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46"/>
            <p:cNvSpPr/>
            <p:nvPr/>
          </p:nvSpPr>
          <p:spPr>
            <a:xfrm>
              <a:off x="1932975" y="3236550"/>
              <a:ext cx="80375" cy="133950"/>
            </a:xfrm>
            <a:custGeom>
              <a:rect b="b" l="l" r="r" t="t"/>
              <a:pathLst>
                <a:path extrusionOk="0" h="5358" w="3215">
                  <a:moveTo>
                    <a:pt x="3215" y="5358"/>
                  </a:moveTo>
                  <a:cubicBezTo>
                    <a:pt x="1858" y="3762"/>
                    <a:pt x="786" y="1941"/>
                    <a:pt x="0" y="0"/>
                  </a:cubicBezTo>
                  <a:cubicBezTo>
                    <a:pt x="596" y="1726"/>
                    <a:pt x="1405" y="3370"/>
                    <a:pt x="2477" y="4834"/>
                  </a:cubicBezTo>
                  <a:cubicBezTo>
                    <a:pt x="2727" y="5013"/>
                    <a:pt x="2965" y="5191"/>
                    <a:pt x="3215" y="5358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46"/>
            <p:cNvSpPr/>
            <p:nvPr/>
          </p:nvSpPr>
          <p:spPr>
            <a:xfrm>
              <a:off x="1750200" y="2247125"/>
              <a:ext cx="242025" cy="812925"/>
            </a:xfrm>
            <a:custGeom>
              <a:rect b="b" l="l" r="r" t="t"/>
              <a:pathLst>
                <a:path extrusionOk="0" h="32517" w="9681">
                  <a:moveTo>
                    <a:pt x="5347" y="1"/>
                  </a:moveTo>
                  <a:cubicBezTo>
                    <a:pt x="2703" y="7085"/>
                    <a:pt x="1" y="15253"/>
                    <a:pt x="179" y="23623"/>
                  </a:cubicBezTo>
                  <a:cubicBezTo>
                    <a:pt x="167" y="23813"/>
                    <a:pt x="179" y="24004"/>
                    <a:pt x="191" y="24194"/>
                  </a:cubicBezTo>
                  <a:cubicBezTo>
                    <a:pt x="191" y="24397"/>
                    <a:pt x="191" y="24611"/>
                    <a:pt x="215" y="24813"/>
                  </a:cubicBezTo>
                  <a:cubicBezTo>
                    <a:pt x="251" y="25611"/>
                    <a:pt x="334" y="26385"/>
                    <a:pt x="429" y="27159"/>
                  </a:cubicBezTo>
                  <a:cubicBezTo>
                    <a:pt x="406" y="21753"/>
                    <a:pt x="1918" y="16324"/>
                    <a:pt x="4763" y="11717"/>
                  </a:cubicBezTo>
                  <a:lnTo>
                    <a:pt x="4763" y="11717"/>
                  </a:lnTo>
                  <a:cubicBezTo>
                    <a:pt x="2525" y="18372"/>
                    <a:pt x="2001" y="25599"/>
                    <a:pt x="3251" y="32517"/>
                  </a:cubicBezTo>
                  <a:cubicBezTo>
                    <a:pt x="3156" y="27826"/>
                    <a:pt x="4394" y="23242"/>
                    <a:pt x="5716" y="18741"/>
                  </a:cubicBezTo>
                  <a:cubicBezTo>
                    <a:pt x="5811" y="18027"/>
                    <a:pt x="5930" y="17289"/>
                    <a:pt x="6073" y="16550"/>
                  </a:cubicBezTo>
                  <a:cubicBezTo>
                    <a:pt x="6752" y="12895"/>
                    <a:pt x="7883" y="9002"/>
                    <a:pt x="9228" y="5013"/>
                  </a:cubicBezTo>
                  <a:lnTo>
                    <a:pt x="9681" y="4525"/>
                  </a:lnTo>
                  <a:cubicBezTo>
                    <a:pt x="8323" y="3275"/>
                    <a:pt x="7061" y="1953"/>
                    <a:pt x="5906" y="572"/>
                  </a:cubicBezTo>
                  <a:cubicBezTo>
                    <a:pt x="5728" y="394"/>
                    <a:pt x="5537" y="203"/>
                    <a:pt x="5347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46"/>
            <p:cNvSpPr/>
            <p:nvPr/>
          </p:nvSpPr>
          <p:spPr>
            <a:xfrm>
              <a:off x="1750200" y="2247125"/>
              <a:ext cx="242025" cy="812925"/>
            </a:xfrm>
            <a:custGeom>
              <a:rect b="b" l="l" r="r" t="t"/>
              <a:pathLst>
                <a:path extrusionOk="0" h="32517" w="9681">
                  <a:moveTo>
                    <a:pt x="5906" y="572"/>
                  </a:moveTo>
                  <a:cubicBezTo>
                    <a:pt x="5728" y="394"/>
                    <a:pt x="5537" y="203"/>
                    <a:pt x="5347" y="1"/>
                  </a:cubicBezTo>
                  <a:cubicBezTo>
                    <a:pt x="2703" y="7085"/>
                    <a:pt x="1" y="15253"/>
                    <a:pt x="179" y="23623"/>
                  </a:cubicBezTo>
                  <a:cubicBezTo>
                    <a:pt x="167" y="23813"/>
                    <a:pt x="179" y="24004"/>
                    <a:pt x="191" y="24194"/>
                  </a:cubicBezTo>
                  <a:cubicBezTo>
                    <a:pt x="191" y="24397"/>
                    <a:pt x="191" y="24611"/>
                    <a:pt x="215" y="24813"/>
                  </a:cubicBezTo>
                  <a:cubicBezTo>
                    <a:pt x="251" y="25611"/>
                    <a:pt x="334" y="26385"/>
                    <a:pt x="429" y="27159"/>
                  </a:cubicBezTo>
                  <a:cubicBezTo>
                    <a:pt x="406" y="21753"/>
                    <a:pt x="1918" y="16324"/>
                    <a:pt x="4763" y="11717"/>
                  </a:cubicBezTo>
                  <a:cubicBezTo>
                    <a:pt x="2525" y="18372"/>
                    <a:pt x="2001" y="25599"/>
                    <a:pt x="3251" y="32517"/>
                  </a:cubicBezTo>
                  <a:cubicBezTo>
                    <a:pt x="3156" y="27826"/>
                    <a:pt x="4394" y="23242"/>
                    <a:pt x="5716" y="18741"/>
                  </a:cubicBezTo>
                  <a:cubicBezTo>
                    <a:pt x="5811" y="18027"/>
                    <a:pt x="5930" y="17289"/>
                    <a:pt x="6073" y="16550"/>
                  </a:cubicBezTo>
                  <a:cubicBezTo>
                    <a:pt x="6752" y="12895"/>
                    <a:pt x="7883" y="9002"/>
                    <a:pt x="9228" y="5013"/>
                  </a:cubicBezTo>
                  <a:lnTo>
                    <a:pt x="9681" y="4525"/>
                  </a:lnTo>
                  <a:cubicBezTo>
                    <a:pt x="8323" y="3275"/>
                    <a:pt x="7061" y="1953"/>
                    <a:pt x="5906" y="572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46"/>
            <p:cNvSpPr/>
            <p:nvPr/>
          </p:nvSpPr>
          <p:spPr>
            <a:xfrm>
              <a:off x="1896350" y="3012400"/>
              <a:ext cx="925" cy="14325"/>
            </a:xfrm>
            <a:custGeom>
              <a:rect b="b" l="l" r="r" t="t"/>
              <a:pathLst>
                <a:path extrusionOk="0" h="573" w="37">
                  <a:moveTo>
                    <a:pt x="1" y="1"/>
                  </a:moveTo>
                  <a:cubicBezTo>
                    <a:pt x="1" y="191"/>
                    <a:pt x="13" y="382"/>
                    <a:pt x="25" y="572"/>
                  </a:cubicBezTo>
                  <a:cubicBezTo>
                    <a:pt x="25" y="453"/>
                    <a:pt x="25" y="334"/>
                    <a:pt x="36" y="215"/>
                  </a:cubicBezTo>
                  <a:cubicBezTo>
                    <a:pt x="25" y="144"/>
                    <a:pt x="13" y="72"/>
                    <a:pt x="1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46"/>
            <p:cNvSpPr/>
            <p:nvPr/>
          </p:nvSpPr>
          <p:spPr>
            <a:xfrm>
              <a:off x="1896350" y="3012400"/>
              <a:ext cx="925" cy="14325"/>
            </a:xfrm>
            <a:custGeom>
              <a:rect b="b" l="l" r="r" t="t"/>
              <a:pathLst>
                <a:path extrusionOk="0" h="573" w="37">
                  <a:moveTo>
                    <a:pt x="36" y="215"/>
                  </a:moveTo>
                  <a:cubicBezTo>
                    <a:pt x="25" y="144"/>
                    <a:pt x="13" y="72"/>
                    <a:pt x="1" y="1"/>
                  </a:cubicBezTo>
                  <a:cubicBezTo>
                    <a:pt x="1" y="191"/>
                    <a:pt x="13" y="382"/>
                    <a:pt x="25" y="572"/>
                  </a:cubicBezTo>
                  <a:cubicBezTo>
                    <a:pt x="25" y="453"/>
                    <a:pt x="25" y="334"/>
                    <a:pt x="36" y="215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46"/>
            <p:cNvSpPr/>
            <p:nvPr/>
          </p:nvSpPr>
          <p:spPr>
            <a:xfrm>
              <a:off x="1237050" y="1469050"/>
              <a:ext cx="538175" cy="1852050"/>
            </a:xfrm>
            <a:custGeom>
              <a:rect b="b" l="l" r="r" t="t"/>
              <a:pathLst>
                <a:path extrusionOk="0" h="74082" w="21527">
                  <a:moveTo>
                    <a:pt x="7656" y="47578"/>
                  </a:moveTo>
                  <a:cubicBezTo>
                    <a:pt x="7549" y="47898"/>
                    <a:pt x="7448" y="48218"/>
                    <a:pt x="7353" y="48540"/>
                  </a:cubicBezTo>
                  <a:lnTo>
                    <a:pt x="7353" y="48540"/>
                  </a:lnTo>
                  <a:lnTo>
                    <a:pt x="7656" y="47578"/>
                  </a:lnTo>
                  <a:close/>
                  <a:moveTo>
                    <a:pt x="15371" y="1"/>
                  </a:moveTo>
                  <a:cubicBezTo>
                    <a:pt x="10621" y="14622"/>
                    <a:pt x="0" y="52317"/>
                    <a:pt x="8740" y="74081"/>
                  </a:cubicBezTo>
                  <a:cubicBezTo>
                    <a:pt x="6516" y="65613"/>
                    <a:pt x="4922" y="56781"/>
                    <a:pt x="7353" y="48540"/>
                  </a:cubicBezTo>
                  <a:lnTo>
                    <a:pt x="7353" y="48540"/>
                  </a:lnTo>
                  <a:lnTo>
                    <a:pt x="5799" y="53472"/>
                  </a:lnTo>
                  <a:cubicBezTo>
                    <a:pt x="6204" y="44590"/>
                    <a:pt x="8192" y="35755"/>
                    <a:pt x="12038" y="27742"/>
                  </a:cubicBezTo>
                  <a:lnTo>
                    <a:pt x="12038" y="27742"/>
                  </a:lnTo>
                  <a:cubicBezTo>
                    <a:pt x="8251" y="39649"/>
                    <a:pt x="8799" y="52841"/>
                    <a:pt x="13335" y="64473"/>
                  </a:cubicBezTo>
                  <a:cubicBezTo>
                    <a:pt x="12442" y="60723"/>
                    <a:pt x="11978" y="56889"/>
                    <a:pt x="11823" y="53055"/>
                  </a:cubicBezTo>
                  <a:cubicBezTo>
                    <a:pt x="11514" y="45054"/>
                    <a:pt x="12526" y="37125"/>
                    <a:pt x="13716" y="29266"/>
                  </a:cubicBezTo>
                  <a:lnTo>
                    <a:pt x="13716" y="29266"/>
                  </a:lnTo>
                  <a:cubicBezTo>
                    <a:pt x="12752" y="37148"/>
                    <a:pt x="11966" y="45114"/>
                    <a:pt x="12502" y="53019"/>
                  </a:cubicBezTo>
                  <a:cubicBezTo>
                    <a:pt x="12764" y="56960"/>
                    <a:pt x="13383" y="60889"/>
                    <a:pt x="14431" y="64687"/>
                  </a:cubicBezTo>
                  <a:cubicBezTo>
                    <a:pt x="15098" y="67069"/>
                    <a:pt x="15931" y="69414"/>
                    <a:pt x="16979" y="71641"/>
                  </a:cubicBezTo>
                  <a:cubicBezTo>
                    <a:pt x="13704" y="61497"/>
                    <a:pt x="14359" y="50138"/>
                    <a:pt x="18812" y="40446"/>
                  </a:cubicBezTo>
                  <a:cubicBezTo>
                    <a:pt x="18812" y="45876"/>
                    <a:pt x="19253" y="51305"/>
                    <a:pt x="20074" y="56675"/>
                  </a:cubicBezTo>
                  <a:cubicBezTo>
                    <a:pt x="20051" y="56198"/>
                    <a:pt x="20039" y="55722"/>
                    <a:pt x="20027" y="55258"/>
                  </a:cubicBezTo>
                  <a:cubicBezTo>
                    <a:pt x="20015" y="55067"/>
                    <a:pt x="20015" y="54865"/>
                    <a:pt x="20003" y="54674"/>
                  </a:cubicBezTo>
                  <a:cubicBezTo>
                    <a:pt x="19836" y="47662"/>
                    <a:pt x="20217" y="42316"/>
                    <a:pt x="20777" y="38291"/>
                  </a:cubicBezTo>
                  <a:lnTo>
                    <a:pt x="20777" y="38279"/>
                  </a:lnTo>
                  <a:cubicBezTo>
                    <a:pt x="20860" y="34529"/>
                    <a:pt x="21063" y="30779"/>
                    <a:pt x="21372" y="27040"/>
                  </a:cubicBezTo>
                  <a:cubicBezTo>
                    <a:pt x="21444" y="26207"/>
                    <a:pt x="21515" y="25373"/>
                    <a:pt x="21527" y="24552"/>
                  </a:cubicBezTo>
                  <a:cubicBezTo>
                    <a:pt x="18038" y="18134"/>
                    <a:pt x="16252" y="10800"/>
                    <a:pt x="16193" y="2620"/>
                  </a:cubicBezTo>
                  <a:cubicBezTo>
                    <a:pt x="16181" y="1751"/>
                    <a:pt x="16205" y="870"/>
                    <a:pt x="16229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46"/>
            <p:cNvSpPr/>
            <p:nvPr/>
          </p:nvSpPr>
          <p:spPr>
            <a:xfrm>
              <a:off x="1237050" y="1469050"/>
              <a:ext cx="538175" cy="1852050"/>
            </a:xfrm>
            <a:custGeom>
              <a:rect b="b" l="l" r="r" t="t"/>
              <a:pathLst>
                <a:path extrusionOk="0" h="74082" w="21527">
                  <a:moveTo>
                    <a:pt x="8740" y="74081"/>
                  </a:moveTo>
                  <a:cubicBezTo>
                    <a:pt x="6430" y="65283"/>
                    <a:pt x="4799" y="56091"/>
                    <a:pt x="7656" y="47578"/>
                  </a:cubicBezTo>
                  <a:lnTo>
                    <a:pt x="5799" y="53472"/>
                  </a:lnTo>
                  <a:cubicBezTo>
                    <a:pt x="6204" y="44590"/>
                    <a:pt x="8192" y="35755"/>
                    <a:pt x="12038" y="27742"/>
                  </a:cubicBezTo>
                  <a:cubicBezTo>
                    <a:pt x="8251" y="39649"/>
                    <a:pt x="8799" y="52841"/>
                    <a:pt x="13335" y="64473"/>
                  </a:cubicBezTo>
                  <a:cubicBezTo>
                    <a:pt x="12442" y="60723"/>
                    <a:pt x="11978" y="56889"/>
                    <a:pt x="11823" y="53055"/>
                  </a:cubicBezTo>
                  <a:cubicBezTo>
                    <a:pt x="11514" y="45054"/>
                    <a:pt x="12526" y="37125"/>
                    <a:pt x="13716" y="29266"/>
                  </a:cubicBezTo>
                  <a:cubicBezTo>
                    <a:pt x="12752" y="37148"/>
                    <a:pt x="11966" y="45114"/>
                    <a:pt x="12502" y="53019"/>
                  </a:cubicBezTo>
                  <a:cubicBezTo>
                    <a:pt x="12764" y="56960"/>
                    <a:pt x="13383" y="60889"/>
                    <a:pt x="14431" y="64687"/>
                  </a:cubicBezTo>
                  <a:cubicBezTo>
                    <a:pt x="15098" y="67069"/>
                    <a:pt x="15931" y="69414"/>
                    <a:pt x="16979" y="71641"/>
                  </a:cubicBezTo>
                  <a:cubicBezTo>
                    <a:pt x="13704" y="61497"/>
                    <a:pt x="14359" y="50138"/>
                    <a:pt x="18812" y="40446"/>
                  </a:cubicBezTo>
                  <a:cubicBezTo>
                    <a:pt x="18812" y="45876"/>
                    <a:pt x="19253" y="51305"/>
                    <a:pt x="20074" y="56675"/>
                  </a:cubicBezTo>
                  <a:cubicBezTo>
                    <a:pt x="20051" y="56198"/>
                    <a:pt x="20039" y="55722"/>
                    <a:pt x="20027" y="55258"/>
                  </a:cubicBezTo>
                  <a:cubicBezTo>
                    <a:pt x="20015" y="55067"/>
                    <a:pt x="20015" y="54865"/>
                    <a:pt x="20003" y="54674"/>
                  </a:cubicBezTo>
                  <a:cubicBezTo>
                    <a:pt x="19836" y="47662"/>
                    <a:pt x="20217" y="42316"/>
                    <a:pt x="20777" y="38291"/>
                  </a:cubicBezTo>
                  <a:lnTo>
                    <a:pt x="20777" y="38279"/>
                  </a:lnTo>
                  <a:cubicBezTo>
                    <a:pt x="20860" y="34529"/>
                    <a:pt x="21063" y="30779"/>
                    <a:pt x="21372" y="27040"/>
                  </a:cubicBezTo>
                  <a:cubicBezTo>
                    <a:pt x="21444" y="26207"/>
                    <a:pt x="21515" y="25373"/>
                    <a:pt x="21527" y="24552"/>
                  </a:cubicBezTo>
                  <a:cubicBezTo>
                    <a:pt x="18038" y="18134"/>
                    <a:pt x="16252" y="10800"/>
                    <a:pt x="16193" y="2620"/>
                  </a:cubicBezTo>
                  <a:cubicBezTo>
                    <a:pt x="16181" y="1751"/>
                    <a:pt x="16205" y="870"/>
                    <a:pt x="16229" y="1"/>
                  </a:cubicBezTo>
                  <a:lnTo>
                    <a:pt x="15371" y="1"/>
                  </a:lnTo>
                  <a:cubicBezTo>
                    <a:pt x="10621" y="14622"/>
                    <a:pt x="0" y="52317"/>
                    <a:pt x="8740" y="7408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46"/>
            <p:cNvSpPr/>
            <p:nvPr/>
          </p:nvSpPr>
          <p:spPr>
            <a:xfrm>
              <a:off x="1764800" y="2186400"/>
              <a:ext cx="106575" cy="389675"/>
            </a:xfrm>
            <a:custGeom>
              <a:rect b="b" l="l" r="r" t="t"/>
              <a:pathLst>
                <a:path extrusionOk="0" h="15587" w="4263">
                  <a:moveTo>
                    <a:pt x="2858" y="1"/>
                  </a:moveTo>
                  <a:cubicBezTo>
                    <a:pt x="2393" y="1001"/>
                    <a:pt x="1488" y="3287"/>
                    <a:pt x="750" y="7371"/>
                  </a:cubicBezTo>
                  <a:cubicBezTo>
                    <a:pt x="453" y="10109"/>
                    <a:pt x="214" y="12836"/>
                    <a:pt x="0" y="15586"/>
                  </a:cubicBezTo>
                  <a:cubicBezTo>
                    <a:pt x="1036" y="10728"/>
                    <a:pt x="2667" y="6085"/>
                    <a:pt x="4263" y="1834"/>
                  </a:cubicBezTo>
                  <a:cubicBezTo>
                    <a:pt x="3798" y="1299"/>
                    <a:pt x="3322" y="680"/>
                    <a:pt x="2858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46"/>
            <p:cNvSpPr/>
            <p:nvPr/>
          </p:nvSpPr>
          <p:spPr>
            <a:xfrm>
              <a:off x="1764800" y="2186400"/>
              <a:ext cx="106575" cy="389675"/>
            </a:xfrm>
            <a:custGeom>
              <a:rect b="b" l="l" r="r" t="t"/>
              <a:pathLst>
                <a:path extrusionOk="0" h="15587" w="4263">
                  <a:moveTo>
                    <a:pt x="2858" y="1"/>
                  </a:moveTo>
                  <a:cubicBezTo>
                    <a:pt x="2393" y="1001"/>
                    <a:pt x="1488" y="3287"/>
                    <a:pt x="750" y="7371"/>
                  </a:cubicBezTo>
                  <a:cubicBezTo>
                    <a:pt x="453" y="10109"/>
                    <a:pt x="214" y="12836"/>
                    <a:pt x="0" y="15586"/>
                  </a:cubicBezTo>
                  <a:cubicBezTo>
                    <a:pt x="1036" y="10728"/>
                    <a:pt x="2667" y="6085"/>
                    <a:pt x="4263" y="1834"/>
                  </a:cubicBezTo>
                  <a:cubicBezTo>
                    <a:pt x="3798" y="1299"/>
                    <a:pt x="3322" y="680"/>
                    <a:pt x="285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46"/>
            <p:cNvSpPr/>
            <p:nvPr/>
          </p:nvSpPr>
          <p:spPr>
            <a:xfrm>
              <a:off x="6438900" y="2262325"/>
              <a:ext cx="434900" cy="246475"/>
            </a:xfrm>
            <a:custGeom>
              <a:rect b="b" l="l" r="r" t="t"/>
              <a:pathLst>
                <a:path extrusionOk="0" h="9859" w="17396">
                  <a:moveTo>
                    <a:pt x="17395" y="0"/>
                  </a:moveTo>
                  <a:cubicBezTo>
                    <a:pt x="17002" y="286"/>
                    <a:pt x="16609" y="560"/>
                    <a:pt x="16216" y="833"/>
                  </a:cubicBezTo>
                  <a:cubicBezTo>
                    <a:pt x="10085" y="5096"/>
                    <a:pt x="4358" y="7620"/>
                    <a:pt x="202" y="9061"/>
                  </a:cubicBezTo>
                  <a:cubicBezTo>
                    <a:pt x="143" y="9323"/>
                    <a:pt x="71" y="9585"/>
                    <a:pt x="0" y="9858"/>
                  </a:cubicBezTo>
                  <a:cubicBezTo>
                    <a:pt x="4227" y="8418"/>
                    <a:pt x="10180" y="5846"/>
                    <a:pt x="16574" y="1405"/>
                  </a:cubicBezTo>
                  <a:cubicBezTo>
                    <a:pt x="16847" y="1226"/>
                    <a:pt x="17121" y="1024"/>
                    <a:pt x="17395" y="833"/>
                  </a:cubicBezTo>
                  <a:lnTo>
                    <a:pt x="17395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46"/>
            <p:cNvSpPr/>
            <p:nvPr/>
          </p:nvSpPr>
          <p:spPr>
            <a:xfrm>
              <a:off x="4852375" y="3119550"/>
              <a:ext cx="565275" cy="863825"/>
            </a:xfrm>
            <a:custGeom>
              <a:rect b="b" l="l" r="r" t="t"/>
              <a:pathLst>
                <a:path extrusionOk="0" h="34553" w="22611">
                  <a:moveTo>
                    <a:pt x="22596" y="1"/>
                  </a:moveTo>
                  <a:cubicBezTo>
                    <a:pt x="22277" y="1"/>
                    <a:pt x="20494" y="3470"/>
                    <a:pt x="17741" y="8276"/>
                  </a:cubicBezTo>
                  <a:cubicBezTo>
                    <a:pt x="16027" y="11395"/>
                    <a:pt x="14324" y="14157"/>
                    <a:pt x="12717" y="16551"/>
                  </a:cubicBezTo>
                  <a:lnTo>
                    <a:pt x="12705" y="16551"/>
                  </a:lnTo>
                  <a:cubicBezTo>
                    <a:pt x="9800" y="21039"/>
                    <a:pt x="6406" y="25695"/>
                    <a:pt x="2799" y="29421"/>
                  </a:cubicBezTo>
                  <a:cubicBezTo>
                    <a:pt x="4204" y="28159"/>
                    <a:pt x="7156" y="25290"/>
                    <a:pt x="10764" y="20456"/>
                  </a:cubicBezTo>
                  <a:lnTo>
                    <a:pt x="10764" y="20456"/>
                  </a:lnTo>
                  <a:cubicBezTo>
                    <a:pt x="8097" y="25468"/>
                    <a:pt x="4358" y="30183"/>
                    <a:pt x="1" y="34553"/>
                  </a:cubicBezTo>
                  <a:lnTo>
                    <a:pt x="941" y="34553"/>
                  </a:lnTo>
                  <a:cubicBezTo>
                    <a:pt x="6132" y="29266"/>
                    <a:pt x="10431" y="23468"/>
                    <a:pt x="13050" y="17265"/>
                  </a:cubicBezTo>
                  <a:cubicBezTo>
                    <a:pt x="15836" y="13181"/>
                    <a:pt x="18872" y="8038"/>
                    <a:pt x="21825" y="1715"/>
                  </a:cubicBezTo>
                  <a:lnTo>
                    <a:pt x="21825" y="1715"/>
                  </a:lnTo>
                  <a:cubicBezTo>
                    <a:pt x="21634" y="4347"/>
                    <a:pt x="21313" y="6787"/>
                    <a:pt x="20908" y="9014"/>
                  </a:cubicBezTo>
                  <a:cubicBezTo>
                    <a:pt x="21349" y="7526"/>
                    <a:pt x="21801" y="6037"/>
                    <a:pt x="22242" y="4561"/>
                  </a:cubicBezTo>
                  <a:cubicBezTo>
                    <a:pt x="22408" y="3108"/>
                    <a:pt x="22539" y="1584"/>
                    <a:pt x="22611" y="1"/>
                  </a:cubicBezTo>
                  <a:lnTo>
                    <a:pt x="22599" y="1"/>
                  </a:lnTo>
                  <a:cubicBezTo>
                    <a:pt x="22598" y="1"/>
                    <a:pt x="22597" y="1"/>
                    <a:pt x="2259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46"/>
            <p:cNvSpPr/>
            <p:nvPr/>
          </p:nvSpPr>
          <p:spPr>
            <a:xfrm>
              <a:off x="1170675" y="1468775"/>
              <a:ext cx="2438425" cy="2514300"/>
            </a:xfrm>
            <a:custGeom>
              <a:rect b="b" l="l" r="r" t="t"/>
              <a:pathLst>
                <a:path extrusionOk="0" h="100572" w="97537">
                  <a:moveTo>
                    <a:pt x="26623" y="28706"/>
                  </a:moveTo>
                  <a:cubicBezTo>
                    <a:pt x="27087" y="29385"/>
                    <a:pt x="27563" y="30004"/>
                    <a:pt x="28028" y="30539"/>
                  </a:cubicBezTo>
                  <a:cubicBezTo>
                    <a:pt x="26432" y="34790"/>
                    <a:pt x="24801" y="39433"/>
                    <a:pt x="23765" y="44291"/>
                  </a:cubicBezTo>
                  <a:cubicBezTo>
                    <a:pt x="23979" y="41553"/>
                    <a:pt x="24218" y="38814"/>
                    <a:pt x="24515" y="36076"/>
                  </a:cubicBezTo>
                  <a:cubicBezTo>
                    <a:pt x="25253" y="31992"/>
                    <a:pt x="26158" y="29706"/>
                    <a:pt x="26623" y="28706"/>
                  </a:cubicBezTo>
                  <a:close/>
                  <a:moveTo>
                    <a:pt x="66026" y="44878"/>
                  </a:moveTo>
                  <a:cubicBezTo>
                    <a:pt x="67192" y="44878"/>
                    <a:pt x="68284" y="45000"/>
                    <a:pt x="69283" y="45339"/>
                  </a:cubicBezTo>
                  <a:cubicBezTo>
                    <a:pt x="69926" y="45553"/>
                    <a:pt x="70533" y="45827"/>
                    <a:pt x="71093" y="46125"/>
                  </a:cubicBezTo>
                  <a:cubicBezTo>
                    <a:pt x="70938" y="46375"/>
                    <a:pt x="70795" y="46601"/>
                    <a:pt x="70640" y="46851"/>
                  </a:cubicBezTo>
                  <a:cubicBezTo>
                    <a:pt x="69052" y="46191"/>
                    <a:pt x="66535" y="45593"/>
                    <a:pt x="62606" y="45593"/>
                  </a:cubicBezTo>
                  <a:cubicBezTo>
                    <a:pt x="61644" y="45593"/>
                    <a:pt x="60598" y="45628"/>
                    <a:pt x="59460" y="45708"/>
                  </a:cubicBezTo>
                  <a:cubicBezTo>
                    <a:pt x="57531" y="45851"/>
                    <a:pt x="55602" y="46053"/>
                    <a:pt x="53709" y="46280"/>
                  </a:cubicBezTo>
                  <a:lnTo>
                    <a:pt x="53138" y="46280"/>
                  </a:lnTo>
                  <a:cubicBezTo>
                    <a:pt x="55186" y="45982"/>
                    <a:pt x="57174" y="45732"/>
                    <a:pt x="59067" y="45518"/>
                  </a:cubicBezTo>
                  <a:cubicBezTo>
                    <a:pt x="61554" y="45280"/>
                    <a:pt x="63912" y="44878"/>
                    <a:pt x="66026" y="44878"/>
                  </a:cubicBezTo>
                  <a:close/>
                  <a:moveTo>
                    <a:pt x="71712" y="46494"/>
                  </a:moveTo>
                  <a:cubicBezTo>
                    <a:pt x="71747" y="46518"/>
                    <a:pt x="71771" y="46530"/>
                    <a:pt x="71795" y="46541"/>
                  </a:cubicBezTo>
                  <a:cubicBezTo>
                    <a:pt x="71652" y="46672"/>
                    <a:pt x="71521" y="46803"/>
                    <a:pt x="71402" y="46922"/>
                  </a:cubicBezTo>
                  <a:cubicBezTo>
                    <a:pt x="71462" y="46827"/>
                    <a:pt x="71521" y="46732"/>
                    <a:pt x="71569" y="46637"/>
                  </a:cubicBezTo>
                  <a:cubicBezTo>
                    <a:pt x="71616" y="46589"/>
                    <a:pt x="71664" y="46541"/>
                    <a:pt x="71712" y="46494"/>
                  </a:cubicBezTo>
                  <a:close/>
                  <a:moveTo>
                    <a:pt x="36993" y="45077"/>
                  </a:moveTo>
                  <a:lnTo>
                    <a:pt x="36993" y="45077"/>
                  </a:lnTo>
                  <a:cubicBezTo>
                    <a:pt x="37219" y="45946"/>
                    <a:pt x="37445" y="46791"/>
                    <a:pt x="37684" y="47649"/>
                  </a:cubicBezTo>
                  <a:lnTo>
                    <a:pt x="37695" y="47732"/>
                  </a:lnTo>
                  <a:cubicBezTo>
                    <a:pt x="37704" y="47748"/>
                    <a:pt x="37706" y="47776"/>
                    <a:pt x="37715" y="47776"/>
                  </a:cubicBezTo>
                  <a:cubicBezTo>
                    <a:pt x="37719" y="47776"/>
                    <a:pt x="37724" y="47771"/>
                    <a:pt x="37731" y="47756"/>
                  </a:cubicBezTo>
                  <a:lnTo>
                    <a:pt x="37791" y="47589"/>
                  </a:lnTo>
                  <a:lnTo>
                    <a:pt x="37934" y="47280"/>
                  </a:lnTo>
                  <a:lnTo>
                    <a:pt x="38207" y="46661"/>
                  </a:lnTo>
                  <a:lnTo>
                    <a:pt x="38469" y="46041"/>
                  </a:lnTo>
                  <a:cubicBezTo>
                    <a:pt x="38946" y="46827"/>
                    <a:pt x="39517" y="47506"/>
                    <a:pt x="40184" y="48042"/>
                  </a:cubicBezTo>
                  <a:cubicBezTo>
                    <a:pt x="39124" y="48137"/>
                    <a:pt x="38136" y="48208"/>
                    <a:pt x="37231" y="48220"/>
                  </a:cubicBezTo>
                  <a:cubicBezTo>
                    <a:pt x="37148" y="47137"/>
                    <a:pt x="37064" y="46089"/>
                    <a:pt x="36993" y="45077"/>
                  </a:cubicBezTo>
                  <a:close/>
                  <a:moveTo>
                    <a:pt x="66835" y="47100"/>
                  </a:moveTo>
                  <a:cubicBezTo>
                    <a:pt x="67642" y="47100"/>
                    <a:pt x="68880" y="47167"/>
                    <a:pt x="70235" y="47482"/>
                  </a:cubicBezTo>
                  <a:cubicBezTo>
                    <a:pt x="70200" y="47565"/>
                    <a:pt x="70152" y="47637"/>
                    <a:pt x="70092" y="47720"/>
                  </a:cubicBezTo>
                  <a:lnTo>
                    <a:pt x="69735" y="48280"/>
                  </a:lnTo>
                  <a:cubicBezTo>
                    <a:pt x="68604" y="47780"/>
                    <a:pt x="67378" y="47399"/>
                    <a:pt x="65878" y="47137"/>
                  </a:cubicBezTo>
                  <a:cubicBezTo>
                    <a:pt x="65878" y="47137"/>
                    <a:pt x="66239" y="47100"/>
                    <a:pt x="66835" y="47100"/>
                  </a:cubicBezTo>
                  <a:close/>
                  <a:moveTo>
                    <a:pt x="17324" y="0"/>
                  </a:moveTo>
                  <a:cubicBezTo>
                    <a:pt x="12061" y="16228"/>
                    <a:pt x="0" y="59650"/>
                    <a:pt x="13740" y="80022"/>
                  </a:cubicBezTo>
                  <a:cubicBezTo>
                    <a:pt x="18538" y="87130"/>
                    <a:pt x="26051" y="90856"/>
                    <a:pt x="36076" y="91083"/>
                  </a:cubicBezTo>
                  <a:lnTo>
                    <a:pt x="37743" y="91118"/>
                  </a:lnTo>
                  <a:lnTo>
                    <a:pt x="36219" y="90440"/>
                  </a:lnTo>
                  <a:cubicBezTo>
                    <a:pt x="36112" y="90392"/>
                    <a:pt x="26146" y="85796"/>
                    <a:pt x="21051" y="75866"/>
                  </a:cubicBezTo>
                  <a:lnTo>
                    <a:pt x="21074" y="75843"/>
                  </a:lnTo>
                  <a:cubicBezTo>
                    <a:pt x="23949" y="79686"/>
                    <a:pt x="29554" y="85472"/>
                    <a:pt x="37235" y="85472"/>
                  </a:cubicBezTo>
                  <a:cubicBezTo>
                    <a:pt x="37668" y="85472"/>
                    <a:pt x="38107" y="85453"/>
                    <a:pt x="38553" y="85415"/>
                  </a:cubicBezTo>
                  <a:lnTo>
                    <a:pt x="39874" y="85308"/>
                  </a:lnTo>
                  <a:lnTo>
                    <a:pt x="38660" y="84772"/>
                  </a:lnTo>
                  <a:cubicBezTo>
                    <a:pt x="38529" y="84725"/>
                    <a:pt x="27361" y="79581"/>
                    <a:pt x="24218" y="63996"/>
                  </a:cubicBezTo>
                  <a:lnTo>
                    <a:pt x="24218" y="63996"/>
                  </a:lnTo>
                  <a:cubicBezTo>
                    <a:pt x="26289" y="70235"/>
                    <a:pt x="30314" y="75331"/>
                    <a:pt x="35481" y="77891"/>
                  </a:cubicBezTo>
                  <a:lnTo>
                    <a:pt x="37624" y="78950"/>
                  </a:lnTo>
                  <a:lnTo>
                    <a:pt x="35862" y="77331"/>
                  </a:lnTo>
                  <a:cubicBezTo>
                    <a:pt x="32290" y="74069"/>
                    <a:pt x="30099" y="69425"/>
                    <a:pt x="29754" y="64615"/>
                  </a:cubicBezTo>
                  <a:lnTo>
                    <a:pt x="29754" y="64615"/>
                  </a:lnTo>
                  <a:cubicBezTo>
                    <a:pt x="29933" y="65187"/>
                    <a:pt x="30087" y="65639"/>
                    <a:pt x="30206" y="65960"/>
                  </a:cubicBezTo>
                  <a:cubicBezTo>
                    <a:pt x="30326" y="66246"/>
                    <a:pt x="30397" y="66437"/>
                    <a:pt x="30433" y="66508"/>
                  </a:cubicBezTo>
                  <a:cubicBezTo>
                    <a:pt x="30278" y="65853"/>
                    <a:pt x="30135" y="65198"/>
                    <a:pt x="30016" y="64544"/>
                  </a:cubicBezTo>
                  <a:lnTo>
                    <a:pt x="30016" y="64544"/>
                  </a:lnTo>
                  <a:cubicBezTo>
                    <a:pt x="31564" y="68806"/>
                    <a:pt x="34909" y="72485"/>
                    <a:pt x="39065" y="74259"/>
                  </a:cubicBezTo>
                  <a:cubicBezTo>
                    <a:pt x="39553" y="78117"/>
                    <a:pt x="40077" y="79117"/>
                    <a:pt x="40648" y="82463"/>
                  </a:cubicBezTo>
                  <a:cubicBezTo>
                    <a:pt x="41267" y="86153"/>
                    <a:pt x="41934" y="89392"/>
                    <a:pt x="42637" y="91868"/>
                  </a:cubicBezTo>
                  <a:cubicBezTo>
                    <a:pt x="43339" y="94333"/>
                    <a:pt x="45387" y="97333"/>
                    <a:pt x="48244" y="100572"/>
                  </a:cubicBezTo>
                  <a:lnTo>
                    <a:pt x="49292" y="100572"/>
                  </a:lnTo>
                  <a:cubicBezTo>
                    <a:pt x="46197" y="97238"/>
                    <a:pt x="43994" y="94166"/>
                    <a:pt x="43291" y="91690"/>
                  </a:cubicBezTo>
                  <a:cubicBezTo>
                    <a:pt x="40982" y="83534"/>
                    <a:pt x="39148" y="69223"/>
                    <a:pt x="37957" y="56709"/>
                  </a:cubicBezTo>
                  <a:lnTo>
                    <a:pt x="37957" y="56709"/>
                  </a:lnTo>
                  <a:cubicBezTo>
                    <a:pt x="37910" y="62472"/>
                    <a:pt x="38267" y="68246"/>
                    <a:pt x="39053" y="73961"/>
                  </a:cubicBezTo>
                  <a:cubicBezTo>
                    <a:pt x="37017" y="72842"/>
                    <a:pt x="35231" y="71318"/>
                    <a:pt x="33766" y="69532"/>
                  </a:cubicBezTo>
                  <a:cubicBezTo>
                    <a:pt x="32207" y="67758"/>
                    <a:pt x="31028" y="65651"/>
                    <a:pt x="30361" y="63413"/>
                  </a:cubicBezTo>
                  <a:cubicBezTo>
                    <a:pt x="29873" y="61948"/>
                    <a:pt x="29540" y="60424"/>
                    <a:pt x="29421" y="58876"/>
                  </a:cubicBezTo>
                  <a:lnTo>
                    <a:pt x="29409" y="59031"/>
                  </a:lnTo>
                  <a:cubicBezTo>
                    <a:pt x="29397" y="58757"/>
                    <a:pt x="29397" y="58507"/>
                    <a:pt x="29385" y="58245"/>
                  </a:cubicBezTo>
                  <a:cubicBezTo>
                    <a:pt x="29385" y="58019"/>
                    <a:pt x="29373" y="57805"/>
                    <a:pt x="29373" y="57579"/>
                  </a:cubicBezTo>
                  <a:lnTo>
                    <a:pt x="29313" y="59114"/>
                  </a:lnTo>
                  <a:cubicBezTo>
                    <a:pt x="28885" y="55543"/>
                    <a:pt x="29159" y="51899"/>
                    <a:pt x="30111" y="48423"/>
                  </a:cubicBezTo>
                  <a:cubicBezTo>
                    <a:pt x="30266" y="47351"/>
                    <a:pt x="30445" y="46315"/>
                    <a:pt x="30623" y="45351"/>
                  </a:cubicBezTo>
                  <a:cubicBezTo>
                    <a:pt x="31707" y="39755"/>
                    <a:pt x="32409" y="36148"/>
                    <a:pt x="32409" y="36147"/>
                  </a:cubicBezTo>
                  <a:lnTo>
                    <a:pt x="32409" y="36147"/>
                  </a:lnTo>
                  <a:cubicBezTo>
                    <a:pt x="31064" y="40136"/>
                    <a:pt x="29933" y="44029"/>
                    <a:pt x="29254" y="47684"/>
                  </a:cubicBezTo>
                  <a:cubicBezTo>
                    <a:pt x="29111" y="48423"/>
                    <a:pt x="28992" y="49149"/>
                    <a:pt x="28897" y="49875"/>
                  </a:cubicBezTo>
                  <a:cubicBezTo>
                    <a:pt x="28992" y="49554"/>
                    <a:pt x="29075" y="49232"/>
                    <a:pt x="29171" y="48923"/>
                  </a:cubicBezTo>
                  <a:lnTo>
                    <a:pt x="29171" y="48923"/>
                  </a:lnTo>
                  <a:cubicBezTo>
                    <a:pt x="29123" y="51232"/>
                    <a:pt x="29075" y="53542"/>
                    <a:pt x="29040" y="55852"/>
                  </a:cubicBezTo>
                  <a:cubicBezTo>
                    <a:pt x="28992" y="57817"/>
                    <a:pt x="28956" y="59781"/>
                    <a:pt x="29028" y="61746"/>
                  </a:cubicBezTo>
                  <a:cubicBezTo>
                    <a:pt x="29040" y="61817"/>
                    <a:pt x="29052" y="61889"/>
                    <a:pt x="29063" y="61960"/>
                  </a:cubicBezTo>
                  <a:cubicBezTo>
                    <a:pt x="29052" y="62079"/>
                    <a:pt x="29052" y="62198"/>
                    <a:pt x="29052" y="62317"/>
                  </a:cubicBezTo>
                  <a:cubicBezTo>
                    <a:pt x="29123" y="63913"/>
                    <a:pt x="29266" y="65496"/>
                    <a:pt x="29540" y="67068"/>
                  </a:cubicBezTo>
                  <a:cubicBezTo>
                    <a:pt x="29766" y="68294"/>
                    <a:pt x="30075" y="69520"/>
                    <a:pt x="30492" y="70699"/>
                  </a:cubicBezTo>
                  <a:cubicBezTo>
                    <a:pt x="31278" y="72640"/>
                    <a:pt x="32350" y="74462"/>
                    <a:pt x="33707" y="76069"/>
                  </a:cubicBezTo>
                  <a:cubicBezTo>
                    <a:pt x="33457" y="75902"/>
                    <a:pt x="33219" y="75712"/>
                    <a:pt x="32969" y="75533"/>
                  </a:cubicBezTo>
                  <a:lnTo>
                    <a:pt x="32969" y="75533"/>
                  </a:lnTo>
                  <a:cubicBezTo>
                    <a:pt x="33374" y="76081"/>
                    <a:pt x="33790" y="76605"/>
                    <a:pt x="34266" y="77093"/>
                  </a:cubicBezTo>
                  <a:cubicBezTo>
                    <a:pt x="27992" y="73009"/>
                    <a:pt x="23849" y="65818"/>
                    <a:pt x="23479" y="58341"/>
                  </a:cubicBezTo>
                  <a:lnTo>
                    <a:pt x="23479" y="58341"/>
                  </a:lnTo>
                  <a:lnTo>
                    <a:pt x="23646" y="59543"/>
                  </a:lnTo>
                  <a:cubicBezTo>
                    <a:pt x="23622" y="59126"/>
                    <a:pt x="23622" y="58710"/>
                    <a:pt x="23610" y="58293"/>
                  </a:cubicBezTo>
                  <a:cubicBezTo>
                    <a:pt x="23515" y="57519"/>
                    <a:pt x="23432" y="56733"/>
                    <a:pt x="23396" y="55947"/>
                  </a:cubicBezTo>
                  <a:cubicBezTo>
                    <a:pt x="23384" y="55745"/>
                    <a:pt x="23372" y="55531"/>
                    <a:pt x="23372" y="55328"/>
                  </a:cubicBezTo>
                  <a:cubicBezTo>
                    <a:pt x="23360" y="55138"/>
                    <a:pt x="23348" y="54947"/>
                    <a:pt x="23360" y="54757"/>
                  </a:cubicBezTo>
                  <a:cubicBezTo>
                    <a:pt x="23182" y="46375"/>
                    <a:pt x="25896" y="38219"/>
                    <a:pt x="28540" y="31123"/>
                  </a:cubicBezTo>
                  <a:cubicBezTo>
                    <a:pt x="28730" y="31325"/>
                    <a:pt x="28909" y="31516"/>
                    <a:pt x="29087" y="31706"/>
                  </a:cubicBezTo>
                  <a:cubicBezTo>
                    <a:pt x="30242" y="33076"/>
                    <a:pt x="31516" y="34397"/>
                    <a:pt x="32873" y="35659"/>
                  </a:cubicBezTo>
                  <a:cubicBezTo>
                    <a:pt x="33469" y="36231"/>
                    <a:pt x="34112" y="36790"/>
                    <a:pt x="34755" y="37326"/>
                  </a:cubicBezTo>
                  <a:cubicBezTo>
                    <a:pt x="34898" y="37576"/>
                    <a:pt x="34993" y="37743"/>
                    <a:pt x="35028" y="37802"/>
                  </a:cubicBezTo>
                  <a:cubicBezTo>
                    <a:pt x="34969" y="37671"/>
                    <a:pt x="34909" y="37528"/>
                    <a:pt x="34850" y="37409"/>
                  </a:cubicBezTo>
                  <a:lnTo>
                    <a:pt x="34850" y="37409"/>
                  </a:lnTo>
                  <a:cubicBezTo>
                    <a:pt x="35052" y="37576"/>
                    <a:pt x="35267" y="37755"/>
                    <a:pt x="35481" y="37909"/>
                  </a:cubicBezTo>
                  <a:cubicBezTo>
                    <a:pt x="35624" y="38862"/>
                    <a:pt x="35779" y="39791"/>
                    <a:pt x="35969" y="40719"/>
                  </a:cubicBezTo>
                  <a:cubicBezTo>
                    <a:pt x="36100" y="42815"/>
                    <a:pt x="36267" y="45375"/>
                    <a:pt x="36481" y="48220"/>
                  </a:cubicBezTo>
                  <a:cubicBezTo>
                    <a:pt x="34814" y="48208"/>
                    <a:pt x="33433" y="48018"/>
                    <a:pt x="32445" y="47542"/>
                  </a:cubicBezTo>
                  <a:lnTo>
                    <a:pt x="32445" y="47542"/>
                  </a:lnTo>
                  <a:cubicBezTo>
                    <a:pt x="32445" y="47542"/>
                    <a:pt x="33957" y="50804"/>
                    <a:pt x="36993" y="54483"/>
                  </a:cubicBezTo>
                  <a:cubicBezTo>
                    <a:pt x="37005" y="54638"/>
                    <a:pt x="37029" y="54781"/>
                    <a:pt x="37041" y="54935"/>
                  </a:cubicBezTo>
                  <a:cubicBezTo>
                    <a:pt x="37338" y="53757"/>
                    <a:pt x="37684" y="52590"/>
                    <a:pt x="38112" y="51447"/>
                  </a:cubicBezTo>
                  <a:cubicBezTo>
                    <a:pt x="36791" y="51340"/>
                    <a:pt x="35529" y="50923"/>
                    <a:pt x="34636" y="49828"/>
                  </a:cubicBezTo>
                  <a:lnTo>
                    <a:pt x="34636" y="49828"/>
                  </a:lnTo>
                  <a:cubicBezTo>
                    <a:pt x="35675" y="49907"/>
                    <a:pt x="36718" y="49947"/>
                    <a:pt x="37761" y="49947"/>
                  </a:cubicBezTo>
                  <a:cubicBezTo>
                    <a:pt x="39847" y="49947"/>
                    <a:pt x="41934" y="49788"/>
                    <a:pt x="44006" y="49470"/>
                  </a:cubicBezTo>
                  <a:cubicBezTo>
                    <a:pt x="42946" y="49232"/>
                    <a:pt x="41934" y="48792"/>
                    <a:pt x="40934" y="48351"/>
                  </a:cubicBezTo>
                  <a:cubicBezTo>
                    <a:pt x="44351" y="48232"/>
                    <a:pt x="47768" y="48113"/>
                    <a:pt x="51185" y="47994"/>
                  </a:cubicBezTo>
                  <a:lnTo>
                    <a:pt x="49054" y="47018"/>
                  </a:lnTo>
                  <a:lnTo>
                    <a:pt x="49054" y="47018"/>
                  </a:lnTo>
                  <a:cubicBezTo>
                    <a:pt x="50416" y="47398"/>
                    <a:pt x="51797" y="47531"/>
                    <a:pt x="53189" y="47531"/>
                  </a:cubicBezTo>
                  <a:cubicBezTo>
                    <a:pt x="56481" y="47531"/>
                    <a:pt x="59834" y="46784"/>
                    <a:pt x="63148" y="46784"/>
                  </a:cubicBezTo>
                  <a:cubicBezTo>
                    <a:pt x="64054" y="46784"/>
                    <a:pt x="64956" y="46840"/>
                    <a:pt x="65854" y="46982"/>
                  </a:cubicBezTo>
                  <a:cubicBezTo>
                    <a:pt x="65622" y="46963"/>
                    <a:pt x="65389" y="46954"/>
                    <a:pt x="65156" y="46954"/>
                  </a:cubicBezTo>
                  <a:cubicBezTo>
                    <a:pt x="64039" y="46954"/>
                    <a:pt x="62919" y="47168"/>
                    <a:pt x="61865" y="47601"/>
                  </a:cubicBezTo>
                  <a:cubicBezTo>
                    <a:pt x="65806" y="48077"/>
                    <a:pt x="69676" y="49411"/>
                    <a:pt x="73212" y="51506"/>
                  </a:cubicBezTo>
                  <a:lnTo>
                    <a:pt x="72176" y="51256"/>
                  </a:lnTo>
                  <a:lnTo>
                    <a:pt x="72176" y="51256"/>
                  </a:lnTo>
                  <a:cubicBezTo>
                    <a:pt x="72878" y="51625"/>
                    <a:pt x="73581" y="52006"/>
                    <a:pt x="74283" y="52375"/>
                  </a:cubicBezTo>
                  <a:cubicBezTo>
                    <a:pt x="68420" y="50960"/>
                    <a:pt x="62480" y="49782"/>
                    <a:pt x="56496" y="49782"/>
                  </a:cubicBezTo>
                  <a:cubicBezTo>
                    <a:pt x="56187" y="49782"/>
                    <a:pt x="55877" y="49785"/>
                    <a:pt x="55567" y="49792"/>
                  </a:cubicBezTo>
                  <a:cubicBezTo>
                    <a:pt x="50578" y="49899"/>
                    <a:pt x="45625" y="50851"/>
                    <a:pt x="40660" y="51375"/>
                  </a:cubicBezTo>
                  <a:cubicBezTo>
                    <a:pt x="40096" y="51433"/>
                    <a:pt x="39508" y="51479"/>
                    <a:pt x="38922" y="51479"/>
                  </a:cubicBezTo>
                  <a:cubicBezTo>
                    <a:pt x="38655" y="51479"/>
                    <a:pt x="38388" y="51469"/>
                    <a:pt x="38124" y="51447"/>
                  </a:cubicBezTo>
                  <a:cubicBezTo>
                    <a:pt x="38053" y="52840"/>
                    <a:pt x="38005" y="54233"/>
                    <a:pt x="37981" y="55614"/>
                  </a:cubicBezTo>
                  <a:cubicBezTo>
                    <a:pt x="38946" y="56697"/>
                    <a:pt x="40053" y="57781"/>
                    <a:pt x="41279" y="58805"/>
                  </a:cubicBezTo>
                  <a:cubicBezTo>
                    <a:pt x="41363" y="58888"/>
                    <a:pt x="41434" y="58983"/>
                    <a:pt x="41517" y="59067"/>
                  </a:cubicBezTo>
                  <a:cubicBezTo>
                    <a:pt x="41672" y="59245"/>
                    <a:pt x="41851" y="59460"/>
                    <a:pt x="41886" y="59722"/>
                  </a:cubicBezTo>
                  <a:cubicBezTo>
                    <a:pt x="41922" y="59924"/>
                    <a:pt x="41863" y="60126"/>
                    <a:pt x="41803" y="60329"/>
                  </a:cubicBezTo>
                  <a:cubicBezTo>
                    <a:pt x="41660" y="60769"/>
                    <a:pt x="41494" y="61198"/>
                    <a:pt x="41303" y="61615"/>
                  </a:cubicBezTo>
                  <a:cubicBezTo>
                    <a:pt x="41907" y="61682"/>
                    <a:pt x="42515" y="61715"/>
                    <a:pt x="43122" y="61715"/>
                  </a:cubicBezTo>
                  <a:cubicBezTo>
                    <a:pt x="43806" y="61715"/>
                    <a:pt x="44491" y="61673"/>
                    <a:pt x="45173" y="61591"/>
                  </a:cubicBezTo>
                  <a:lnTo>
                    <a:pt x="45173" y="61591"/>
                  </a:lnTo>
                  <a:cubicBezTo>
                    <a:pt x="44696" y="61900"/>
                    <a:pt x="44161" y="62103"/>
                    <a:pt x="43613" y="62174"/>
                  </a:cubicBezTo>
                  <a:cubicBezTo>
                    <a:pt x="45113" y="62222"/>
                    <a:pt x="46601" y="62532"/>
                    <a:pt x="48018" y="63103"/>
                  </a:cubicBezTo>
                  <a:cubicBezTo>
                    <a:pt x="47792" y="62936"/>
                    <a:pt x="47554" y="62770"/>
                    <a:pt x="47316" y="62603"/>
                  </a:cubicBezTo>
                  <a:lnTo>
                    <a:pt x="47316" y="62603"/>
                  </a:lnTo>
                  <a:cubicBezTo>
                    <a:pt x="47482" y="62674"/>
                    <a:pt x="47649" y="62746"/>
                    <a:pt x="47816" y="62817"/>
                  </a:cubicBezTo>
                  <a:cubicBezTo>
                    <a:pt x="47816" y="62817"/>
                    <a:pt x="47280" y="62293"/>
                    <a:pt x="46470" y="61472"/>
                  </a:cubicBezTo>
                  <a:cubicBezTo>
                    <a:pt x="43780" y="58745"/>
                    <a:pt x="38076" y="52745"/>
                    <a:pt x="39374" y="52221"/>
                  </a:cubicBezTo>
                  <a:cubicBezTo>
                    <a:pt x="40529" y="51768"/>
                    <a:pt x="46780" y="51244"/>
                    <a:pt x="52888" y="51090"/>
                  </a:cubicBezTo>
                  <a:lnTo>
                    <a:pt x="53055" y="51090"/>
                  </a:lnTo>
                  <a:cubicBezTo>
                    <a:pt x="53078" y="51090"/>
                    <a:pt x="53102" y="51078"/>
                    <a:pt x="53114" y="51078"/>
                  </a:cubicBezTo>
                  <a:cubicBezTo>
                    <a:pt x="54055" y="51066"/>
                    <a:pt x="54983" y="51042"/>
                    <a:pt x="55900" y="51042"/>
                  </a:cubicBezTo>
                  <a:cubicBezTo>
                    <a:pt x="56507" y="51042"/>
                    <a:pt x="57103" y="51042"/>
                    <a:pt x="57686" y="51054"/>
                  </a:cubicBezTo>
                  <a:cubicBezTo>
                    <a:pt x="58805" y="51066"/>
                    <a:pt x="59865" y="51102"/>
                    <a:pt x="60817" y="51149"/>
                  </a:cubicBezTo>
                  <a:cubicBezTo>
                    <a:pt x="63437" y="51304"/>
                    <a:pt x="66378" y="51637"/>
                    <a:pt x="69045" y="51994"/>
                  </a:cubicBezTo>
                  <a:cubicBezTo>
                    <a:pt x="69652" y="52078"/>
                    <a:pt x="70235" y="52161"/>
                    <a:pt x="70807" y="52245"/>
                  </a:cubicBezTo>
                  <a:cubicBezTo>
                    <a:pt x="71676" y="52364"/>
                    <a:pt x="72497" y="52495"/>
                    <a:pt x="73248" y="52614"/>
                  </a:cubicBezTo>
                  <a:lnTo>
                    <a:pt x="73259" y="52614"/>
                  </a:lnTo>
                  <a:cubicBezTo>
                    <a:pt x="75700" y="52995"/>
                    <a:pt x="77367" y="53304"/>
                    <a:pt x="77367" y="53304"/>
                  </a:cubicBezTo>
                  <a:cubicBezTo>
                    <a:pt x="74271" y="51137"/>
                    <a:pt x="72343" y="49518"/>
                    <a:pt x="70045" y="48423"/>
                  </a:cubicBezTo>
                  <a:lnTo>
                    <a:pt x="70533" y="48208"/>
                  </a:lnTo>
                  <a:cubicBezTo>
                    <a:pt x="70819" y="48077"/>
                    <a:pt x="71104" y="47934"/>
                    <a:pt x="71390" y="47804"/>
                  </a:cubicBezTo>
                  <a:cubicBezTo>
                    <a:pt x="71974" y="48006"/>
                    <a:pt x="72569" y="48244"/>
                    <a:pt x="73140" y="48554"/>
                  </a:cubicBezTo>
                  <a:cubicBezTo>
                    <a:pt x="73140" y="48554"/>
                    <a:pt x="72867" y="48089"/>
                    <a:pt x="71985" y="47530"/>
                  </a:cubicBezTo>
                  <a:cubicBezTo>
                    <a:pt x="72236" y="47399"/>
                    <a:pt x="72486" y="47280"/>
                    <a:pt x="72736" y="47161"/>
                  </a:cubicBezTo>
                  <a:cubicBezTo>
                    <a:pt x="72759" y="47184"/>
                    <a:pt x="72795" y="47208"/>
                    <a:pt x="72819" y="47220"/>
                  </a:cubicBezTo>
                  <a:cubicBezTo>
                    <a:pt x="73795" y="47934"/>
                    <a:pt x="74593" y="48649"/>
                    <a:pt x="75236" y="49232"/>
                  </a:cubicBezTo>
                  <a:cubicBezTo>
                    <a:pt x="76510" y="50423"/>
                    <a:pt x="77200" y="51113"/>
                    <a:pt x="77200" y="51113"/>
                  </a:cubicBezTo>
                  <a:cubicBezTo>
                    <a:pt x="75879" y="49625"/>
                    <a:pt x="74533" y="48196"/>
                    <a:pt x="73057" y="47006"/>
                  </a:cubicBezTo>
                  <a:cubicBezTo>
                    <a:pt x="82677" y="42184"/>
                    <a:pt x="86690" y="37231"/>
                    <a:pt x="96048" y="23360"/>
                  </a:cubicBezTo>
                  <a:lnTo>
                    <a:pt x="96048" y="23360"/>
                  </a:lnTo>
                  <a:cubicBezTo>
                    <a:pt x="95810" y="23872"/>
                    <a:pt x="95572" y="24372"/>
                    <a:pt x="95346" y="24872"/>
                  </a:cubicBezTo>
                  <a:cubicBezTo>
                    <a:pt x="96072" y="23408"/>
                    <a:pt x="96810" y="21955"/>
                    <a:pt x="97536" y="20491"/>
                  </a:cubicBezTo>
                  <a:lnTo>
                    <a:pt x="97536" y="20491"/>
                  </a:lnTo>
                  <a:cubicBezTo>
                    <a:pt x="94726" y="25039"/>
                    <a:pt x="91631" y="29420"/>
                    <a:pt x="88142" y="33373"/>
                  </a:cubicBezTo>
                  <a:cubicBezTo>
                    <a:pt x="83201" y="39779"/>
                    <a:pt x="79248" y="43172"/>
                    <a:pt x="72545" y="46494"/>
                  </a:cubicBezTo>
                  <a:cubicBezTo>
                    <a:pt x="72783" y="46327"/>
                    <a:pt x="73009" y="46160"/>
                    <a:pt x="73236" y="45982"/>
                  </a:cubicBezTo>
                  <a:cubicBezTo>
                    <a:pt x="74010" y="45422"/>
                    <a:pt x="74736" y="44803"/>
                    <a:pt x="75450" y="44196"/>
                  </a:cubicBezTo>
                  <a:lnTo>
                    <a:pt x="75450" y="44196"/>
                  </a:lnTo>
                  <a:cubicBezTo>
                    <a:pt x="74510" y="44756"/>
                    <a:pt x="73545" y="45291"/>
                    <a:pt x="72557" y="45791"/>
                  </a:cubicBezTo>
                  <a:cubicBezTo>
                    <a:pt x="72497" y="45851"/>
                    <a:pt x="72438" y="45910"/>
                    <a:pt x="72378" y="45970"/>
                  </a:cubicBezTo>
                  <a:cubicBezTo>
                    <a:pt x="72271" y="46077"/>
                    <a:pt x="72188" y="46160"/>
                    <a:pt x="72081" y="46256"/>
                  </a:cubicBezTo>
                  <a:cubicBezTo>
                    <a:pt x="72057" y="46244"/>
                    <a:pt x="72033" y="46220"/>
                    <a:pt x="72009" y="46208"/>
                  </a:cubicBezTo>
                  <a:cubicBezTo>
                    <a:pt x="72105" y="46113"/>
                    <a:pt x="72200" y="46029"/>
                    <a:pt x="72283" y="45934"/>
                  </a:cubicBezTo>
                  <a:lnTo>
                    <a:pt x="72283" y="45934"/>
                  </a:lnTo>
                  <a:cubicBezTo>
                    <a:pt x="71807" y="46172"/>
                    <a:pt x="71331" y="46399"/>
                    <a:pt x="70854" y="46613"/>
                  </a:cubicBezTo>
                  <a:cubicBezTo>
                    <a:pt x="73128" y="43529"/>
                    <a:pt x="75033" y="40160"/>
                    <a:pt x="76546" y="36624"/>
                  </a:cubicBezTo>
                  <a:cubicBezTo>
                    <a:pt x="78296" y="32183"/>
                    <a:pt x="79558" y="27539"/>
                    <a:pt x="80296" y="22836"/>
                  </a:cubicBezTo>
                  <a:cubicBezTo>
                    <a:pt x="80641" y="22372"/>
                    <a:pt x="80975" y="21907"/>
                    <a:pt x="81296" y="21455"/>
                  </a:cubicBezTo>
                  <a:cubicBezTo>
                    <a:pt x="81891" y="20288"/>
                    <a:pt x="82618" y="19181"/>
                    <a:pt x="83320" y="18062"/>
                  </a:cubicBezTo>
                  <a:cubicBezTo>
                    <a:pt x="84082" y="16835"/>
                    <a:pt x="84809" y="15585"/>
                    <a:pt x="85487" y="14299"/>
                  </a:cubicBezTo>
                  <a:lnTo>
                    <a:pt x="85487" y="14299"/>
                  </a:lnTo>
                  <a:cubicBezTo>
                    <a:pt x="80772" y="21646"/>
                    <a:pt x="75022" y="28313"/>
                    <a:pt x="68473" y="34099"/>
                  </a:cubicBezTo>
                  <a:cubicBezTo>
                    <a:pt x="68926" y="34159"/>
                    <a:pt x="69366" y="34242"/>
                    <a:pt x="69819" y="34314"/>
                  </a:cubicBezTo>
                  <a:cubicBezTo>
                    <a:pt x="71152" y="33123"/>
                    <a:pt x="72414" y="31909"/>
                    <a:pt x="73605" y="30694"/>
                  </a:cubicBezTo>
                  <a:cubicBezTo>
                    <a:pt x="75784" y="28468"/>
                    <a:pt x="77712" y="26229"/>
                    <a:pt x="79415" y="24003"/>
                  </a:cubicBezTo>
                  <a:lnTo>
                    <a:pt x="79415" y="24003"/>
                  </a:lnTo>
                  <a:cubicBezTo>
                    <a:pt x="78713" y="27932"/>
                    <a:pt x="77641" y="31790"/>
                    <a:pt x="76236" y="35528"/>
                  </a:cubicBezTo>
                  <a:cubicBezTo>
                    <a:pt x="76248" y="35528"/>
                    <a:pt x="76248" y="35528"/>
                    <a:pt x="76260" y="35540"/>
                  </a:cubicBezTo>
                  <a:lnTo>
                    <a:pt x="76236" y="35540"/>
                  </a:lnTo>
                  <a:cubicBezTo>
                    <a:pt x="74891" y="39088"/>
                    <a:pt x="73248" y="42517"/>
                    <a:pt x="71307" y="45756"/>
                  </a:cubicBezTo>
                  <a:cubicBezTo>
                    <a:pt x="69878" y="44922"/>
                    <a:pt x="68295" y="44398"/>
                    <a:pt x="66747" y="44339"/>
                  </a:cubicBezTo>
                  <a:cubicBezTo>
                    <a:pt x="66424" y="44319"/>
                    <a:pt x="66105" y="44311"/>
                    <a:pt x="65789" y="44311"/>
                  </a:cubicBezTo>
                  <a:cubicBezTo>
                    <a:pt x="64179" y="44311"/>
                    <a:pt x="62651" y="44535"/>
                    <a:pt x="61198" y="44684"/>
                  </a:cubicBezTo>
                  <a:cubicBezTo>
                    <a:pt x="59472" y="44898"/>
                    <a:pt x="57841" y="45113"/>
                    <a:pt x="56353" y="45339"/>
                  </a:cubicBezTo>
                  <a:cubicBezTo>
                    <a:pt x="55305" y="45506"/>
                    <a:pt x="54329" y="45672"/>
                    <a:pt x="53424" y="45839"/>
                  </a:cubicBezTo>
                  <a:cubicBezTo>
                    <a:pt x="58234" y="43208"/>
                    <a:pt x="62591" y="40267"/>
                    <a:pt x="66461" y="37159"/>
                  </a:cubicBezTo>
                  <a:cubicBezTo>
                    <a:pt x="66032" y="37064"/>
                    <a:pt x="65592" y="36981"/>
                    <a:pt x="65163" y="36885"/>
                  </a:cubicBezTo>
                  <a:cubicBezTo>
                    <a:pt x="60615" y="40553"/>
                    <a:pt x="55745" y="43803"/>
                    <a:pt x="50590" y="46553"/>
                  </a:cubicBezTo>
                  <a:cubicBezTo>
                    <a:pt x="53424" y="43136"/>
                    <a:pt x="55924" y="39457"/>
                    <a:pt x="58067" y="35564"/>
                  </a:cubicBezTo>
                  <a:cubicBezTo>
                    <a:pt x="57853" y="35540"/>
                    <a:pt x="57638" y="35492"/>
                    <a:pt x="57412" y="35457"/>
                  </a:cubicBezTo>
                  <a:cubicBezTo>
                    <a:pt x="55460" y="39183"/>
                    <a:pt x="53269" y="42636"/>
                    <a:pt x="50864" y="45708"/>
                  </a:cubicBezTo>
                  <a:lnTo>
                    <a:pt x="50614" y="46018"/>
                  </a:lnTo>
                  <a:cubicBezTo>
                    <a:pt x="47899" y="45529"/>
                    <a:pt x="45256" y="44339"/>
                    <a:pt x="42946" y="42553"/>
                  </a:cubicBezTo>
                  <a:lnTo>
                    <a:pt x="42946" y="42553"/>
                  </a:lnTo>
                  <a:cubicBezTo>
                    <a:pt x="44494" y="44375"/>
                    <a:pt x="46208" y="46291"/>
                    <a:pt x="48244" y="46958"/>
                  </a:cubicBezTo>
                  <a:cubicBezTo>
                    <a:pt x="48125" y="46994"/>
                    <a:pt x="48018" y="47018"/>
                    <a:pt x="47911" y="47053"/>
                  </a:cubicBezTo>
                  <a:cubicBezTo>
                    <a:pt x="47090" y="47172"/>
                    <a:pt x="46268" y="47280"/>
                    <a:pt x="45482" y="47399"/>
                  </a:cubicBezTo>
                  <a:cubicBezTo>
                    <a:pt x="44601" y="47351"/>
                    <a:pt x="43732" y="47220"/>
                    <a:pt x="42875" y="46994"/>
                  </a:cubicBezTo>
                  <a:cubicBezTo>
                    <a:pt x="41482" y="46613"/>
                    <a:pt x="40124" y="45910"/>
                    <a:pt x="38981" y="44886"/>
                  </a:cubicBezTo>
                  <a:cubicBezTo>
                    <a:pt x="39172" y="44434"/>
                    <a:pt x="39374" y="43970"/>
                    <a:pt x="39577" y="43517"/>
                  </a:cubicBezTo>
                  <a:cubicBezTo>
                    <a:pt x="39922" y="42684"/>
                    <a:pt x="40291" y="41874"/>
                    <a:pt x="40672" y="41065"/>
                  </a:cubicBezTo>
                  <a:cubicBezTo>
                    <a:pt x="41053" y="40267"/>
                    <a:pt x="41398" y="39469"/>
                    <a:pt x="41791" y="38683"/>
                  </a:cubicBezTo>
                  <a:cubicBezTo>
                    <a:pt x="42553" y="37112"/>
                    <a:pt x="43327" y="35576"/>
                    <a:pt x="44113" y="34099"/>
                  </a:cubicBezTo>
                  <a:cubicBezTo>
                    <a:pt x="43649" y="34076"/>
                    <a:pt x="43196" y="34064"/>
                    <a:pt x="42732" y="34052"/>
                  </a:cubicBezTo>
                  <a:cubicBezTo>
                    <a:pt x="42553" y="34361"/>
                    <a:pt x="42375" y="34659"/>
                    <a:pt x="42196" y="34969"/>
                  </a:cubicBezTo>
                  <a:cubicBezTo>
                    <a:pt x="41422" y="36445"/>
                    <a:pt x="40672" y="37933"/>
                    <a:pt x="39970" y="39410"/>
                  </a:cubicBezTo>
                  <a:cubicBezTo>
                    <a:pt x="39684" y="40017"/>
                    <a:pt x="39398" y="40612"/>
                    <a:pt x="39124" y="41207"/>
                  </a:cubicBezTo>
                  <a:cubicBezTo>
                    <a:pt x="38434" y="42886"/>
                    <a:pt x="37874" y="44613"/>
                    <a:pt x="37457" y="46399"/>
                  </a:cubicBezTo>
                  <a:cubicBezTo>
                    <a:pt x="37338" y="43934"/>
                    <a:pt x="37219" y="41481"/>
                    <a:pt x="37112" y="39029"/>
                  </a:cubicBezTo>
                  <a:cubicBezTo>
                    <a:pt x="37053" y="38719"/>
                    <a:pt x="36993" y="38409"/>
                    <a:pt x="36945" y="38088"/>
                  </a:cubicBezTo>
                  <a:cubicBezTo>
                    <a:pt x="26563" y="32325"/>
                    <a:pt x="20550" y="19752"/>
                    <a:pt x="22110" y="8037"/>
                  </a:cubicBezTo>
                  <a:cubicBezTo>
                    <a:pt x="21908" y="6810"/>
                    <a:pt x="21741" y="5572"/>
                    <a:pt x="21610" y="4334"/>
                  </a:cubicBezTo>
                  <a:cubicBezTo>
                    <a:pt x="21551" y="5334"/>
                    <a:pt x="21503" y="6322"/>
                    <a:pt x="21479" y="7299"/>
                  </a:cubicBezTo>
                  <a:cubicBezTo>
                    <a:pt x="21408" y="10287"/>
                    <a:pt x="21539" y="13156"/>
                    <a:pt x="21908" y="15823"/>
                  </a:cubicBezTo>
                  <a:cubicBezTo>
                    <a:pt x="22086" y="17121"/>
                    <a:pt x="22336" y="18383"/>
                    <a:pt x="22634" y="19574"/>
                  </a:cubicBezTo>
                  <a:cubicBezTo>
                    <a:pt x="20610" y="14430"/>
                    <a:pt x="19586" y="8763"/>
                    <a:pt x="19538" y="2607"/>
                  </a:cubicBezTo>
                  <a:cubicBezTo>
                    <a:pt x="19527" y="1738"/>
                    <a:pt x="19550" y="869"/>
                    <a:pt x="19586" y="0"/>
                  </a:cubicBezTo>
                  <a:lnTo>
                    <a:pt x="18896" y="0"/>
                  </a:lnTo>
                  <a:cubicBezTo>
                    <a:pt x="18860" y="869"/>
                    <a:pt x="18848" y="1750"/>
                    <a:pt x="18860" y="2619"/>
                  </a:cubicBezTo>
                  <a:cubicBezTo>
                    <a:pt x="18919" y="10799"/>
                    <a:pt x="20705" y="18133"/>
                    <a:pt x="24194" y="24551"/>
                  </a:cubicBezTo>
                  <a:cubicBezTo>
                    <a:pt x="24182" y="25372"/>
                    <a:pt x="24110" y="26206"/>
                    <a:pt x="24039" y="27039"/>
                  </a:cubicBezTo>
                  <a:cubicBezTo>
                    <a:pt x="23729" y="30778"/>
                    <a:pt x="23527" y="34528"/>
                    <a:pt x="23444" y="38279"/>
                  </a:cubicBezTo>
                  <a:lnTo>
                    <a:pt x="23444" y="38302"/>
                  </a:lnTo>
                  <a:cubicBezTo>
                    <a:pt x="22884" y="42315"/>
                    <a:pt x="22515" y="47661"/>
                    <a:pt x="22670" y="54673"/>
                  </a:cubicBezTo>
                  <a:cubicBezTo>
                    <a:pt x="22682" y="54864"/>
                    <a:pt x="22682" y="55066"/>
                    <a:pt x="22694" y="55257"/>
                  </a:cubicBezTo>
                  <a:cubicBezTo>
                    <a:pt x="22706" y="55721"/>
                    <a:pt x="22729" y="56197"/>
                    <a:pt x="22741" y="56674"/>
                  </a:cubicBezTo>
                  <a:cubicBezTo>
                    <a:pt x="22753" y="56947"/>
                    <a:pt x="22753" y="57209"/>
                    <a:pt x="22765" y="57483"/>
                  </a:cubicBezTo>
                  <a:cubicBezTo>
                    <a:pt x="23515" y="75164"/>
                    <a:pt x="33826" y="82736"/>
                    <a:pt x="37279" y="84784"/>
                  </a:cubicBezTo>
                  <a:cubicBezTo>
                    <a:pt x="29909" y="84784"/>
                    <a:pt x="24491" y="79224"/>
                    <a:pt x="21670" y="75485"/>
                  </a:cubicBezTo>
                  <a:lnTo>
                    <a:pt x="21693" y="75474"/>
                  </a:lnTo>
                  <a:cubicBezTo>
                    <a:pt x="20931" y="74247"/>
                    <a:pt x="20253" y="72961"/>
                    <a:pt x="19634" y="71640"/>
                  </a:cubicBezTo>
                  <a:cubicBezTo>
                    <a:pt x="18598" y="69413"/>
                    <a:pt x="17753" y="67068"/>
                    <a:pt x="17098" y="64687"/>
                  </a:cubicBezTo>
                  <a:cubicBezTo>
                    <a:pt x="16038" y="60888"/>
                    <a:pt x="15431" y="56959"/>
                    <a:pt x="15169" y="53018"/>
                  </a:cubicBezTo>
                  <a:cubicBezTo>
                    <a:pt x="14633" y="45113"/>
                    <a:pt x="15419" y="37159"/>
                    <a:pt x="16371" y="29266"/>
                  </a:cubicBezTo>
                  <a:lnTo>
                    <a:pt x="16371" y="29266"/>
                  </a:lnTo>
                  <a:cubicBezTo>
                    <a:pt x="15193" y="37124"/>
                    <a:pt x="14181" y="45053"/>
                    <a:pt x="14490" y="53054"/>
                  </a:cubicBezTo>
                  <a:cubicBezTo>
                    <a:pt x="14633" y="56888"/>
                    <a:pt x="15109" y="60722"/>
                    <a:pt x="16002" y="64472"/>
                  </a:cubicBezTo>
                  <a:cubicBezTo>
                    <a:pt x="16038" y="64627"/>
                    <a:pt x="16074" y="64782"/>
                    <a:pt x="16109" y="64937"/>
                  </a:cubicBezTo>
                  <a:cubicBezTo>
                    <a:pt x="16991" y="68473"/>
                    <a:pt x="18241" y="71937"/>
                    <a:pt x="19967" y="75176"/>
                  </a:cubicBezTo>
                  <a:cubicBezTo>
                    <a:pt x="19967" y="75188"/>
                    <a:pt x="19979" y="75200"/>
                    <a:pt x="19979" y="75212"/>
                  </a:cubicBezTo>
                  <a:cubicBezTo>
                    <a:pt x="23956" y="83713"/>
                    <a:pt x="31480" y="88606"/>
                    <a:pt x="34576" y="90333"/>
                  </a:cubicBezTo>
                  <a:cubicBezTo>
                    <a:pt x="25551" y="89773"/>
                    <a:pt x="18741" y="86189"/>
                    <a:pt x="14324" y="79641"/>
                  </a:cubicBezTo>
                  <a:cubicBezTo>
                    <a:pt x="13169" y="77938"/>
                    <a:pt x="12204" y="76081"/>
                    <a:pt x="11406" y="74081"/>
                  </a:cubicBezTo>
                  <a:cubicBezTo>
                    <a:pt x="2667" y="52316"/>
                    <a:pt x="13288" y="14621"/>
                    <a:pt x="1803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46"/>
            <p:cNvSpPr/>
            <p:nvPr/>
          </p:nvSpPr>
          <p:spPr>
            <a:xfrm>
              <a:off x="6445150" y="2335525"/>
              <a:ext cx="282775" cy="149450"/>
            </a:xfrm>
            <a:custGeom>
              <a:rect b="b" l="l" r="r" t="t"/>
              <a:pathLst>
                <a:path extrusionOk="0" h="5978" w="11311">
                  <a:moveTo>
                    <a:pt x="11311" y="1"/>
                  </a:moveTo>
                  <a:cubicBezTo>
                    <a:pt x="9561" y="989"/>
                    <a:pt x="7775" y="1906"/>
                    <a:pt x="5929" y="2692"/>
                  </a:cubicBezTo>
                  <a:cubicBezTo>
                    <a:pt x="5167" y="3073"/>
                    <a:pt x="4393" y="3442"/>
                    <a:pt x="3620" y="3799"/>
                  </a:cubicBezTo>
                  <a:cubicBezTo>
                    <a:pt x="2774" y="4263"/>
                    <a:pt x="1976" y="4692"/>
                    <a:pt x="1250" y="5073"/>
                  </a:cubicBezTo>
                  <a:cubicBezTo>
                    <a:pt x="833" y="5287"/>
                    <a:pt x="441" y="5490"/>
                    <a:pt x="71" y="5680"/>
                  </a:cubicBezTo>
                  <a:cubicBezTo>
                    <a:pt x="48" y="5787"/>
                    <a:pt x="24" y="5883"/>
                    <a:pt x="0" y="5978"/>
                  </a:cubicBezTo>
                  <a:cubicBezTo>
                    <a:pt x="3953" y="4204"/>
                    <a:pt x="7763" y="2227"/>
                    <a:pt x="1131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46"/>
            <p:cNvSpPr/>
            <p:nvPr/>
          </p:nvSpPr>
          <p:spPr>
            <a:xfrm>
              <a:off x="6482050" y="1742000"/>
              <a:ext cx="278625" cy="408725"/>
            </a:xfrm>
            <a:custGeom>
              <a:rect b="b" l="l" r="r" t="t"/>
              <a:pathLst>
                <a:path extrusionOk="0" h="16349" w="11145">
                  <a:moveTo>
                    <a:pt x="11145" y="1"/>
                  </a:moveTo>
                  <a:lnTo>
                    <a:pt x="11145" y="1"/>
                  </a:lnTo>
                  <a:cubicBezTo>
                    <a:pt x="10692" y="906"/>
                    <a:pt x="10228" y="1811"/>
                    <a:pt x="9740" y="2716"/>
                  </a:cubicBezTo>
                  <a:cubicBezTo>
                    <a:pt x="9478" y="3311"/>
                    <a:pt x="9228" y="3918"/>
                    <a:pt x="8966" y="4525"/>
                  </a:cubicBezTo>
                  <a:lnTo>
                    <a:pt x="8775" y="4454"/>
                  </a:lnTo>
                  <a:cubicBezTo>
                    <a:pt x="8632" y="4704"/>
                    <a:pt x="8490" y="4942"/>
                    <a:pt x="8347" y="5192"/>
                  </a:cubicBezTo>
                  <a:cubicBezTo>
                    <a:pt x="7394" y="7264"/>
                    <a:pt x="6049" y="9204"/>
                    <a:pt x="4537" y="10978"/>
                  </a:cubicBezTo>
                  <a:cubicBezTo>
                    <a:pt x="3120" y="12907"/>
                    <a:pt x="1596" y="14705"/>
                    <a:pt x="0" y="16301"/>
                  </a:cubicBezTo>
                  <a:cubicBezTo>
                    <a:pt x="0" y="16312"/>
                    <a:pt x="0" y="16324"/>
                    <a:pt x="0" y="16348"/>
                  </a:cubicBezTo>
                  <a:cubicBezTo>
                    <a:pt x="2656" y="14134"/>
                    <a:pt x="5465" y="11336"/>
                    <a:pt x="7513" y="8133"/>
                  </a:cubicBezTo>
                  <a:lnTo>
                    <a:pt x="7513" y="8133"/>
                  </a:lnTo>
                  <a:cubicBezTo>
                    <a:pt x="7263" y="8823"/>
                    <a:pt x="6977" y="9574"/>
                    <a:pt x="6668" y="10383"/>
                  </a:cubicBezTo>
                  <a:cubicBezTo>
                    <a:pt x="7966" y="7692"/>
                    <a:pt x="9168" y="4978"/>
                    <a:pt x="10287" y="2215"/>
                  </a:cubicBezTo>
                  <a:cubicBezTo>
                    <a:pt x="10573" y="1477"/>
                    <a:pt x="10859" y="739"/>
                    <a:pt x="1114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46"/>
            <p:cNvSpPr/>
            <p:nvPr/>
          </p:nvSpPr>
          <p:spPr>
            <a:xfrm>
              <a:off x="6457350" y="2086700"/>
              <a:ext cx="317625" cy="343525"/>
            </a:xfrm>
            <a:custGeom>
              <a:rect b="b" l="l" r="r" t="t"/>
              <a:pathLst>
                <a:path extrusionOk="0" h="13741" w="12705">
                  <a:moveTo>
                    <a:pt x="12704" y="0"/>
                  </a:moveTo>
                  <a:lnTo>
                    <a:pt x="12704" y="0"/>
                  </a:lnTo>
                  <a:cubicBezTo>
                    <a:pt x="12311" y="286"/>
                    <a:pt x="11906" y="584"/>
                    <a:pt x="11514" y="881"/>
                  </a:cubicBezTo>
                  <a:cubicBezTo>
                    <a:pt x="8847" y="3679"/>
                    <a:pt x="5977" y="6061"/>
                    <a:pt x="3477" y="7930"/>
                  </a:cubicBezTo>
                  <a:cubicBezTo>
                    <a:pt x="3012" y="8394"/>
                    <a:pt x="2548" y="8859"/>
                    <a:pt x="2108" y="9335"/>
                  </a:cubicBezTo>
                  <a:cubicBezTo>
                    <a:pt x="2227" y="9109"/>
                    <a:pt x="2334" y="8882"/>
                    <a:pt x="2453" y="8668"/>
                  </a:cubicBezTo>
                  <a:lnTo>
                    <a:pt x="2453" y="8668"/>
                  </a:lnTo>
                  <a:cubicBezTo>
                    <a:pt x="1810" y="9132"/>
                    <a:pt x="1191" y="9549"/>
                    <a:pt x="631" y="9930"/>
                  </a:cubicBezTo>
                  <a:cubicBezTo>
                    <a:pt x="584" y="10228"/>
                    <a:pt x="548" y="10525"/>
                    <a:pt x="512" y="10823"/>
                  </a:cubicBezTo>
                  <a:cubicBezTo>
                    <a:pt x="3227" y="9037"/>
                    <a:pt x="7096" y="6227"/>
                    <a:pt x="10752" y="2632"/>
                  </a:cubicBezTo>
                  <a:lnTo>
                    <a:pt x="10752" y="2632"/>
                  </a:lnTo>
                  <a:cubicBezTo>
                    <a:pt x="7882" y="6251"/>
                    <a:pt x="4179" y="10323"/>
                    <a:pt x="48" y="13538"/>
                  </a:cubicBezTo>
                  <a:lnTo>
                    <a:pt x="0" y="13740"/>
                  </a:lnTo>
                  <a:cubicBezTo>
                    <a:pt x="4691" y="10323"/>
                    <a:pt x="8811" y="6156"/>
                    <a:pt x="12168" y="1441"/>
                  </a:cubicBezTo>
                  <a:cubicBezTo>
                    <a:pt x="12359" y="965"/>
                    <a:pt x="12537" y="477"/>
                    <a:pt x="12704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46"/>
            <p:cNvSpPr/>
            <p:nvPr/>
          </p:nvSpPr>
          <p:spPr>
            <a:xfrm>
              <a:off x="6473725" y="2194750"/>
              <a:ext cx="80075" cy="134250"/>
            </a:xfrm>
            <a:custGeom>
              <a:rect b="b" l="l" r="r" t="t"/>
              <a:pathLst>
                <a:path extrusionOk="0" h="5370" w="3203">
                  <a:moveTo>
                    <a:pt x="3203" y="0"/>
                  </a:moveTo>
                  <a:lnTo>
                    <a:pt x="3203" y="0"/>
                  </a:lnTo>
                  <a:cubicBezTo>
                    <a:pt x="2286" y="1500"/>
                    <a:pt x="1262" y="2965"/>
                    <a:pt x="119" y="4298"/>
                  </a:cubicBezTo>
                  <a:cubicBezTo>
                    <a:pt x="83" y="4656"/>
                    <a:pt x="48" y="5013"/>
                    <a:pt x="0" y="5370"/>
                  </a:cubicBezTo>
                  <a:cubicBezTo>
                    <a:pt x="1214" y="3882"/>
                    <a:pt x="2262" y="1929"/>
                    <a:pt x="3203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46"/>
            <p:cNvSpPr/>
            <p:nvPr/>
          </p:nvSpPr>
          <p:spPr>
            <a:xfrm>
              <a:off x="6424600" y="1469050"/>
              <a:ext cx="145875" cy="561425"/>
            </a:xfrm>
            <a:custGeom>
              <a:rect b="b" l="l" r="r" t="t"/>
              <a:pathLst>
                <a:path extrusionOk="0" h="22457" w="5835">
                  <a:moveTo>
                    <a:pt x="1" y="1"/>
                  </a:moveTo>
                  <a:cubicBezTo>
                    <a:pt x="1072" y="6430"/>
                    <a:pt x="1513" y="13003"/>
                    <a:pt x="1929" y="19515"/>
                  </a:cubicBezTo>
                  <a:cubicBezTo>
                    <a:pt x="2001" y="20492"/>
                    <a:pt x="2060" y="21468"/>
                    <a:pt x="2108" y="22456"/>
                  </a:cubicBezTo>
                  <a:cubicBezTo>
                    <a:pt x="2441" y="21706"/>
                    <a:pt x="2739" y="20956"/>
                    <a:pt x="3025" y="20194"/>
                  </a:cubicBezTo>
                  <a:cubicBezTo>
                    <a:pt x="3787" y="17086"/>
                    <a:pt x="4299" y="14062"/>
                    <a:pt x="4620" y="12110"/>
                  </a:cubicBezTo>
                  <a:cubicBezTo>
                    <a:pt x="5311" y="7895"/>
                    <a:pt x="5704" y="3906"/>
                    <a:pt x="5835" y="1"/>
                  </a:cubicBezTo>
                  <a:lnTo>
                    <a:pt x="5239" y="1"/>
                  </a:lnTo>
                  <a:cubicBezTo>
                    <a:pt x="5311" y="1608"/>
                    <a:pt x="5358" y="3228"/>
                    <a:pt x="5406" y="4823"/>
                  </a:cubicBezTo>
                  <a:cubicBezTo>
                    <a:pt x="5346" y="4228"/>
                    <a:pt x="5275" y="3644"/>
                    <a:pt x="5180" y="3061"/>
                  </a:cubicBezTo>
                  <a:cubicBezTo>
                    <a:pt x="5156" y="3716"/>
                    <a:pt x="5120" y="4371"/>
                    <a:pt x="5073" y="5013"/>
                  </a:cubicBezTo>
                  <a:cubicBezTo>
                    <a:pt x="5013" y="3775"/>
                    <a:pt x="4870" y="2573"/>
                    <a:pt x="4644" y="1382"/>
                  </a:cubicBezTo>
                  <a:cubicBezTo>
                    <a:pt x="4608" y="2358"/>
                    <a:pt x="4549" y="3323"/>
                    <a:pt x="4453" y="4275"/>
                  </a:cubicBezTo>
                  <a:cubicBezTo>
                    <a:pt x="4346" y="2835"/>
                    <a:pt x="4096" y="1406"/>
                    <a:pt x="3739" y="1"/>
                  </a:cubicBezTo>
                  <a:lnTo>
                    <a:pt x="3632" y="1"/>
                  </a:lnTo>
                  <a:cubicBezTo>
                    <a:pt x="4573" y="3751"/>
                    <a:pt x="4668" y="7752"/>
                    <a:pt x="3941" y="12050"/>
                  </a:cubicBezTo>
                  <a:cubicBezTo>
                    <a:pt x="3941" y="12098"/>
                    <a:pt x="3930" y="13205"/>
                    <a:pt x="3691" y="14919"/>
                  </a:cubicBezTo>
                  <a:cubicBezTo>
                    <a:pt x="3691" y="14943"/>
                    <a:pt x="3680" y="14955"/>
                    <a:pt x="3680" y="14967"/>
                  </a:cubicBezTo>
                  <a:cubicBezTo>
                    <a:pt x="3453" y="16074"/>
                    <a:pt x="3227" y="17110"/>
                    <a:pt x="3001" y="18063"/>
                  </a:cubicBezTo>
                  <a:cubicBezTo>
                    <a:pt x="2715" y="19241"/>
                    <a:pt x="2441" y="20325"/>
                    <a:pt x="2179" y="21289"/>
                  </a:cubicBezTo>
                  <a:cubicBezTo>
                    <a:pt x="2156" y="21349"/>
                    <a:pt x="2132" y="21432"/>
                    <a:pt x="2108" y="21492"/>
                  </a:cubicBezTo>
                  <a:cubicBezTo>
                    <a:pt x="2263" y="14348"/>
                    <a:pt x="1703" y="7157"/>
                    <a:pt x="47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46"/>
            <p:cNvSpPr/>
            <p:nvPr/>
          </p:nvSpPr>
          <p:spPr>
            <a:xfrm>
              <a:off x="6352575" y="1469050"/>
              <a:ext cx="33350" cy="209875"/>
            </a:xfrm>
            <a:custGeom>
              <a:rect b="b" l="l" r="r" t="t"/>
              <a:pathLst>
                <a:path extrusionOk="0" h="8395" w="1334">
                  <a:moveTo>
                    <a:pt x="0" y="1"/>
                  </a:moveTo>
                  <a:cubicBezTo>
                    <a:pt x="524" y="3001"/>
                    <a:pt x="965" y="5847"/>
                    <a:pt x="1298" y="8395"/>
                  </a:cubicBezTo>
                  <a:cubicBezTo>
                    <a:pt x="1334" y="6264"/>
                    <a:pt x="1322" y="4132"/>
                    <a:pt x="1262" y="2001"/>
                  </a:cubicBezTo>
                  <a:cubicBezTo>
                    <a:pt x="1203" y="1692"/>
                    <a:pt x="1131" y="1382"/>
                    <a:pt x="1060" y="1084"/>
                  </a:cubicBezTo>
                  <a:cubicBezTo>
                    <a:pt x="977" y="703"/>
                    <a:pt x="881" y="346"/>
                    <a:pt x="79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46"/>
            <p:cNvSpPr/>
            <p:nvPr/>
          </p:nvSpPr>
          <p:spPr>
            <a:xfrm>
              <a:off x="5897150" y="2774875"/>
              <a:ext cx="445025" cy="731075"/>
            </a:xfrm>
            <a:custGeom>
              <a:rect b="b" l="l" r="r" t="t"/>
              <a:pathLst>
                <a:path extrusionOk="0" h="29243" w="17801">
                  <a:moveTo>
                    <a:pt x="17800" y="1"/>
                  </a:moveTo>
                  <a:cubicBezTo>
                    <a:pt x="16598" y="2656"/>
                    <a:pt x="15264" y="5251"/>
                    <a:pt x="13836" y="7823"/>
                  </a:cubicBezTo>
                  <a:cubicBezTo>
                    <a:pt x="11562" y="12657"/>
                    <a:pt x="8835" y="17193"/>
                    <a:pt x="5692" y="21420"/>
                  </a:cubicBezTo>
                  <a:cubicBezTo>
                    <a:pt x="4406" y="23456"/>
                    <a:pt x="3013" y="25432"/>
                    <a:pt x="1287" y="27111"/>
                  </a:cubicBezTo>
                  <a:cubicBezTo>
                    <a:pt x="1608" y="26647"/>
                    <a:pt x="1894" y="26170"/>
                    <a:pt x="2168" y="25682"/>
                  </a:cubicBezTo>
                  <a:cubicBezTo>
                    <a:pt x="3144" y="23146"/>
                    <a:pt x="4799" y="18598"/>
                    <a:pt x="6073" y="13847"/>
                  </a:cubicBezTo>
                  <a:cubicBezTo>
                    <a:pt x="6406" y="11776"/>
                    <a:pt x="6621" y="9680"/>
                    <a:pt x="6763" y="7561"/>
                  </a:cubicBezTo>
                  <a:lnTo>
                    <a:pt x="6763" y="7561"/>
                  </a:lnTo>
                  <a:cubicBezTo>
                    <a:pt x="5335" y="16229"/>
                    <a:pt x="798" y="27325"/>
                    <a:pt x="739" y="27456"/>
                  </a:cubicBezTo>
                  <a:lnTo>
                    <a:pt x="1" y="29242"/>
                  </a:lnTo>
                  <a:lnTo>
                    <a:pt x="1310" y="27813"/>
                  </a:lnTo>
                  <a:cubicBezTo>
                    <a:pt x="8561" y="19860"/>
                    <a:pt x="14098" y="10478"/>
                    <a:pt x="1780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46"/>
            <p:cNvSpPr/>
            <p:nvPr/>
          </p:nvSpPr>
          <p:spPr>
            <a:xfrm>
              <a:off x="5731050" y="2846600"/>
              <a:ext cx="341150" cy="569150"/>
            </a:xfrm>
            <a:custGeom>
              <a:rect b="b" l="l" r="r" t="t"/>
              <a:pathLst>
                <a:path extrusionOk="0" h="22766" w="13646">
                  <a:moveTo>
                    <a:pt x="13646" y="1"/>
                  </a:moveTo>
                  <a:lnTo>
                    <a:pt x="13646" y="1"/>
                  </a:lnTo>
                  <a:cubicBezTo>
                    <a:pt x="13217" y="1442"/>
                    <a:pt x="12122" y="4918"/>
                    <a:pt x="10264" y="8812"/>
                  </a:cubicBezTo>
                  <a:cubicBezTo>
                    <a:pt x="6835" y="16836"/>
                    <a:pt x="1680" y="21325"/>
                    <a:pt x="1" y="22766"/>
                  </a:cubicBezTo>
                  <a:cubicBezTo>
                    <a:pt x="7371" y="18277"/>
                    <a:pt x="11741" y="7800"/>
                    <a:pt x="13538" y="2561"/>
                  </a:cubicBezTo>
                  <a:cubicBezTo>
                    <a:pt x="13574" y="1704"/>
                    <a:pt x="13610" y="858"/>
                    <a:pt x="13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46"/>
            <p:cNvSpPr/>
            <p:nvPr/>
          </p:nvSpPr>
          <p:spPr>
            <a:xfrm>
              <a:off x="6182300" y="1740225"/>
              <a:ext cx="6575" cy="261675"/>
            </a:xfrm>
            <a:custGeom>
              <a:rect b="b" l="l" r="r" t="t"/>
              <a:pathLst>
                <a:path extrusionOk="0" h="10467" w="263">
                  <a:moveTo>
                    <a:pt x="84" y="0"/>
                  </a:moveTo>
                  <a:lnTo>
                    <a:pt x="84" y="0"/>
                  </a:lnTo>
                  <a:cubicBezTo>
                    <a:pt x="132" y="2727"/>
                    <a:pt x="96" y="5465"/>
                    <a:pt x="1" y="8192"/>
                  </a:cubicBezTo>
                  <a:cubicBezTo>
                    <a:pt x="96" y="9406"/>
                    <a:pt x="168" y="10192"/>
                    <a:pt x="191" y="10466"/>
                  </a:cubicBezTo>
                  <a:lnTo>
                    <a:pt x="203" y="10359"/>
                  </a:lnTo>
                  <a:cubicBezTo>
                    <a:pt x="263" y="6799"/>
                    <a:pt x="239" y="3322"/>
                    <a:pt x="84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46"/>
            <p:cNvSpPr/>
            <p:nvPr/>
          </p:nvSpPr>
          <p:spPr>
            <a:xfrm>
              <a:off x="6045375" y="1469050"/>
              <a:ext cx="47375" cy="243225"/>
            </a:xfrm>
            <a:custGeom>
              <a:rect b="b" l="l" r="r" t="t"/>
              <a:pathLst>
                <a:path extrusionOk="0" h="9729" w="1895">
                  <a:moveTo>
                    <a:pt x="1" y="1"/>
                  </a:moveTo>
                  <a:cubicBezTo>
                    <a:pt x="822" y="3144"/>
                    <a:pt x="1346" y="5823"/>
                    <a:pt x="1620" y="7811"/>
                  </a:cubicBezTo>
                  <a:cubicBezTo>
                    <a:pt x="1763" y="8550"/>
                    <a:pt x="1835" y="9193"/>
                    <a:pt x="1894" y="9728"/>
                  </a:cubicBezTo>
                  <a:cubicBezTo>
                    <a:pt x="1870" y="8573"/>
                    <a:pt x="1835" y="7430"/>
                    <a:pt x="1787" y="6275"/>
                  </a:cubicBezTo>
                  <a:cubicBezTo>
                    <a:pt x="1644" y="4906"/>
                    <a:pt x="1454" y="3561"/>
                    <a:pt x="1227" y="2239"/>
                  </a:cubicBezTo>
                  <a:cubicBezTo>
                    <a:pt x="1096" y="1477"/>
                    <a:pt x="953" y="739"/>
                    <a:pt x="799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46"/>
            <p:cNvSpPr/>
            <p:nvPr/>
          </p:nvSpPr>
          <p:spPr>
            <a:xfrm>
              <a:off x="5143775" y="3377625"/>
              <a:ext cx="604875" cy="519150"/>
            </a:xfrm>
            <a:custGeom>
              <a:rect b="b" l="l" r="r" t="t"/>
              <a:pathLst>
                <a:path extrusionOk="0" h="20766" w="24195">
                  <a:moveTo>
                    <a:pt x="24194" y="1"/>
                  </a:moveTo>
                  <a:cubicBezTo>
                    <a:pt x="23528" y="763"/>
                    <a:pt x="22837" y="1525"/>
                    <a:pt x="22147" y="2287"/>
                  </a:cubicBezTo>
                  <a:cubicBezTo>
                    <a:pt x="15931" y="11240"/>
                    <a:pt x="8835" y="15919"/>
                    <a:pt x="4990" y="17967"/>
                  </a:cubicBezTo>
                  <a:cubicBezTo>
                    <a:pt x="5740" y="17348"/>
                    <a:pt x="6609" y="16610"/>
                    <a:pt x="7490" y="15776"/>
                  </a:cubicBezTo>
                  <a:lnTo>
                    <a:pt x="7490" y="15776"/>
                  </a:lnTo>
                  <a:cubicBezTo>
                    <a:pt x="6680" y="16253"/>
                    <a:pt x="5847" y="16693"/>
                    <a:pt x="4990" y="17074"/>
                  </a:cubicBezTo>
                  <a:cubicBezTo>
                    <a:pt x="3347" y="18443"/>
                    <a:pt x="2120" y="19301"/>
                    <a:pt x="2096" y="19324"/>
                  </a:cubicBezTo>
                  <a:lnTo>
                    <a:pt x="1" y="20765"/>
                  </a:lnTo>
                  <a:lnTo>
                    <a:pt x="1" y="20765"/>
                  </a:lnTo>
                  <a:lnTo>
                    <a:pt x="2406" y="19920"/>
                  </a:lnTo>
                  <a:cubicBezTo>
                    <a:pt x="2561" y="19860"/>
                    <a:pt x="14217" y="15586"/>
                    <a:pt x="23492" y="1525"/>
                  </a:cubicBezTo>
                  <a:cubicBezTo>
                    <a:pt x="23730" y="1013"/>
                    <a:pt x="23968" y="501"/>
                    <a:pt x="2419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46"/>
            <p:cNvSpPr/>
            <p:nvPr/>
          </p:nvSpPr>
          <p:spPr>
            <a:xfrm>
              <a:off x="5284575" y="3560100"/>
              <a:ext cx="179800" cy="171775"/>
            </a:xfrm>
            <a:custGeom>
              <a:rect b="b" l="l" r="r" t="t"/>
              <a:pathLst>
                <a:path extrusionOk="0" h="6871" w="7192">
                  <a:moveTo>
                    <a:pt x="7180" y="0"/>
                  </a:moveTo>
                  <a:lnTo>
                    <a:pt x="1346" y="4882"/>
                  </a:lnTo>
                  <a:cubicBezTo>
                    <a:pt x="905" y="5548"/>
                    <a:pt x="465" y="6215"/>
                    <a:pt x="1" y="6870"/>
                  </a:cubicBezTo>
                  <a:lnTo>
                    <a:pt x="6597" y="1369"/>
                  </a:lnTo>
                  <a:cubicBezTo>
                    <a:pt x="6823" y="929"/>
                    <a:pt x="7025" y="464"/>
                    <a:pt x="719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46"/>
            <p:cNvSpPr/>
            <p:nvPr/>
          </p:nvSpPr>
          <p:spPr>
            <a:xfrm>
              <a:off x="5239025" y="3649100"/>
              <a:ext cx="48250" cy="99125"/>
            </a:xfrm>
            <a:custGeom>
              <a:rect b="b" l="l" r="r" t="t"/>
              <a:pathLst>
                <a:path extrusionOk="0" h="3965" w="1930">
                  <a:moveTo>
                    <a:pt x="1930" y="0"/>
                  </a:moveTo>
                  <a:lnTo>
                    <a:pt x="1930" y="0"/>
                  </a:lnTo>
                  <a:cubicBezTo>
                    <a:pt x="858" y="2548"/>
                    <a:pt x="25" y="3929"/>
                    <a:pt x="1" y="3965"/>
                  </a:cubicBezTo>
                  <a:cubicBezTo>
                    <a:pt x="1" y="3965"/>
                    <a:pt x="430" y="3584"/>
                    <a:pt x="1144" y="2917"/>
                  </a:cubicBezTo>
                  <a:cubicBezTo>
                    <a:pt x="1406" y="1941"/>
                    <a:pt x="1668" y="965"/>
                    <a:pt x="1930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46"/>
            <p:cNvSpPr/>
            <p:nvPr/>
          </p:nvSpPr>
          <p:spPr>
            <a:xfrm>
              <a:off x="5211650" y="3725000"/>
              <a:ext cx="55100" cy="67575"/>
            </a:xfrm>
            <a:custGeom>
              <a:rect b="b" l="l" r="r" t="t"/>
              <a:pathLst>
                <a:path extrusionOk="0" h="2703" w="2204">
                  <a:moveTo>
                    <a:pt x="2203" y="0"/>
                  </a:moveTo>
                  <a:lnTo>
                    <a:pt x="1096" y="929"/>
                  </a:lnTo>
                  <a:lnTo>
                    <a:pt x="1" y="2703"/>
                  </a:lnTo>
                  <a:lnTo>
                    <a:pt x="1917" y="1107"/>
                  </a:lnTo>
                  <a:cubicBezTo>
                    <a:pt x="2013" y="738"/>
                    <a:pt x="2108" y="369"/>
                    <a:pt x="220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46"/>
            <p:cNvSpPr/>
            <p:nvPr/>
          </p:nvSpPr>
          <p:spPr>
            <a:xfrm>
              <a:off x="5685525" y="1469050"/>
              <a:ext cx="139025" cy="564400"/>
            </a:xfrm>
            <a:custGeom>
              <a:rect b="b" l="l" r="r" t="t"/>
              <a:pathLst>
                <a:path extrusionOk="0" h="22576" w="5561">
                  <a:moveTo>
                    <a:pt x="0" y="1"/>
                  </a:moveTo>
                  <a:cubicBezTo>
                    <a:pt x="500" y="2108"/>
                    <a:pt x="869" y="4490"/>
                    <a:pt x="1084" y="7204"/>
                  </a:cubicBezTo>
                  <a:cubicBezTo>
                    <a:pt x="1119" y="7716"/>
                    <a:pt x="1155" y="8228"/>
                    <a:pt x="1179" y="8752"/>
                  </a:cubicBezTo>
                  <a:cubicBezTo>
                    <a:pt x="1191" y="8859"/>
                    <a:pt x="1191" y="8966"/>
                    <a:pt x="1191" y="9073"/>
                  </a:cubicBezTo>
                  <a:cubicBezTo>
                    <a:pt x="1203" y="9431"/>
                    <a:pt x="1227" y="9788"/>
                    <a:pt x="1239" y="10157"/>
                  </a:cubicBezTo>
                  <a:cubicBezTo>
                    <a:pt x="1239" y="10514"/>
                    <a:pt x="1250" y="10871"/>
                    <a:pt x="1250" y="11240"/>
                  </a:cubicBezTo>
                  <a:cubicBezTo>
                    <a:pt x="1262" y="11848"/>
                    <a:pt x="1262" y="12467"/>
                    <a:pt x="1250" y="13098"/>
                  </a:cubicBezTo>
                  <a:cubicBezTo>
                    <a:pt x="1239" y="14396"/>
                    <a:pt x="1179" y="15765"/>
                    <a:pt x="1084" y="17182"/>
                  </a:cubicBezTo>
                  <a:cubicBezTo>
                    <a:pt x="1024" y="18991"/>
                    <a:pt x="858" y="20789"/>
                    <a:pt x="596" y="22575"/>
                  </a:cubicBezTo>
                  <a:cubicBezTo>
                    <a:pt x="1012" y="20968"/>
                    <a:pt x="1370" y="19360"/>
                    <a:pt x="1679" y="17729"/>
                  </a:cubicBezTo>
                  <a:cubicBezTo>
                    <a:pt x="2132" y="13729"/>
                    <a:pt x="2405" y="9693"/>
                    <a:pt x="2477" y="5633"/>
                  </a:cubicBezTo>
                  <a:lnTo>
                    <a:pt x="2977" y="5597"/>
                  </a:lnTo>
                  <a:cubicBezTo>
                    <a:pt x="2989" y="4942"/>
                    <a:pt x="3013" y="4287"/>
                    <a:pt x="3013" y="3632"/>
                  </a:cubicBezTo>
                  <a:cubicBezTo>
                    <a:pt x="3155" y="4275"/>
                    <a:pt x="3298" y="4930"/>
                    <a:pt x="3429" y="5573"/>
                  </a:cubicBezTo>
                  <a:lnTo>
                    <a:pt x="3977" y="5549"/>
                  </a:lnTo>
                  <a:lnTo>
                    <a:pt x="3977" y="5549"/>
                  </a:lnTo>
                  <a:cubicBezTo>
                    <a:pt x="3941" y="6347"/>
                    <a:pt x="3917" y="7133"/>
                    <a:pt x="3882" y="7930"/>
                  </a:cubicBezTo>
                  <a:cubicBezTo>
                    <a:pt x="3989" y="8538"/>
                    <a:pt x="4084" y="9145"/>
                    <a:pt x="4179" y="9752"/>
                  </a:cubicBezTo>
                  <a:cubicBezTo>
                    <a:pt x="4275" y="9335"/>
                    <a:pt x="4370" y="8931"/>
                    <a:pt x="4465" y="8526"/>
                  </a:cubicBezTo>
                  <a:cubicBezTo>
                    <a:pt x="4846" y="6883"/>
                    <a:pt x="5525" y="8431"/>
                    <a:pt x="4846" y="6883"/>
                  </a:cubicBezTo>
                  <a:cubicBezTo>
                    <a:pt x="4763" y="6680"/>
                    <a:pt x="4727" y="6526"/>
                    <a:pt x="4727" y="6406"/>
                  </a:cubicBezTo>
                  <a:lnTo>
                    <a:pt x="4727" y="6406"/>
                  </a:lnTo>
                  <a:cubicBezTo>
                    <a:pt x="5001" y="7037"/>
                    <a:pt x="5287" y="7692"/>
                    <a:pt x="5561" y="8371"/>
                  </a:cubicBezTo>
                  <a:cubicBezTo>
                    <a:pt x="5025" y="6490"/>
                    <a:pt x="4441" y="4632"/>
                    <a:pt x="3798" y="2799"/>
                  </a:cubicBezTo>
                  <a:cubicBezTo>
                    <a:pt x="3310" y="1787"/>
                    <a:pt x="2834" y="858"/>
                    <a:pt x="2382" y="1"/>
                  </a:cubicBezTo>
                  <a:lnTo>
                    <a:pt x="1620" y="1"/>
                  </a:lnTo>
                  <a:cubicBezTo>
                    <a:pt x="2334" y="1323"/>
                    <a:pt x="3108" y="2847"/>
                    <a:pt x="3894" y="4561"/>
                  </a:cubicBezTo>
                  <a:cubicBezTo>
                    <a:pt x="3155" y="3394"/>
                    <a:pt x="2298" y="1692"/>
                    <a:pt x="150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46"/>
            <p:cNvSpPr/>
            <p:nvPr/>
          </p:nvSpPr>
          <p:spPr>
            <a:xfrm>
              <a:off x="5395000" y="1469050"/>
              <a:ext cx="57775" cy="107775"/>
            </a:xfrm>
            <a:custGeom>
              <a:rect b="b" l="l" r="r" t="t"/>
              <a:pathLst>
                <a:path extrusionOk="0" h="4311" w="2311">
                  <a:moveTo>
                    <a:pt x="406" y="1"/>
                  </a:moveTo>
                  <a:lnTo>
                    <a:pt x="1" y="251"/>
                  </a:lnTo>
                  <a:cubicBezTo>
                    <a:pt x="977" y="1477"/>
                    <a:pt x="1763" y="2858"/>
                    <a:pt x="2311" y="4311"/>
                  </a:cubicBezTo>
                  <a:cubicBezTo>
                    <a:pt x="2156" y="3751"/>
                    <a:pt x="1989" y="3192"/>
                    <a:pt x="1787" y="2632"/>
                  </a:cubicBezTo>
                  <a:cubicBezTo>
                    <a:pt x="1394" y="1739"/>
                    <a:pt x="941" y="858"/>
                    <a:pt x="406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5181600" y="2233750"/>
              <a:ext cx="159850" cy="304800"/>
            </a:xfrm>
            <a:custGeom>
              <a:rect b="b" l="l" r="r" t="t"/>
              <a:pathLst>
                <a:path extrusionOk="0" h="12192" w="6394">
                  <a:moveTo>
                    <a:pt x="6394" y="0"/>
                  </a:moveTo>
                  <a:lnTo>
                    <a:pt x="6394" y="0"/>
                  </a:lnTo>
                  <a:cubicBezTo>
                    <a:pt x="4572" y="3774"/>
                    <a:pt x="2429" y="7394"/>
                    <a:pt x="0" y="10799"/>
                  </a:cubicBezTo>
                  <a:cubicBezTo>
                    <a:pt x="1143" y="9227"/>
                    <a:pt x="2369" y="7465"/>
                    <a:pt x="3584" y="5536"/>
                  </a:cubicBezTo>
                  <a:lnTo>
                    <a:pt x="3584" y="5536"/>
                  </a:lnTo>
                  <a:cubicBezTo>
                    <a:pt x="3012" y="7608"/>
                    <a:pt x="2357" y="9846"/>
                    <a:pt x="1631" y="12192"/>
                  </a:cubicBezTo>
                  <a:cubicBezTo>
                    <a:pt x="3572" y="7025"/>
                    <a:pt x="4798" y="3548"/>
                    <a:pt x="4798" y="3548"/>
                  </a:cubicBezTo>
                  <a:cubicBezTo>
                    <a:pt x="5108" y="3024"/>
                    <a:pt x="5405" y="2500"/>
                    <a:pt x="5703" y="1965"/>
                  </a:cubicBezTo>
                  <a:cubicBezTo>
                    <a:pt x="5941" y="1310"/>
                    <a:pt x="6167" y="655"/>
                    <a:pt x="639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4220150" y="3674400"/>
              <a:ext cx="616775" cy="238725"/>
            </a:xfrm>
            <a:custGeom>
              <a:rect b="b" l="l" r="r" t="t"/>
              <a:pathLst>
                <a:path extrusionOk="0" h="9549" w="24671">
                  <a:moveTo>
                    <a:pt x="24671" y="0"/>
                  </a:moveTo>
                  <a:cubicBezTo>
                    <a:pt x="19265" y="4632"/>
                    <a:pt x="12502" y="8608"/>
                    <a:pt x="5061" y="8894"/>
                  </a:cubicBezTo>
                  <a:cubicBezTo>
                    <a:pt x="5061" y="8894"/>
                    <a:pt x="6359" y="8477"/>
                    <a:pt x="8133" y="7620"/>
                  </a:cubicBezTo>
                  <a:cubicBezTo>
                    <a:pt x="9883" y="6691"/>
                    <a:pt x="11478" y="5644"/>
                    <a:pt x="12526" y="4917"/>
                  </a:cubicBezTo>
                  <a:cubicBezTo>
                    <a:pt x="12633" y="4858"/>
                    <a:pt x="12741" y="4798"/>
                    <a:pt x="12860" y="4739"/>
                  </a:cubicBezTo>
                  <a:cubicBezTo>
                    <a:pt x="13169" y="4501"/>
                    <a:pt x="13467" y="4263"/>
                    <a:pt x="13764" y="4001"/>
                  </a:cubicBezTo>
                  <a:lnTo>
                    <a:pt x="13764" y="4001"/>
                  </a:lnTo>
                  <a:cubicBezTo>
                    <a:pt x="13764" y="4001"/>
                    <a:pt x="13383" y="4120"/>
                    <a:pt x="12741" y="4239"/>
                  </a:cubicBezTo>
                  <a:cubicBezTo>
                    <a:pt x="12526" y="4334"/>
                    <a:pt x="12312" y="4441"/>
                    <a:pt x="12086" y="4525"/>
                  </a:cubicBezTo>
                  <a:cubicBezTo>
                    <a:pt x="12217" y="4453"/>
                    <a:pt x="12348" y="4370"/>
                    <a:pt x="12479" y="4286"/>
                  </a:cubicBezTo>
                  <a:lnTo>
                    <a:pt x="12479" y="4286"/>
                  </a:lnTo>
                  <a:cubicBezTo>
                    <a:pt x="11990" y="4382"/>
                    <a:pt x="11395" y="4477"/>
                    <a:pt x="10716" y="4536"/>
                  </a:cubicBezTo>
                  <a:cubicBezTo>
                    <a:pt x="11157" y="4513"/>
                    <a:pt x="11609" y="4465"/>
                    <a:pt x="12074" y="4394"/>
                  </a:cubicBezTo>
                  <a:lnTo>
                    <a:pt x="12074" y="4394"/>
                  </a:lnTo>
                  <a:cubicBezTo>
                    <a:pt x="11371" y="4882"/>
                    <a:pt x="10431" y="5501"/>
                    <a:pt x="9371" y="6132"/>
                  </a:cubicBezTo>
                  <a:cubicBezTo>
                    <a:pt x="7335" y="7346"/>
                    <a:pt x="4859" y="8573"/>
                    <a:pt x="2799" y="8858"/>
                  </a:cubicBezTo>
                  <a:lnTo>
                    <a:pt x="1" y="9239"/>
                  </a:lnTo>
                  <a:lnTo>
                    <a:pt x="2823" y="9525"/>
                  </a:lnTo>
                  <a:cubicBezTo>
                    <a:pt x="2835" y="9537"/>
                    <a:pt x="3049" y="9549"/>
                    <a:pt x="3430" y="9549"/>
                  </a:cubicBezTo>
                  <a:cubicBezTo>
                    <a:pt x="5752" y="9549"/>
                    <a:pt x="14324" y="8882"/>
                    <a:pt x="24671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4217175" y="3301725"/>
              <a:ext cx="685225" cy="448000"/>
            </a:xfrm>
            <a:custGeom>
              <a:rect b="b" l="l" r="r" t="t"/>
              <a:pathLst>
                <a:path extrusionOk="0" h="17920" w="27409">
                  <a:moveTo>
                    <a:pt x="27409" y="1"/>
                  </a:moveTo>
                  <a:lnTo>
                    <a:pt x="27409" y="1"/>
                  </a:lnTo>
                  <a:cubicBezTo>
                    <a:pt x="23444" y="6704"/>
                    <a:pt x="18860" y="12252"/>
                    <a:pt x="13657" y="15121"/>
                  </a:cubicBezTo>
                  <a:cubicBezTo>
                    <a:pt x="11197" y="16480"/>
                    <a:pt x="8689" y="17157"/>
                    <a:pt x="6167" y="17157"/>
                  </a:cubicBezTo>
                  <a:cubicBezTo>
                    <a:pt x="4733" y="17157"/>
                    <a:pt x="3295" y="16938"/>
                    <a:pt x="1858" y="16503"/>
                  </a:cubicBezTo>
                  <a:lnTo>
                    <a:pt x="1" y="15931"/>
                  </a:lnTo>
                  <a:lnTo>
                    <a:pt x="1549" y="17098"/>
                  </a:lnTo>
                  <a:cubicBezTo>
                    <a:pt x="1596" y="17134"/>
                    <a:pt x="1965" y="17396"/>
                    <a:pt x="2596" y="17741"/>
                  </a:cubicBezTo>
                  <a:cubicBezTo>
                    <a:pt x="2632" y="17741"/>
                    <a:pt x="3418" y="17896"/>
                    <a:pt x="4704" y="17919"/>
                  </a:cubicBezTo>
                  <a:cubicBezTo>
                    <a:pt x="4501" y="17848"/>
                    <a:pt x="4299" y="17777"/>
                    <a:pt x="4120" y="17693"/>
                  </a:cubicBezTo>
                  <a:lnTo>
                    <a:pt x="4120" y="17693"/>
                  </a:lnTo>
                  <a:cubicBezTo>
                    <a:pt x="4797" y="17791"/>
                    <a:pt x="5477" y="17839"/>
                    <a:pt x="6155" y="17839"/>
                  </a:cubicBezTo>
                  <a:cubicBezTo>
                    <a:pt x="6718" y="17839"/>
                    <a:pt x="7279" y="17806"/>
                    <a:pt x="7835" y="17741"/>
                  </a:cubicBezTo>
                  <a:lnTo>
                    <a:pt x="7859" y="17741"/>
                  </a:lnTo>
                  <a:cubicBezTo>
                    <a:pt x="8168" y="17705"/>
                    <a:pt x="8478" y="17646"/>
                    <a:pt x="8788" y="17598"/>
                  </a:cubicBezTo>
                  <a:cubicBezTo>
                    <a:pt x="8966" y="17562"/>
                    <a:pt x="9145" y="17527"/>
                    <a:pt x="9323" y="17491"/>
                  </a:cubicBezTo>
                  <a:cubicBezTo>
                    <a:pt x="10883" y="17157"/>
                    <a:pt x="12443" y="16562"/>
                    <a:pt x="13979" y="15717"/>
                  </a:cubicBezTo>
                  <a:cubicBezTo>
                    <a:pt x="17670" y="13681"/>
                    <a:pt x="21051" y="10335"/>
                    <a:pt x="24123" y="6204"/>
                  </a:cubicBezTo>
                  <a:cubicBezTo>
                    <a:pt x="24135" y="6192"/>
                    <a:pt x="24135" y="6192"/>
                    <a:pt x="24135" y="6192"/>
                  </a:cubicBezTo>
                  <a:cubicBezTo>
                    <a:pt x="25182" y="4370"/>
                    <a:pt x="26290" y="2275"/>
                    <a:pt x="2740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3755825" y="1600375"/>
              <a:ext cx="1517175" cy="1451650"/>
            </a:xfrm>
            <a:custGeom>
              <a:rect b="b" l="l" r="r" t="t"/>
              <a:pathLst>
                <a:path extrusionOk="0" h="58066" w="60687">
                  <a:moveTo>
                    <a:pt x="16729" y="41574"/>
                  </a:moveTo>
                  <a:cubicBezTo>
                    <a:pt x="20670" y="41574"/>
                    <a:pt x="24662" y="42343"/>
                    <a:pt x="28580" y="42343"/>
                  </a:cubicBezTo>
                  <a:cubicBezTo>
                    <a:pt x="30221" y="42343"/>
                    <a:pt x="31850" y="42208"/>
                    <a:pt x="33457" y="41825"/>
                  </a:cubicBezTo>
                  <a:lnTo>
                    <a:pt x="33457" y="41825"/>
                  </a:lnTo>
                  <a:cubicBezTo>
                    <a:pt x="32611" y="42159"/>
                    <a:pt x="31778" y="42492"/>
                    <a:pt x="30933" y="42825"/>
                  </a:cubicBezTo>
                  <a:cubicBezTo>
                    <a:pt x="34993" y="42944"/>
                    <a:pt x="39053" y="43063"/>
                    <a:pt x="43113" y="43182"/>
                  </a:cubicBezTo>
                  <a:cubicBezTo>
                    <a:pt x="41922" y="43635"/>
                    <a:pt x="40719" y="44087"/>
                    <a:pt x="39469" y="44337"/>
                  </a:cubicBezTo>
                  <a:cubicBezTo>
                    <a:pt x="41902" y="44660"/>
                    <a:pt x="44361" y="44822"/>
                    <a:pt x="46819" y="44822"/>
                  </a:cubicBezTo>
                  <a:cubicBezTo>
                    <a:pt x="48077" y="44822"/>
                    <a:pt x="49336" y="44779"/>
                    <a:pt x="50590" y="44695"/>
                  </a:cubicBezTo>
                  <a:lnTo>
                    <a:pt x="50590" y="44695"/>
                  </a:lnTo>
                  <a:cubicBezTo>
                    <a:pt x="49315" y="46048"/>
                    <a:pt x="47424" y="46396"/>
                    <a:pt x="45511" y="46396"/>
                  </a:cubicBezTo>
                  <a:cubicBezTo>
                    <a:pt x="44817" y="46396"/>
                    <a:pt x="44119" y="46350"/>
                    <a:pt x="43446" y="46290"/>
                  </a:cubicBezTo>
                  <a:cubicBezTo>
                    <a:pt x="37529" y="45754"/>
                    <a:pt x="31659" y="44766"/>
                    <a:pt x="25729" y="44659"/>
                  </a:cubicBezTo>
                  <a:cubicBezTo>
                    <a:pt x="25368" y="44652"/>
                    <a:pt x="25007" y="44649"/>
                    <a:pt x="24646" y="44649"/>
                  </a:cubicBezTo>
                  <a:cubicBezTo>
                    <a:pt x="17534" y="44649"/>
                    <a:pt x="10469" y="45853"/>
                    <a:pt x="3501" y="47326"/>
                  </a:cubicBezTo>
                  <a:lnTo>
                    <a:pt x="6001" y="46159"/>
                  </a:lnTo>
                  <a:lnTo>
                    <a:pt x="6001" y="46159"/>
                  </a:lnTo>
                  <a:lnTo>
                    <a:pt x="4763" y="46421"/>
                  </a:lnTo>
                  <a:cubicBezTo>
                    <a:pt x="8965" y="44266"/>
                    <a:pt x="13561" y="42909"/>
                    <a:pt x="18252" y="42409"/>
                  </a:cubicBezTo>
                  <a:cubicBezTo>
                    <a:pt x="16993" y="41972"/>
                    <a:pt x="15651" y="41751"/>
                    <a:pt x="14316" y="41751"/>
                  </a:cubicBezTo>
                  <a:cubicBezTo>
                    <a:pt x="14048" y="41751"/>
                    <a:pt x="13780" y="41760"/>
                    <a:pt x="13514" y="41778"/>
                  </a:cubicBezTo>
                  <a:cubicBezTo>
                    <a:pt x="14580" y="41631"/>
                    <a:pt x="15652" y="41574"/>
                    <a:pt x="16729" y="41574"/>
                  </a:cubicBezTo>
                  <a:close/>
                  <a:moveTo>
                    <a:pt x="52798" y="1"/>
                  </a:moveTo>
                  <a:cubicBezTo>
                    <a:pt x="51583" y="1"/>
                    <a:pt x="50702" y="239"/>
                    <a:pt x="50625" y="260"/>
                  </a:cubicBezTo>
                  <a:lnTo>
                    <a:pt x="50411" y="320"/>
                  </a:lnTo>
                  <a:lnTo>
                    <a:pt x="50375" y="546"/>
                  </a:lnTo>
                  <a:cubicBezTo>
                    <a:pt x="49459" y="8107"/>
                    <a:pt x="47637" y="14322"/>
                    <a:pt x="45422" y="19406"/>
                  </a:cubicBezTo>
                  <a:cubicBezTo>
                    <a:pt x="45363" y="19549"/>
                    <a:pt x="45315" y="19680"/>
                    <a:pt x="45256" y="19822"/>
                  </a:cubicBezTo>
                  <a:cubicBezTo>
                    <a:pt x="43887" y="23001"/>
                    <a:pt x="42160" y="26061"/>
                    <a:pt x="40112" y="28871"/>
                  </a:cubicBezTo>
                  <a:cubicBezTo>
                    <a:pt x="40374" y="28883"/>
                    <a:pt x="40636" y="28907"/>
                    <a:pt x="40898" y="28931"/>
                  </a:cubicBezTo>
                  <a:cubicBezTo>
                    <a:pt x="42124" y="27180"/>
                    <a:pt x="43351" y="25204"/>
                    <a:pt x="44506" y="22954"/>
                  </a:cubicBezTo>
                  <a:cubicBezTo>
                    <a:pt x="46756" y="18798"/>
                    <a:pt x="48732" y="14488"/>
                    <a:pt x="50423" y="10083"/>
                  </a:cubicBezTo>
                  <a:cubicBezTo>
                    <a:pt x="51197" y="8059"/>
                    <a:pt x="51959" y="5952"/>
                    <a:pt x="53531" y="4475"/>
                  </a:cubicBezTo>
                  <a:cubicBezTo>
                    <a:pt x="54470" y="3592"/>
                    <a:pt x="55809" y="3028"/>
                    <a:pt x="57077" y="3028"/>
                  </a:cubicBezTo>
                  <a:cubicBezTo>
                    <a:pt x="57432" y="3028"/>
                    <a:pt x="57781" y="3072"/>
                    <a:pt x="58114" y="3166"/>
                  </a:cubicBezTo>
                  <a:cubicBezTo>
                    <a:pt x="59984" y="5630"/>
                    <a:pt x="60448" y="9845"/>
                    <a:pt x="59496" y="15727"/>
                  </a:cubicBezTo>
                  <a:cubicBezTo>
                    <a:pt x="56507" y="33979"/>
                    <a:pt x="50494" y="43063"/>
                    <a:pt x="50435" y="43147"/>
                  </a:cubicBezTo>
                  <a:lnTo>
                    <a:pt x="50554" y="43242"/>
                  </a:lnTo>
                  <a:cubicBezTo>
                    <a:pt x="49980" y="43282"/>
                    <a:pt x="49367" y="43301"/>
                    <a:pt x="48719" y="43301"/>
                  </a:cubicBezTo>
                  <a:cubicBezTo>
                    <a:pt x="47446" y="43301"/>
                    <a:pt x="46036" y="43229"/>
                    <a:pt x="44506" y="43111"/>
                  </a:cubicBezTo>
                  <a:cubicBezTo>
                    <a:pt x="46232" y="41956"/>
                    <a:pt x="47506" y="40123"/>
                    <a:pt x="47911" y="38075"/>
                  </a:cubicBezTo>
                  <a:lnTo>
                    <a:pt x="47911" y="38075"/>
                  </a:lnTo>
                  <a:cubicBezTo>
                    <a:pt x="46339" y="40194"/>
                    <a:pt x="43863" y="41504"/>
                    <a:pt x="41291" y="42075"/>
                  </a:cubicBezTo>
                  <a:cubicBezTo>
                    <a:pt x="40267" y="42313"/>
                    <a:pt x="39219" y="42432"/>
                    <a:pt x="38172" y="42480"/>
                  </a:cubicBezTo>
                  <a:cubicBezTo>
                    <a:pt x="37279" y="42373"/>
                    <a:pt x="36374" y="42266"/>
                    <a:pt x="35445" y="42159"/>
                  </a:cubicBezTo>
                  <a:cubicBezTo>
                    <a:pt x="35266" y="42123"/>
                    <a:pt x="35100" y="42075"/>
                    <a:pt x="34921" y="42039"/>
                  </a:cubicBezTo>
                  <a:cubicBezTo>
                    <a:pt x="37338" y="41361"/>
                    <a:pt x="39374" y="39468"/>
                    <a:pt x="41208" y="37670"/>
                  </a:cubicBezTo>
                  <a:lnTo>
                    <a:pt x="41208" y="37670"/>
                  </a:lnTo>
                  <a:cubicBezTo>
                    <a:pt x="38112" y="39670"/>
                    <a:pt x="34516" y="40896"/>
                    <a:pt x="30849" y="41254"/>
                  </a:cubicBezTo>
                  <a:cubicBezTo>
                    <a:pt x="30301" y="41170"/>
                    <a:pt x="29766" y="41075"/>
                    <a:pt x="29230" y="40992"/>
                  </a:cubicBezTo>
                  <a:cubicBezTo>
                    <a:pt x="26753" y="40611"/>
                    <a:pt x="24360" y="40313"/>
                    <a:pt x="22062" y="40063"/>
                  </a:cubicBezTo>
                  <a:cubicBezTo>
                    <a:pt x="21919" y="40039"/>
                    <a:pt x="21777" y="40027"/>
                    <a:pt x="21622" y="40015"/>
                  </a:cubicBezTo>
                  <a:lnTo>
                    <a:pt x="22324" y="39825"/>
                  </a:lnTo>
                  <a:cubicBezTo>
                    <a:pt x="22384" y="39801"/>
                    <a:pt x="27611" y="38313"/>
                    <a:pt x="31611" y="33229"/>
                  </a:cubicBezTo>
                  <a:lnTo>
                    <a:pt x="31611" y="33229"/>
                  </a:lnTo>
                  <a:lnTo>
                    <a:pt x="28635" y="40420"/>
                  </a:lnTo>
                  <a:lnTo>
                    <a:pt x="28635" y="40420"/>
                  </a:lnTo>
                  <a:lnTo>
                    <a:pt x="29456" y="40003"/>
                  </a:lnTo>
                  <a:cubicBezTo>
                    <a:pt x="29551" y="39944"/>
                    <a:pt x="34754" y="37217"/>
                    <a:pt x="40112" y="30026"/>
                  </a:cubicBezTo>
                  <a:lnTo>
                    <a:pt x="40112" y="30026"/>
                  </a:lnTo>
                  <a:cubicBezTo>
                    <a:pt x="39815" y="30038"/>
                    <a:pt x="39517" y="30062"/>
                    <a:pt x="39219" y="30074"/>
                  </a:cubicBezTo>
                  <a:cubicBezTo>
                    <a:pt x="35362" y="35146"/>
                    <a:pt x="31635" y="37848"/>
                    <a:pt x="30016" y="38884"/>
                  </a:cubicBezTo>
                  <a:lnTo>
                    <a:pt x="30218" y="38384"/>
                  </a:lnTo>
                  <a:lnTo>
                    <a:pt x="30218" y="38384"/>
                  </a:lnTo>
                  <a:cubicBezTo>
                    <a:pt x="29992" y="38539"/>
                    <a:pt x="29766" y="38682"/>
                    <a:pt x="29528" y="38837"/>
                  </a:cubicBezTo>
                  <a:cubicBezTo>
                    <a:pt x="30861" y="36182"/>
                    <a:pt x="32004" y="33443"/>
                    <a:pt x="32957" y="30645"/>
                  </a:cubicBezTo>
                  <a:lnTo>
                    <a:pt x="32957" y="30645"/>
                  </a:lnTo>
                  <a:cubicBezTo>
                    <a:pt x="32814" y="30657"/>
                    <a:pt x="32671" y="30669"/>
                    <a:pt x="32540" y="30693"/>
                  </a:cubicBezTo>
                  <a:cubicBezTo>
                    <a:pt x="30540" y="34074"/>
                    <a:pt x="27885" y="36205"/>
                    <a:pt x="25765" y="37479"/>
                  </a:cubicBezTo>
                  <a:cubicBezTo>
                    <a:pt x="25075" y="38003"/>
                    <a:pt x="24372" y="38491"/>
                    <a:pt x="23634" y="38944"/>
                  </a:cubicBezTo>
                  <a:cubicBezTo>
                    <a:pt x="23741" y="38777"/>
                    <a:pt x="23848" y="38610"/>
                    <a:pt x="23955" y="38456"/>
                  </a:cubicBezTo>
                  <a:lnTo>
                    <a:pt x="23955" y="38456"/>
                  </a:lnTo>
                  <a:cubicBezTo>
                    <a:pt x="23777" y="38539"/>
                    <a:pt x="23610" y="38610"/>
                    <a:pt x="23455" y="38682"/>
                  </a:cubicBezTo>
                  <a:cubicBezTo>
                    <a:pt x="25158" y="36658"/>
                    <a:pt x="26361" y="34086"/>
                    <a:pt x="27230" y="31419"/>
                  </a:cubicBezTo>
                  <a:lnTo>
                    <a:pt x="27230" y="31419"/>
                  </a:lnTo>
                  <a:cubicBezTo>
                    <a:pt x="26968" y="31467"/>
                    <a:pt x="26706" y="31502"/>
                    <a:pt x="26444" y="31550"/>
                  </a:cubicBezTo>
                  <a:cubicBezTo>
                    <a:pt x="25456" y="34503"/>
                    <a:pt x="24039" y="37277"/>
                    <a:pt x="21991" y="39253"/>
                  </a:cubicBezTo>
                  <a:lnTo>
                    <a:pt x="21253" y="39980"/>
                  </a:lnTo>
                  <a:cubicBezTo>
                    <a:pt x="19252" y="39765"/>
                    <a:pt x="17336" y="39587"/>
                    <a:pt x="15526" y="39468"/>
                  </a:cubicBezTo>
                  <a:cubicBezTo>
                    <a:pt x="14946" y="39431"/>
                    <a:pt x="14373" y="39410"/>
                    <a:pt x="13810" y="39410"/>
                  </a:cubicBezTo>
                  <a:cubicBezTo>
                    <a:pt x="12362" y="39410"/>
                    <a:pt x="10983" y="39548"/>
                    <a:pt x="9739" y="39908"/>
                  </a:cubicBezTo>
                  <a:cubicBezTo>
                    <a:pt x="8001" y="40384"/>
                    <a:pt x="6560" y="41158"/>
                    <a:pt x="5370" y="41920"/>
                  </a:cubicBezTo>
                  <a:cubicBezTo>
                    <a:pt x="4191" y="42694"/>
                    <a:pt x="3239" y="43456"/>
                    <a:pt x="2477" y="44087"/>
                  </a:cubicBezTo>
                  <a:cubicBezTo>
                    <a:pt x="964" y="45373"/>
                    <a:pt x="167" y="46147"/>
                    <a:pt x="167" y="46147"/>
                  </a:cubicBezTo>
                  <a:cubicBezTo>
                    <a:pt x="2143" y="44552"/>
                    <a:pt x="4120" y="42992"/>
                    <a:pt x="6251" y="41837"/>
                  </a:cubicBezTo>
                  <a:cubicBezTo>
                    <a:pt x="7311" y="41266"/>
                    <a:pt x="8418" y="40801"/>
                    <a:pt x="9537" y="40480"/>
                  </a:cubicBezTo>
                  <a:cubicBezTo>
                    <a:pt x="10656" y="40170"/>
                    <a:pt x="11799" y="40039"/>
                    <a:pt x="12930" y="40003"/>
                  </a:cubicBezTo>
                  <a:cubicBezTo>
                    <a:pt x="13137" y="39998"/>
                    <a:pt x="13343" y="39995"/>
                    <a:pt x="13549" y="39995"/>
                  </a:cubicBezTo>
                  <a:cubicBezTo>
                    <a:pt x="15580" y="39995"/>
                    <a:pt x="17549" y="40245"/>
                    <a:pt x="19419" y="40396"/>
                  </a:cubicBezTo>
                  <a:cubicBezTo>
                    <a:pt x="21467" y="40599"/>
                    <a:pt x="23408" y="40777"/>
                    <a:pt x="25170" y="40944"/>
                  </a:cubicBezTo>
                  <a:cubicBezTo>
                    <a:pt x="26563" y="41087"/>
                    <a:pt x="27849" y="41230"/>
                    <a:pt x="29028" y="41373"/>
                  </a:cubicBezTo>
                  <a:lnTo>
                    <a:pt x="28301" y="41373"/>
                  </a:lnTo>
                  <a:cubicBezTo>
                    <a:pt x="26039" y="41146"/>
                    <a:pt x="23741" y="40944"/>
                    <a:pt x="21419" y="40813"/>
                  </a:cubicBezTo>
                  <a:cubicBezTo>
                    <a:pt x="20041" y="40732"/>
                    <a:pt x="18775" y="40695"/>
                    <a:pt x="17612" y="40695"/>
                  </a:cubicBezTo>
                  <a:cubicBezTo>
                    <a:pt x="7178" y="40695"/>
                    <a:pt x="5048" y="43635"/>
                    <a:pt x="5048" y="43635"/>
                  </a:cubicBezTo>
                  <a:cubicBezTo>
                    <a:pt x="7851" y="42374"/>
                    <a:pt x="10939" y="42180"/>
                    <a:pt x="12574" y="42180"/>
                  </a:cubicBezTo>
                  <a:cubicBezTo>
                    <a:pt x="13300" y="42180"/>
                    <a:pt x="13740" y="42218"/>
                    <a:pt x="13740" y="42218"/>
                  </a:cubicBezTo>
                  <a:cubicBezTo>
                    <a:pt x="8084" y="43028"/>
                    <a:pt x="5656" y="45052"/>
                    <a:pt x="0" y="48350"/>
                  </a:cubicBezTo>
                  <a:cubicBezTo>
                    <a:pt x="0" y="48350"/>
                    <a:pt x="2155" y="48016"/>
                    <a:pt x="5310" y="47612"/>
                  </a:cubicBezTo>
                  <a:cubicBezTo>
                    <a:pt x="7358" y="47338"/>
                    <a:pt x="9823" y="47040"/>
                    <a:pt x="12383" y="46790"/>
                  </a:cubicBezTo>
                  <a:cubicBezTo>
                    <a:pt x="14038" y="46623"/>
                    <a:pt x="15728" y="46469"/>
                    <a:pt x="17359" y="46349"/>
                  </a:cubicBezTo>
                  <a:cubicBezTo>
                    <a:pt x="17979" y="46314"/>
                    <a:pt x="18586" y="46278"/>
                    <a:pt x="19181" y="46242"/>
                  </a:cubicBezTo>
                  <a:cubicBezTo>
                    <a:pt x="19383" y="46230"/>
                    <a:pt x="19598" y="46219"/>
                    <a:pt x="19800" y="46207"/>
                  </a:cubicBezTo>
                  <a:cubicBezTo>
                    <a:pt x="21357" y="46132"/>
                    <a:pt x="23137" y="46099"/>
                    <a:pt x="25019" y="46099"/>
                  </a:cubicBezTo>
                  <a:cubicBezTo>
                    <a:pt x="26719" y="46099"/>
                    <a:pt x="28503" y="46126"/>
                    <a:pt x="30278" y="46171"/>
                  </a:cubicBezTo>
                  <a:cubicBezTo>
                    <a:pt x="30873" y="46183"/>
                    <a:pt x="31468" y="46207"/>
                    <a:pt x="32064" y="46219"/>
                  </a:cubicBezTo>
                  <a:cubicBezTo>
                    <a:pt x="33611" y="46278"/>
                    <a:pt x="35135" y="46338"/>
                    <a:pt x="36576" y="46421"/>
                  </a:cubicBezTo>
                  <a:cubicBezTo>
                    <a:pt x="40993" y="46647"/>
                    <a:pt x="44565" y="46981"/>
                    <a:pt x="45470" y="47278"/>
                  </a:cubicBezTo>
                  <a:cubicBezTo>
                    <a:pt x="47494" y="47945"/>
                    <a:pt x="35374" y="57791"/>
                    <a:pt x="35374" y="57791"/>
                  </a:cubicBezTo>
                  <a:cubicBezTo>
                    <a:pt x="35576" y="57720"/>
                    <a:pt x="35766" y="57637"/>
                    <a:pt x="35969" y="57565"/>
                  </a:cubicBezTo>
                  <a:lnTo>
                    <a:pt x="35969" y="57565"/>
                  </a:lnTo>
                  <a:cubicBezTo>
                    <a:pt x="35683" y="57732"/>
                    <a:pt x="35397" y="57899"/>
                    <a:pt x="35124" y="58065"/>
                  </a:cubicBezTo>
                  <a:cubicBezTo>
                    <a:pt x="35385" y="57982"/>
                    <a:pt x="35659" y="57910"/>
                    <a:pt x="35933" y="57827"/>
                  </a:cubicBezTo>
                  <a:cubicBezTo>
                    <a:pt x="37386" y="57422"/>
                    <a:pt x="38886" y="57184"/>
                    <a:pt x="40398" y="57137"/>
                  </a:cubicBezTo>
                  <a:cubicBezTo>
                    <a:pt x="39743" y="57065"/>
                    <a:pt x="39112" y="56875"/>
                    <a:pt x="38529" y="56565"/>
                  </a:cubicBezTo>
                  <a:lnTo>
                    <a:pt x="38529" y="56565"/>
                  </a:lnTo>
                  <a:cubicBezTo>
                    <a:pt x="39343" y="56647"/>
                    <a:pt x="40163" y="56689"/>
                    <a:pt x="40984" y="56689"/>
                  </a:cubicBezTo>
                  <a:cubicBezTo>
                    <a:pt x="41711" y="56689"/>
                    <a:pt x="42438" y="56656"/>
                    <a:pt x="43160" y="56589"/>
                  </a:cubicBezTo>
                  <a:cubicBezTo>
                    <a:pt x="42934" y="56172"/>
                    <a:pt x="42732" y="55744"/>
                    <a:pt x="42565" y="55303"/>
                  </a:cubicBezTo>
                  <a:cubicBezTo>
                    <a:pt x="42493" y="55112"/>
                    <a:pt x="42422" y="54910"/>
                    <a:pt x="42458" y="54708"/>
                  </a:cubicBezTo>
                  <a:cubicBezTo>
                    <a:pt x="42505" y="54446"/>
                    <a:pt x="42720" y="54243"/>
                    <a:pt x="42910" y="54065"/>
                  </a:cubicBezTo>
                  <a:lnTo>
                    <a:pt x="43196" y="53791"/>
                  </a:lnTo>
                  <a:cubicBezTo>
                    <a:pt x="50268" y="48909"/>
                    <a:pt x="53757" y="42623"/>
                    <a:pt x="53757" y="42623"/>
                  </a:cubicBezTo>
                  <a:lnTo>
                    <a:pt x="53757" y="42623"/>
                  </a:lnTo>
                  <a:cubicBezTo>
                    <a:pt x="53090" y="42885"/>
                    <a:pt x="52280" y="43063"/>
                    <a:pt x="51328" y="43171"/>
                  </a:cubicBezTo>
                  <a:cubicBezTo>
                    <a:pt x="51578" y="42909"/>
                    <a:pt x="51923" y="42516"/>
                    <a:pt x="52364" y="42004"/>
                  </a:cubicBezTo>
                  <a:cubicBezTo>
                    <a:pt x="52626" y="41361"/>
                    <a:pt x="52864" y="40718"/>
                    <a:pt x="53114" y="40075"/>
                  </a:cubicBezTo>
                  <a:lnTo>
                    <a:pt x="53114" y="40075"/>
                  </a:lnTo>
                  <a:cubicBezTo>
                    <a:pt x="52923" y="40301"/>
                    <a:pt x="52745" y="40515"/>
                    <a:pt x="52566" y="40718"/>
                  </a:cubicBezTo>
                  <a:cubicBezTo>
                    <a:pt x="52995" y="39884"/>
                    <a:pt x="53483" y="38849"/>
                    <a:pt x="54007" y="37646"/>
                  </a:cubicBezTo>
                  <a:cubicBezTo>
                    <a:pt x="56781" y="29859"/>
                    <a:pt x="58746" y="21775"/>
                    <a:pt x="59900" y="13595"/>
                  </a:cubicBezTo>
                  <a:cubicBezTo>
                    <a:pt x="60377" y="10238"/>
                    <a:pt x="60686" y="6654"/>
                    <a:pt x="59222" y="3594"/>
                  </a:cubicBezTo>
                  <a:cubicBezTo>
                    <a:pt x="59210" y="3570"/>
                    <a:pt x="59198" y="3559"/>
                    <a:pt x="59186" y="3535"/>
                  </a:cubicBezTo>
                  <a:cubicBezTo>
                    <a:pt x="59162" y="3511"/>
                    <a:pt x="59150" y="3475"/>
                    <a:pt x="59127" y="3451"/>
                  </a:cubicBezTo>
                  <a:cubicBezTo>
                    <a:pt x="59127" y="3439"/>
                    <a:pt x="59115" y="3428"/>
                    <a:pt x="59103" y="3416"/>
                  </a:cubicBezTo>
                  <a:cubicBezTo>
                    <a:pt x="58734" y="2785"/>
                    <a:pt x="58269" y="2237"/>
                    <a:pt x="57757" y="1773"/>
                  </a:cubicBezTo>
                  <a:cubicBezTo>
                    <a:pt x="56160" y="337"/>
                    <a:pt x="54243" y="1"/>
                    <a:pt x="5279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4473475" y="1856300"/>
              <a:ext cx="42875" cy="161650"/>
            </a:xfrm>
            <a:custGeom>
              <a:rect b="b" l="l" r="r" t="t"/>
              <a:pathLst>
                <a:path extrusionOk="0" h="6466" w="1715">
                  <a:moveTo>
                    <a:pt x="1715" y="1"/>
                  </a:moveTo>
                  <a:lnTo>
                    <a:pt x="1715" y="1"/>
                  </a:lnTo>
                  <a:cubicBezTo>
                    <a:pt x="1381" y="1906"/>
                    <a:pt x="786" y="3763"/>
                    <a:pt x="0" y="5549"/>
                  </a:cubicBezTo>
                  <a:lnTo>
                    <a:pt x="464" y="6466"/>
                  </a:lnTo>
                  <a:cubicBezTo>
                    <a:pt x="1036" y="4335"/>
                    <a:pt x="1453" y="2180"/>
                    <a:pt x="1715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46"/>
            <p:cNvSpPr/>
            <p:nvPr/>
          </p:nvSpPr>
          <p:spPr>
            <a:xfrm>
              <a:off x="4593425" y="2301300"/>
              <a:ext cx="6575" cy="15500"/>
            </a:xfrm>
            <a:custGeom>
              <a:rect b="b" l="l" r="r" t="t"/>
              <a:pathLst>
                <a:path extrusionOk="0" h="620" w="263">
                  <a:moveTo>
                    <a:pt x="262" y="1"/>
                  </a:moveTo>
                  <a:lnTo>
                    <a:pt x="0" y="620"/>
                  </a:lnTo>
                  <a:lnTo>
                    <a:pt x="72" y="620"/>
                  </a:lnTo>
                  <a:cubicBezTo>
                    <a:pt x="131" y="417"/>
                    <a:pt x="203" y="203"/>
                    <a:pt x="262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46"/>
            <p:cNvSpPr/>
            <p:nvPr/>
          </p:nvSpPr>
          <p:spPr>
            <a:xfrm>
              <a:off x="4851475" y="3301425"/>
              <a:ext cx="307825" cy="609925"/>
            </a:xfrm>
            <a:custGeom>
              <a:rect b="b" l="l" r="r" t="t"/>
              <a:pathLst>
                <a:path extrusionOk="0" h="24397" w="12313">
                  <a:moveTo>
                    <a:pt x="12312" y="1"/>
                  </a:moveTo>
                  <a:cubicBezTo>
                    <a:pt x="12312" y="1"/>
                    <a:pt x="12062" y="406"/>
                    <a:pt x="11610" y="1084"/>
                  </a:cubicBezTo>
                  <a:cubicBezTo>
                    <a:pt x="9978" y="5847"/>
                    <a:pt x="6145" y="16157"/>
                    <a:pt x="1454" y="22444"/>
                  </a:cubicBezTo>
                  <a:lnTo>
                    <a:pt x="1" y="24396"/>
                  </a:lnTo>
                  <a:lnTo>
                    <a:pt x="1942" y="22920"/>
                  </a:lnTo>
                  <a:cubicBezTo>
                    <a:pt x="1942" y="22920"/>
                    <a:pt x="10740" y="7287"/>
                    <a:pt x="12312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46"/>
            <p:cNvSpPr/>
            <p:nvPr/>
          </p:nvSpPr>
          <p:spPr>
            <a:xfrm>
              <a:off x="4495200" y="1560450"/>
              <a:ext cx="18175" cy="75925"/>
            </a:xfrm>
            <a:custGeom>
              <a:rect b="b" l="l" r="r" t="t"/>
              <a:pathLst>
                <a:path extrusionOk="0" h="3037" w="727">
                  <a:moveTo>
                    <a:pt x="60" y="0"/>
                  </a:moveTo>
                  <a:cubicBezTo>
                    <a:pt x="36" y="131"/>
                    <a:pt x="24" y="262"/>
                    <a:pt x="0" y="393"/>
                  </a:cubicBezTo>
                  <a:cubicBezTo>
                    <a:pt x="226" y="1274"/>
                    <a:pt x="429" y="2155"/>
                    <a:pt x="596" y="3036"/>
                  </a:cubicBezTo>
                  <a:cubicBezTo>
                    <a:pt x="536" y="2060"/>
                    <a:pt x="548" y="1084"/>
                    <a:pt x="726" y="131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46"/>
            <p:cNvSpPr/>
            <p:nvPr/>
          </p:nvSpPr>
          <p:spPr>
            <a:xfrm>
              <a:off x="3070025" y="1999175"/>
              <a:ext cx="941500" cy="675725"/>
            </a:xfrm>
            <a:custGeom>
              <a:rect b="b" l="l" r="r" t="t"/>
              <a:pathLst>
                <a:path extrusionOk="0" h="27029" w="37660">
                  <a:moveTo>
                    <a:pt x="37660" y="1"/>
                  </a:moveTo>
                  <a:lnTo>
                    <a:pt x="37660" y="1"/>
                  </a:lnTo>
                  <a:cubicBezTo>
                    <a:pt x="28158" y="10645"/>
                    <a:pt x="16502" y="19372"/>
                    <a:pt x="3548" y="25385"/>
                  </a:cubicBezTo>
                  <a:cubicBezTo>
                    <a:pt x="4822" y="23956"/>
                    <a:pt x="6048" y="22492"/>
                    <a:pt x="7263" y="21003"/>
                  </a:cubicBezTo>
                  <a:lnTo>
                    <a:pt x="7263" y="21003"/>
                  </a:lnTo>
                  <a:cubicBezTo>
                    <a:pt x="5667" y="22527"/>
                    <a:pt x="3929" y="24004"/>
                    <a:pt x="2012" y="25480"/>
                  </a:cubicBezTo>
                  <a:lnTo>
                    <a:pt x="0" y="27028"/>
                  </a:lnTo>
                  <a:lnTo>
                    <a:pt x="2346" y="26064"/>
                  </a:lnTo>
                  <a:cubicBezTo>
                    <a:pt x="3548" y="25564"/>
                    <a:pt x="4751" y="25052"/>
                    <a:pt x="5929" y="24492"/>
                  </a:cubicBezTo>
                  <a:lnTo>
                    <a:pt x="5929" y="24492"/>
                  </a:lnTo>
                  <a:cubicBezTo>
                    <a:pt x="5513" y="24861"/>
                    <a:pt x="5275" y="25075"/>
                    <a:pt x="5215" y="25123"/>
                  </a:cubicBezTo>
                  <a:cubicBezTo>
                    <a:pt x="5763" y="24778"/>
                    <a:pt x="6298" y="24432"/>
                    <a:pt x="6834" y="24063"/>
                  </a:cubicBezTo>
                  <a:cubicBezTo>
                    <a:pt x="15895" y="19777"/>
                    <a:pt x="24313" y="14015"/>
                    <a:pt x="31659" y="7133"/>
                  </a:cubicBezTo>
                  <a:cubicBezTo>
                    <a:pt x="32106" y="6929"/>
                    <a:pt x="32611" y="6769"/>
                    <a:pt x="33086" y="6769"/>
                  </a:cubicBezTo>
                  <a:cubicBezTo>
                    <a:pt x="33446" y="6769"/>
                    <a:pt x="33788" y="6861"/>
                    <a:pt x="34076" y="7097"/>
                  </a:cubicBezTo>
                  <a:cubicBezTo>
                    <a:pt x="34838" y="7704"/>
                    <a:pt x="34731" y="8859"/>
                    <a:pt x="34504" y="9788"/>
                  </a:cubicBezTo>
                  <a:cubicBezTo>
                    <a:pt x="34135" y="11276"/>
                    <a:pt x="33647" y="12729"/>
                    <a:pt x="33016" y="14110"/>
                  </a:cubicBezTo>
                  <a:cubicBezTo>
                    <a:pt x="31492" y="16467"/>
                    <a:pt x="29563" y="18563"/>
                    <a:pt x="27301" y="20230"/>
                  </a:cubicBezTo>
                  <a:lnTo>
                    <a:pt x="26337" y="20932"/>
                  </a:lnTo>
                  <a:lnTo>
                    <a:pt x="27527" y="20837"/>
                  </a:lnTo>
                  <a:cubicBezTo>
                    <a:pt x="30385" y="20599"/>
                    <a:pt x="33254" y="19718"/>
                    <a:pt x="36005" y="18265"/>
                  </a:cubicBezTo>
                  <a:cubicBezTo>
                    <a:pt x="35778" y="18134"/>
                    <a:pt x="35564" y="17991"/>
                    <a:pt x="35385" y="17813"/>
                  </a:cubicBezTo>
                  <a:cubicBezTo>
                    <a:pt x="33647" y="18706"/>
                    <a:pt x="31861" y="19360"/>
                    <a:pt x="30063" y="19765"/>
                  </a:cubicBezTo>
                  <a:cubicBezTo>
                    <a:pt x="29397" y="19944"/>
                    <a:pt x="28718" y="20111"/>
                    <a:pt x="28039" y="20253"/>
                  </a:cubicBezTo>
                  <a:cubicBezTo>
                    <a:pt x="33695" y="15741"/>
                    <a:pt x="37207" y="8645"/>
                    <a:pt x="37398" y="1418"/>
                  </a:cubicBezTo>
                  <a:lnTo>
                    <a:pt x="37267" y="1418"/>
                  </a:lnTo>
                  <a:cubicBezTo>
                    <a:pt x="37314" y="1358"/>
                    <a:pt x="37350" y="1311"/>
                    <a:pt x="37398" y="1263"/>
                  </a:cubicBezTo>
                  <a:cubicBezTo>
                    <a:pt x="37398" y="1180"/>
                    <a:pt x="37410" y="1096"/>
                    <a:pt x="37410" y="1013"/>
                  </a:cubicBezTo>
                  <a:lnTo>
                    <a:pt x="37660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46"/>
            <p:cNvSpPr/>
            <p:nvPr/>
          </p:nvSpPr>
          <p:spPr>
            <a:xfrm>
              <a:off x="4227000" y="1999775"/>
              <a:ext cx="257500" cy="337275"/>
            </a:xfrm>
            <a:custGeom>
              <a:rect b="b" l="l" r="r" t="t"/>
              <a:pathLst>
                <a:path extrusionOk="0" h="13491" w="10300">
                  <a:moveTo>
                    <a:pt x="9776" y="1"/>
                  </a:moveTo>
                  <a:cubicBezTo>
                    <a:pt x="9752" y="60"/>
                    <a:pt x="9728" y="108"/>
                    <a:pt x="9704" y="155"/>
                  </a:cubicBezTo>
                  <a:cubicBezTo>
                    <a:pt x="8918" y="2334"/>
                    <a:pt x="7847" y="4466"/>
                    <a:pt x="6466" y="6478"/>
                  </a:cubicBezTo>
                  <a:cubicBezTo>
                    <a:pt x="4739" y="9014"/>
                    <a:pt x="2572" y="11359"/>
                    <a:pt x="1" y="13490"/>
                  </a:cubicBezTo>
                  <a:cubicBezTo>
                    <a:pt x="405" y="13443"/>
                    <a:pt x="810" y="13395"/>
                    <a:pt x="1215" y="13348"/>
                  </a:cubicBezTo>
                  <a:cubicBezTo>
                    <a:pt x="3489" y="11359"/>
                    <a:pt x="5442" y="9192"/>
                    <a:pt x="7037" y="6859"/>
                  </a:cubicBezTo>
                  <a:cubicBezTo>
                    <a:pt x="8156" y="5216"/>
                    <a:pt x="9109" y="3477"/>
                    <a:pt x="9847" y="1703"/>
                  </a:cubicBezTo>
                  <a:lnTo>
                    <a:pt x="9847" y="1703"/>
                  </a:lnTo>
                  <a:cubicBezTo>
                    <a:pt x="9776" y="4085"/>
                    <a:pt x="9490" y="8430"/>
                    <a:pt x="8406" y="12800"/>
                  </a:cubicBezTo>
                  <a:cubicBezTo>
                    <a:pt x="8645" y="12788"/>
                    <a:pt x="8895" y="12788"/>
                    <a:pt x="9145" y="12776"/>
                  </a:cubicBezTo>
                  <a:cubicBezTo>
                    <a:pt x="9728" y="10347"/>
                    <a:pt x="10073" y="7942"/>
                    <a:pt x="10276" y="5882"/>
                  </a:cubicBezTo>
                  <a:cubicBezTo>
                    <a:pt x="10300" y="3906"/>
                    <a:pt x="10133" y="1941"/>
                    <a:pt x="977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46"/>
            <p:cNvSpPr/>
            <p:nvPr/>
          </p:nvSpPr>
          <p:spPr>
            <a:xfrm>
              <a:off x="4088300" y="1998300"/>
              <a:ext cx="256600" cy="358400"/>
            </a:xfrm>
            <a:custGeom>
              <a:rect b="b" l="l" r="r" t="t"/>
              <a:pathLst>
                <a:path extrusionOk="0" h="14336" w="10264">
                  <a:moveTo>
                    <a:pt x="10228" y="0"/>
                  </a:moveTo>
                  <a:cubicBezTo>
                    <a:pt x="8335" y="5656"/>
                    <a:pt x="4680" y="10656"/>
                    <a:pt x="0" y="14335"/>
                  </a:cubicBezTo>
                  <a:cubicBezTo>
                    <a:pt x="346" y="14276"/>
                    <a:pt x="691" y="14216"/>
                    <a:pt x="1048" y="14169"/>
                  </a:cubicBezTo>
                  <a:cubicBezTo>
                    <a:pt x="1179" y="14038"/>
                    <a:pt x="1322" y="13919"/>
                    <a:pt x="1453" y="13788"/>
                  </a:cubicBezTo>
                  <a:cubicBezTo>
                    <a:pt x="4132" y="11216"/>
                    <a:pt x="6513" y="8061"/>
                    <a:pt x="8787" y="4036"/>
                  </a:cubicBezTo>
                  <a:lnTo>
                    <a:pt x="8787" y="4036"/>
                  </a:lnTo>
                  <a:cubicBezTo>
                    <a:pt x="7489" y="7668"/>
                    <a:pt x="5965" y="11037"/>
                    <a:pt x="3846" y="13764"/>
                  </a:cubicBezTo>
                  <a:cubicBezTo>
                    <a:pt x="4072" y="13728"/>
                    <a:pt x="4310" y="13692"/>
                    <a:pt x="4537" y="13669"/>
                  </a:cubicBezTo>
                  <a:cubicBezTo>
                    <a:pt x="7204" y="9489"/>
                    <a:pt x="9156" y="4846"/>
                    <a:pt x="10264" y="12"/>
                  </a:cubicBezTo>
                  <a:lnTo>
                    <a:pt x="1022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46"/>
            <p:cNvSpPr/>
            <p:nvPr/>
          </p:nvSpPr>
          <p:spPr>
            <a:xfrm>
              <a:off x="4072525" y="2455200"/>
              <a:ext cx="14300" cy="7150"/>
            </a:xfrm>
            <a:custGeom>
              <a:rect b="b" l="l" r="r" t="t"/>
              <a:pathLst>
                <a:path extrusionOk="0" h="286" w="572">
                  <a:moveTo>
                    <a:pt x="572" y="0"/>
                  </a:moveTo>
                  <a:cubicBezTo>
                    <a:pt x="477" y="24"/>
                    <a:pt x="381" y="48"/>
                    <a:pt x="286" y="72"/>
                  </a:cubicBezTo>
                  <a:cubicBezTo>
                    <a:pt x="191" y="95"/>
                    <a:pt x="96" y="107"/>
                    <a:pt x="0" y="131"/>
                  </a:cubicBezTo>
                  <a:lnTo>
                    <a:pt x="96" y="286"/>
                  </a:lnTo>
                  <a:cubicBezTo>
                    <a:pt x="250" y="191"/>
                    <a:pt x="405" y="95"/>
                    <a:pt x="572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46"/>
            <p:cNvSpPr/>
            <p:nvPr/>
          </p:nvSpPr>
          <p:spPr>
            <a:xfrm>
              <a:off x="4021325" y="1768500"/>
              <a:ext cx="184275" cy="235775"/>
            </a:xfrm>
            <a:custGeom>
              <a:rect b="b" l="l" r="r" t="t"/>
              <a:pathLst>
                <a:path extrusionOk="0" h="9431" w="7371">
                  <a:moveTo>
                    <a:pt x="6966" y="1"/>
                  </a:moveTo>
                  <a:cubicBezTo>
                    <a:pt x="4811" y="3049"/>
                    <a:pt x="2477" y="5989"/>
                    <a:pt x="0" y="8787"/>
                  </a:cubicBezTo>
                  <a:cubicBezTo>
                    <a:pt x="96" y="9002"/>
                    <a:pt x="179" y="9216"/>
                    <a:pt x="274" y="9430"/>
                  </a:cubicBezTo>
                  <a:cubicBezTo>
                    <a:pt x="2822" y="6513"/>
                    <a:pt x="5203" y="3465"/>
                    <a:pt x="7370" y="274"/>
                  </a:cubicBezTo>
                  <a:lnTo>
                    <a:pt x="6966" y="1"/>
                  </a:ln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46"/>
            <p:cNvSpPr/>
            <p:nvPr/>
          </p:nvSpPr>
          <p:spPr>
            <a:xfrm>
              <a:off x="3568600" y="3830375"/>
              <a:ext cx="269100" cy="73825"/>
            </a:xfrm>
            <a:custGeom>
              <a:rect b="b" l="l" r="r" t="t"/>
              <a:pathLst>
                <a:path extrusionOk="0" h="2953" w="10764">
                  <a:moveTo>
                    <a:pt x="10763" y="0"/>
                  </a:moveTo>
                  <a:cubicBezTo>
                    <a:pt x="7834" y="1024"/>
                    <a:pt x="5227" y="1750"/>
                    <a:pt x="3250" y="2215"/>
                  </a:cubicBezTo>
                  <a:cubicBezTo>
                    <a:pt x="2274" y="2441"/>
                    <a:pt x="1453" y="2619"/>
                    <a:pt x="893" y="2738"/>
                  </a:cubicBezTo>
                  <a:cubicBezTo>
                    <a:pt x="322" y="2857"/>
                    <a:pt x="0" y="2917"/>
                    <a:pt x="0" y="2917"/>
                  </a:cubicBezTo>
                  <a:cubicBezTo>
                    <a:pt x="71" y="2929"/>
                    <a:pt x="143" y="2941"/>
                    <a:pt x="226" y="2953"/>
                  </a:cubicBezTo>
                  <a:cubicBezTo>
                    <a:pt x="3703" y="2536"/>
                    <a:pt x="7120" y="1905"/>
                    <a:pt x="10168" y="226"/>
                  </a:cubicBezTo>
                  <a:lnTo>
                    <a:pt x="10168" y="226"/>
                  </a:lnTo>
                  <a:cubicBezTo>
                    <a:pt x="10073" y="381"/>
                    <a:pt x="9966" y="536"/>
                    <a:pt x="9870" y="691"/>
                  </a:cubicBezTo>
                  <a:cubicBezTo>
                    <a:pt x="9918" y="667"/>
                    <a:pt x="9977" y="619"/>
                    <a:pt x="10013" y="595"/>
                  </a:cubicBezTo>
                  <a:cubicBezTo>
                    <a:pt x="10513" y="238"/>
                    <a:pt x="10763" y="0"/>
                    <a:pt x="1076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46"/>
            <p:cNvSpPr/>
            <p:nvPr/>
          </p:nvSpPr>
          <p:spPr>
            <a:xfrm>
              <a:off x="2298775" y="1469050"/>
              <a:ext cx="292925" cy="548025"/>
            </a:xfrm>
            <a:custGeom>
              <a:rect b="b" l="l" r="r" t="t"/>
              <a:pathLst>
                <a:path extrusionOk="0" h="21921" w="11717">
                  <a:moveTo>
                    <a:pt x="10514" y="1"/>
                  </a:moveTo>
                  <a:cubicBezTo>
                    <a:pt x="9419" y="1811"/>
                    <a:pt x="8395" y="3597"/>
                    <a:pt x="7419" y="5347"/>
                  </a:cubicBezTo>
                  <a:cubicBezTo>
                    <a:pt x="6728" y="6621"/>
                    <a:pt x="6061" y="7871"/>
                    <a:pt x="5406" y="9085"/>
                  </a:cubicBezTo>
                  <a:cubicBezTo>
                    <a:pt x="4787" y="10324"/>
                    <a:pt x="4180" y="11538"/>
                    <a:pt x="3597" y="12729"/>
                  </a:cubicBezTo>
                  <a:cubicBezTo>
                    <a:pt x="3025" y="13919"/>
                    <a:pt x="2477" y="15098"/>
                    <a:pt x="1942" y="16241"/>
                  </a:cubicBezTo>
                  <a:cubicBezTo>
                    <a:pt x="1430" y="17396"/>
                    <a:pt x="942" y="18515"/>
                    <a:pt x="453" y="19610"/>
                  </a:cubicBezTo>
                  <a:cubicBezTo>
                    <a:pt x="311" y="19956"/>
                    <a:pt x="180" y="20289"/>
                    <a:pt x="37" y="20634"/>
                  </a:cubicBezTo>
                  <a:cubicBezTo>
                    <a:pt x="25" y="21063"/>
                    <a:pt x="1" y="21492"/>
                    <a:pt x="13" y="21920"/>
                  </a:cubicBezTo>
                  <a:cubicBezTo>
                    <a:pt x="2442" y="16122"/>
                    <a:pt x="5335" y="10395"/>
                    <a:pt x="8800" y="5097"/>
                  </a:cubicBezTo>
                  <a:cubicBezTo>
                    <a:pt x="8847" y="5013"/>
                    <a:pt x="8895" y="4918"/>
                    <a:pt x="8943" y="4835"/>
                  </a:cubicBezTo>
                  <a:cubicBezTo>
                    <a:pt x="9836" y="3180"/>
                    <a:pt x="10776" y="1573"/>
                    <a:pt x="1171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46"/>
            <p:cNvSpPr/>
            <p:nvPr/>
          </p:nvSpPr>
          <p:spPr>
            <a:xfrm>
              <a:off x="3494775" y="1965850"/>
              <a:ext cx="118775" cy="169675"/>
            </a:xfrm>
            <a:custGeom>
              <a:rect b="b" l="l" r="r" t="t"/>
              <a:pathLst>
                <a:path extrusionOk="0" h="6787" w="4751">
                  <a:moveTo>
                    <a:pt x="4596" y="0"/>
                  </a:moveTo>
                  <a:cubicBezTo>
                    <a:pt x="2905" y="2513"/>
                    <a:pt x="1393" y="4763"/>
                    <a:pt x="0" y="6787"/>
                  </a:cubicBezTo>
                  <a:cubicBezTo>
                    <a:pt x="1667" y="4620"/>
                    <a:pt x="3251" y="2382"/>
                    <a:pt x="4751" y="84"/>
                  </a:cubicBezTo>
                  <a:lnTo>
                    <a:pt x="4596" y="0"/>
                  </a:ln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46"/>
            <p:cNvSpPr/>
            <p:nvPr/>
          </p:nvSpPr>
          <p:spPr>
            <a:xfrm>
              <a:off x="3346525" y="3906050"/>
              <a:ext cx="152150" cy="19000"/>
            </a:xfrm>
            <a:custGeom>
              <a:rect b="b" l="l" r="r" t="t"/>
              <a:pathLst>
                <a:path extrusionOk="0" h="760" w="6086">
                  <a:moveTo>
                    <a:pt x="3608" y="1"/>
                  </a:moveTo>
                  <a:cubicBezTo>
                    <a:pt x="2951" y="1"/>
                    <a:pt x="2358" y="49"/>
                    <a:pt x="1846" y="116"/>
                  </a:cubicBezTo>
                  <a:cubicBezTo>
                    <a:pt x="727" y="259"/>
                    <a:pt x="1" y="497"/>
                    <a:pt x="1" y="497"/>
                  </a:cubicBezTo>
                  <a:cubicBezTo>
                    <a:pt x="84" y="533"/>
                    <a:pt x="180" y="569"/>
                    <a:pt x="275" y="592"/>
                  </a:cubicBezTo>
                  <a:cubicBezTo>
                    <a:pt x="834" y="545"/>
                    <a:pt x="1394" y="497"/>
                    <a:pt x="1954" y="438"/>
                  </a:cubicBezTo>
                  <a:lnTo>
                    <a:pt x="1954" y="438"/>
                  </a:lnTo>
                  <a:lnTo>
                    <a:pt x="1442" y="759"/>
                  </a:lnTo>
                  <a:cubicBezTo>
                    <a:pt x="2978" y="533"/>
                    <a:pt x="4525" y="390"/>
                    <a:pt x="6085" y="235"/>
                  </a:cubicBezTo>
                  <a:cubicBezTo>
                    <a:pt x="5191" y="64"/>
                    <a:pt x="4357" y="1"/>
                    <a:pt x="360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46"/>
            <p:cNvSpPr/>
            <p:nvPr/>
          </p:nvSpPr>
          <p:spPr>
            <a:xfrm>
              <a:off x="3258425" y="1520850"/>
              <a:ext cx="174450" cy="356625"/>
            </a:xfrm>
            <a:custGeom>
              <a:rect b="b" l="l" r="r" t="t"/>
              <a:pathLst>
                <a:path extrusionOk="0" h="14265" w="6978">
                  <a:moveTo>
                    <a:pt x="6978" y="1"/>
                  </a:moveTo>
                  <a:cubicBezTo>
                    <a:pt x="5168" y="5085"/>
                    <a:pt x="2775" y="9871"/>
                    <a:pt x="1" y="14264"/>
                  </a:cubicBezTo>
                  <a:cubicBezTo>
                    <a:pt x="929" y="13109"/>
                    <a:pt x="1834" y="11931"/>
                    <a:pt x="2727" y="10740"/>
                  </a:cubicBezTo>
                  <a:cubicBezTo>
                    <a:pt x="4299" y="7621"/>
                    <a:pt x="5609" y="4382"/>
                    <a:pt x="6656" y="1048"/>
                  </a:cubicBezTo>
                  <a:cubicBezTo>
                    <a:pt x="6763" y="703"/>
                    <a:pt x="6871" y="346"/>
                    <a:pt x="6978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46"/>
            <p:cNvSpPr/>
            <p:nvPr/>
          </p:nvSpPr>
          <p:spPr>
            <a:xfrm>
              <a:off x="3109600" y="1469050"/>
              <a:ext cx="95275" cy="187850"/>
            </a:xfrm>
            <a:custGeom>
              <a:rect b="b" l="l" r="r" t="t"/>
              <a:pathLst>
                <a:path extrusionOk="0" h="7514" w="3811">
                  <a:moveTo>
                    <a:pt x="3132" y="1"/>
                  </a:moveTo>
                  <a:cubicBezTo>
                    <a:pt x="2894" y="596"/>
                    <a:pt x="2668" y="1168"/>
                    <a:pt x="2441" y="1727"/>
                  </a:cubicBezTo>
                  <a:cubicBezTo>
                    <a:pt x="1596" y="3763"/>
                    <a:pt x="834" y="5513"/>
                    <a:pt x="203" y="6907"/>
                  </a:cubicBezTo>
                  <a:cubicBezTo>
                    <a:pt x="143" y="7109"/>
                    <a:pt x="72" y="7311"/>
                    <a:pt x="1" y="7514"/>
                  </a:cubicBezTo>
                  <a:cubicBezTo>
                    <a:pt x="1346" y="4906"/>
                    <a:pt x="2632" y="2394"/>
                    <a:pt x="381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46"/>
            <p:cNvSpPr/>
            <p:nvPr/>
          </p:nvSpPr>
          <p:spPr>
            <a:xfrm>
              <a:off x="3055725" y="1490800"/>
              <a:ext cx="261975" cy="454525"/>
            </a:xfrm>
            <a:custGeom>
              <a:rect b="b" l="l" r="r" t="t"/>
              <a:pathLst>
                <a:path extrusionOk="0" h="18181" w="10479">
                  <a:moveTo>
                    <a:pt x="10478" y="0"/>
                  </a:moveTo>
                  <a:lnTo>
                    <a:pt x="10478" y="0"/>
                  </a:lnTo>
                  <a:cubicBezTo>
                    <a:pt x="9918" y="1226"/>
                    <a:pt x="9347" y="2429"/>
                    <a:pt x="8752" y="3596"/>
                  </a:cubicBezTo>
                  <a:cubicBezTo>
                    <a:pt x="8311" y="4477"/>
                    <a:pt x="7859" y="5334"/>
                    <a:pt x="7394" y="6179"/>
                  </a:cubicBezTo>
                  <a:cubicBezTo>
                    <a:pt x="6930" y="7025"/>
                    <a:pt x="6489" y="7882"/>
                    <a:pt x="6001" y="8692"/>
                  </a:cubicBezTo>
                  <a:cubicBezTo>
                    <a:pt x="5525" y="9513"/>
                    <a:pt x="5049" y="10335"/>
                    <a:pt x="4573" y="11144"/>
                  </a:cubicBezTo>
                  <a:cubicBezTo>
                    <a:pt x="4084" y="11930"/>
                    <a:pt x="3596" y="12716"/>
                    <a:pt x="3108" y="13502"/>
                  </a:cubicBezTo>
                  <a:cubicBezTo>
                    <a:pt x="2632" y="14276"/>
                    <a:pt x="2120" y="15038"/>
                    <a:pt x="1632" y="15776"/>
                  </a:cubicBezTo>
                  <a:cubicBezTo>
                    <a:pt x="1120" y="16526"/>
                    <a:pt x="655" y="17276"/>
                    <a:pt x="143" y="17990"/>
                  </a:cubicBezTo>
                  <a:cubicBezTo>
                    <a:pt x="108" y="18035"/>
                    <a:pt x="72" y="18086"/>
                    <a:pt x="36" y="18134"/>
                  </a:cubicBezTo>
                  <a:lnTo>
                    <a:pt x="36" y="18134"/>
                  </a:lnTo>
                  <a:cubicBezTo>
                    <a:pt x="1761" y="15886"/>
                    <a:pt x="3393" y="13557"/>
                    <a:pt x="4930" y="11180"/>
                  </a:cubicBezTo>
                  <a:cubicBezTo>
                    <a:pt x="5001" y="11049"/>
                    <a:pt x="5085" y="10918"/>
                    <a:pt x="5144" y="10787"/>
                  </a:cubicBezTo>
                  <a:cubicBezTo>
                    <a:pt x="5727" y="9704"/>
                    <a:pt x="6299" y="8692"/>
                    <a:pt x="6787" y="7715"/>
                  </a:cubicBezTo>
                  <a:cubicBezTo>
                    <a:pt x="7275" y="6727"/>
                    <a:pt x="7740" y="5822"/>
                    <a:pt x="8156" y="4977"/>
                  </a:cubicBezTo>
                  <a:cubicBezTo>
                    <a:pt x="8573" y="4120"/>
                    <a:pt x="8930" y="3346"/>
                    <a:pt x="9264" y="2643"/>
                  </a:cubicBezTo>
                  <a:cubicBezTo>
                    <a:pt x="9788" y="1584"/>
                    <a:pt x="10169" y="691"/>
                    <a:pt x="10478" y="0"/>
                  </a:cubicBezTo>
                  <a:close/>
                  <a:moveTo>
                    <a:pt x="36" y="18134"/>
                  </a:moveTo>
                  <a:lnTo>
                    <a:pt x="36" y="18134"/>
                  </a:lnTo>
                  <a:cubicBezTo>
                    <a:pt x="24" y="18150"/>
                    <a:pt x="13" y="18165"/>
                    <a:pt x="1" y="18181"/>
                  </a:cubicBezTo>
                  <a:cubicBezTo>
                    <a:pt x="13" y="18166"/>
                    <a:pt x="24" y="18150"/>
                    <a:pt x="36" y="18134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46"/>
            <p:cNvSpPr/>
            <p:nvPr/>
          </p:nvSpPr>
          <p:spPr>
            <a:xfrm>
              <a:off x="2847075" y="1469050"/>
              <a:ext cx="44375" cy="45875"/>
            </a:xfrm>
            <a:custGeom>
              <a:rect b="b" l="l" r="r" t="t"/>
              <a:pathLst>
                <a:path extrusionOk="0" h="1835" w="1775">
                  <a:moveTo>
                    <a:pt x="1489" y="1"/>
                  </a:moveTo>
                  <a:cubicBezTo>
                    <a:pt x="1000" y="477"/>
                    <a:pt x="512" y="942"/>
                    <a:pt x="24" y="1418"/>
                  </a:cubicBezTo>
                  <a:cubicBezTo>
                    <a:pt x="24" y="1561"/>
                    <a:pt x="12" y="1692"/>
                    <a:pt x="0" y="1834"/>
                  </a:cubicBezTo>
                  <a:cubicBezTo>
                    <a:pt x="36" y="1811"/>
                    <a:pt x="72" y="1775"/>
                    <a:pt x="107" y="1751"/>
                  </a:cubicBezTo>
                  <a:cubicBezTo>
                    <a:pt x="715" y="1108"/>
                    <a:pt x="1262" y="525"/>
                    <a:pt x="177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46"/>
            <p:cNvSpPr/>
            <p:nvPr/>
          </p:nvSpPr>
          <p:spPr>
            <a:xfrm>
              <a:off x="2250575" y="1512225"/>
              <a:ext cx="596525" cy="787925"/>
            </a:xfrm>
            <a:custGeom>
              <a:rect b="b" l="l" r="r" t="t"/>
              <a:pathLst>
                <a:path extrusionOk="0" h="31517" w="23861">
                  <a:moveTo>
                    <a:pt x="23813" y="179"/>
                  </a:moveTo>
                  <a:lnTo>
                    <a:pt x="23813" y="179"/>
                  </a:lnTo>
                  <a:cubicBezTo>
                    <a:pt x="23801" y="465"/>
                    <a:pt x="23777" y="750"/>
                    <a:pt x="23753" y="1036"/>
                  </a:cubicBezTo>
                  <a:cubicBezTo>
                    <a:pt x="23741" y="798"/>
                    <a:pt x="23706" y="572"/>
                    <a:pt x="23658" y="358"/>
                  </a:cubicBezTo>
                  <a:cubicBezTo>
                    <a:pt x="23717" y="298"/>
                    <a:pt x="23765" y="238"/>
                    <a:pt x="23813" y="179"/>
                  </a:cubicBezTo>
                  <a:close/>
                  <a:moveTo>
                    <a:pt x="23289" y="0"/>
                  </a:moveTo>
                  <a:lnTo>
                    <a:pt x="23289" y="0"/>
                  </a:lnTo>
                  <a:cubicBezTo>
                    <a:pt x="22765" y="619"/>
                    <a:pt x="22241" y="1239"/>
                    <a:pt x="21717" y="1870"/>
                  </a:cubicBezTo>
                  <a:cubicBezTo>
                    <a:pt x="17288" y="6442"/>
                    <a:pt x="13264" y="11264"/>
                    <a:pt x="9632" y="16217"/>
                  </a:cubicBezTo>
                  <a:cubicBezTo>
                    <a:pt x="8942" y="17431"/>
                    <a:pt x="8239" y="18634"/>
                    <a:pt x="7513" y="19812"/>
                  </a:cubicBezTo>
                  <a:cubicBezTo>
                    <a:pt x="5108" y="23741"/>
                    <a:pt x="2393" y="27563"/>
                    <a:pt x="0" y="31516"/>
                  </a:cubicBezTo>
                  <a:cubicBezTo>
                    <a:pt x="465" y="31480"/>
                    <a:pt x="929" y="31457"/>
                    <a:pt x="1405" y="31421"/>
                  </a:cubicBezTo>
                  <a:cubicBezTo>
                    <a:pt x="2012" y="30278"/>
                    <a:pt x="2631" y="29147"/>
                    <a:pt x="3262" y="28051"/>
                  </a:cubicBezTo>
                  <a:cubicBezTo>
                    <a:pt x="7180" y="21170"/>
                    <a:pt x="11216" y="15383"/>
                    <a:pt x="14871" y="10668"/>
                  </a:cubicBezTo>
                  <a:lnTo>
                    <a:pt x="14871" y="10668"/>
                  </a:lnTo>
                  <a:lnTo>
                    <a:pt x="14847" y="10954"/>
                  </a:lnTo>
                  <a:cubicBezTo>
                    <a:pt x="14931" y="10752"/>
                    <a:pt x="15026" y="10537"/>
                    <a:pt x="15133" y="10347"/>
                  </a:cubicBezTo>
                  <a:cubicBezTo>
                    <a:pt x="15943" y="9287"/>
                    <a:pt x="16740" y="8299"/>
                    <a:pt x="17514" y="7358"/>
                  </a:cubicBezTo>
                  <a:cubicBezTo>
                    <a:pt x="17586" y="7275"/>
                    <a:pt x="17657" y="7204"/>
                    <a:pt x="17740" y="7120"/>
                  </a:cubicBezTo>
                  <a:cubicBezTo>
                    <a:pt x="18407" y="6430"/>
                    <a:pt x="19098" y="5715"/>
                    <a:pt x="20003" y="5394"/>
                  </a:cubicBezTo>
                  <a:cubicBezTo>
                    <a:pt x="20279" y="5291"/>
                    <a:pt x="20582" y="5238"/>
                    <a:pt x="20883" y="5238"/>
                  </a:cubicBezTo>
                  <a:cubicBezTo>
                    <a:pt x="21554" y="5238"/>
                    <a:pt x="22217" y="5502"/>
                    <a:pt x="22563" y="6061"/>
                  </a:cubicBezTo>
                  <a:cubicBezTo>
                    <a:pt x="22991" y="6763"/>
                    <a:pt x="22801" y="7632"/>
                    <a:pt x="22801" y="8466"/>
                  </a:cubicBezTo>
                  <a:cubicBezTo>
                    <a:pt x="21836" y="13943"/>
                    <a:pt x="20360" y="19205"/>
                    <a:pt x="18502" y="24158"/>
                  </a:cubicBezTo>
                  <a:cubicBezTo>
                    <a:pt x="17574" y="26635"/>
                    <a:pt x="16538" y="29028"/>
                    <a:pt x="15419" y="31338"/>
                  </a:cubicBezTo>
                  <a:cubicBezTo>
                    <a:pt x="15657" y="31349"/>
                    <a:pt x="15907" y="31373"/>
                    <a:pt x="16145" y="31385"/>
                  </a:cubicBezTo>
                  <a:cubicBezTo>
                    <a:pt x="20205" y="23313"/>
                    <a:pt x="22741" y="14490"/>
                    <a:pt x="23515" y="5489"/>
                  </a:cubicBezTo>
                  <a:cubicBezTo>
                    <a:pt x="23634" y="4120"/>
                    <a:pt x="23717" y="2739"/>
                    <a:pt x="23789" y="1358"/>
                  </a:cubicBezTo>
                  <a:cubicBezTo>
                    <a:pt x="23801" y="1155"/>
                    <a:pt x="23801" y="953"/>
                    <a:pt x="23813" y="786"/>
                  </a:cubicBezTo>
                  <a:cubicBezTo>
                    <a:pt x="23813" y="524"/>
                    <a:pt x="23825" y="310"/>
                    <a:pt x="23825" y="179"/>
                  </a:cubicBezTo>
                  <a:cubicBezTo>
                    <a:pt x="23836" y="167"/>
                    <a:pt x="23848" y="155"/>
                    <a:pt x="23860" y="143"/>
                  </a:cubicBezTo>
                  <a:cubicBezTo>
                    <a:pt x="23860" y="131"/>
                    <a:pt x="23860" y="119"/>
                    <a:pt x="23860" y="107"/>
                  </a:cubicBezTo>
                  <a:cubicBezTo>
                    <a:pt x="23539" y="369"/>
                    <a:pt x="23229" y="631"/>
                    <a:pt x="22896" y="881"/>
                  </a:cubicBezTo>
                  <a:lnTo>
                    <a:pt x="23289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46"/>
            <p:cNvSpPr/>
            <p:nvPr/>
          </p:nvSpPr>
          <p:spPr>
            <a:xfrm>
              <a:off x="2034775" y="1469050"/>
              <a:ext cx="77100" cy="544450"/>
            </a:xfrm>
            <a:custGeom>
              <a:rect b="b" l="l" r="r" t="t"/>
              <a:pathLst>
                <a:path extrusionOk="0" h="21778" w="3084">
                  <a:moveTo>
                    <a:pt x="2048" y="1"/>
                  </a:moveTo>
                  <a:cubicBezTo>
                    <a:pt x="2048" y="25"/>
                    <a:pt x="2036" y="49"/>
                    <a:pt x="2036" y="84"/>
                  </a:cubicBezTo>
                  <a:cubicBezTo>
                    <a:pt x="1786" y="1180"/>
                    <a:pt x="1596" y="2275"/>
                    <a:pt x="1393" y="3347"/>
                  </a:cubicBezTo>
                  <a:cubicBezTo>
                    <a:pt x="1215" y="4418"/>
                    <a:pt x="1024" y="5466"/>
                    <a:pt x="881" y="6514"/>
                  </a:cubicBezTo>
                  <a:cubicBezTo>
                    <a:pt x="738" y="7549"/>
                    <a:pt x="595" y="8561"/>
                    <a:pt x="500" y="9574"/>
                  </a:cubicBezTo>
                  <a:cubicBezTo>
                    <a:pt x="381" y="10574"/>
                    <a:pt x="298" y="11550"/>
                    <a:pt x="226" y="12502"/>
                  </a:cubicBezTo>
                  <a:cubicBezTo>
                    <a:pt x="119" y="13776"/>
                    <a:pt x="48" y="15015"/>
                    <a:pt x="0" y="16205"/>
                  </a:cubicBezTo>
                  <a:cubicBezTo>
                    <a:pt x="191" y="18075"/>
                    <a:pt x="429" y="19932"/>
                    <a:pt x="738" y="21777"/>
                  </a:cubicBezTo>
                  <a:cubicBezTo>
                    <a:pt x="1226" y="17789"/>
                    <a:pt x="1893" y="13788"/>
                    <a:pt x="2786" y="9835"/>
                  </a:cubicBezTo>
                  <a:lnTo>
                    <a:pt x="2786" y="9835"/>
                  </a:lnTo>
                  <a:cubicBezTo>
                    <a:pt x="2024" y="12502"/>
                    <a:pt x="1405" y="15181"/>
                    <a:pt x="976" y="17872"/>
                  </a:cubicBezTo>
                  <a:cubicBezTo>
                    <a:pt x="1143" y="13729"/>
                    <a:pt x="1500" y="9693"/>
                    <a:pt x="2072" y="5811"/>
                  </a:cubicBezTo>
                  <a:cubicBezTo>
                    <a:pt x="2358" y="3823"/>
                    <a:pt x="2703" y="1894"/>
                    <a:pt x="308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46"/>
            <p:cNvSpPr/>
            <p:nvPr/>
          </p:nvSpPr>
          <p:spPr>
            <a:xfrm>
              <a:off x="2145200" y="1469050"/>
              <a:ext cx="257500" cy="648925"/>
            </a:xfrm>
            <a:custGeom>
              <a:rect b="b" l="l" r="r" t="t"/>
              <a:pathLst>
                <a:path extrusionOk="0" h="25957" w="10300">
                  <a:moveTo>
                    <a:pt x="10228" y="1"/>
                  </a:moveTo>
                  <a:cubicBezTo>
                    <a:pt x="10192" y="60"/>
                    <a:pt x="10144" y="120"/>
                    <a:pt x="10121" y="180"/>
                  </a:cubicBezTo>
                  <a:lnTo>
                    <a:pt x="9466" y="1251"/>
                  </a:lnTo>
                  <a:cubicBezTo>
                    <a:pt x="9263" y="1620"/>
                    <a:pt x="9061" y="1989"/>
                    <a:pt x="8859" y="2346"/>
                  </a:cubicBezTo>
                  <a:cubicBezTo>
                    <a:pt x="8454" y="3085"/>
                    <a:pt x="8037" y="3787"/>
                    <a:pt x="7668" y="4525"/>
                  </a:cubicBezTo>
                  <a:cubicBezTo>
                    <a:pt x="7299" y="5252"/>
                    <a:pt x="6918" y="5990"/>
                    <a:pt x="6561" y="6692"/>
                  </a:cubicBezTo>
                  <a:cubicBezTo>
                    <a:pt x="6215" y="7430"/>
                    <a:pt x="5882" y="8157"/>
                    <a:pt x="5537" y="8871"/>
                  </a:cubicBezTo>
                  <a:cubicBezTo>
                    <a:pt x="5191" y="9585"/>
                    <a:pt x="4894" y="10312"/>
                    <a:pt x="4596" y="11026"/>
                  </a:cubicBezTo>
                  <a:cubicBezTo>
                    <a:pt x="4299" y="11740"/>
                    <a:pt x="3977" y="12443"/>
                    <a:pt x="3727" y="13157"/>
                  </a:cubicBezTo>
                  <a:cubicBezTo>
                    <a:pt x="3179" y="14574"/>
                    <a:pt x="2655" y="15967"/>
                    <a:pt x="2227" y="17348"/>
                  </a:cubicBezTo>
                  <a:cubicBezTo>
                    <a:pt x="1751" y="18706"/>
                    <a:pt x="1393" y="20063"/>
                    <a:pt x="1024" y="21373"/>
                  </a:cubicBezTo>
                  <a:cubicBezTo>
                    <a:pt x="691" y="22694"/>
                    <a:pt x="381" y="23968"/>
                    <a:pt x="119" y="25206"/>
                  </a:cubicBezTo>
                  <a:cubicBezTo>
                    <a:pt x="84" y="25397"/>
                    <a:pt x="48" y="25587"/>
                    <a:pt x="12" y="25778"/>
                  </a:cubicBezTo>
                  <a:cubicBezTo>
                    <a:pt x="0" y="25837"/>
                    <a:pt x="0" y="25897"/>
                    <a:pt x="0" y="25956"/>
                  </a:cubicBezTo>
                  <a:cubicBezTo>
                    <a:pt x="1786" y="17479"/>
                    <a:pt x="4941" y="9312"/>
                    <a:pt x="9287" y="1823"/>
                  </a:cubicBezTo>
                  <a:cubicBezTo>
                    <a:pt x="9371" y="1656"/>
                    <a:pt x="9454" y="1489"/>
                    <a:pt x="9537" y="1334"/>
                  </a:cubicBezTo>
                  <a:cubicBezTo>
                    <a:pt x="9811" y="858"/>
                    <a:pt x="10061" y="418"/>
                    <a:pt x="10299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46"/>
            <p:cNvSpPr/>
            <p:nvPr/>
          </p:nvSpPr>
          <p:spPr>
            <a:xfrm>
              <a:off x="1806750" y="1469050"/>
              <a:ext cx="45275" cy="314050"/>
            </a:xfrm>
            <a:custGeom>
              <a:rect b="b" l="l" r="r" t="t"/>
              <a:pathLst>
                <a:path extrusionOk="0" h="12562" w="1811">
                  <a:moveTo>
                    <a:pt x="84" y="1"/>
                  </a:moveTo>
                  <a:cubicBezTo>
                    <a:pt x="84" y="84"/>
                    <a:pt x="84" y="168"/>
                    <a:pt x="84" y="251"/>
                  </a:cubicBezTo>
                  <a:cubicBezTo>
                    <a:pt x="72" y="1442"/>
                    <a:pt x="1" y="2596"/>
                    <a:pt x="37" y="3739"/>
                  </a:cubicBezTo>
                  <a:cubicBezTo>
                    <a:pt x="72" y="4882"/>
                    <a:pt x="108" y="5990"/>
                    <a:pt x="144" y="7097"/>
                  </a:cubicBezTo>
                  <a:cubicBezTo>
                    <a:pt x="156" y="7180"/>
                    <a:pt x="156" y="7264"/>
                    <a:pt x="168" y="7347"/>
                  </a:cubicBezTo>
                  <a:cubicBezTo>
                    <a:pt x="620" y="9109"/>
                    <a:pt x="1180" y="10847"/>
                    <a:pt x="1811" y="12562"/>
                  </a:cubicBezTo>
                  <a:cubicBezTo>
                    <a:pt x="1513" y="10395"/>
                    <a:pt x="1299" y="8240"/>
                    <a:pt x="1192" y="6121"/>
                  </a:cubicBezTo>
                  <a:cubicBezTo>
                    <a:pt x="1061" y="4049"/>
                    <a:pt x="1049" y="2001"/>
                    <a:pt x="108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46"/>
            <p:cNvSpPr/>
            <p:nvPr/>
          </p:nvSpPr>
          <p:spPr>
            <a:xfrm>
              <a:off x="809325" y="1469050"/>
              <a:ext cx="159850" cy="304250"/>
            </a:xfrm>
            <a:custGeom>
              <a:rect b="b" l="l" r="r" t="t"/>
              <a:pathLst>
                <a:path extrusionOk="0" h="12170" w="6394">
                  <a:moveTo>
                    <a:pt x="0" y="1"/>
                  </a:moveTo>
                  <a:cubicBezTo>
                    <a:pt x="1346" y="3549"/>
                    <a:pt x="3131" y="7145"/>
                    <a:pt x="5453" y="10728"/>
                  </a:cubicBezTo>
                  <a:lnTo>
                    <a:pt x="6394" y="12169"/>
                  </a:lnTo>
                  <a:lnTo>
                    <a:pt x="6072" y="10478"/>
                  </a:lnTo>
                  <a:cubicBezTo>
                    <a:pt x="6072" y="10443"/>
                    <a:pt x="5775" y="8823"/>
                    <a:pt x="5572" y="6109"/>
                  </a:cubicBezTo>
                  <a:cubicBezTo>
                    <a:pt x="5251" y="4716"/>
                    <a:pt x="4953" y="3311"/>
                    <a:pt x="4691" y="1906"/>
                  </a:cubicBezTo>
                  <a:lnTo>
                    <a:pt x="4691" y="1906"/>
                  </a:lnTo>
                  <a:cubicBezTo>
                    <a:pt x="4751" y="5037"/>
                    <a:pt x="4989" y="7514"/>
                    <a:pt x="5167" y="9002"/>
                  </a:cubicBezTo>
                  <a:cubicBezTo>
                    <a:pt x="3334" y="5990"/>
                    <a:pt x="1869" y="2989"/>
                    <a:pt x="7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46"/>
            <p:cNvSpPr/>
            <p:nvPr/>
          </p:nvSpPr>
          <p:spPr>
            <a:xfrm>
              <a:off x="1722825" y="1553000"/>
              <a:ext cx="1800" cy="108975"/>
            </a:xfrm>
            <a:custGeom>
              <a:rect b="b" l="l" r="r" t="t"/>
              <a:pathLst>
                <a:path extrusionOk="0" h="4359" w="72">
                  <a:moveTo>
                    <a:pt x="48" y="0"/>
                  </a:moveTo>
                  <a:cubicBezTo>
                    <a:pt x="12" y="1453"/>
                    <a:pt x="0" y="2906"/>
                    <a:pt x="48" y="4358"/>
                  </a:cubicBezTo>
                  <a:cubicBezTo>
                    <a:pt x="60" y="4322"/>
                    <a:pt x="60" y="4299"/>
                    <a:pt x="72" y="4263"/>
                  </a:cubicBezTo>
                  <a:cubicBezTo>
                    <a:pt x="24" y="2775"/>
                    <a:pt x="24" y="1346"/>
                    <a:pt x="48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46"/>
            <p:cNvSpPr/>
            <p:nvPr/>
          </p:nvSpPr>
          <p:spPr>
            <a:xfrm>
              <a:off x="1723125" y="1661950"/>
              <a:ext cx="1500" cy="16975"/>
            </a:xfrm>
            <a:custGeom>
              <a:rect b="b" l="l" r="r" t="t"/>
              <a:pathLst>
                <a:path extrusionOk="0" h="679" w="60">
                  <a:moveTo>
                    <a:pt x="36" y="0"/>
                  </a:moveTo>
                  <a:cubicBezTo>
                    <a:pt x="24" y="107"/>
                    <a:pt x="12" y="214"/>
                    <a:pt x="0" y="322"/>
                  </a:cubicBezTo>
                  <a:cubicBezTo>
                    <a:pt x="24" y="441"/>
                    <a:pt x="36" y="560"/>
                    <a:pt x="60" y="679"/>
                  </a:cubicBezTo>
                  <a:cubicBezTo>
                    <a:pt x="48" y="453"/>
                    <a:pt x="48" y="226"/>
                    <a:pt x="36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46"/>
            <p:cNvSpPr/>
            <p:nvPr/>
          </p:nvSpPr>
          <p:spPr>
            <a:xfrm>
              <a:off x="4191575" y="3118975"/>
              <a:ext cx="46475" cy="11325"/>
            </a:xfrm>
            <a:custGeom>
              <a:rect b="b" l="l" r="r" t="t"/>
              <a:pathLst>
                <a:path extrusionOk="0" h="453" w="1859">
                  <a:moveTo>
                    <a:pt x="1" y="0"/>
                  </a:moveTo>
                  <a:lnTo>
                    <a:pt x="1" y="0"/>
                  </a:lnTo>
                  <a:cubicBezTo>
                    <a:pt x="72" y="48"/>
                    <a:pt x="156" y="95"/>
                    <a:pt x="227" y="143"/>
                  </a:cubicBezTo>
                  <a:cubicBezTo>
                    <a:pt x="394" y="250"/>
                    <a:pt x="560" y="345"/>
                    <a:pt x="739" y="453"/>
                  </a:cubicBezTo>
                  <a:cubicBezTo>
                    <a:pt x="1096" y="453"/>
                    <a:pt x="1477" y="441"/>
                    <a:pt x="1858" y="429"/>
                  </a:cubicBezTo>
                  <a:cubicBezTo>
                    <a:pt x="1525" y="405"/>
                    <a:pt x="1191" y="357"/>
                    <a:pt x="870" y="286"/>
                  </a:cubicBezTo>
                  <a:cubicBezTo>
                    <a:pt x="572" y="226"/>
                    <a:pt x="275" y="119"/>
                    <a:pt x="1" y="0"/>
                  </a:cubicBezTo>
                  <a:close/>
                </a:path>
              </a:pathLst>
            </a:custGeom>
            <a:solidFill>
              <a:srgbClr val="FF391F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46"/>
            <p:cNvSpPr/>
            <p:nvPr/>
          </p:nvSpPr>
          <p:spPr>
            <a:xfrm>
              <a:off x="4192475" y="2875475"/>
              <a:ext cx="370000" cy="173875"/>
            </a:xfrm>
            <a:custGeom>
              <a:rect b="b" l="l" r="r" t="t"/>
              <a:pathLst>
                <a:path extrusionOk="0" h="6955" w="14800">
                  <a:moveTo>
                    <a:pt x="9621" y="1"/>
                  </a:moveTo>
                  <a:lnTo>
                    <a:pt x="9621" y="1"/>
                  </a:lnTo>
                  <a:cubicBezTo>
                    <a:pt x="9668" y="168"/>
                    <a:pt x="9704" y="334"/>
                    <a:pt x="9716" y="501"/>
                  </a:cubicBezTo>
                  <a:cubicBezTo>
                    <a:pt x="9895" y="2120"/>
                    <a:pt x="8716" y="3573"/>
                    <a:pt x="7097" y="3751"/>
                  </a:cubicBezTo>
                  <a:cubicBezTo>
                    <a:pt x="6993" y="3762"/>
                    <a:pt x="6891" y="3767"/>
                    <a:pt x="6789" y="3767"/>
                  </a:cubicBezTo>
                  <a:cubicBezTo>
                    <a:pt x="5287" y="3767"/>
                    <a:pt x="4002" y="2637"/>
                    <a:pt x="3846" y="1120"/>
                  </a:cubicBezTo>
                  <a:cubicBezTo>
                    <a:pt x="3834" y="977"/>
                    <a:pt x="3834" y="834"/>
                    <a:pt x="3846" y="691"/>
                  </a:cubicBezTo>
                  <a:lnTo>
                    <a:pt x="3846" y="691"/>
                  </a:lnTo>
                  <a:cubicBezTo>
                    <a:pt x="2715" y="989"/>
                    <a:pt x="1608" y="1382"/>
                    <a:pt x="524" y="1858"/>
                  </a:cubicBezTo>
                  <a:cubicBezTo>
                    <a:pt x="358" y="1942"/>
                    <a:pt x="179" y="2013"/>
                    <a:pt x="1" y="2096"/>
                  </a:cubicBezTo>
                  <a:cubicBezTo>
                    <a:pt x="524" y="4216"/>
                    <a:pt x="1941" y="5966"/>
                    <a:pt x="3834" y="6954"/>
                  </a:cubicBezTo>
                  <a:cubicBezTo>
                    <a:pt x="4013" y="6740"/>
                    <a:pt x="4180" y="6514"/>
                    <a:pt x="4346" y="6299"/>
                  </a:cubicBezTo>
                  <a:cubicBezTo>
                    <a:pt x="4762" y="5758"/>
                    <a:pt x="5381" y="5217"/>
                    <a:pt x="6007" y="5217"/>
                  </a:cubicBezTo>
                  <a:cubicBezTo>
                    <a:pt x="6153" y="5217"/>
                    <a:pt x="6298" y="5246"/>
                    <a:pt x="6442" y="5311"/>
                  </a:cubicBezTo>
                  <a:cubicBezTo>
                    <a:pt x="6668" y="5406"/>
                    <a:pt x="6859" y="5597"/>
                    <a:pt x="7037" y="5752"/>
                  </a:cubicBezTo>
                  <a:cubicBezTo>
                    <a:pt x="7924" y="6519"/>
                    <a:pt x="9094" y="6902"/>
                    <a:pt x="10262" y="6902"/>
                  </a:cubicBezTo>
                  <a:cubicBezTo>
                    <a:pt x="10490" y="6902"/>
                    <a:pt x="10717" y="6888"/>
                    <a:pt x="10942" y="6859"/>
                  </a:cubicBezTo>
                  <a:cubicBezTo>
                    <a:pt x="13121" y="5644"/>
                    <a:pt x="14633" y="3370"/>
                    <a:pt x="14800" y="751"/>
                  </a:cubicBezTo>
                  <a:cubicBezTo>
                    <a:pt x="13097" y="287"/>
                    <a:pt x="11359" y="37"/>
                    <a:pt x="9621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46"/>
            <p:cNvSpPr/>
            <p:nvPr/>
          </p:nvSpPr>
          <p:spPr>
            <a:xfrm>
              <a:off x="4296350" y="3093075"/>
              <a:ext cx="209575" cy="33050"/>
            </a:xfrm>
            <a:custGeom>
              <a:rect b="b" l="l" r="r" t="t"/>
              <a:pathLst>
                <a:path extrusionOk="0" h="1322" w="8383">
                  <a:moveTo>
                    <a:pt x="8383" y="0"/>
                  </a:moveTo>
                  <a:cubicBezTo>
                    <a:pt x="8292" y="21"/>
                    <a:pt x="8201" y="42"/>
                    <a:pt x="8110" y="63"/>
                  </a:cubicBezTo>
                  <a:lnTo>
                    <a:pt x="8110" y="63"/>
                  </a:lnTo>
                  <a:cubicBezTo>
                    <a:pt x="8201" y="43"/>
                    <a:pt x="8292" y="22"/>
                    <a:pt x="8383" y="0"/>
                  </a:cubicBezTo>
                  <a:close/>
                  <a:moveTo>
                    <a:pt x="8110" y="63"/>
                  </a:moveTo>
                  <a:cubicBezTo>
                    <a:pt x="7349" y="231"/>
                    <a:pt x="6563" y="348"/>
                    <a:pt x="5787" y="465"/>
                  </a:cubicBezTo>
                  <a:cubicBezTo>
                    <a:pt x="4073" y="727"/>
                    <a:pt x="2358" y="977"/>
                    <a:pt x="644" y="1227"/>
                  </a:cubicBezTo>
                  <a:cubicBezTo>
                    <a:pt x="429" y="1262"/>
                    <a:pt x="215" y="1286"/>
                    <a:pt x="1" y="1322"/>
                  </a:cubicBezTo>
                  <a:cubicBezTo>
                    <a:pt x="2025" y="1155"/>
                    <a:pt x="4192" y="858"/>
                    <a:pt x="6383" y="429"/>
                  </a:cubicBezTo>
                  <a:cubicBezTo>
                    <a:pt x="6958" y="316"/>
                    <a:pt x="7534" y="194"/>
                    <a:pt x="8110" y="63"/>
                  </a:cubicBezTo>
                  <a:close/>
                </a:path>
              </a:pathLst>
            </a:custGeom>
            <a:solidFill>
              <a:srgbClr val="FF391F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46"/>
            <p:cNvSpPr/>
            <p:nvPr/>
          </p:nvSpPr>
          <p:spPr>
            <a:xfrm>
              <a:off x="4511575" y="2848400"/>
              <a:ext cx="173850" cy="243500"/>
            </a:xfrm>
            <a:custGeom>
              <a:rect b="b" l="l" r="r" t="t"/>
              <a:pathLst>
                <a:path extrusionOk="0" h="9740" w="6954">
                  <a:moveTo>
                    <a:pt x="6941" y="0"/>
                  </a:moveTo>
                  <a:cubicBezTo>
                    <a:pt x="6679" y="1012"/>
                    <a:pt x="6025" y="1917"/>
                    <a:pt x="5108" y="2215"/>
                  </a:cubicBezTo>
                  <a:cubicBezTo>
                    <a:pt x="4859" y="2294"/>
                    <a:pt x="4604" y="2327"/>
                    <a:pt x="4345" y="2327"/>
                  </a:cubicBezTo>
                  <a:cubicBezTo>
                    <a:pt x="4022" y="2327"/>
                    <a:pt x="3694" y="2276"/>
                    <a:pt x="3370" y="2203"/>
                  </a:cubicBezTo>
                  <a:cubicBezTo>
                    <a:pt x="3286" y="3048"/>
                    <a:pt x="3084" y="3858"/>
                    <a:pt x="2786" y="4620"/>
                  </a:cubicBezTo>
                  <a:cubicBezTo>
                    <a:pt x="3048" y="4334"/>
                    <a:pt x="3334" y="4072"/>
                    <a:pt x="3631" y="3834"/>
                  </a:cubicBezTo>
                  <a:cubicBezTo>
                    <a:pt x="3871" y="3641"/>
                    <a:pt x="4200" y="3473"/>
                    <a:pt x="4490" y="3473"/>
                  </a:cubicBezTo>
                  <a:cubicBezTo>
                    <a:pt x="4647" y="3473"/>
                    <a:pt x="4792" y="3522"/>
                    <a:pt x="4905" y="3644"/>
                  </a:cubicBezTo>
                  <a:cubicBezTo>
                    <a:pt x="5024" y="3775"/>
                    <a:pt x="5060" y="3965"/>
                    <a:pt x="5084" y="4132"/>
                  </a:cubicBezTo>
                  <a:cubicBezTo>
                    <a:pt x="5358" y="5977"/>
                    <a:pt x="4108" y="7775"/>
                    <a:pt x="2512" y="8728"/>
                  </a:cubicBezTo>
                  <a:cubicBezTo>
                    <a:pt x="1738" y="9204"/>
                    <a:pt x="881" y="9513"/>
                    <a:pt x="0" y="9740"/>
                  </a:cubicBezTo>
                  <a:cubicBezTo>
                    <a:pt x="703" y="9573"/>
                    <a:pt x="1393" y="9394"/>
                    <a:pt x="2084" y="9192"/>
                  </a:cubicBezTo>
                  <a:cubicBezTo>
                    <a:pt x="2727" y="9013"/>
                    <a:pt x="3393" y="8751"/>
                    <a:pt x="4084" y="8418"/>
                  </a:cubicBezTo>
                  <a:cubicBezTo>
                    <a:pt x="5882" y="6239"/>
                    <a:pt x="6953" y="3441"/>
                    <a:pt x="6953" y="393"/>
                  </a:cubicBezTo>
                  <a:cubicBezTo>
                    <a:pt x="6953" y="262"/>
                    <a:pt x="6941" y="131"/>
                    <a:pt x="694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46"/>
            <p:cNvSpPr/>
            <p:nvPr/>
          </p:nvSpPr>
          <p:spPr>
            <a:xfrm>
              <a:off x="4053775" y="2788875"/>
              <a:ext cx="203325" cy="296775"/>
            </a:xfrm>
            <a:custGeom>
              <a:rect b="b" l="l" r="r" t="t"/>
              <a:pathLst>
                <a:path extrusionOk="0" h="11871" w="8133">
                  <a:moveTo>
                    <a:pt x="322" y="0"/>
                  </a:moveTo>
                  <a:cubicBezTo>
                    <a:pt x="119" y="893"/>
                    <a:pt x="0" y="1822"/>
                    <a:pt x="0" y="2774"/>
                  </a:cubicBezTo>
                  <a:cubicBezTo>
                    <a:pt x="0" y="6346"/>
                    <a:pt x="1500" y="9573"/>
                    <a:pt x="3882" y="11871"/>
                  </a:cubicBezTo>
                  <a:cubicBezTo>
                    <a:pt x="3763" y="11692"/>
                    <a:pt x="3679" y="11502"/>
                    <a:pt x="3608" y="11299"/>
                  </a:cubicBezTo>
                  <a:cubicBezTo>
                    <a:pt x="3024" y="10549"/>
                    <a:pt x="2632" y="9335"/>
                    <a:pt x="3382" y="8763"/>
                  </a:cubicBezTo>
                  <a:cubicBezTo>
                    <a:pt x="3579" y="8612"/>
                    <a:pt x="3797" y="8547"/>
                    <a:pt x="4022" y="8547"/>
                  </a:cubicBezTo>
                  <a:cubicBezTo>
                    <a:pt x="4666" y="8547"/>
                    <a:pt x="5366" y="9079"/>
                    <a:pt x="5799" y="9644"/>
                  </a:cubicBezTo>
                  <a:cubicBezTo>
                    <a:pt x="6376" y="10383"/>
                    <a:pt x="7009" y="11290"/>
                    <a:pt x="7926" y="11290"/>
                  </a:cubicBezTo>
                  <a:cubicBezTo>
                    <a:pt x="7955" y="11290"/>
                    <a:pt x="7984" y="11289"/>
                    <a:pt x="8013" y="11287"/>
                  </a:cubicBezTo>
                  <a:cubicBezTo>
                    <a:pt x="8049" y="11287"/>
                    <a:pt x="8096" y="11263"/>
                    <a:pt x="8132" y="11263"/>
                  </a:cubicBezTo>
                  <a:cubicBezTo>
                    <a:pt x="6263" y="10085"/>
                    <a:pt x="4858" y="8227"/>
                    <a:pt x="4275" y="6048"/>
                  </a:cubicBezTo>
                  <a:cubicBezTo>
                    <a:pt x="3789" y="6197"/>
                    <a:pt x="3302" y="6295"/>
                    <a:pt x="2839" y="6295"/>
                  </a:cubicBezTo>
                  <a:cubicBezTo>
                    <a:pt x="2224" y="6295"/>
                    <a:pt x="1649" y="6122"/>
                    <a:pt x="1167" y="5667"/>
                  </a:cubicBezTo>
                  <a:cubicBezTo>
                    <a:pt x="476" y="5025"/>
                    <a:pt x="250" y="3965"/>
                    <a:pt x="179" y="2977"/>
                  </a:cubicBezTo>
                  <a:cubicBezTo>
                    <a:pt x="107" y="1977"/>
                    <a:pt x="155" y="976"/>
                    <a:pt x="322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46"/>
            <p:cNvSpPr/>
            <p:nvPr/>
          </p:nvSpPr>
          <p:spPr>
            <a:xfrm>
              <a:off x="4119550" y="2935225"/>
              <a:ext cx="525975" cy="194175"/>
            </a:xfrm>
            <a:custGeom>
              <a:rect b="b" l="l" r="r" t="t"/>
              <a:pathLst>
                <a:path extrusionOk="0" h="7767" w="21039">
                  <a:moveTo>
                    <a:pt x="20168" y="0"/>
                  </a:moveTo>
                  <a:cubicBezTo>
                    <a:pt x="19881" y="0"/>
                    <a:pt x="19552" y="168"/>
                    <a:pt x="19312" y="361"/>
                  </a:cubicBezTo>
                  <a:cubicBezTo>
                    <a:pt x="19003" y="599"/>
                    <a:pt x="18729" y="861"/>
                    <a:pt x="18467" y="1147"/>
                  </a:cubicBezTo>
                  <a:cubicBezTo>
                    <a:pt x="18419" y="1254"/>
                    <a:pt x="18384" y="1349"/>
                    <a:pt x="18336" y="1445"/>
                  </a:cubicBezTo>
                  <a:cubicBezTo>
                    <a:pt x="18396" y="1445"/>
                    <a:pt x="18443" y="1433"/>
                    <a:pt x="18491" y="1433"/>
                  </a:cubicBezTo>
                  <a:cubicBezTo>
                    <a:pt x="19158" y="1433"/>
                    <a:pt x="19693" y="1980"/>
                    <a:pt x="19693" y="2635"/>
                  </a:cubicBezTo>
                  <a:cubicBezTo>
                    <a:pt x="19693" y="3302"/>
                    <a:pt x="19158" y="3850"/>
                    <a:pt x="18491" y="3850"/>
                  </a:cubicBezTo>
                  <a:cubicBezTo>
                    <a:pt x="17991" y="3850"/>
                    <a:pt x="17562" y="3540"/>
                    <a:pt x="17384" y="3100"/>
                  </a:cubicBezTo>
                  <a:cubicBezTo>
                    <a:pt x="15764" y="5314"/>
                    <a:pt x="13157" y="6767"/>
                    <a:pt x="10204" y="6767"/>
                  </a:cubicBezTo>
                  <a:cubicBezTo>
                    <a:pt x="8478" y="6767"/>
                    <a:pt x="6870" y="6267"/>
                    <a:pt x="5501" y="5409"/>
                  </a:cubicBezTo>
                  <a:cubicBezTo>
                    <a:pt x="5465" y="5409"/>
                    <a:pt x="5418" y="5421"/>
                    <a:pt x="5382" y="5433"/>
                  </a:cubicBezTo>
                  <a:cubicBezTo>
                    <a:pt x="5353" y="5435"/>
                    <a:pt x="5325" y="5436"/>
                    <a:pt x="5296" y="5436"/>
                  </a:cubicBezTo>
                  <a:cubicBezTo>
                    <a:pt x="4379" y="5436"/>
                    <a:pt x="3745" y="4518"/>
                    <a:pt x="3168" y="3790"/>
                  </a:cubicBezTo>
                  <a:cubicBezTo>
                    <a:pt x="2734" y="3224"/>
                    <a:pt x="2030" y="2683"/>
                    <a:pt x="1384" y="2683"/>
                  </a:cubicBezTo>
                  <a:cubicBezTo>
                    <a:pt x="1162" y="2683"/>
                    <a:pt x="946" y="2748"/>
                    <a:pt x="751" y="2897"/>
                  </a:cubicBezTo>
                  <a:cubicBezTo>
                    <a:pt x="1" y="3481"/>
                    <a:pt x="393" y="4683"/>
                    <a:pt x="977" y="5445"/>
                  </a:cubicBezTo>
                  <a:cubicBezTo>
                    <a:pt x="1048" y="5648"/>
                    <a:pt x="1132" y="5838"/>
                    <a:pt x="1251" y="6017"/>
                  </a:cubicBezTo>
                  <a:cubicBezTo>
                    <a:pt x="1632" y="6600"/>
                    <a:pt x="2215" y="7052"/>
                    <a:pt x="2882" y="7338"/>
                  </a:cubicBezTo>
                  <a:cubicBezTo>
                    <a:pt x="3156" y="7469"/>
                    <a:pt x="3453" y="7576"/>
                    <a:pt x="3751" y="7636"/>
                  </a:cubicBezTo>
                  <a:cubicBezTo>
                    <a:pt x="4072" y="7707"/>
                    <a:pt x="4406" y="7755"/>
                    <a:pt x="4739" y="7767"/>
                  </a:cubicBezTo>
                  <a:cubicBezTo>
                    <a:pt x="5489" y="7743"/>
                    <a:pt x="6263" y="7695"/>
                    <a:pt x="7073" y="7636"/>
                  </a:cubicBezTo>
                  <a:cubicBezTo>
                    <a:pt x="7287" y="7600"/>
                    <a:pt x="7501" y="7576"/>
                    <a:pt x="7716" y="7541"/>
                  </a:cubicBezTo>
                  <a:cubicBezTo>
                    <a:pt x="9430" y="7291"/>
                    <a:pt x="11145" y="7041"/>
                    <a:pt x="12859" y="6779"/>
                  </a:cubicBezTo>
                  <a:cubicBezTo>
                    <a:pt x="13728" y="6648"/>
                    <a:pt x="14609" y="6517"/>
                    <a:pt x="15467" y="6314"/>
                  </a:cubicBezTo>
                  <a:cubicBezTo>
                    <a:pt x="15538" y="6290"/>
                    <a:pt x="15610" y="6279"/>
                    <a:pt x="15681" y="6255"/>
                  </a:cubicBezTo>
                  <a:cubicBezTo>
                    <a:pt x="16562" y="6040"/>
                    <a:pt x="17407" y="5731"/>
                    <a:pt x="18193" y="5255"/>
                  </a:cubicBezTo>
                  <a:cubicBezTo>
                    <a:pt x="19789" y="4302"/>
                    <a:pt x="21039" y="2504"/>
                    <a:pt x="20765" y="659"/>
                  </a:cubicBezTo>
                  <a:cubicBezTo>
                    <a:pt x="20741" y="492"/>
                    <a:pt x="20694" y="302"/>
                    <a:pt x="20575" y="171"/>
                  </a:cubicBezTo>
                  <a:cubicBezTo>
                    <a:pt x="20466" y="49"/>
                    <a:pt x="20323" y="0"/>
                    <a:pt x="20168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46"/>
            <p:cNvSpPr/>
            <p:nvPr/>
          </p:nvSpPr>
          <p:spPr>
            <a:xfrm>
              <a:off x="4288325" y="3005850"/>
              <a:ext cx="177725" cy="64625"/>
            </a:xfrm>
            <a:custGeom>
              <a:rect b="b" l="l" r="r" t="t"/>
              <a:pathLst>
                <a:path extrusionOk="0" h="2585" w="7109">
                  <a:moveTo>
                    <a:pt x="2168" y="1"/>
                  </a:moveTo>
                  <a:cubicBezTo>
                    <a:pt x="1544" y="1"/>
                    <a:pt x="927" y="533"/>
                    <a:pt x="512" y="1072"/>
                  </a:cubicBezTo>
                  <a:cubicBezTo>
                    <a:pt x="358" y="1299"/>
                    <a:pt x="179" y="1525"/>
                    <a:pt x="0" y="1739"/>
                  </a:cubicBezTo>
                  <a:cubicBezTo>
                    <a:pt x="1036" y="2275"/>
                    <a:pt x="2215" y="2584"/>
                    <a:pt x="3465" y="2584"/>
                  </a:cubicBezTo>
                  <a:cubicBezTo>
                    <a:pt x="4787" y="2584"/>
                    <a:pt x="6025" y="2239"/>
                    <a:pt x="7108" y="1632"/>
                  </a:cubicBezTo>
                  <a:lnTo>
                    <a:pt x="7108" y="1632"/>
                  </a:lnTo>
                  <a:cubicBezTo>
                    <a:pt x="6873" y="1664"/>
                    <a:pt x="6635" y="1681"/>
                    <a:pt x="6397" y="1681"/>
                  </a:cubicBezTo>
                  <a:cubicBezTo>
                    <a:pt x="5240" y="1681"/>
                    <a:pt x="4082" y="1297"/>
                    <a:pt x="3203" y="537"/>
                  </a:cubicBezTo>
                  <a:cubicBezTo>
                    <a:pt x="3025" y="370"/>
                    <a:pt x="2834" y="191"/>
                    <a:pt x="2608" y="96"/>
                  </a:cubicBezTo>
                  <a:cubicBezTo>
                    <a:pt x="2463" y="30"/>
                    <a:pt x="2315" y="1"/>
                    <a:pt x="216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46"/>
            <p:cNvSpPr/>
            <p:nvPr/>
          </p:nvSpPr>
          <p:spPr>
            <a:xfrm>
              <a:off x="4186525" y="2751950"/>
              <a:ext cx="376550" cy="175950"/>
            </a:xfrm>
            <a:custGeom>
              <a:rect b="b" l="l" r="r" t="t"/>
              <a:pathLst>
                <a:path extrusionOk="0" h="7038" w="15062">
                  <a:moveTo>
                    <a:pt x="239" y="7037"/>
                  </a:moveTo>
                  <a:cubicBezTo>
                    <a:pt x="417" y="6954"/>
                    <a:pt x="596" y="6883"/>
                    <a:pt x="762" y="6799"/>
                  </a:cubicBezTo>
                  <a:cubicBezTo>
                    <a:pt x="1846" y="6323"/>
                    <a:pt x="2953" y="5930"/>
                    <a:pt x="4084" y="5632"/>
                  </a:cubicBezTo>
                  <a:cubicBezTo>
                    <a:pt x="4144" y="4192"/>
                    <a:pt x="5239" y="2965"/>
                    <a:pt x="6716" y="2811"/>
                  </a:cubicBezTo>
                  <a:cubicBezTo>
                    <a:pt x="8156" y="2656"/>
                    <a:pt x="9466" y="3585"/>
                    <a:pt x="9859" y="4942"/>
                  </a:cubicBezTo>
                  <a:cubicBezTo>
                    <a:pt x="11597" y="4966"/>
                    <a:pt x="13335" y="5216"/>
                    <a:pt x="15038" y="5680"/>
                  </a:cubicBezTo>
                  <a:cubicBezTo>
                    <a:pt x="15038" y="5525"/>
                    <a:pt x="15062" y="5370"/>
                    <a:pt x="15062" y="5216"/>
                  </a:cubicBezTo>
                  <a:cubicBezTo>
                    <a:pt x="15062" y="3239"/>
                    <a:pt x="14288" y="1453"/>
                    <a:pt x="13050" y="108"/>
                  </a:cubicBezTo>
                  <a:cubicBezTo>
                    <a:pt x="9299" y="13"/>
                    <a:pt x="5537" y="1"/>
                    <a:pt x="2572" y="144"/>
                  </a:cubicBezTo>
                  <a:cubicBezTo>
                    <a:pt x="2358" y="156"/>
                    <a:pt x="2155" y="167"/>
                    <a:pt x="1941" y="179"/>
                  </a:cubicBezTo>
                  <a:cubicBezTo>
                    <a:pt x="739" y="1513"/>
                    <a:pt x="0" y="3275"/>
                    <a:pt x="0" y="5216"/>
                  </a:cubicBezTo>
                  <a:cubicBezTo>
                    <a:pt x="0" y="5847"/>
                    <a:pt x="84" y="6454"/>
                    <a:pt x="239" y="70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46"/>
            <p:cNvSpPr/>
            <p:nvPr/>
          </p:nvSpPr>
          <p:spPr>
            <a:xfrm>
              <a:off x="4056450" y="2759400"/>
              <a:ext cx="133375" cy="191125"/>
            </a:xfrm>
            <a:custGeom>
              <a:rect b="b" l="l" r="r" t="t"/>
              <a:pathLst>
                <a:path extrusionOk="0" h="7645" w="5335">
                  <a:moveTo>
                    <a:pt x="72" y="4156"/>
                  </a:moveTo>
                  <a:cubicBezTo>
                    <a:pt x="143" y="5144"/>
                    <a:pt x="369" y="6204"/>
                    <a:pt x="1060" y="6846"/>
                  </a:cubicBezTo>
                  <a:cubicBezTo>
                    <a:pt x="1905" y="7644"/>
                    <a:pt x="3036" y="7573"/>
                    <a:pt x="4168" y="7227"/>
                  </a:cubicBezTo>
                  <a:cubicBezTo>
                    <a:pt x="4025" y="6704"/>
                    <a:pt x="3929" y="6180"/>
                    <a:pt x="3882" y="5620"/>
                  </a:cubicBezTo>
                  <a:cubicBezTo>
                    <a:pt x="3644" y="5727"/>
                    <a:pt x="3382" y="5775"/>
                    <a:pt x="3108" y="5775"/>
                  </a:cubicBezTo>
                  <a:cubicBezTo>
                    <a:pt x="2013" y="5775"/>
                    <a:pt x="1120" y="4882"/>
                    <a:pt x="1120" y="3787"/>
                  </a:cubicBezTo>
                  <a:cubicBezTo>
                    <a:pt x="1120" y="2679"/>
                    <a:pt x="2013" y="1786"/>
                    <a:pt x="3108" y="1786"/>
                  </a:cubicBezTo>
                  <a:cubicBezTo>
                    <a:pt x="3548" y="1786"/>
                    <a:pt x="3953" y="1929"/>
                    <a:pt x="4287" y="2167"/>
                  </a:cubicBezTo>
                  <a:cubicBezTo>
                    <a:pt x="4537" y="1393"/>
                    <a:pt x="4894" y="667"/>
                    <a:pt x="5334" y="0"/>
                  </a:cubicBezTo>
                  <a:cubicBezTo>
                    <a:pt x="3703" y="108"/>
                    <a:pt x="2013" y="262"/>
                    <a:pt x="358" y="429"/>
                  </a:cubicBezTo>
                  <a:cubicBezTo>
                    <a:pt x="298" y="679"/>
                    <a:pt x="250" y="929"/>
                    <a:pt x="215" y="1179"/>
                  </a:cubicBezTo>
                  <a:cubicBezTo>
                    <a:pt x="48" y="2155"/>
                    <a:pt x="0" y="3156"/>
                    <a:pt x="72" y="4156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46"/>
            <p:cNvSpPr/>
            <p:nvPr/>
          </p:nvSpPr>
          <p:spPr>
            <a:xfrm>
              <a:off x="4557400" y="2756125"/>
              <a:ext cx="132475" cy="152125"/>
            </a:xfrm>
            <a:custGeom>
              <a:rect b="b" l="l" r="r" t="t"/>
              <a:pathLst>
                <a:path extrusionOk="0" h="6085" w="5299">
                  <a:moveTo>
                    <a:pt x="1537" y="5894"/>
                  </a:moveTo>
                  <a:cubicBezTo>
                    <a:pt x="2120" y="6025"/>
                    <a:pt x="2715" y="6085"/>
                    <a:pt x="3275" y="5906"/>
                  </a:cubicBezTo>
                  <a:cubicBezTo>
                    <a:pt x="4192" y="5608"/>
                    <a:pt x="4846" y="4703"/>
                    <a:pt x="5108" y="3691"/>
                  </a:cubicBezTo>
                  <a:cubicBezTo>
                    <a:pt x="5156" y="3501"/>
                    <a:pt x="5192" y="3310"/>
                    <a:pt x="5204" y="3120"/>
                  </a:cubicBezTo>
                  <a:cubicBezTo>
                    <a:pt x="5299" y="2084"/>
                    <a:pt x="5013" y="1072"/>
                    <a:pt x="4513" y="191"/>
                  </a:cubicBezTo>
                  <a:cubicBezTo>
                    <a:pt x="3072" y="119"/>
                    <a:pt x="1548" y="48"/>
                    <a:pt x="1" y="0"/>
                  </a:cubicBezTo>
                  <a:cubicBezTo>
                    <a:pt x="989" y="1429"/>
                    <a:pt x="1584" y="3167"/>
                    <a:pt x="1584" y="5049"/>
                  </a:cubicBezTo>
                  <a:cubicBezTo>
                    <a:pt x="1584" y="5334"/>
                    <a:pt x="1560" y="5608"/>
                    <a:pt x="1537" y="5894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46"/>
            <p:cNvSpPr/>
            <p:nvPr/>
          </p:nvSpPr>
          <p:spPr>
            <a:xfrm>
              <a:off x="4084425" y="2754625"/>
              <a:ext cx="527775" cy="349775"/>
            </a:xfrm>
            <a:custGeom>
              <a:rect b="b" l="l" r="r" t="t"/>
              <a:pathLst>
                <a:path extrusionOk="0" h="13991" w="21111">
                  <a:moveTo>
                    <a:pt x="17134" y="1"/>
                  </a:moveTo>
                  <a:cubicBezTo>
                    <a:pt x="18372" y="1346"/>
                    <a:pt x="19146" y="3132"/>
                    <a:pt x="19146" y="5109"/>
                  </a:cubicBezTo>
                  <a:cubicBezTo>
                    <a:pt x="19146" y="5263"/>
                    <a:pt x="19134" y="5418"/>
                    <a:pt x="19122" y="5585"/>
                  </a:cubicBezTo>
                  <a:cubicBezTo>
                    <a:pt x="18955" y="8204"/>
                    <a:pt x="17443" y="10478"/>
                    <a:pt x="15264" y="11681"/>
                  </a:cubicBezTo>
                  <a:cubicBezTo>
                    <a:pt x="14181" y="12288"/>
                    <a:pt x="12943" y="12633"/>
                    <a:pt x="11621" y="12633"/>
                  </a:cubicBezTo>
                  <a:cubicBezTo>
                    <a:pt x="10371" y="12633"/>
                    <a:pt x="9192" y="12324"/>
                    <a:pt x="8156" y="11788"/>
                  </a:cubicBezTo>
                  <a:cubicBezTo>
                    <a:pt x="6263" y="10800"/>
                    <a:pt x="4846" y="9038"/>
                    <a:pt x="4323" y="6930"/>
                  </a:cubicBezTo>
                  <a:cubicBezTo>
                    <a:pt x="4180" y="6347"/>
                    <a:pt x="4084" y="5740"/>
                    <a:pt x="4084" y="5109"/>
                  </a:cubicBezTo>
                  <a:cubicBezTo>
                    <a:pt x="4084" y="3168"/>
                    <a:pt x="4835" y="1406"/>
                    <a:pt x="6037" y="72"/>
                  </a:cubicBezTo>
                  <a:lnTo>
                    <a:pt x="6037" y="72"/>
                  </a:lnTo>
                  <a:cubicBezTo>
                    <a:pt x="5442" y="108"/>
                    <a:pt x="4835" y="144"/>
                    <a:pt x="4227" y="191"/>
                  </a:cubicBezTo>
                  <a:cubicBezTo>
                    <a:pt x="3775" y="858"/>
                    <a:pt x="3418" y="1584"/>
                    <a:pt x="3168" y="2370"/>
                  </a:cubicBezTo>
                  <a:cubicBezTo>
                    <a:pt x="2834" y="2120"/>
                    <a:pt x="2429" y="1977"/>
                    <a:pt x="1989" y="1977"/>
                  </a:cubicBezTo>
                  <a:cubicBezTo>
                    <a:pt x="894" y="1977"/>
                    <a:pt x="1" y="2870"/>
                    <a:pt x="1" y="3978"/>
                  </a:cubicBezTo>
                  <a:cubicBezTo>
                    <a:pt x="1" y="5073"/>
                    <a:pt x="894" y="5966"/>
                    <a:pt x="1989" y="5966"/>
                  </a:cubicBezTo>
                  <a:cubicBezTo>
                    <a:pt x="2263" y="5966"/>
                    <a:pt x="2525" y="5918"/>
                    <a:pt x="2763" y="5823"/>
                  </a:cubicBezTo>
                  <a:cubicBezTo>
                    <a:pt x="2810" y="6359"/>
                    <a:pt x="2906" y="6895"/>
                    <a:pt x="3049" y="7418"/>
                  </a:cubicBezTo>
                  <a:cubicBezTo>
                    <a:pt x="3632" y="9609"/>
                    <a:pt x="5037" y="11455"/>
                    <a:pt x="6906" y="12633"/>
                  </a:cubicBezTo>
                  <a:cubicBezTo>
                    <a:pt x="8275" y="13491"/>
                    <a:pt x="9883" y="13991"/>
                    <a:pt x="11621" y="13991"/>
                  </a:cubicBezTo>
                  <a:cubicBezTo>
                    <a:pt x="14562" y="13991"/>
                    <a:pt x="17169" y="12550"/>
                    <a:pt x="18789" y="10336"/>
                  </a:cubicBezTo>
                  <a:cubicBezTo>
                    <a:pt x="18967" y="10764"/>
                    <a:pt x="19396" y="11074"/>
                    <a:pt x="19896" y="11074"/>
                  </a:cubicBezTo>
                  <a:cubicBezTo>
                    <a:pt x="20563" y="11074"/>
                    <a:pt x="21110" y="10538"/>
                    <a:pt x="21110" y="9871"/>
                  </a:cubicBezTo>
                  <a:cubicBezTo>
                    <a:pt x="21110" y="9204"/>
                    <a:pt x="20563" y="8669"/>
                    <a:pt x="19896" y="8669"/>
                  </a:cubicBezTo>
                  <a:cubicBezTo>
                    <a:pt x="19848" y="8669"/>
                    <a:pt x="19801" y="8669"/>
                    <a:pt x="19753" y="8681"/>
                  </a:cubicBezTo>
                  <a:cubicBezTo>
                    <a:pt x="19789" y="8573"/>
                    <a:pt x="19836" y="8478"/>
                    <a:pt x="19872" y="8371"/>
                  </a:cubicBezTo>
                  <a:cubicBezTo>
                    <a:pt x="20170" y="7609"/>
                    <a:pt x="20384" y="6799"/>
                    <a:pt x="20456" y="5954"/>
                  </a:cubicBezTo>
                  <a:cubicBezTo>
                    <a:pt x="20491" y="5668"/>
                    <a:pt x="20503" y="5394"/>
                    <a:pt x="20503" y="5109"/>
                  </a:cubicBezTo>
                  <a:cubicBezTo>
                    <a:pt x="20503" y="3227"/>
                    <a:pt x="19920" y="1489"/>
                    <a:pt x="18920" y="60"/>
                  </a:cubicBezTo>
                  <a:cubicBezTo>
                    <a:pt x="18324" y="37"/>
                    <a:pt x="17729" y="25"/>
                    <a:pt x="17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46"/>
            <p:cNvSpPr/>
            <p:nvPr/>
          </p:nvSpPr>
          <p:spPr>
            <a:xfrm>
              <a:off x="4288325" y="2822075"/>
              <a:ext cx="151525" cy="147575"/>
            </a:xfrm>
            <a:custGeom>
              <a:rect b="b" l="l" r="r" t="t"/>
              <a:pathLst>
                <a:path extrusionOk="0" h="5903" w="6061">
                  <a:moveTo>
                    <a:pt x="2962" y="1"/>
                  </a:moveTo>
                  <a:cubicBezTo>
                    <a:pt x="2857" y="1"/>
                    <a:pt x="2751" y="6"/>
                    <a:pt x="2644" y="18"/>
                  </a:cubicBezTo>
                  <a:cubicBezTo>
                    <a:pt x="1167" y="172"/>
                    <a:pt x="72" y="1387"/>
                    <a:pt x="12" y="2827"/>
                  </a:cubicBezTo>
                  <a:cubicBezTo>
                    <a:pt x="12" y="2970"/>
                    <a:pt x="0" y="3113"/>
                    <a:pt x="12" y="3256"/>
                  </a:cubicBezTo>
                  <a:cubicBezTo>
                    <a:pt x="180" y="4773"/>
                    <a:pt x="1465" y="5903"/>
                    <a:pt x="2957" y="5903"/>
                  </a:cubicBezTo>
                  <a:cubicBezTo>
                    <a:pt x="3058" y="5903"/>
                    <a:pt x="3160" y="5898"/>
                    <a:pt x="3263" y="5887"/>
                  </a:cubicBezTo>
                  <a:cubicBezTo>
                    <a:pt x="4882" y="5709"/>
                    <a:pt x="6061" y="4256"/>
                    <a:pt x="5894" y="2637"/>
                  </a:cubicBezTo>
                  <a:cubicBezTo>
                    <a:pt x="5870" y="2470"/>
                    <a:pt x="5834" y="2304"/>
                    <a:pt x="5787" y="2137"/>
                  </a:cubicBezTo>
                  <a:cubicBezTo>
                    <a:pt x="5423" y="880"/>
                    <a:pt x="4283" y="1"/>
                    <a:pt x="2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46"/>
            <p:cNvSpPr/>
            <p:nvPr/>
          </p:nvSpPr>
          <p:spPr>
            <a:xfrm>
              <a:off x="3001850" y="2784100"/>
              <a:ext cx="325" cy="325"/>
            </a:xfrm>
            <a:custGeom>
              <a:rect b="b" l="l" r="r" t="t"/>
              <a:pathLst>
                <a:path extrusionOk="0" h="13" w="13">
                  <a:moveTo>
                    <a:pt x="1" y="1"/>
                  </a:moveTo>
                  <a:cubicBezTo>
                    <a:pt x="1" y="13"/>
                    <a:pt x="12" y="13"/>
                    <a:pt x="12" y="13"/>
                  </a:cubicBezTo>
                  <a:cubicBezTo>
                    <a:pt x="12" y="13"/>
                    <a:pt x="12" y="13"/>
                    <a:pt x="12" y="1"/>
                  </a:cubicBezTo>
                  <a:close/>
                </a:path>
              </a:pathLst>
            </a:custGeom>
            <a:solidFill>
              <a:srgbClr val="FF391F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46"/>
            <p:cNvSpPr/>
            <p:nvPr/>
          </p:nvSpPr>
          <p:spPr>
            <a:xfrm>
              <a:off x="2591075" y="3110025"/>
              <a:ext cx="3000" cy="925"/>
            </a:xfrm>
            <a:custGeom>
              <a:rect b="b" l="l" r="r" t="t"/>
              <a:pathLst>
                <a:path extrusionOk="0" h="37" w="120">
                  <a:moveTo>
                    <a:pt x="1" y="1"/>
                  </a:moveTo>
                  <a:cubicBezTo>
                    <a:pt x="4" y="2"/>
                    <a:pt x="6" y="3"/>
                    <a:pt x="9" y="4"/>
                  </a:cubicBezTo>
                  <a:lnTo>
                    <a:pt x="9" y="4"/>
                  </a:lnTo>
                  <a:cubicBezTo>
                    <a:pt x="7" y="2"/>
                    <a:pt x="4" y="1"/>
                    <a:pt x="1" y="1"/>
                  </a:cubicBezTo>
                  <a:close/>
                  <a:moveTo>
                    <a:pt x="9" y="4"/>
                  </a:moveTo>
                  <a:cubicBezTo>
                    <a:pt x="14" y="8"/>
                    <a:pt x="16" y="16"/>
                    <a:pt x="25" y="25"/>
                  </a:cubicBezTo>
                  <a:cubicBezTo>
                    <a:pt x="50" y="25"/>
                    <a:pt x="69" y="25"/>
                    <a:pt x="90" y="29"/>
                  </a:cubicBezTo>
                  <a:lnTo>
                    <a:pt x="90" y="29"/>
                  </a:lnTo>
                  <a:cubicBezTo>
                    <a:pt x="60" y="20"/>
                    <a:pt x="34" y="12"/>
                    <a:pt x="9" y="4"/>
                  </a:cubicBezTo>
                  <a:close/>
                  <a:moveTo>
                    <a:pt x="90" y="29"/>
                  </a:moveTo>
                  <a:cubicBezTo>
                    <a:pt x="99" y="31"/>
                    <a:pt x="109" y="34"/>
                    <a:pt x="120" y="37"/>
                  </a:cubicBezTo>
                  <a:cubicBezTo>
                    <a:pt x="109" y="33"/>
                    <a:pt x="99" y="31"/>
                    <a:pt x="90" y="29"/>
                  </a:cubicBezTo>
                  <a:close/>
                </a:path>
              </a:pathLst>
            </a:custGeom>
            <a:solidFill>
              <a:srgbClr val="FF391F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46"/>
            <p:cNvSpPr/>
            <p:nvPr/>
          </p:nvSpPr>
          <p:spPr>
            <a:xfrm>
              <a:off x="2636925" y="2862375"/>
              <a:ext cx="370600" cy="259175"/>
            </a:xfrm>
            <a:custGeom>
              <a:rect b="b" l="l" r="r" t="t"/>
              <a:pathLst>
                <a:path extrusionOk="0" h="10367" w="14824">
                  <a:moveTo>
                    <a:pt x="14824" y="1"/>
                  </a:moveTo>
                  <a:cubicBezTo>
                    <a:pt x="14538" y="572"/>
                    <a:pt x="14074" y="1037"/>
                    <a:pt x="13466" y="1215"/>
                  </a:cubicBezTo>
                  <a:cubicBezTo>
                    <a:pt x="13371" y="1239"/>
                    <a:pt x="13264" y="1263"/>
                    <a:pt x="13169" y="1275"/>
                  </a:cubicBezTo>
                  <a:cubicBezTo>
                    <a:pt x="13097" y="2287"/>
                    <a:pt x="12871" y="3263"/>
                    <a:pt x="12490" y="4144"/>
                  </a:cubicBezTo>
                  <a:cubicBezTo>
                    <a:pt x="12728" y="4025"/>
                    <a:pt x="12978" y="3954"/>
                    <a:pt x="13252" y="3942"/>
                  </a:cubicBezTo>
                  <a:lnTo>
                    <a:pt x="13252" y="3942"/>
                  </a:lnTo>
                  <a:cubicBezTo>
                    <a:pt x="13550" y="5656"/>
                    <a:pt x="12859" y="7526"/>
                    <a:pt x="11490" y="8621"/>
                  </a:cubicBezTo>
                  <a:cubicBezTo>
                    <a:pt x="9776" y="10026"/>
                    <a:pt x="7370" y="10097"/>
                    <a:pt x="5156" y="10109"/>
                  </a:cubicBezTo>
                  <a:lnTo>
                    <a:pt x="84" y="10145"/>
                  </a:lnTo>
                  <a:lnTo>
                    <a:pt x="0" y="10145"/>
                  </a:lnTo>
                  <a:cubicBezTo>
                    <a:pt x="1263" y="10276"/>
                    <a:pt x="2465" y="10336"/>
                    <a:pt x="3560" y="10359"/>
                  </a:cubicBezTo>
                  <a:cubicBezTo>
                    <a:pt x="3830" y="10364"/>
                    <a:pt x="4094" y="10367"/>
                    <a:pt x="4350" y="10367"/>
                  </a:cubicBezTo>
                  <a:cubicBezTo>
                    <a:pt x="5349" y="10367"/>
                    <a:pt x="6238" y="10330"/>
                    <a:pt x="6978" y="10264"/>
                  </a:cubicBezTo>
                  <a:cubicBezTo>
                    <a:pt x="8168" y="10181"/>
                    <a:pt x="9216" y="9990"/>
                    <a:pt x="10157" y="9716"/>
                  </a:cubicBezTo>
                  <a:cubicBezTo>
                    <a:pt x="10407" y="9657"/>
                    <a:pt x="10633" y="9574"/>
                    <a:pt x="10859" y="9502"/>
                  </a:cubicBezTo>
                  <a:cubicBezTo>
                    <a:pt x="13193" y="7252"/>
                    <a:pt x="14705" y="3847"/>
                    <a:pt x="14824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46"/>
            <p:cNvSpPr/>
            <p:nvPr/>
          </p:nvSpPr>
          <p:spPr>
            <a:xfrm>
              <a:off x="2561625" y="2871325"/>
              <a:ext cx="370600" cy="178175"/>
            </a:xfrm>
            <a:custGeom>
              <a:rect b="b" l="l" r="r" t="t"/>
              <a:pathLst>
                <a:path extrusionOk="0" h="7127" w="14824">
                  <a:moveTo>
                    <a:pt x="9942" y="0"/>
                  </a:moveTo>
                  <a:lnTo>
                    <a:pt x="9942" y="0"/>
                  </a:lnTo>
                  <a:cubicBezTo>
                    <a:pt x="10001" y="322"/>
                    <a:pt x="10037" y="667"/>
                    <a:pt x="10001" y="1012"/>
                  </a:cubicBezTo>
                  <a:cubicBezTo>
                    <a:pt x="9868" y="2551"/>
                    <a:pt x="8793" y="3683"/>
                    <a:pt x="7552" y="3683"/>
                  </a:cubicBezTo>
                  <a:cubicBezTo>
                    <a:pt x="7468" y="3683"/>
                    <a:pt x="7384" y="3678"/>
                    <a:pt x="7299" y="3667"/>
                  </a:cubicBezTo>
                  <a:cubicBezTo>
                    <a:pt x="5941" y="3489"/>
                    <a:pt x="4953" y="2024"/>
                    <a:pt x="5096" y="393"/>
                  </a:cubicBezTo>
                  <a:lnTo>
                    <a:pt x="5096" y="393"/>
                  </a:lnTo>
                  <a:cubicBezTo>
                    <a:pt x="3929" y="631"/>
                    <a:pt x="2786" y="976"/>
                    <a:pt x="1679" y="1429"/>
                  </a:cubicBezTo>
                  <a:cubicBezTo>
                    <a:pt x="1155" y="1643"/>
                    <a:pt x="572" y="1881"/>
                    <a:pt x="0" y="2024"/>
                  </a:cubicBezTo>
                  <a:cubicBezTo>
                    <a:pt x="84" y="2369"/>
                    <a:pt x="191" y="2703"/>
                    <a:pt x="310" y="3036"/>
                  </a:cubicBezTo>
                  <a:cubicBezTo>
                    <a:pt x="572" y="3108"/>
                    <a:pt x="822" y="3203"/>
                    <a:pt x="1036" y="3322"/>
                  </a:cubicBezTo>
                  <a:cubicBezTo>
                    <a:pt x="2108" y="3905"/>
                    <a:pt x="2977" y="4775"/>
                    <a:pt x="3929" y="5525"/>
                  </a:cubicBezTo>
                  <a:cubicBezTo>
                    <a:pt x="4870" y="6287"/>
                    <a:pt x="5941" y="6977"/>
                    <a:pt x="7144" y="7108"/>
                  </a:cubicBezTo>
                  <a:cubicBezTo>
                    <a:pt x="7257" y="7120"/>
                    <a:pt x="7372" y="7127"/>
                    <a:pt x="7487" y="7127"/>
                  </a:cubicBezTo>
                  <a:cubicBezTo>
                    <a:pt x="8594" y="7127"/>
                    <a:pt x="9744" y="6561"/>
                    <a:pt x="10132" y="5537"/>
                  </a:cubicBezTo>
                  <a:cubicBezTo>
                    <a:pt x="10537" y="4453"/>
                    <a:pt x="10049" y="3191"/>
                    <a:pt x="10466" y="2119"/>
                  </a:cubicBezTo>
                  <a:cubicBezTo>
                    <a:pt x="10537" y="2103"/>
                    <a:pt x="10607" y="2095"/>
                    <a:pt x="10676" y="2095"/>
                  </a:cubicBezTo>
                  <a:cubicBezTo>
                    <a:pt x="11302" y="2095"/>
                    <a:pt x="11833" y="2737"/>
                    <a:pt x="12026" y="3370"/>
                  </a:cubicBezTo>
                  <a:cubicBezTo>
                    <a:pt x="12109" y="3620"/>
                    <a:pt x="12156" y="3893"/>
                    <a:pt x="12204" y="4155"/>
                  </a:cubicBezTo>
                  <a:cubicBezTo>
                    <a:pt x="12383" y="4060"/>
                    <a:pt x="12585" y="3989"/>
                    <a:pt x="12799" y="3989"/>
                  </a:cubicBezTo>
                  <a:cubicBezTo>
                    <a:pt x="13145" y="3989"/>
                    <a:pt x="13442" y="4132"/>
                    <a:pt x="13657" y="4358"/>
                  </a:cubicBezTo>
                  <a:cubicBezTo>
                    <a:pt x="14323" y="3322"/>
                    <a:pt x="14740" y="2108"/>
                    <a:pt x="14823" y="810"/>
                  </a:cubicBezTo>
                  <a:cubicBezTo>
                    <a:pt x="14585" y="750"/>
                    <a:pt x="14335" y="679"/>
                    <a:pt x="14097" y="619"/>
                  </a:cubicBezTo>
                  <a:cubicBezTo>
                    <a:pt x="12752" y="250"/>
                    <a:pt x="11347" y="60"/>
                    <a:pt x="9942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46"/>
            <p:cNvSpPr/>
            <p:nvPr/>
          </p:nvSpPr>
          <p:spPr>
            <a:xfrm>
              <a:off x="2481850" y="2885000"/>
              <a:ext cx="58075" cy="167625"/>
            </a:xfrm>
            <a:custGeom>
              <a:rect b="b" l="l" r="r" t="t"/>
              <a:pathLst>
                <a:path extrusionOk="0" h="6705" w="2323">
                  <a:moveTo>
                    <a:pt x="0" y="1"/>
                  </a:moveTo>
                  <a:lnTo>
                    <a:pt x="0" y="1"/>
                  </a:lnTo>
                  <a:cubicBezTo>
                    <a:pt x="227" y="2525"/>
                    <a:pt x="1060" y="4835"/>
                    <a:pt x="2322" y="6704"/>
                  </a:cubicBezTo>
                  <a:cubicBezTo>
                    <a:pt x="2274" y="6514"/>
                    <a:pt x="2239" y="6323"/>
                    <a:pt x="2227" y="6121"/>
                  </a:cubicBezTo>
                  <a:lnTo>
                    <a:pt x="2227" y="6121"/>
                  </a:lnTo>
                  <a:lnTo>
                    <a:pt x="2239" y="6466"/>
                  </a:lnTo>
                  <a:cubicBezTo>
                    <a:pt x="1858" y="5811"/>
                    <a:pt x="1608" y="5085"/>
                    <a:pt x="1489" y="4347"/>
                  </a:cubicBezTo>
                  <a:cubicBezTo>
                    <a:pt x="1417" y="3835"/>
                    <a:pt x="1417" y="3263"/>
                    <a:pt x="1739" y="2858"/>
                  </a:cubicBezTo>
                  <a:cubicBezTo>
                    <a:pt x="1834" y="2727"/>
                    <a:pt x="1965" y="2632"/>
                    <a:pt x="2096" y="2561"/>
                  </a:cubicBezTo>
                  <a:cubicBezTo>
                    <a:pt x="1989" y="2263"/>
                    <a:pt x="1905" y="1942"/>
                    <a:pt x="1834" y="1632"/>
                  </a:cubicBezTo>
                  <a:cubicBezTo>
                    <a:pt x="1417" y="1596"/>
                    <a:pt x="1024" y="1453"/>
                    <a:pt x="679" y="1156"/>
                  </a:cubicBezTo>
                  <a:cubicBezTo>
                    <a:pt x="334" y="858"/>
                    <a:pt x="131" y="44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46"/>
            <p:cNvSpPr/>
            <p:nvPr/>
          </p:nvSpPr>
          <p:spPr>
            <a:xfrm>
              <a:off x="2489575" y="2746000"/>
              <a:ext cx="8975" cy="22650"/>
            </a:xfrm>
            <a:custGeom>
              <a:rect b="b" l="l" r="r" t="t"/>
              <a:pathLst>
                <a:path extrusionOk="0" h="906" w="359">
                  <a:moveTo>
                    <a:pt x="299" y="1"/>
                  </a:moveTo>
                  <a:cubicBezTo>
                    <a:pt x="275" y="24"/>
                    <a:pt x="239" y="48"/>
                    <a:pt x="203" y="72"/>
                  </a:cubicBezTo>
                  <a:cubicBezTo>
                    <a:pt x="132" y="346"/>
                    <a:pt x="60" y="620"/>
                    <a:pt x="1" y="905"/>
                  </a:cubicBezTo>
                  <a:cubicBezTo>
                    <a:pt x="108" y="596"/>
                    <a:pt x="227" y="286"/>
                    <a:pt x="358" y="1"/>
                  </a:cubicBezTo>
                  <a:close/>
                </a:path>
              </a:pathLst>
            </a:custGeom>
            <a:solidFill>
              <a:srgbClr val="FF391F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46"/>
            <p:cNvSpPr/>
            <p:nvPr/>
          </p:nvSpPr>
          <p:spPr>
            <a:xfrm>
              <a:off x="2517275" y="2949000"/>
              <a:ext cx="458400" cy="167025"/>
            </a:xfrm>
            <a:custGeom>
              <a:rect b="b" l="l" r="r" t="t"/>
              <a:pathLst>
                <a:path extrusionOk="0" h="6681" w="18336">
                  <a:moveTo>
                    <a:pt x="679" y="1"/>
                  </a:moveTo>
                  <a:cubicBezTo>
                    <a:pt x="548" y="72"/>
                    <a:pt x="417" y="167"/>
                    <a:pt x="322" y="298"/>
                  </a:cubicBezTo>
                  <a:cubicBezTo>
                    <a:pt x="0" y="703"/>
                    <a:pt x="0" y="1275"/>
                    <a:pt x="72" y="1787"/>
                  </a:cubicBezTo>
                  <a:cubicBezTo>
                    <a:pt x="191" y="2525"/>
                    <a:pt x="441" y="3251"/>
                    <a:pt x="822" y="3906"/>
                  </a:cubicBezTo>
                  <a:lnTo>
                    <a:pt x="810" y="3561"/>
                  </a:lnTo>
                  <a:lnTo>
                    <a:pt x="810" y="3561"/>
                  </a:lnTo>
                  <a:cubicBezTo>
                    <a:pt x="822" y="3763"/>
                    <a:pt x="857" y="3954"/>
                    <a:pt x="905" y="4144"/>
                  </a:cubicBezTo>
                  <a:cubicBezTo>
                    <a:pt x="1107" y="4882"/>
                    <a:pt x="1572" y="5549"/>
                    <a:pt x="2179" y="6001"/>
                  </a:cubicBezTo>
                  <a:cubicBezTo>
                    <a:pt x="2417" y="6180"/>
                    <a:pt x="2679" y="6335"/>
                    <a:pt x="2953" y="6442"/>
                  </a:cubicBezTo>
                  <a:cubicBezTo>
                    <a:pt x="2989" y="6454"/>
                    <a:pt x="3024" y="6466"/>
                    <a:pt x="3072" y="6478"/>
                  </a:cubicBezTo>
                  <a:cubicBezTo>
                    <a:pt x="3643" y="6561"/>
                    <a:pt x="4215" y="6621"/>
                    <a:pt x="4786" y="6680"/>
                  </a:cubicBezTo>
                  <a:lnTo>
                    <a:pt x="4870" y="6680"/>
                  </a:lnTo>
                  <a:cubicBezTo>
                    <a:pt x="6561" y="6668"/>
                    <a:pt x="8251" y="6656"/>
                    <a:pt x="9942" y="6644"/>
                  </a:cubicBezTo>
                  <a:cubicBezTo>
                    <a:pt x="12156" y="6632"/>
                    <a:pt x="14562" y="6561"/>
                    <a:pt x="16288" y="5168"/>
                  </a:cubicBezTo>
                  <a:cubicBezTo>
                    <a:pt x="17645" y="4061"/>
                    <a:pt x="18336" y="2203"/>
                    <a:pt x="18038" y="477"/>
                  </a:cubicBezTo>
                  <a:lnTo>
                    <a:pt x="18038" y="477"/>
                  </a:lnTo>
                  <a:cubicBezTo>
                    <a:pt x="17764" y="489"/>
                    <a:pt x="17514" y="560"/>
                    <a:pt x="17276" y="691"/>
                  </a:cubicBezTo>
                  <a:cubicBezTo>
                    <a:pt x="15919" y="3858"/>
                    <a:pt x="12764" y="6085"/>
                    <a:pt x="9097" y="6085"/>
                  </a:cubicBezTo>
                  <a:cubicBezTo>
                    <a:pt x="5179" y="6085"/>
                    <a:pt x="1858" y="3537"/>
                    <a:pt x="679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46"/>
            <p:cNvSpPr/>
            <p:nvPr/>
          </p:nvSpPr>
          <p:spPr>
            <a:xfrm>
              <a:off x="2569350" y="2923675"/>
              <a:ext cx="297400" cy="143525"/>
            </a:xfrm>
            <a:custGeom>
              <a:rect b="b" l="l" r="r" t="t"/>
              <a:pathLst>
                <a:path extrusionOk="0" h="5741" w="11896">
                  <a:moveTo>
                    <a:pt x="10367" y="1"/>
                  </a:moveTo>
                  <a:cubicBezTo>
                    <a:pt x="10298" y="1"/>
                    <a:pt x="10228" y="9"/>
                    <a:pt x="10157" y="25"/>
                  </a:cubicBezTo>
                  <a:cubicBezTo>
                    <a:pt x="9740" y="1097"/>
                    <a:pt x="10228" y="2359"/>
                    <a:pt x="9823" y="3431"/>
                  </a:cubicBezTo>
                  <a:cubicBezTo>
                    <a:pt x="9435" y="4466"/>
                    <a:pt x="8285" y="5033"/>
                    <a:pt x="7177" y="5033"/>
                  </a:cubicBezTo>
                  <a:cubicBezTo>
                    <a:pt x="7062" y="5033"/>
                    <a:pt x="6948" y="5026"/>
                    <a:pt x="6835" y="5014"/>
                  </a:cubicBezTo>
                  <a:cubicBezTo>
                    <a:pt x="5632" y="4883"/>
                    <a:pt x="4561" y="4193"/>
                    <a:pt x="3620" y="3431"/>
                  </a:cubicBezTo>
                  <a:cubicBezTo>
                    <a:pt x="2668" y="2669"/>
                    <a:pt x="1799" y="1811"/>
                    <a:pt x="727" y="1228"/>
                  </a:cubicBezTo>
                  <a:cubicBezTo>
                    <a:pt x="513" y="1109"/>
                    <a:pt x="263" y="1002"/>
                    <a:pt x="1" y="942"/>
                  </a:cubicBezTo>
                  <a:lnTo>
                    <a:pt x="1" y="942"/>
                  </a:lnTo>
                  <a:cubicBezTo>
                    <a:pt x="1096" y="3740"/>
                    <a:pt x="3823" y="5740"/>
                    <a:pt x="7014" y="5740"/>
                  </a:cubicBezTo>
                  <a:cubicBezTo>
                    <a:pt x="8811" y="5740"/>
                    <a:pt x="10466" y="5109"/>
                    <a:pt x="11764" y="4050"/>
                  </a:cubicBezTo>
                  <a:cubicBezTo>
                    <a:pt x="11478" y="3835"/>
                    <a:pt x="11288" y="3490"/>
                    <a:pt x="11288" y="3097"/>
                  </a:cubicBezTo>
                  <a:cubicBezTo>
                    <a:pt x="11288" y="2657"/>
                    <a:pt x="11538" y="2276"/>
                    <a:pt x="11895" y="2061"/>
                  </a:cubicBezTo>
                  <a:cubicBezTo>
                    <a:pt x="11847" y="1799"/>
                    <a:pt x="11800" y="1526"/>
                    <a:pt x="11717" y="1276"/>
                  </a:cubicBezTo>
                  <a:cubicBezTo>
                    <a:pt x="11524" y="643"/>
                    <a:pt x="10993" y="1"/>
                    <a:pt x="10367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46"/>
            <p:cNvSpPr/>
            <p:nvPr/>
          </p:nvSpPr>
          <p:spPr>
            <a:xfrm>
              <a:off x="2475000" y="2744800"/>
              <a:ext cx="93200" cy="181000"/>
            </a:xfrm>
            <a:custGeom>
              <a:rect b="b" l="l" r="r" t="t"/>
              <a:pathLst>
                <a:path extrusionOk="0" h="7240" w="3728">
                  <a:moveTo>
                    <a:pt x="108" y="4644"/>
                  </a:moveTo>
                  <a:cubicBezTo>
                    <a:pt x="131" y="4966"/>
                    <a:pt x="179" y="5299"/>
                    <a:pt x="274" y="5609"/>
                  </a:cubicBezTo>
                  <a:cubicBezTo>
                    <a:pt x="405" y="6049"/>
                    <a:pt x="608" y="6466"/>
                    <a:pt x="953" y="6764"/>
                  </a:cubicBezTo>
                  <a:cubicBezTo>
                    <a:pt x="1286" y="7061"/>
                    <a:pt x="1679" y="7204"/>
                    <a:pt x="2108" y="7240"/>
                  </a:cubicBezTo>
                  <a:cubicBezTo>
                    <a:pt x="1977" y="6633"/>
                    <a:pt x="1905" y="6014"/>
                    <a:pt x="1905" y="5371"/>
                  </a:cubicBezTo>
                  <a:cubicBezTo>
                    <a:pt x="1905" y="5287"/>
                    <a:pt x="1917" y="5204"/>
                    <a:pt x="1917" y="5121"/>
                  </a:cubicBezTo>
                  <a:cubicBezTo>
                    <a:pt x="1763" y="4835"/>
                    <a:pt x="1667" y="4513"/>
                    <a:pt x="1667" y="4168"/>
                  </a:cubicBezTo>
                  <a:cubicBezTo>
                    <a:pt x="1667" y="3597"/>
                    <a:pt x="1917" y="3073"/>
                    <a:pt x="2310" y="2704"/>
                  </a:cubicBezTo>
                  <a:cubicBezTo>
                    <a:pt x="2620" y="1715"/>
                    <a:pt x="3108" y="811"/>
                    <a:pt x="3727" y="1"/>
                  </a:cubicBezTo>
                  <a:cubicBezTo>
                    <a:pt x="2810" y="13"/>
                    <a:pt x="1882" y="25"/>
                    <a:pt x="941" y="49"/>
                  </a:cubicBezTo>
                  <a:cubicBezTo>
                    <a:pt x="810" y="334"/>
                    <a:pt x="691" y="644"/>
                    <a:pt x="584" y="953"/>
                  </a:cubicBezTo>
                  <a:cubicBezTo>
                    <a:pt x="179" y="2132"/>
                    <a:pt x="0" y="3394"/>
                    <a:pt x="108" y="4644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46"/>
            <p:cNvSpPr/>
            <p:nvPr/>
          </p:nvSpPr>
          <p:spPr>
            <a:xfrm>
              <a:off x="2484525" y="2746000"/>
              <a:ext cx="12825" cy="8950"/>
            </a:xfrm>
            <a:custGeom>
              <a:rect b="b" l="l" r="r" t="t"/>
              <a:pathLst>
                <a:path extrusionOk="0" h="358" w="513">
                  <a:moveTo>
                    <a:pt x="405" y="72"/>
                  </a:moveTo>
                  <a:cubicBezTo>
                    <a:pt x="441" y="48"/>
                    <a:pt x="477" y="24"/>
                    <a:pt x="512" y="1"/>
                  </a:cubicBezTo>
                  <a:cubicBezTo>
                    <a:pt x="453" y="1"/>
                    <a:pt x="393" y="1"/>
                    <a:pt x="334" y="1"/>
                  </a:cubicBezTo>
                  <a:lnTo>
                    <a:pt x="0" y="358"/>
                  </a:lnTo>
                  <a:cubicBezTo>
                    <a:pt x="143" y="263"/>
                    <a:pt x="274" y="167"/>
                    <a:pt x="405" y="72"/>
                  </a:cubicBezTo>
                  <a:close/>
                </a:path>
              </a:pathLst>
            </a:custGeom>
            <a:solidFill>
              <a:srgbClr val="A06963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46"/>
            <p:cNvSpPr/>
            <p:nvPr/>
          </p:nvSpPr>
          <p:spPr>
            <a:xfrm>
              <a:off x="2940825" y="2774875"/>
              <a:ext cx="75625" cy="119375"/>
            </a:xfrm>
            <a:custGeom>
              <a:rect b="b" l="l" r="r" t="t"/>
              <a:pathLst>
                <a:path extrusionOk="0" h="4775" w="3025">
                  <a:moveTo>
                    <a:pt x="1013" y="4775"/>
                  </a:moveTo>
                  <a:cubicBezTo>
                    <a:pt x="1108" y="4763"/>
                    <a:pt x="1215" y="4739"/>
                    <a:pt x="1310" y="4715"/>
                  </a:cubicBezTo>
                  <a:cubicBezTo>
                    <a:pt x="1906" y="4537"/>
                    <a:pt x="2382" y="4072"/>
                    <a:pt x="2668" y="3501"/>
                  </a:cubicBezTo>
                  <a:cubicBezTo>
                    <a:pt x="2823" y="3191"/>
                    <a:pt x="2918" y="2858"/>
                    <a:pt x="2954" y="2525"/>
                  </a:cubicBezTo>
                  <a:cubicBezTo>
                    <a:pt x="3025" y="1775"/>
                    <a:pt x="2823" y="1036"/>
                    <a:pt x="2453" y="382"/>
                  </a:cubicBezTo>
                  <a:cubicBezTo>
                    <a:pt x="2453" y="382"/>
                    <a:pt x="2442" y="370"/>
                    <a:pt x="2442" y="370"/>
                  </a:cubicBezTo>
                  <a:cubicBezTo>
                    <a:pt x="1691" y="251"/>
                    <a:pt x="870" y="131"/>
                    <a:pt x="1" y="1"/>
                  </a:cubicBezTo>
                  <a:cubicBezTo>
                    <a:pt x="668" y="1251"/>
                    <a:pt x="1049" y="2668"/>
                    <a:pt x="1049" y="4168"/>
                  </a:cubicBezTo>
                  <a:cubicBezTo>
                    <a:pt x="1049" y="4370"/>
                    <a:pt x="1025" y="4573"/>
                    <a:pt x="1013" y="477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46"/>
            <p:cNvSpPr/>
            <p:nvPr/>
          </p:nvSpPr>
          <p:spPr>
            <a:xfrm>
              <a:off x="2557450" y="2745100"/>
              <a:ext cx="375675" cy="176850"/>
            </a:xfrm>
            <a:custGeom>
              <a:rect b="b" l="l" r="r" t="t"/>
              <a:pathLst>
                <a:path extrusionOk="0" h="7074" w="15027">
                  <a:moveTo>
                    <a:pt x="2370" y="4156"/>
                  </a:moveTo>
                  <a:cubicBezTo>
                    <a:pt x="2370" y="5263"/>
                    <a:pt x="1465" y="6156"/>
                    <a:pt x="370" y="6156"/>
                  </a:cubicBezTo>
                  <a:cubicBezTo>
                    <a:pt x="239" y="6156"/>
                    <a:pt x="120" y="6145"/>
                    <a:pt x="1" y="6121"/>
                  </a:cubicBezTo>
                  <a:cubicBezTo>
                    <a:pt x="36" y="6442"/>
                    <a:pt x="96" y="6764"/>
                    <a:pt x="167" y="7073"/>
                  </a:cubicBezTo>
                  <a:cubicBezTo>
                    <a:pt x="739" y="6930"/>
                    <a:pt x="1322" y="6692"/>
                    <a:pt x="1846" y="6478"/>
                  </a:cubicBezTo>
                  <a:cubicBezTo>
                    <a:pt x="2953" y="6014"/>
                    <a:pt x="4096" y="5680"/>
                    <a:pt x="5263" y="5442"/>
                  </a:cubicBezTo>
                  <a:lnTo>
                    <a:pt x="5263" y="5442"/>
                  </a:lnTo>
                  <a:cubicBezTo>
                    <a:pt x="5406" y="3799"/>
                    <a:pt x="6620" y="2620"/>
                    <a:pt x="7978" y="2787"/>
                  </a:cubicBezTo>
                  <a:cubicBezTo>
                    <a:pt x="9049" y="2918"/>
                    <a:pt x="9871" y="3859"/>
                    <a:pt x="10109" y="5049"/>
                  </a:cubicBezTo>
                  <a:cubicBezTo>
                    <a:pt x="11514" y="5109"/>
                    <a:pt x="12919" y="5299"/>
                    <a:pt x="14276" y="5668"/>
                  </a:cubicBezTo>
                  <a:cubicBezTo>
                    <a:pt x="14514" y="5728"/>
                    <a:pt x="14752" y="5799"/>
                    <a:pt x="15002" y="5859"/>
                  </a:cubicBezTo>
                  <a:cubicBezTo>
                    <a:pt x="15002" y="5692"/>
                    <a:pt x="15026" y="5525"/>
                    <a:pt x="15026" y="5359"/>
                  </a:cubicBezTo>
                  <a:cubicBezTo>
                    <a:pt x="15026" y="3704"/>
                    <a:pt x="14479" y="2180"/>
                    <a:pt x="13586" y="941"/>
                  </a:cubicBezTo>
                  <a:cubicBezTo>
                    <a:pt x="10919" y="584"/>
                    <a:pt x="7978" y="251"/>
                    <a:pt x="5346" y="96"/>
                  </a:cubicBezTo>
                  <a:cubicBezTo>
                    <a:pt x="4394" y="49"/>
                    <a:pt x="3334" y="13"/>
                    <a:pt x="2215" y="1"/>
                  </a:cubicBezTo>
                  <a:cubicBezTo>
                    <a:pt x="1584" y="632"/>
                    <a:pt x="1060" y="1370"/>
                    <a:pt x="679" y="2192"/>
                  </a:cubicBezTo>
                  <a:cubicBezTo>
                    <a:pt x="1632" y="2346"/>
                    <a:pt x="2370" y="3168"/>
                    <a:pt x="2370" y="4156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46"/>
            <p:cNvSpPr/>
            <p:nvPr/>
          </p:nvSpPr>
          <p:spPr>
            <a:xfrm>
              <a:off x="2685450" y="2814375"/>
              <a:ext cx="127125" cy="149025"/>
            </a:xfrm>
            <a:custGeom>
              <a:rect b="b" l="l" r="r" t="t"/>
              <a:pathLst>
                <a:path extrusionOk="0" h="5961" w="5085">
                  <a:moveTo>
                    <a:pt x="2602" y="0"/>
                  </a:moveTo>
                  <a:cubicBezTo>
                    <a:pt x="1351" y="0"/>
                    <a:pt x="277" y="1132"/>
                    <a:pt x="143" y="2671"/>
                  </a:cubicBezTo>
                  <a:cubicBezTo>
                    <a:pt x="0" y="4302"/>
                    <a:pt x="988" y="5767"/>
                    <a:pt x="2346" y="5945"/>
                  </a:cubicBezTo>
                  <a:cubicBezTo>
                    <a:pt x="2431" y="5956"/>
                    <a:pt x="2515" y="5961"/>
                    <a:pt x="2599" y="5961"/>
                  </a:cubicBezTo>
                  <a:cubicBezTo>
                    <a:pt x="3840" y="5961"/>
                    <a:pt x="4915" y="4829"/>
                    <a:pt x="5048" y="3290"/>
                  </a:cubicBezTo>
                  <a:cubicBezTo>
                    <a:pt x="5084" y="2945"/>
                    <a:pt x="5048" y="2600"/>
                    <a:pt x="4989" y="2278"/>
                  </a:cubicBezTo>
                  <a:cubicBezTo>
                    <a:pt x="4751" y="1088"/>
                    <a:pt x="3917" y="159"/>
                    <a:pt x="2858" y="16"/>
                  </a:cubicBezTo>
                  <a:cubicBezTo>
                    <a:pt x="2772" y="5"/>
                    <a:pt x="2687" y="0"/>
                    <a:pt x="2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46"/>
            <p:cNvSpPr/>
            <p:nvPr/>
          </p:nvSpPr>
          <p:spPr>
            <a:xfrm>
              <a:off x="4086800" y="2319750"/>
              <a:ext cx="350375" cy="135475"/>
            </a:xfrm>
            <a:custGeom>
              <a:rect b="b" l="l" r="r" t="t"/>
              <a:pathLst>
                <a:path extrusionOk="0" h="5419" w="14015">
                  <a:moveTo>
                    <a:pt x="14014" y="1"/>
                  </a:moveTo>
                  <a:cubicBezTo>
                    <a:pt x="11621" y="120"/>
                    <a:pt x="9228" y="299"/>
                    <a:pt x="6823" y="549"/>
                  </a:cubicBezTo>
                  <a:cubicBezTo>
                    <a:pt x="4811" y="2323"/>
                    <a:pt x="2525" y="3942"/>
                    <a:pt x="1" y="5418"/>
                  </a:cubicBezTo>
                  <a:cubicBezTo>
                    <a:pt x="4370" y="4394"/>
                    <a:pt x="8776" y="3489"/>
                    <a:pt x="13205" y="2775"/>
                  </a:cubicBezTo>
                  <a:cubicBezTo>
                    <a:pt x="13514" y="1858"/>
                    <a:pt x="13776" y="930"/>
                    <a:pt x="14014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46"/>
            <p:cNvSpPr/>
            <p:nvPr/>
          </p:nvSpPr>
          <p:spPr>
            <a:xfrm>
              <a:off x="4086800" y="2319750"/>
              <a:ext cx="350375" cy="135475"/>
            </a:xfrm>
            <a:custGeom>
              <a:rect b="b" l="l" r="r" t="t"/>
              <a:pathLst>
                <a:path extrusionOk="0" h="5419" w="14015">
                  <a:moveTo>
                    <a:pt x="6823" y="549"/>
                  </a:moveTo>
                  <a:cubicBezTo>
                    <a:pt x="4811" y="2323"/>
                    <a:pt x="2525" y="3942"/>
                    <a:pt x="1" y="5418"/>
                  </a:cubicBezTo>
                  <a:cubicBezTo>
                    <a:pt x="4370" y="4394"/>
                    <a:pt x="8776" y="3489"/>
                    <a:pt x="13205" y="2775"/>
                  </a:cubicBezTo>
                  <a:cubicBezTo>
                    <a:pt x="13514" y="1858"/>
                    <a:pt x="13776" y="930"/>
                    <a:pt x="14014" y="1"/>
                  </a:cubicBezTo>
                  <a:cubicBezTo>
                    <a:pt x="11621" y="120"/>
                    <a:pt x="9228" y="299"/>
                    <a:pt x="6823" y="549"/>
                  </a:cubicBezTo>
                  <a:close/>
                </a:path>
              </a:pathLst>
            </a:custGeom>
            <a:solidFill>
              <a:srgbClr val="FFDCDE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46"/>
            <p:cNvSpPr/>
            <p:nvPr/>
          </p:nvSpPr>
          <p:spPr>
            <a:xfrm>
              <a:off x="4086800" y="2319750"/>
              <a:ext cx="350375" cy="135475"/>
            </a:xfrm>
            <a:custGeom>
              <a:rect b="b" l="l" r="r" t="t"/>
              <a:pathLst>
                <a:path extrusionOk="0" h="5419" w="14015">
                  <a:moveTo>
                    <a:pt x="6823" y="549"/>
                  </a:moveTo>
                  <a:cubicBezTo>
                    <a:pt x="4811" y="2323"/>
                    <a:pt x="2525" y="3942"/>
                    <a:pt x="1" y="5418"/>
                  </a:cubicBezTo>
                  <a:cubicBezTo>
                    <a:pt x="4370" y="4394"/>
                    <a:pt x="8776" y="3489"/>
                    <a:pt x="13205" y="2775"/>
                  </a:cubicBezTo>
                  <a:cubicBezTo>
                    <a:pt x="13514" y="1858"/>
                    <a:pt x="13776" y="930"/>
                    <a:pt x="14014" y="1"/>
                  </a:cubicBezTo>
                  <a:cubicBezTo>
                    <a:pt x="11621" y="120"/>
                    <a:pt x="9228" y="299"/>
                    <a:pt x="6823" y="549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46"/>
            <p:cNvSpPr/>
            <p:nvPr/>
          </p:nvSpPr>
          <p:spPr>
            <a:xfrm>
              <a:off x="3970125" y="2342375"/>
              <a:ext cx="214350" cy="124500"/>
            </a:xfrm>
            <a:custGeom>
              <a:rect b="b" l="l" r="r" t="t"/>
              <a:pathLst>
                <a:path extrusionOk="0" h="4980" w="8574">
                  <a:moveTo>
                    <a:pt x="8573" y="1"/>
                  </a:moveTo>
                  <a:lnTo>
                    <a:pt x="8573" y="1"/>
                  </a:lnTo>
                  <a:cubicBezTo>
                    <a:pt x="7632" y="120"/>
                    <a:pt x="6704" y="263"/>
                    <a:pt x="5775" y="406"/>
                  </a:cubicBezTo>
                  <a:cubicBezTo>
                    <a:pt x="3965" y="2072"/>
                    <a:pt x="2013" y="3465"/>
                    <a:pt x="1" y="4537"/>
                  </a:cubicBezTo>
                  <a:cubicBezTo>
                    <a:pt x="322" y="4716"/>
                    <a:pt x="667" y="4847"/>
                    <a:pt x="1025" y="4906"/>
                  </a:cubicBezTo>
                  <a:cubicBezTo>
                    <a:pt x="1300" y="4957"/>
                    <a:pt x="1577" y="4979"/>
                    <a:pt x="1854" y="4979"/>
                  </a:cubicBezTo>
                  <a:cubicBezTo>
                    <a:pt x="2605" y="4979"/>
                    <a:pt x="3357" y="4818"/>
                    <a:pt x="4096" y="4644"/>
                  </a:cubicBezTo>
                  <a:lnTo>
                    <a:pt x="3846" y="4216"/>
                  </a:lnTo>
                  <a:cubicBezTo>
                    <a:pt x="5716" y="3108"/>
                    <a:pt x="7263" y="1680"/>
                    <a:pt x="8573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46"/>
            <p:cNvSpPr/>
            <p:nvPr/>
          </p:nvSpPr>
          <p:spPr>
            <a:xfrm>
              <a:off x="3970125" y="2342375"/>
              <a:ext cx="214350" cy="127425"/>
            </a:xfrm>
            <a:custGeom>
              <a:rect b="b" l="l" r="r" t="t"/>
              <a:pathLst>
                <a:path extrusionOk="0" h="5097" w="8574">
                  <a:moveTo>
                    <a:pt x="8573" y="1"/>
                  </a:moveTo>
                  <a:cubicBezTo>
                    <a:pt x="7632" y="120"/>
                    <a:pt x="6704" y="263"/>
                    <a:pt x="5775" y="406"/>
                  </a:cubicBezTo>
                  <a:cubicBezTo>
                    <a:pt x="3965" y="2072"/>
                    <a:pt x="2013" y="3465"/>
                    <a:pt x="1" y="4537"/>
                  </a:cubicBezTo>
                  <a:cubicBezTo>
                    <a:pt x="322" y="4716"/>
                    <a:pt x="667" y="4847"/>
                    <a:pt x="1025" y="4906"/>
                  </a:cubicBezTo>
                  <a:cubicBezTo>
                    <a:pt x="2048" y="5097"/>
                    <a:pt x="3084" y="4882"/>
                    <a:pt x="4096" y="4644"/>
                  </a:cubicBezTo>
                  <a:lnTo>
                    <a:pt x="3846" y="4216"/>
                  </a:lnTo>
                  <a:cubicBezTo>
                    <a:pt x="5716" y="3108"/>
                    <a:pt x="7263" y="1680"/>
                    <a:pt x="8573" y="1"/>
                  </a:cubicBezTo>
                  <a:close/>
                </a:path>
              </a:pathLst>
            </a:custGeom>
            <a:solidFill>
              <a:srgbClr val="FFDCDE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46"/>
            <p:cNvSpPr/>
            <p:nvPr/>
          </p:nvSpPr>
          <p:spPr>
            <a:xfrm>
              <a:off x="3970125" y="2342375"/>
              <a:ext cx="214350" cy="127425"/>
            </a:xfrm>
            <a:custGeom>
              <a:rect b="b" l="l" r="r" t="t"/>
              <a:pathLst>
                <a:path extrusionOk="0" h="5097" w="8574">
                  <a:moveTo>
                    <a:pt x="8573" y="1"/>
                  </a:moveTo>
                  <a:cubicBezTo>
                    <a:pt x="7632" y="120"/>
                    <a:pt x="6704" y="263"/>
                    <a:pt x="5775" y="406"/>
                  </a:cubicBezTo>
                  <a:cubicBezTo>
                    <a:pt x="3965" y="2072"/>
                    <a:pt x="2013" y="3465"/>
                    <a:pt x="1" y="4537"/>
                  </a:cubicBezTo>
                  <a:cubicBezTo>
                    <a:pt x="322" y="4716"/>
                    <a:pt x="667" y="4847"/>
                    <a:pt x="1025" y="4906"/>
                  </a:cubicBezTo>
                  <a:cubicBezTo>
                    <a:pt x="2048" y="5097"/>
                    <a:pt x="3084" y="4882"/>
                    <a:pt x="4096" y="4644"/>
                  </a:cubicBezTo>
                  <a:lnTo>
                    <a:pt x="3846" y="4216"/>
                  </a:lnTo>
                  <a:cubicBezTo>
                    <a:pt x="5716" y="3108"/>
                    <a:pt x="7263" y="1680"/>
                    <a:pt x="857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46"/>
            <p:cNvSpPr/>
            <p:nvPr/>
          </p:nvSpPr>
          <p:spPr>
            <a:xfrm>
              <a:off x="4758625" y="2323625"/>
              <a:ext cx="273275" cy="27425"/>
            </a:xfrm>
            <a:custGeom>
              <a:rect b="b" l="l" r="r" t="t"/>
              <a:pathLst>
                <a:path extrusionOk="0" h="1097" w="10931">
                  <a:moveTo>
                    <a:pt x="786" y="1"/>
                  </a:moveTo>
                  <a:cubicBezTo>
                    <a:pt x="524" y="382"/>
                    <a:pt x="262" y="751"/>
                    <a:pt x="0" y="1096"/>
                  </a:cubicBezTo>
                  <a:cubicBezTo>
                    <a:pt x="1952" y="994"/>
                    <a:pt x="3911" y="936"/>
                    <a:pt x="5872" y="936"/>
                  </a:cubicBezTo>
                  <a:cubicBezTo>
                    <a:pt x="7558" y="936"/>
                    <a:pt x="9245" y="979"/>
                    <a:pt x="10930" y="1072"/>
                  </a:cubicBezTo>
                  <a:cubicBezTo>
                    <a:pt x="7513" y="584"/>
                    <a:pt x="4132" y="227"/>
                    <a:pt x="786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46"/>
            <p:cNvSpPr/>
            <p:nvPr/>
          </p:nvSpPr>
          <p:spPr>
            <a:xfrm>
              <a:off x="4758625" y="2323625"/>
              <a:ext cx="273275" cy="27425"/>
            </a:xfrm>
            <a:custGeom>
              <a:rect b="b" l="l" r="r" t="t"/>
              <a:pathLst>
                <a:path extrusionOk="0" h="1097" w="10931">
                  <a:moveTo>
                    <a:pt x="10930" y="1072"/>
                  </a:moveTo>
                  <a:cubicBezTo>
                    <a:pt x="7513" y="584"/>
                    <a:pt x="4132" y="227"/>
                    <a:pt x="786" y="1"/>
                  </a:cubicBezTo>
                  <a:cubicBezTo>
                    <a:pt x="524" y="382"/>
                    <a:pt x="262" y="751"/>
                    <a:pt x="0" y="1096"/>
                  </a:cubicBezTo>
                  <a:cubicBezTo>
                    <a:pt x="3632" y="906"/>
                    <a:pt x="7287" y="870"/>
                    <a:pt x="10930" y="1072"/>
                  </a:cubicBezTo>
                  <a:close/>
                </a:path>
              </a:pathLst>
            </a:custGeom>
            <a:solidFill>
              <a:srgbClr val="FFDCDE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46"/>
            <p:cNvSpPr/>
            <p:nvPr/>
          </p:nvSpPr>
          <p:spPr>
            <a:xfrm>
              <a:off x="4758625" y="2323625"/>
              <a:ext cx="273275" cy="27425"/>
            </a:xfrm>
            <a:custGeom>
              <a:rect b="b" l="l" r="r" t="t"/>
              <a:pathLst>
                <a:path extrusionOk="0" h="1097" w="10931">
                  <a:moveTo>
                    <a:pt x="10930" y="1072"/>
                  </a:moveTo>
                  <a:cubicBezTo>
                    <a:pt x="7513" y="584"/>
                    <a:pt x="4132" y="227"/>
                    <a:pt x="786" y="1"/>
                  </a:cubicBezTo>
                  <a:cubicBezTo>
                    <a:pt x="524" y="382"/>
                    <a:pt x="262" y="751"/>
                    <a:pt x="0" y="1096"/>
                  </a:cubicBezTo>
                  <a:cubicBezTo>
                    <a:pt x="3632" y="906"/>
                    <a:pt x="7287" y="870"/>
                    <a:pt x="10930" y="107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46"/>
            <p:cNvSpPr/>
            <p:nvPr/>
          </p:nvSpPr>
          <p:spPr>
            <a:xfrm>
              <a:off x="3952275" y="2390000"/>
              <a:ext cx="90200" cy="54800"/>
            </a:xfrm>
            <a:custGeom>
              <a:rect b="b" l="l" r="r" t="t"/>
              <a:pathLst>
                <a:path extrusionOk="0" h="2192" w="3608">
                  <a:moveTo>
                    <a:pt x="3608" y="1"/>
                  </a:moveTo>
                  <a:cubicBezTo>
                    <a:pt x="2453" y="775"/>
                    <a:pt x="1250" y="1477"/>
                    <a:pt x="0" y="2096"/>
                  </a:cubicBezTo>
                  <a:cubicBezTo>
                    <a:pt x="36" y="2132"/>
                    <a:pt x="60" y="2156"/>
                    <a:pt x="95" y="2192"/>
                  </a:cubicBezTo>
                  <a:cubicBezTo>
                    <a:pt x="1298" y="1572"/>
                    <a:pt x="2477" y="834"/>
                    <a:pt x="3608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46"/>
            <p:cNvSpPr/>
            <p:nvPr/>
          </p:nvSpPr>
          <p:spPr>
            <a:xfrm>
              <a:off x="3952275" y="2390000"/>
              <a:ext cx="90200" cy="54800"/>
            </a:xfrm>
            <a:custGeom>
              <a:rect b="b" l="l" r="r" t="t"/>
              <a:pathLst>
                <a:path extrusionOk="0" h="2192" w="3608">
                  <a:moveTo>
                    <a:pt x="3608" y="1"/>
                  </a:moveTo>
                  <a:cubicBezTo>
                    <a:pt x="2453" y="775"/>
                    <a:pt x="1250" y="1477"/>
                    <a:pt x="0" y="2096"/>
                  </a:cubicBezTo>
                  <a:cubicBezTo>
                    <a:pt x="36" y="2132"/>
                    <a:pt x="60" y="2156"/>
                    <a:pt x="95" y="2192"/>
                  </a:cubicBezTo>
                  <a:cubicBezTo>
                    <a:pt x="1298" y="1572"/>
                    <a:pt x="2477" y="834"/>
                    <a:pt x="3608" y="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46"/>
            <p:cNvSpPr/>
            <p:nvPr/>
          </p:nvSpPr>
          <p:spPr>
            <a:xfrm>
              <a:off x="3952275" y="2390000"/>
              <a:ext cx="90200" cy="54800"/>
            </a:xfrm>
            <a:custGeom>
              <a:rect b="b" l="l" r="r" t="t"/>
              <a:pathLst>
                <a:path extrusionOk="0" h="2192" w="3608">
                  <a:moveTo>
                    <a:pt x="3608" y="1"/>
                  </a:moveTo>
                  <a:cubicBezTo>
                    <a:pt x="2453" y="775"/>
                    <a:pt x="1250" y="1477"/>
                    <a:pt x="0" y="2096"/>
                  </a:cubicBezTo>
                  <a:cubicBezTo>
                    <a:pt x="36" y="2132"/>
                    <a:pt x="60" y="2156"/>
                    <a:pt x="95" y="2192"/>
                  </a:cubicBezTo>
                  <a:cubicBezTo>
                    <a:pt x="1298" y="1572"/>
                    <a:pt x="2477" y="834"/>
                    <a:pt x="3608" y="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46"/>
            <p:cNvSpPr/>
            <p:nvPr/>
          </p:nvSpPr>
          <p:spPr>
            <a:xfrm>
              <a:off x="4736000" y="2336450"/>
              <a:ext cx="12525" cy="15775"/>
            </a:xfrm>
            <a:custGeom>
              <a:rect b="b" l="l" r="r" t="t"/>
              <a:pathLst>
                <a:path extrusionOk="0" h="631" w="501">
                  <a:moveTo>
                    <a:pt x="500" y="0"/>
                  </a:moveTo>
                  <a:cubicBezTo>
                    <a:pt x="333" y="214"/>
                    <a:pt x="167" y="428"/>
                    <a:pt x="0" y="631"/>
                  </a:cubicBezTo>
                  <a:lnTo>
                    <a:pt x="12" y="631"/>
                  </a:lnTo>
                  <a:cubicBezTo>
                    <a:pt x="179" y="428"/>
                    <a:pt x="334" y="214"/>
                    <a:pt x="500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46"/>
            <p:cNvSpPr/>
            <p:nvPr/>
          </p:nvSpPr>
          <p:spPr>
            <a:xfrm>
              <a:off x="4736000" y="2336425"/>
              <a:ext cx="12525" cy="15800"/>
            </a:xfrm>
            <a:custGeom>
              <a:rect b="b" l="l" r="r" t="t"/>
              <a:pathLst>
                <a:path extrusionOk="0" h="632" w="501">
                  <a:moveTo>
                    <a:pt x="500" y="1"/>
                  </a:moveTo>
                  <a:cubicBezTo>
                    <a:pt x="334" y="215"/>
                    <a:pt x="167" y="429"/>
                    <a:pt x="0" y="632"/>
                  </a:cubicBezTo>
                  <a:cubicBezTo>
                    <a:pt x="0" y="632"/>
                    <a:pt x="12" y="632"/>
                    <a:pt x="12" y="632"/>
                  </a:cubicBezTo>
                  <a:cubicBezTo>
                    <a:pt x="179" y="429"/>
                    <a:pt x="334" y="215"/>
                    <a:pt x="500" y="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46"/>
            <p:cNvSpPr/>
            <p:nvPr/>
          </p:nvSpPr>
          <p:spPr>
            <a:xfrm>
              <a:off x="4736000" y="2336425"/>
              <a:ext cx="12525" cy="15800"/>
            </a:xfrm>
            <a:custGeom>
              <a:rect b="b" l="l" r="r" t="t"/>
              <a:pathLst>
                <a:path extrusionOk="0" h="632" w="501">
                  <a:moveTo>
                    <a:pt x="500" y="1"/>
                  </a:moveTo>
                  <a:cubicBezTo>
                    <a:pt x="334" y="215"/>
                    <a:pt x="167" y="429"/>
                    <a:pt x="0" y="632"/>
                  </a:cubicBezTo>
                  <a:cubicBezTo>
                    <a:pt x="0" y="632"/>
                    <a:pt x="12" y="632"/>
                    <a:pt x="12" y="632"/>
                  </a:cubicBezTo>
                  <a:cubicBezTo>
                    <a:pt x="179" y="429"/>
                    <a:pt x="334" y="215"/>
                    <a:pt x="500" y="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46"/>
            <p:cNvSpPr/>
            <p:nvPr/>
          </p:nvSpPr>
          <p:spPr>
            <a:xfrm>
              <a:off x="4180575" y="2337025"/>
              <a:ext cx="46450" cy="36625"/>
            </a:xfrm>
            <a:custGeom>
              <a:rect b="b" l="l" r="r" t="t"/>
              <a:pathLst>
                <a:path extrusionOk="0" h="1465" w="1858">
                  <a:moveTo>
                    <a:pt x="1858" y="0"/>
                  </a:moveTo>
                  <a:cubicBezTo>
                    <a:pt x="1822" y="0"/>
                    <a:pt x="1786" y="12"/>
                    <a:pt x="1751" y="12"/>
                  </a:cubicBezTo>
                  <a:cubicBezTo>
                    <a:pt x="1298" y="358"/>
                    <a:pt x="846" y="691"/>
                    <a:pt x="369" y="989"/>
                  </a:cubicBezTo>
                  <a:cubicBezTo>
                    <a:pt x="250" y="1143"/>
                    <a:pt x="131" y="1310"/>
                    <a:pt x="0" y="1465"/>
                  </a:cubicBezTo>
                  <a:cubicBezTo>
                    <a:pt x="643" y="989"/>
                    <a:pt x="1262" y="501"/>
                    <a:pt x="1858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46"/>
            <p:cNvSpPr/>
            <p:nvPr/>
          </p:nvSpPr>
          <p:spPr>
            <a:xfrm>
              <a:off x="4180575" y="2337025"/>
              <a:ext cx="46450" cy="36625"/>
            </a:xfrm>
            <a:custGeom>
              <a:rect b="b" l="l" r="r" t="t"/>
              <a:pathLst>
                <a:path extrusionOk="0" h="1465" w="1858">
                  <a:moveTo>
                    <a:pt x="1858" y="0"/>
                  </a:moveTo>
                  <a:cubicBezTo>
                    <a:pt x="1822" y="0"/>
                    <a:pt x="1786" y="12"/>
                    <a:pt x="1751" y="12"/>
                  </a:cubicBezTo>
                  <a:cubicBezTo>
                    <a:pt x="1298" y="358"/>
                    <a:pt x="846" y="691"/>
                    <a:pt x="369" y="989"/>
                  </a:cubicBezTo>
                  <a:cubicBezTo>
                    <a:pt x="250" y="1143"/>
                    <a:pt x="131" y="1310"/>
                    <a:pt x="0" y="1465"/>
                  </a:cubicBezTo>
                  <a:cubicBezTo>
                    <a:pt x="643" y="989"/>
                    <a:pt x="1262" y="501"/>
                    <a:pt x="1858" y="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46"/>
            <p:cNvSpPr/>
            <p:nvPr/>
          </p:nvSpPr>
          <p:spPr>
            <a:xfrm>
              <a:off x="4180575" y="2337025"/>
              <a:ext cx="46450" cy="36625"/>
            </a:xfrm>
            <a:custGeom>
              <a:rect b="b" l="l" r="r" t="t"/>
              <a:pathLst>
                <a:path extrusionOk="0" h="1465" w="1858">
                  <a:moveTo>
                    <a:pt x="1858" y="0"/>
                  </a:moveTo>
                  <a:cubicBezTo>
                    <a:pt x="1822" y="0"/>
                    <a:pt x="1786" y="12"/>
                    <a:pt x="1751" y="12"/>
                  </a:cubicBezTo>
                  <a:cubicBezTo>
                    <a:pt x="1298" y="358"/>
                    <a:pt x="846" y="691"/>
                    <a:pt x="369" y="989"/>
                  </a:cubicBezTo>
                  <a:cubicBezTo>
                    <a:pt x="250" y="1143"/>
                    <a:pt x="131" y="1310"/>
                    <a:pt x="0" y="1465"/>
                  </a:cubicBezTo>
                  <a:cubicBezTo>
                    <a:pt x="643" y="989"/>
                    <a:pt x="1262" y="501"/>
                    <a:pt x="1858" y="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46"/>
            <p:cNvSpPr/>
            <p:nvPr/>
          </p:nvSpPr>
          <p:spPr>
            <a:xfrm>
              <a:off x="4558600" y="2316775"/>
              <a:ext cx="35150" cy="52125"/>
            </a:xfrm>
            <a:custGeom>
              <a:rect b="b" l="l" r="r" t="t"/>
              <a:pathLst>
                <a:path extrusionOk="0" h="2085" w="1406">
                  <a:moveTo>
                    <a:pt x="1215" y="1"/>
                  </a:moveTo>
                  <a:cubicBezTo>
                    <a:pt x="834" y="715"/>
                    <a:pt x="441" y="1418"/>
                    <a:pt x="0" y="2084"/>
                  </a:cubicBezTo>
                  <a:cubicBezTo>
                    <a:pt x="143" y="2073"/>
                    <a:pt x="286" y="2061"/>
                    <a:pt x="417" y="2037"/>
                  </a:cubicBezTo>
                  <a:cubicBezTo>
                    <a:pt x="607" y="1739"/>
                    <a:pt x="774" y="1430"/>
                    <a:pt x="941" y="1108"/>
                  </a:cubicBezTo>
                  <a:lnTo>
                    <a:pt x="1405" y="1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46"/>
            <p:cNvSpPr/>
            <p:nvPr/>
          </p:nvSpPr>
          <p:spPr>
            <a:xfrm>
              <a:off x="4558600" y="2316775"/>
              <a:ext cx="35150" cy="52125"/>
            </a:xfrm>
            <a:custGeom>
              <a:rect b="b" l="l" r="r" t="t"/>
              <a:pathLst>
                <a:path extrusionOk="0" h="2085" w="1406">
                  <a:moveTo>
                    <a:pt x="941" y="1108"/>
                  </a:moveTo>
                  <a:lnTo>
                    <a:pt x="1405" y="1"/>
                  </a:lnTo>
                  <a:lnTo>
                    <a:pt x="1215" y="1"/>
                  </a:lnTo>
                  <a:cubicBezTo>
                    <a:pt x="834" y="715"/>
                    <a:pt x="441" y="1418"/>
                    <a:pt x="0" y="2084"/>
                  </a:cubicBezTo>
                  <a:cubicBezTo>
                    <a:pt x="143" y="2073"/>
                    <a:pt x="286" y="2061"/>
                    <a:pt x="417" y="2037"/>
                  </a:cubicBezTo>
                  <a:cubicBezTo>
                    <a:pt x="607" y="1739"/>
                    <a:pt x="774" y="1430"/>
                    <a:pt x="941" y="1108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46"/>
            <p:cNvSpPr/>
            <p:nvPr/>
          </p:nvSpPr>
          <p:spPr>
            <a:xfrm>
              <a:off x="4558600" y="2316775"/>
              <a:ext cx="35150" cy="52125"/>
            </a:xfrm>
            <a:custGeom>
              <a:rect b="b" l="l" r="r" t="t"/>
              <a:pathLst>
                <a:path extrusionOk="0" h="2085" w="1406">
                  <a:moveTo>
                    <a:pt x="941" y="1108"/>
                  </a:moveTo>
                  <a:lnTo>
                    <a:pt x="1405" y="1"/>
                  </a:lnTo>
                  <a:lnTo>
                    <a:pt x="1215" y="1"/>
                  </a:lnTo>
                  <a:cubicBezTo>
                    <a:pt x="834" y="715"/>
                    <a:pt x="441" y="1418"/>
                    <a:pt x="0" y="2084"/>
                  </a:cubicBezTo>
                  <a:cubicBezTo>
                    <a:pt x="143" y="2073"/>
                    <a:pt x="286" y="2061"/>
                    <a:pt x="417" y="2037"/>
                  </a:cubicBezTo>
                  <a:cubicBezTo>
                    <a:pt x="607" y="1739"/>
                    <a:pt x="774" y="1430"/>
                    <a:pt x="941" y="110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46"/>
            <p:cNvSpPr/>
            <p:nvPr/>
          </p:nvSpPr>
          <p:spPr>
            <a:xfrm>
              <a:off x="4436550" y="2318875"/>
              <a:ext cx="25325" cy="67000"/>
            </a:xfrm>
            <a:custGeom>
              <a:rect b="b" l="l" r="r" t="t"/>
              <a:pathLst>
                <a:path extrusionOk="0" h="2680" w="1013">
                  <a:moveTo>
                    <a:pt x="1013" y="0"/>
                  </a:moveTo>
                  <a:cubicBezTo>
                    <a:pt x="929" y="0"/>
                    <a:pt x="846" y="0"/>
                    <a:pt x="763" y="12"/>
                  </a:cubicBezTo>
                  <a:cubicBezTo>
                    <a:pt x="548" y="905"/>
                    <a:pt x="286" y="1798"/>
                    <a:pt x="1" y="2679"/>
                  </a:cubicBezTo>
                  <a:cubicBezTo>
                    <a:pt x="84" y="2667"/>
                    <a:pt x="155" y="2655"/>
                    <a:pt x="239" y="2643"/>
                  </a:cubicBezTo>
                  <a:cubicBezTo>
                    <a:pt x="536" y="1774"/>
                    <a:pt x="798" y="893"/>
                    <a:pt x="1013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46"/>
            <p:cNvSpPr/>
            <p:nvPr/>
          </p:nvSpPr>
          <p:spPr>
            <a:xfrm>
              <a:off x="4436550" y="2318875"/>
              <a:ext cx="25325" cy="67000"/>
            </a:xfrm>
            <a:custGeom>
              <a:rect b="b" l="l" r="r" t="t"/>
              <a:pathLst>
                <a:path extrusionOk="0" h="2680" w="1013">
                  <a:moveTo>
                    <a:pt x="1" y="2679"/>
                  </a:moveTo>
                  <a:cubicBezTo>
                    <a:pt x="84" y="2667"/>
                    <a:pt x="155" y="2655"/>
                    <a:pt x="239" y="2643"/>
                  </a:cubicBezTo>
                  <a:cubicBezTo>
                    <a:pt x="536" y="1774"/>
                    <a:pt x="798" y="893"/>
                    <a:pt x="1013" y="0"/>
                  </a:cubicBezTo>
                  <a:cubicBezTo>
                    <a:pt x="929" y="0"/>
                    <a:pt x="846" y="0"/>
                    <a:pt x="763" y="12"/>
                  </a:cubicBezTo>
                  <a:cubicBezTo>
                    <a:pt x="548" y="905"/>
                    <a:pt x="286" y="1798"/>
                    <a:pt x="1" y="2679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46"/>
            <p:cNvSpPr/>
            <p:nvPr/>
          </p:nvSpPr>
          <p:spPr>
            <a:xfrm>
              <a:off x="4436550" y="2318875"/>
              <a:ext cx="25325" cy="67000"/>
            </a:xfrm>
            <a:custGeom>
              <a:rect b="b" l="l" r="r" t="t"/>
              <a:pathLst>
                <a:path extrusionOk="0" h="2680" w="1013">
                  <a:moveTo>
                    <a:pt x="1" y="2679"/>
                  </a:moveTo>
                  <a:cubicBezTo>
                    <a:pt x="84" y="2667"/>
                    <a:pt x="155" y="2655"/>
                    <a:pt x="239" y="2643"/>
                  </a:cubicBezTo>
                  <a:cubicBezTo>
                    <a:pt x="536" y="1774"/>
                    <a:pt x="798" y="893"/>
                    <a:pt x="1013" y="0"/>
                  </a:cubicBezTo>
                  <a:cubicBezTo>
                    <a:pt x="929" y="0"/>
                    <a:pt x="846" y="0"/>
                    <a:pt x="763" y="12"/>
                  </a:cubicBezTo>
                  <a:cubicBezTo>
                    <a:pt x="548" y="905"/>
                    <a:pt x="286" y="1798"/>
                    <a:pt x="1" y="2679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46"/>
            <p:cNvSpPr/>
            <p:nvPr/>
          </p:nvSpPr>
          <p:spPr>
            <a:xfrm>
              <a:off x="4416900" y="2319175"/>
              <a:ext cx="38725" cy="69975"/>
            </a:xfrm>
            <a:custGeom>
              <a:rect b="b" l="l" r="r" t="t"/>
              <a:pathLst>
                <a:path extrusionOk="0" h="2799" w="1549">
                  <a:moveTo>
                    <a:pt x="1549" y="0"/>
                  </a:moveTo>
                  <a:cubicBezTo>
                    <a:pt x="1299" y="12"/>
                    <a:pt x="1049" y="12"/>
                    <a:pt x="810" y="24"/>
                  </a:cubicBezTo>
                  <a:cubicBezTo>
                    <a:pt x="572" y="953"/>
                    <a:pt x="310" y="1881"/>
                    <a:pt x="1" y="2798"/>
                  </a:cubicBezTo>
                  <a:cubicBezTo>
                    <a:pt x="263" y="2750"/>
                    <a:pt x="525" y="2715"/>
                    <a:pt x="787" y="2667"/>
                  </a:cubicBezTo>
                  <a:cubicBezTo>
                    <a:pt x="1072" y="1786"/>
                    <a:pt x="1334" y="893"/>
                    <a:pt x="1549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46"/>
            <p:cNvSpPr/>
            <p:nvPr/>
          </p:nvSpPr>
          <p:spPr>
            <a:xfrm>
              <a:off x="4416900" y="2319175"/>
              <a:ext cx="38725" cy="69975"/>
            </a:xfrm>
            <a:custGeom>
              <a:rect b="b" l="l" r="r" t="t"/>
              <a:pathLst>
                <a:path extrusionOk="0" h="2799" w="1549">
                  <a:moveTo>
                    <a:pt x="1549" y="0"/>
                  </a:moveTo>
                  <a:cubicBezTo>
                    <a:pt x="1299" y="12"/>
                    <a:pt x="1049" y="12"/>
                    <a:pt x="810" y="24"/>
                  </a:cubicBezTo>
                  <a:cubicBezTo>
                    <a:pt x="572" y="953"/>
                    <a:pt x="310" y="1881"/>
                    <a:pt x="1" y="2798"/>
                  </a:cubicBezTo>
                  <a:cubicBezTo>
                    <a:pt x="263" y="2750"/>
                    <a:pt x="525" y="2715"/>
                    <a:pt x="787" y="2667"/>
                  </a:cubicBezTo>
                  <a:cubicBezTo>
                    <a:pt x="1072" y="1786"/>
                    <a:pt x="1334" y="893"/>
                    <a:pt x="15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46"/>
            <p:cNvSpPr/>
            <p:nvPr/>
          </p:nvSpPr>
          <p:spPr>
            <a:xfrm>
              <a:off x="4569300" y="2316775"/>
              <a:ext cx="25925" cy="50925"/>
            </a:xfrm>
            <a:custGeom>
              <a:rect b="b" l="l" r="r" t="t"/>
              <a:pathLst>
                <a:path extrusionOk="0" h="2037" w="1037">
                  <a:moveTo>
                    <a:pt x="965" y="1"/>
                  </a:moveTo>
                  <a:lnTo>
                    <a:pt x="513" y="1108"/>
                  </a:lnTo>
                  <a:cubicBezTo>
                    <a:pt x="346" y="1430"/>
                    <a:pt x="179" y="1739"/>
                    <a:pt x="1" y="2037"/>
                  </a:cubicBezTo>
                  <a:cubicBezTo>
                    <a:pt x="132" y="2025"/>
                    <a:pt x="275" y="2001"/>
                    <a:pt x="418" y="1989"/>
                  </a:cubicBezTo>
                  <a:cubicBezTo>
                    <a:pt x="632" y="1334"/>
                    <a:pt x="834" y="668"/>
                    <a:pt x="1037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46"/>
            <p:cNvSpPr/>
            <p:nvPr/>
          </p:nvSpPr>
          <p:spPr>
            <a:xfrm>
              <a:off x="4569300" y="2316775"/>
              <a:ext cx="25925" cy="50925"/>
            </a:xfrm>
            <a:custGeom>
              <a:rect b="b" l="l" r="r" t="t"/>
              <a:pathLst>
                <a:path extrusionOk="0" h="2037" w="1037">
                  <a:moveTo>
                    <a:pt x="513" y="1108"/>
                  </a:moveTo>
                  <a:cubicBezTo>
                    <a:pt x="346" y="1430"/>
                    <a:pt x="179" y="1739"/>
                    <a:pt x="1" y="2037"/>
                  </a:cubicBezTo>
                  <a:cubicBezTo>
                    <a:pt x="132" y="2025"/>
                    <a:pt x="275" y="2001"/>
                    <a:pt x="418" y="1989"/>
                  </a:cubicBezTo>
                  <a:cubicBezTo>
                    <a:pt x="632" y="1334"/>
                    <a:pt x="834" y="668"/>
                    <a:pt x="1037" y="1"/>
                  </a:cubicBezTo>
                  <a:lnTo>
                    <a:pt x="96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46"/>
            <p:cNvSpPr/>
            <p:nvPr/>
          </p:nvSpPr>
          <p:spPr>
            <a:xfrm>
              <a:off x="4736300" y="2322450"/>
              <a:ext cx="42000" cy="30075"/>
            </a:xfrm>
            <a:custGeom>
              <a:rect b="b" l="l" r="r" t="t"/>
              <a:pathLst>
                <a:path extrusionOk="0" h="1203" w="1680">
                  <a:moveTo>
                    <a:pt x="893" y="0"/>
                  </a:moveTo>
                  <a:cubicBezTo>
                    <a:pt x="762" y="179"/>
                    <a:pt x="619" y="369"/>
                    <a:pt x="488" y="560"/>
                  </a:cubicBezTo>
                  <a:cubicBezTo>
                    <a:pt x="322" y="774"/>
                    <a:pt x="167" y="988"/>
                    <a:pt x="0" y="1203"/>
                  </a:cubicBezTo>
                  <a:cubicBezTo>
                    <a:pt x="298" y="1179"/>
                    <a:pt x="596" y="1167"/>
                    <a:pt x="893" y="1143"/>
                  </a:cubicBezTo>
                  <a:cubicBezTo>
                    <a:pt x="1155" y="798"/>
                    <a:pt x="1417" y="429"/>
                    <a:pt x="1679" y="48"/>
                  </a:cubicBezTo>
                  <a:cubicBezTo>
                    <a:pt x="1417" y="36"/>
                    <a:pt x="1155" y="12"/>
                    <a:pt x="893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46"/>
            <p:cNvSpPr/>
            <p:nvPr/>
          </p:nvSpPr>
          <p:spPr>
            <a:xfrm>
              <a:off x="4736300" y="2322450"/>
              <a:ext cx="42000" cy="30075"/>
            </a:xfrm>
            <a:custGeom>
              <a:rect b="b" l="l" r="r" t="t"/>
              <a:pathLst>
                <a:path extrusionOk="0" h="1203" w="1680">
                  <a:moveTo>
                    <a:pt x="893" y="1143"/>
                  </a:moveTo>
                  <a:cubicBezTo>
                    <a:pt x="1155" y="798"/>
                    <a:pt x="1417" y="429"/>
                    <a:pt x="1679" y="48"/>
                  </a:cubicBezTo>
                  <a:cubicBezTo>
                    <a:pt x="1417" y="36"/>
                    <a:pt x="1155" y="12"/>
                    <a:pt x="893" y="0"/>
                  </a:cubicBezTo>
                  <a:cubicBezTo>
                    <a:pt x="762" y="179"/>
                    <a:pt x="619" y="369"/>
                    <a:pt x="488" y="560"/>
                  </a:cubicBezTo>
                  <a:cubicBezTo>
                    <a:pt x="322" y="774"/>
                    <a:pt x="167" y="988"/>
                    <a:pt x="0" y="1203"/>
                  </a:cubicBezTo>
                  <a:cubicBezTo>
                    <a:pt x="298" y="1179"/>
                    <a:pt x="596" y="1167"/>
                    <a:pt x="893" y="114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46"/>
            <p:cNvSpPr/>
            <p:nvPr/>
          </p:nvSpPr>
          <p:spPr>
            <a:xfrm>
              <a:off x="4066275" y="2333450"/>
              <a:ext cx="191125" cy="125050"/>
            </a:xfrm>
            <a:custGeom>
              <a:rect b="b" l="l" r="r" t="t"/>
              <a:pathLst>
                <a:path extrusionOk="0" h="5002" w="7645">
                  <a:moveTo>
                    <a:pt x="7644" y="1"/>
                  </a:moveTo>
                  <a:lnTo>
                    <a:pt x="7644" y="1"/>
                  </a:lnTo>
                  <a:cubicBezTo>
                    <a:pt x="7239" y="48"/>
                    <a:pt x="6834" y="96"/>
                    <a:pt x="6442" y="143"/>
                  </a:cubicBezTo>
                  <a:cubicBezTo>
                    <a:pt x="5834" y="644"/>
                    <a:pt x="5215" y="1132"/>
                    <a:pt x="4572" y="1608"/>
                  </a:cubicBezTo>
                  <a:cubicBezTo>
                    <a:pt x="4703" y="1453"/>
                    <a:pt x="4822" y="1286"/>
                    <a:pt x="4953" y="1132"/>
                  </a:cubicBezTo>
                  <a:lnTo>
                    <a:pt x="4953" y="1132"/>
                  </a:lnTo>
                  <a:cubicBezTo>
                    <a:pt x="4894" y="1167"/>
                    <a:pt x="4846" y="1215"/>
                    <a:pt x="4787" y="1239"/>
                  </a:cubicBezTo>
                  <a:cubicBezTo>
                    <a:pt x="5013" y="917"/>
                    <a:pt x="5215" y="584"/>
                    <a:pt x="5418" y="263"/>
                  </a:cubicBezTo>
                  <a:lnTo>
                    <a:pt x="5418" y="263"/>
                  </a:lnTo>
                  <a:cubicBezTo>
                    <a:pt x="5191" y="286"/>
                    <a:pt x="4953" y="322"/>
                    <a:pt x="4727" y="358"/>
                  </a:cubicBezTo>
                  <a:cubicBezTo>
                    <a:pt x="3417" y="2037"/>
                    <a:pt x="1870" y="3465"/>
                    <a:pt x="0" y="4573"/>
                  </a:cubicBezTo>
                  <a:lnTo>
                    <a:pt x="250" y="5001"/>
                  </a:lnTo>
                  <a:cubicBezTo>
                    <a:pt x="346" y="4977"/>
                    <a:pt x="441" y="4954"/>
                    <a:pt x="536" y="4942"/>
                  </a:cubicBezTo>
                  <a:cubicBezTo>
                    <a:pt x="631" y="4918"/>
                    <a:pt x="727" y="4894"/>
                    <a:pt x="822" y="4870"/>
                  </a:cubicBezTo>
                  <a:cubicBezTo>
                    <a:pt x="3346" y="3394"/>
                    <a:pt x="5632" y="1775"/>
                    <a:pt x="7644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46"/>
            <p:cNvSpPr/>
            <p:nvPr/>
          </p:nvSpPr>
          <p:spPr>
            <a:xfrm>
              <a:off x="4066275" y="2333450"/>
              <a:ext cx="191125" cy="125050"/>
            </a:xfrm>
            <a:custGeom>
              <a:rect b="b" l="l" r="r" t="t"/>
              <a:pathLst>
                <a:path extrusionOk="0" h="5002" w="7645">
                  <a:moveTo>
                    <a:pt x="0" y="4573"/>
                  </a:moveTo>
                  <a:lnTo>
                    <a:pt x="250" y="5001"/>
                  </a:lnTo>
                  <a:cubicBezTo>
                    <a:pt x="346" y="4977"/>
                    <a:pt x="441" y="4954"/>
                    <a:pt x="536" y="4942"/>
                  </a:cubicBezTo>
                  <a:cubicBezTo>
                    <a:pt x="631" y="4918"/>
                    <a:pt x="727" y="4894"/>
                    <a:pt x="822" y="4870"/>
                  </a:cubicBezTo>
                  <a:cubicBezTo>
                    <a:pt x="3346" y="3394"/>
                    <a:pt x="5632" y="1775"/>
                    <a:pt x="7644" y="1"/>
                  </a:cubicBezTo>
                  <a:cubicBezTo>
                    <a:pt x="7239" y="48"/>
                    <a:pt x="6834" y="96"/>
                    <a:pt x="6442" y="143"/>
                  </a:cubicBezTo>
                  <a:cubicBezTo>
                    <a:pt x="5834" y="644"/>
                    <a:pt x="5215" y="1132"/>
                    <a:pt x="4572" y="1608"/>
                  </a:cubicBezTo>
                  <a:cubicBezTo>
                    <a:pt x="4703" y="1453"/>
                    <a:pt x="4822" y="1286"/>
                    <a:pt x="4953" y="1132"/>
                  </a:cubicBezTo>
                  <a:cubicBezTo>
                    <a:pt x="4894" y="1167"/>
                    <a:pt x="4846" y="1215"/>
                    <a:pt x="4787" y="1239"/>
                  </a:cubicBezTo>
                  <a:cubicBezTo>
                    <a:pt x="5013" y="917"/>
                    <a:pt x="5215" y="584"/>
                    <a:pt x="5418" y="263"/>
                  </a:cubicBezTo>
                  <a:cubicBezTo>
                    <a:pt x="5191" y="286"/>
                    <a:pt x="4953" y="322"/>
                    <a:pt x="4727" y="358"/>
                  </a:cubicBezTo>
                  <a:cubicBezTo>
                    <a:pt x="3417" y="2037"/>
                    <a:pt x="1870" y="3465"/>
                    <a:pt x="0" y="457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46"/>
            <p:cNvSpPr/>
            <p:nvPr/>
          </p:nvSpPr>
          <p:spPr>
            <a:xfrm>
              <a:off x="3954650" y="2352500"/>
              <a:ext cx="159875" cy="103325"/>
            </a:xfrm>
            <a:custGeom>
              <a:rect b="b" l="l" r="r" t="t"/>
              <a:pathLst>
                <a:path extrusionOk="0" h="4133" w="6395">
                  <a:moveTo>
                    <a:pt x="6394" y="1"/>
                  </a:moveTo>
                  <a:cubicBezTo>
                    <a:pt x="6049" y="48"/>
                    <a:pt x="5692" y="108"/>
                    <a:pt x="5346" y="167"/>
                  </a:cubicBezTo>
                  <a:cubicBezTo>
                    <a:pt x="4751" y="632"/>
                    <a:pt x="4144" y="1072"/>
                    <a:pt x="3513" y="1501"/>
                  </a:cubicBezTo>
                  <a:cubicBezTo>
                    <a:pt x="2382" y="2334"/>
                    <a:pt x="1203" y="3072"/>
                    <a:pt x="0" y="3692"/>
                  </a:cubicBezTo>
                  <a:cubicBezTo>
                    <a:pt x="179" y="3858"/>
                    <a:pt x="393" y="4013"/>
                    <a:pt x="620" y="4132"/>
                  </a:cubicBezTo>
                  <a:cubicBezTo>
                    <a:pt x="2644" y="3060"/>
                    <a:pt x="4584" y="1667"/>
                    <a:pt x="6394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46"/>
            <p:cNvSpPr/>
            <p:nvPr/>
          </p:nvSpPr>
          <p:spPr>
            <a:xfrm>
              <a:off x="3954650" y="2352500"/>
              <a:ext cx="159875" cy="103325"/>
            </a:xfrm>
            <a:custGeom>
              <a:rect b="b" l="l" r="r" t="t"/>
              <a:pathLst>
                <a:path extrusionOk="0" h="4133" w="6395">
                  <a:moveTo>
                    <a:pt x="620" y="4132"/>
                  </a:moveTo>
                  <a:cubicBezTo>
                    <a:pt x="2644" y="3060"/>
                    <a:pt x="4584" y="1667"/>
                    <a:pt x="6394" y="1"/>
                  </a:cubicBezTo>
                  <a:cubicBezTo>
                    <a:pt x="6049" y="48"/>
                    <a:pt x="5692" y="108"/>
                    <a:pt x="5346" y="167"/>
                  </a:cubicBezTo>
                  <a:cubicBezTo>
                    <a:pt x="4751" y="632"/>
                    <a:pt x="4144" y="1072"/>
                    <a:pt x="3513" y="1501"/>
                  </a:cubicBezTo>
                  <a:cubicBezTo>
                    <a:pt x="2382" y="2334"/>
                    <a:pt x="1203" y="3072"/>
                    <a:pt x="0" y="3692"/>
                  </a:cubicBezTo>
                  <a:cubicBezTo>
                    <a:pt x="179" y="3858"/>
                    <a:pt x="393" y="4013"/>
                    <a:pt x="620" y="413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46"/>
            <p:cNvSpPr/>
            <p:nvPr/>
          </p:nvSpPr>
          <p:spPr>
            <a:xfrm>
              <a:off x="2273200" y="2291275"/>
              <a:ext cx="362850" cy="64225"/>
            </a:xfrm>
            <a:custGeom>
              <a:rect b="b" l="l" r="r" t="t"/>
              <a:pathLst>
                <a:path extrusionOk="0" h="2569" w="14514">
                  <a:moveTo>
                    <a:pt x="8252" y="1"/>
                  </a:moveTo>
                  <a:cubicBezTo>
                    <a:pt x="5677" y="1"/>
                    <a:pt x="3096" y="88"/>
                    <a:pt x="500" y="259"/>
                  </a:cubicBezTo>
                  <a:cubicBezTo>
                    <a:pt x="333" y="580"/>
                    <a:pt x="167" y="878"/>
                    <a:pt x="0" y="1199"/>
                  </a:cubicBezTo>
                  <a:cubicBezTo>
                    <a:pt x="4453" y="1378"/>
                    <a:pt x="8894" y="1866"/>
                    <a:pt x="13311" y="2569"/>
                  </a:cubicBezTo>
                  <a:cubicBezTo>
                    <a:pt x="13716" y="1783"/>
                    <a:pt x="14121" y="985"/>
                    <a:pt x="14514" y="176"/>
                  </a:cubicBezTo>
                  <a:cubicBezTo>
                    <a:pt x="12428" y="58"/>
                    <a:pt x="10342" y="1"/>
                    <a:pt x="8252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46"/>
            <p:cNvSpPr/>
            <p:nvPr/>
          </p:nvSpPr>
          <p:spPr>
            <a:xfrm>
              <a:off x="2273200" y="2289100"/>
              <a:ext cx="362850" cy="66400"/>
            </a:xfrm>
            <a:custGeom>
              <a:rect b="b" l="l" r="r" t="t"/>
              <a:pathLst>
                <a:path extrusionOk="0" h="2656" w="14514">
                  <a:moveTo>
                    <a:pt x="500" y="346"/>
                  </a:moveTo>
                  <a:cubicBezTo>
                    <a:pt x="333" y="667"/>
                    <a:pt x="167" y="965"/>
                    <a:pt x="0" y="1286"/>
                  </a:cubicBezTo>
                  <a:cubicBezTo>
                    <a:pt x="4453" y="1465"/>
                    <a:pt x="8894" y="1953"/>
                    <a:pt x="13311" y="2656"/>
                  </a:cubicBezTo>
                  <a:cubicBezTo>
                    <a:pt x="13716" y="1870"/>
                    <a:pt x="14121" y="1072"/>
                    <a:pt x="14514" y="263"/>
                  </a:cubicBezTo>
                  <a:cubicBezTo>
                    <a:pt x="9858" y="1"/>
                    <a:pt x="5203" y="36"/>
                    <a:pt x="500" y="346"/>
                  </a:cubicBezTo>
                  <a:close/>
                </a:path>
              </a:pathLst>
            </a:custGeom>
            <a:solidFill>
              <a:srgbClr val="FFDCDE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46"/>
            <p:cNvSpPr/>
            <p:nvPr/>
          </p:nvSpPr>
          <p:spPr>
            <a:xfrm>
              <a:off x="2273200" y="2289100"/>
              <a:ext cx="362850" cy="66400"/>
            </a:xfrm>
            <a:custGeom>
              <a:rect b="b" l="l" r="r" t="t"/>
              <a:pathLst>
                <a:path extrusionOk="0" h="2656" w="14514">
                  <a:moveTo>
                    <a:pt x="500" y="346"/>
                  </a:moveTo>
                  <a:cubicBezTo>
                    <a:pt x="333" y="667"/>
                    <a:pt x="167" y="965"/>
                    <a:pt x="0" y="1286"/>
                  </a:cubicBezTo>
                  <a:cubicBezTo>
                    <a:pt x="4453" y="1465"/>
                    <a:pt x="8894" y="1953"/>
                    <a:pt x="13311" y="2656"/>
                  </a:cubicBezTo>
                  <a:cubicBezTo>
                    <a:pt x="13716" y="1870"/>
                    <a:pt x="14121" y="1072"/>
                    <a:pt x="14514" y="263"/>
                  </a:cubicBezTo>
                  <a:cubicBezTo>
                    <a:pt x="9858" y="1"/>
                    <a:pt x="5203" y="36"/>
                    <a:pt x="500" y="346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46"/>
            <p:cNvSpPr/>
            <p:nvPr/>
          </p:nvSpPr>
          <p:spPr>
            <a:xfrm>
              <a:off x="2831900" y="2326600"/>
              <a:ext cx="244400" cy="103050"/>
            </a:xfrm>
            <a:custGeom>
              <a:rect b="b" l="l" r="r" t="t"/>
              <a:pathLst>
                <a:path extrusionOk="0" h="4122" w="9776">
                  <a:moveTo>
                    <a:pt x="3358" y="1"/>
                  </a:moveTo>
                  <a:cubicBezTo>
                    <a:pt x="2286" y="965"/>
                    <a:pt x="1167" y="1918"/>
                    <a:pt x="0" y="2846"/>
                  </a:cubicBezTo>
                  <a:cubicBezTo>
                    <a:pt x="1345" y="3144"/>
                    <a:pt x="2691" y="3442"/>
                    <a:pt x="4036" y="3751"/>
                  </a:cubicBezTo>
                  <a:cubicBezTo>
                    <a:pt x="4808" y="3933"/>
                    <a:pt x="5601" y="4121"/>
                    <a:pt x="6393" y="4121"/>
                  </a:cubicBezTo>
                  <a:cubicBezTo>
                    <a:pt x="6640" y="4121"/>
                    <a:pt x="6886" y="4103"/>
                    <a:pt x="7132" y="4061"/>
                  </a:cubicBezTo>
                  <a:cubicBezTo>
                    <a:pt x="8156" y="3870"/>
                    <a:pt x="9168" y="3144"/>
                    <a:pt x="9311" y="2108"/>
                  </a:cubicBezTo>
                  <a:cubicBezTo>
                    <a:pt x="9370" y="1751"/>
                    <a:pt x="9430" y="1263"/>
                    <a:pt x="9775" y="1227"/>
                  </a:cubicBezTo>
                  <a:cubicBezTo>
                    <a:pt x="7632" y="751"/>
                    <a:pt x="5489" y="346"/>
                    <a:pt x="3358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46"/>
            <p:cNvSpPr/>
            <p:nvPr/>
          </p:nvSpPr>
          <p:spPr>
            <a:xfrm>
              <a:off x="2831900" y="2326600"/>
              <a:ext cx="244400" cy="106000"/>
            </a:xfrm>
            <a:custGeom>
              <a:rect b="b" l="l" r="r" t="t"/>
              <a:pathLst>
                <a:path extrusionOk="0" h="4240" w="9776">
                  <a:moveTo>
                    <a:pt x="4036" y="3751"/>
                  </a:moveTo>
                  <a:cubicBezTo>
                    <a:pt x="5048" y="3989"/>
                    <a:pt x="6096" y="4239"/>
                    <a:pt x="7132" y="4061"/>
                  </a:cubicBezTo>
                  <a:cubicBezTo>
                    <a:pt x="8156" y="3870"/>
                    <a:pt x="9168" y="3144"/>
                    <a:pt x="9311" y="2108"/>
                  </a:cubicBezTo>
                  <a:cubicBezTo>
                    <a:pt x="9370" y="1751"/>
                    <a:pt x="9430" y="1263"/>
                    <a:pt x="9775" y="1227"/>
                  </a:cubicBezTo>
                  <a:cubicBezTo>
                    <a:pt x="9775" y="1227"/>
                    <a:pt x="9775" y="1227"/>
                    <a:pt x="9775" y="1227"/>
                  </a:cubicBezTo>
                  <a:cubicBezTo>
                    <a:pt x="7632" y="751"/>
                    <a:pt x="5489" y="346"/>
                    <a:pt x="3358" y="1"/>
                  </a:cubicBezTo>
                  <a:cubicBezTo>
                    <a:pt x="2286" y="965"/>
                    <a:pt x="1167" y="1918"/>
                    <a:pt x="0" y="2846"/>
                  </a:cubicBezTo>
                  <a:cubicBezTo>
                    <a:pt x="1345" y="3144"/>
                    <a:pt x="2691" y="3442"/>
                    <a:pt x="4036" y="3751"/>
                  </a:cubicBezTo>
                  <a:close/>
                </a:path>
              </a:pathLst>
            </a:custGeom>
            <a:solidFill>
              <a:srgbClr val="FFDCDE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46"/>
            <p:cNvSpPr/>
            <p:nvPr/>
          </p:nvSpPr>
          <p:spPr>
            <a:xfrm>
              <a:off x="2831900" y="2326600"/>
              <a:ext cx="244400" cy="106000"/>
            </a:xfrm>
            <a:custGeom>
              <a:rect b="b" l="l" r="r" t="t"/>
              <a:pathLst>
                <a:path extrusionOk="0" h="4240" w="9776">
                  <a:moveTo>
                    <a:pt x="4036" y="3751"/>
                  </a:moveTo>
                  <a:cubicBezTo>
                    <a:pt x="5048" y="3989"/>
                    <a:pt x="6096" y="4239"/>
                    <a:pt x="7132" y="4061"/>
                  </a:cubicBezTo>
                  <a:cubicBezTo>
                    <a:pt x="8156" y="3870"/>
                    <a:pt x="9168" y="3144"/>
                    <a:pt x="9311" y="2108"/>
                  </a:cubicBezTo>
                  <a:cubicBezTo>
                    <a:pt x="9370" y="1751"/>
                    <a:pt x="9430" y="1263"/>
                    <a:pt x="9775" y="1227"/>
                  </a:cubicBezTo>
                  <a:cubicBezTo>
                    <a:pt x="9775" y="1227"/>
                    <a:pt x="9775" y="1227"/>
                    <a:pt x="9775" y="1227"/>
                  </a:cubicBezTo>
                  <a:cubicBezTo>
                    <a:pt x="7632" y="751"/>
                    <a:pt x="5489" y="346"/>
                    <a:pt x="3358" y="1"/>
                  </a:cubicBezTo>
                  <a:cubicBezTo>
                    <a:pt x="2286" y="965"/>
                    <a:pt x="1167" y="1918"/>
                    <a:pt x="0" y="2846"/>
                  </a:cubicBezTo>
                  <a:cubicBezTo>
                    <a:pt x="1345" y="3144"/>
                    <a:pt x="2691" y="3442"/>
                    <a:pt x="4036" y="375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46"/>
            <p:cNvSpPr/>
            <p:nvPr/>
          </p:nvSpPr>
          <p:spPr>
            <a:xfrm>
              <a:off x="3076275" y="2357275"/>
              <a:ext cx="600" cy="25"/>
            </a:xfrm>
            <a:custGeom>
              <a:rect b="b" l="l" r="r" t="t"/>
              <a:pathLst>
                <a:path extrusionOk="0" h="1" w="24">
                  <a:moveTo>
                    <a:pt x="24" y="0"/>
                  </a:moveTo>
                  <a:cubicBezTo>
                    <a:pt x="24" y="0"/>
                    <a:pt x="12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46"/>
            <p:cNvSpPr/>
            <p:nvPr/>
          </p:nvSpPr>
          <p:spPr>
            <a:xfrm>
              <a:off x="3076275" y="2357275"/>
              <a:ext cx="600" cy="25"/>
            </a:xfrm>
            <a:custGeom>
              <a:rect b="b" l="l" r="r" t="t"/>
              <a:pathLst>
                <a:path extrusionOk="0" h="1" w="24">
                  <a:moveTo>
                    <a:pt x="24" y="0"/>
                  </a:moveTo>
                  <a:cubicBezTo>
                    <a:pt x="24" y="0"/>
                    <a:pt x="12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46"/>
            <p:cNvSpPr/>
            <p:nvPr/>
          </p:nvSpPr>
          <p:spPr>
            <a:xfrm>
              <a:off x="2799450" y="2321250"/>
              <a:ext cx="116400" cy="76525"/>
            </a:xfrm>
            <a:custGeom>
              <a:rect b="b" l="l" r="r" t="t"/>
              <a:pathLst>
                <a:path extrusionOk="0" h="3061" w="4656">
                  <a:moveTo>
                    <a:pt x="3322" y="0"/>
                  </a:moveTo>
                  <a:cubicBezTo>
                    <a:pt x="2239" y="953"/>
                    <a:pt x="1131" y="1882"/>
                    <a:pt x="0" y="2786"/>
                  </a:cubicBezTo>
                  <a:cubicBezTo>
                    <a:pt x="441" y="2882"/>
                    <a:pt x="869" y="2965"/>
                    <a:pt x="1298" y="3060"/>
                  </a:cubicBezTo>
                  <a:cubicBezTo>
                    <a:pt x="2465" y="2132"/>
                    <a:pt x="3584" y="1179"/>
                    <a:pt x="4656" y="215"/>
                  </a:cubicBezTo>
                  <a:cubicBezTo>
                    <a:pt x="4215" y="143"/>
                    <a:pt x="3763" y="72"/>
                    <a:pt x="3322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46"/>
            <p:cNvSpPr/>
            <p:nvPr/>
          </p:nvSpPr>
          <p:spPr>
            <a:xfrm>
              <a:off x="2799450" y="2321250"/>
              <a:ext cx="116400" cy="76525"/>
            </a:xfrm>
            <a:custGeom>
              <a:rect b="b" l="l" r="r" t="t"/>
              <a:pathLst>
                <a:path extrusionOk="0" h="3061" w="4656">
                  <a:moveTo>
                    <a:pt x="1298" y="3060"/>
                  </a:moveTo>
                  <a:cubicBezTo>
                    <a:pt x="2465" y="2132"/>
                    <a:pt x="3584" y="1179"/>
                    <a:pt x="4656" y="215"/>
                  </a:cubicBezTo>
                  <a:cubicBezTo>
                    <a:pt x="4215" y="143"/>
                    <a:pt x="3763" y="72"/>
                    <a:pt x="3322" y="0"/>
                  </a:cubicBezTo>
                  <a:cubicBezTo>
                    <a:pt x="2239" y="953"/>
                    <a:pt x="1131" y="1882"/>
                    <a:pt x="0" y="2786"/>
                  </a:cubicBezTo>
                  <a:cubicBezTo>
                    <a:pt x="441" y="2882"/>
                    <a:pt x="869" y="2965"/>
                    <a:pt x="1298" y="306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46"/>
            <p:cNvSpPr/>
            <p:nvPr/>
          </p:nvSpPr>
          <p:spPr>
            <a:xfrm>
              <a:off x="2605975" y="2295650"/>
              <a:ext cx="48250" cy="62525"/>
            </a:xfrm>
            <a:custGeom>
              <a:rect b="b" l="l" r="r" t="t"/>
              <a:pathLst>
                <a:path extrusionOk="0" h="2501" w="1930">
                  <a:moveTo>
                    <a:pt x="1203" y="1"/>
                  </a:moveTo>
                  <a:cubicBezTo>
                    <a:pt x="810" y="810"/>
                    <a:pt x="417" y="1608"/>
                    <a:pt x="0" y="2394"/>
                  </a:cubicBezTo>
                  <a:cubicBezTo>
                    <a:pt x="215" y="2429"/>
                    <a:pt x="429" y="2465"/>
                    <a:pt x="643" y="2501"/>
                  </a:cubicBezTo>
                  <a:cubicBezTo>
                    <a:pt x="1096" y="1691"/>
                    <a:pt x="1524" y="882"/>
                    <a:pt x="1929" y="48"/>
                  </a:cubicBezTo>
                  <a:cubicBezTo>
                    <a:pt x="1691" y="36"/>
                    <a:pt x="1453" y="12"/>
                    <a:pt x="1203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46"/>
            <p:cNvSpPr/>
            <p:nvPr/>
          </p:nvSpPr>
          <p:spPr>
            <a:xfrm>
              <a:off x="2605975" y="2295650"/>
              <a:ext cx="48250" cy="62525"/>
            </a:xfrm>
            <a:custGeom>
              <a:rect b="b" l="l" r="r" t="t"/>
              <a:pathLst>
                <a:path extrusionOk="0" h="2501" w="1930">
                  <a:moveTo>
                    <a:pt x="1203" y="1"/>
                  </a:moveTo>
                  <a:cubicBezTo>
                    <a:pt x="810" y="810"/>
                    <a:pt x="417" y="1608"/>
                    <a:pt x="0" y="2394"/>
                  </a:cubicBezTo>
                  <a:cubicBezTo>
                    <a:pt x="215" y="2429"/>
                    <a:pt x="429" y="2465"/>
                    <a:pt x="643" y="2501"/>
                  </a:cubicBezTo>
                  <a:cubicBezTo>
                    <a:pt x="1096" y="1691"/>
                    <a:pt x="1524" y="882"/>
                    <a:pt x="1929" y="48"/>
                  </a:cubicBezTo>
                  <a:cubicBezTo>
                    <a:pt x="1691" y="36"/>
                    <a:pt x="1453" y="12"/>
                    <a:pt x="120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46"/>
            <p:cNvSpPr/>
            <p:nvPr/>
          </p:nvSpPr>
          <p:spPr>
            <a:xfrm>
              <a:off x="2238650" y="2297725"/>
              <a:ext cx="47075" cy="23550"/>
            </a:xfrm>
            <a:custGeom>
              <a:rect b="b" l="l" r="r" t="t"/>
              <a:pathLst>
                <a:path extrusionOk="0" h="942" w="1883">
                  <a:moveTo>
                    <a:pt x="1882" y="1"/>
                  </a:moveTo>
                  <a:lnTo>
                    <a:pt x="1882" y="1"/>
                  </a:lnTo>
                  <a:cubicBezTo>
                    <a:pt x="1418" y="37"/>
                    <a:pt x="942" y="60"/>
                    <a:pt x="477" y="108"/>
                  </a:cubicBezTo>
                  <a:cubicBezTo>
                    <a:pt x="322" y="370"/>
                    <a:pt x="168" y="632"/>
                    <a:pt x="1" y="894"/>
                  </a:cubicBezTo>
                  <a:cubicBezTo>
                    <a:pt x="465" y="906"/>
                    <a:pt x="918" y="918"/>
                    <a:pt x="1382" y="941"/>
                  </a:cubicBezTo>
                  <a:cubicBezTo>
                    <a:pt x="1549" y="620"/>
                    <a:pt x="1715" y="322"/>
                    <a:pt x="1882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46"/>
            <p:cNvSpPr/>
            <p:nvPr/>
          </p:nvSpPr>
          <p:spPr>
            <a:xfrm>
              <a:off x="2238650" y="2297725"/>
              <a:ext cx="47075" cy="23550"/>
            </a:xfrm>
            <a:custGeom>
              <a:rect b="b" l="l" r="r" t="t"/>
              <a:pathLst>
                <a:path extrusionOk="0" h="942" w="1883">
                  <a:moveTo>
                    <a:pt x="477" y="108"/>
                  </a:moveTo>
                  <a:cubicBezTo>
                    <a:pt x="322" y="370"/>
                    <a:pt x="168" y="632"/>
                    <a:pt x="1" y="894"/>
                  </a:cubicBezTo>
                  <a:cubicBezTo>
                    <a:pt x="465" y="906"/>
                    <a:pt x="918" y="918"/>
                    <a:pt x="1382" y="941"/>
                  </a:cubicBezTo>
                  <a:cubicBezTo>
                    <a:pt x="1549" y="620"/>
                    <a:pt x="1715" y="322"/>
                    <a:pt x="1882" y="1"/>
                  </a:cubicBezTo>
                  <a:cubicBezTo>
                    <a:pt x="1418" y="37"/>
                    <a:pt x="942" y="60"/>
                    <a:pt x="477" y="10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46"/>
            <p:cNvSpPr/>
            <p:nvPr/>
          </p:nvSpPr>
          <p:spPr>
            <a:xfrm>
              <a:off x="3314400" y="3836025"/>
              <a:ext cx="508400" cy="147050"/>
            </a:xfrm>
            <a:custGeom>
              <a:rect b="b" l="l" r="r" t="t"/>
              <a:pathLst>
                <a:path extrusionOk="0" h="5882" w="20336">
                  <a:moveTo>
                    <a:pt x="20038" y="465"/>
                  </a:moveTo>
                  <a:cubicBezTo>
                    <a:pt x="20134" y="310"/>
                    <a:pt x="20241" y="155"/>
                    <a:pt x="20336" y="0"/>
                  </a:cubicBezTo>
                  <a:cubicBezTo>
                    <a:pt x="17288" y="1679"/>
                    <a:pt x="13883" y="2322"/>
                    <a:pt x="10394" y="2727"/>
                  </a:cubicBezTo>
                  <a:cubicBezTo>
                    <a:pt x="9394" y="2846"/>
                    <a:pt x="8382" y="2941"/>
                    <a:pt x="7370" y="3036"/>
                  </a:cubicBezTo>
                  <a:cubicBezTo>
                    <a:pt x="5810" y="3191"/>
                    <a:pt x="4263" y="3334"/>
                    <a:pt x="2727" y="3560"/>
                  </a:cubicBezTo>
                  <a:lnTo>
                    <a:pt x="3239" y="3239"/>
                  </a:lnTo>
                  <a:cubicBezTo>
                    <a:pt x="2679" y="3298"/>
                    <a:pt x="2119" y="3346"/>
                    <a:pt x="1560" y="3393"/>
                  </a:cubicBezTo>
                  <a:cubicBezTo>
                    <a:pt x="1048" y="3441"/>
                    <a:pt x="524" y="3489"/>
                    <a:pt x="0" y="3548"/>
                  </a:cubicBezTo>
                  <a:cubicBezTo>
                    <a:pt x="941" y="4608"/>
                    <a:pt x="1977" y="5358"/>
                    <a:pt x="3084" y="5882"/>
                  </a:cubicBezTo>
                  <a:lnTo>
                    <a:pt x="12859" y="5882"/>
                  </a:lnTo>
                  <a:cubicBezTo>
                    <a:pt x="16324" y="4751"/>
                    <a:pt x="18443" y="2858"/>
                    <a:pt x="20038" y="465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46"/>
            <p:cNvSpPr/>
            <p:nvPr/>
          </p:nvSpPr>
          <p:spPr>
            <a:xfrm>
              <a:off x="2516675" y="2745100"/>
              <a:ext cx="450375" cy="356025"/>
            </a:xfrm>
            <a:custGeom>
              <a:rect b="b" l="l" r="r" t="t"/>
              <a:pathLst>
                <a:path extrusionOk="0" h="14241" w="18015">
                  <a:moveTo>
                    <a:pt x="2060" y="1"/>
                  </a:moveTo>
                  <a:cubicBezTo>
                    <a:pt x="1441" y="799"/>
                    <a:pt x="953" y="1715"/>
                    <a:pt x="643" y="2704"/>
                  </a:cubicBezTo>
                  <a:cubicBezTo>
                    <a:pt x="250" y="3061"/>
                    <a:pt x="0" y="3585"/>
                    <a:pt x="0" y="4156"/>
                  </a:cubicBezTo>
                  <a:cubicBezTo>
                    <a:pt x="0" y="4501"/>
                    <a:pt x="96" y="4823"/>
                    <a:pt x="250" y="5109"/>
                  </a:cubicBezTo>
                  <a:cubicBezTo>
                    <a:pt x="250" y="5192"/>
                    <a:pt x="238" y="5275"/>
                    <a:pt x="238" y="5359"/>
                  </a:cubicBezTo>
                  <a:cubicBezTo>
                    <a:pt x="238" y="6002"/>
                    <a:pt x="310" y="6621"/>
                    <a:pt x="441" y="7228"/>
                  </a:cubicBezTo>
                  <a:cubicBezTo>
                    <a:pt x="512" y="7549"/>
                    <a:pt x="596" y="7859"/>
                    <a:pt x="703" y="8157"/>
                  </a:cubicBezTo>
                  <a:cubicBezTo>
                    <a:pt x="1870" y="11693"/>
                    <a:pt x="5203" y="14241"/>
                    <a:pt x="9121" y="14241"/>
                  </a:cubicBezTo>
                  <a:cubicBezTo>
                    <a:pt x="12788" y="14241"/>
                    <a:pt x="15943" y="12014"/>
                    <a:pt x="17300" y="8835"/>
                  </a:cubicBezTo>
                  <a:cubicBezTo>
                    <a:pt x="17681" y="7954"/>
                    <a:pt x="17907" y="6978"/>
                    <a:pt x="17979" y="5966"/>
                  </a:cubicBezTo>
                  <a:cubicBezTo>
                    <a:pt x="17991" y="5764"/>
                    <a:pt x="18015" y="5561"/>
                    <a:pt x="18015" y="5359"/>
                  </a:cubicBezTo>
                  <a:cubicBezTo>
                    <a:pt x="18015" y="3859"/>
                    <a:pt x="17634" y="2430"/>
                    <a:pt x="16967" y="1192"/>
                  </a:cubicBezTo>
                  <a:cubicBezTo>
                    <a:pt x="16395" y="1108"/>
                    <a:pt x="15812" y="1025"/>
                    <a:pt x="15205" y="941"/>
                  </a:cubicBezTo>
                  <a:lnTo>
                    <a:pt x="15205" y="941"/>
                  </a:lnTo>
                  <a:cubicBezTo>
                    <a:pt x="16110" y="2192"/>
                    <a:pt x="16657" y="3716"/>
                    <a:pt x="16657" y="5359"/>
                  </a:cubicBezTo>
                  <a:cubicBezTo>
                    <a:pt x="16657" y="5525"/>
                    <a:pt x="16633" y="5692"/>
                    <a:pt x="16633" y="5859"/>
                  </a:cubicBezTo>
                  <a:cubicBezTo>
                    <a:pt x="16538" y="7157"/>
                    <a:pt x="16133" y="8371"/>
                    <a:pt x="15467" y="9407"/>
                  </a:cubicBezTo>
                  <a:cubicBezTo>
                    <a:pt x="15240" y="9181"/>
                    <a:pt x="14943" y="9038"/>
                    <a:pt x="14597" y="9038"/>
                  </a:cubicBezTo>
                  <a:cubicBezTo>
                    <a:pt x="14383" y="9038"/>
                    <a:pt x="14181" y="9109"/>
                    <a:pt x="14002" y="9204"/>
                  </a:cubicBezTo>
                  <a:cubicBezTo>
                    <a:pt x="13645" y="9419"/>
                    <a:pt x="13395" y="9800"/>
                    <a:pt x="13395" y="10252"/>
                  </a:cubicBezTo>
                  <a:cubicBezTo>
                    <a:pt x="13395" y="10633"/>
                    <a:pt x="13585" y="10978"/>
                    <a:pt x="13871" y="11193"/>
                  </a:cubicBezTo>
                  <a:cubicBezTo>
                    <a:pt x="12573" y="12252"/>
                    <a:pt x="10918" y="12883"/>
                    <a:pt x="9121" y="12883"/>
                  </a:cubicBezTo>
                  <a:cubicBezTo>
                    <a:pt x="5942" y="12883"/>
                    <a:pt x="3203" y="10895"/>
                    <a:pt x="2120" y="8085"/>
                  </a:cubicBezTo>
                  <a:cubicBezTo>
                    <a:pt x="1989" y="7764"/>
                    <a:pt x="1882" y="7418"/>
                    <a:pt x="1798" y="7073"/>
                  </a:cubicBezTo>
                  <a:cubicBezTo>
                    <a:pt x="1727" y="6764"/>
                    <a:pt x="1667" y="6442"/>
                    <a:pt x="1632" y="6121"/>
                  </a:cubicBezTo>
                  <a:lnTo>
                    <a:pt x="1632" y="6121"/>
                  </a:lnTo>
                  <a:cubicBezTo>
                    <a:pt x="1751" y="6145"/>
                    <a:pt x="1870" y="6156"/>
                    <a:pt x="2001" y="6156"/>
                  </a:cubicBezTo>
                  <a:cubicBezTo>
                    <a:pt x="3096" y="6156"/>
                    <a:pt x="4001" y="5263"/>
                    <a:pt x="4001" y="4168"/>
                  </a:cubicBezTo>
                  <a:cubicBezTo>
                    <a:pt x="4001" y="3168"/>
                    <a:pt x="3263" y="2346"/>
                    <a:pt x="2310" y="2192"/>
                  </a:cubicBezTo>
                  <a:cubicBezTo>
                    <a:pt x="2691" y="1382"/>
                    <a:pt x="3203" y="632"/>
                    <a:pt x="3846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46"/>
            <p:cNvSpPr/>
            <p:nvPr/>
          </p:nvSpPr>
          <p:spPr>
            <a:xfrm>
              <a:off x="3843325" y="2622175"/>
              <a:ext cx="1177250" cy="161350"/>
            </a:xfrm>
            <a:custGeom>
              <a:rect b="b" l="l" r="r" t="t"/>
              <a:pathLst>
                <a:path extrusionOk="0" h="6454" w="47090">
                  <a:moveTo>
                    <a:pt x="10014" y="906"/>
                  </a:moveTo>
                  <a:cubicBezTo>
                    <a:pt x="11609" y="798"/>
                    <a:pt x="13240" y="1013"/>
                    <a:pt x="14752" y="1537"/>
                  </a:cubicBezTo>
                  <a:cubicBezTo>
                    <a:pt x="10061" y="2037"/>
                    <a:pt x="5454" y="3406"/>
                    <a:pt x="1263" y="5549"/>
                  </a:cubicBezTo>
                  <a:lnTo>
                    <a:pt x="2501" y="5287"/>
                  </a:lnTo>
                  <a:lnTo>
                    <a:pt x="1" y="6454"/>
                  </a:lnTo>
                  <a:cubicBezTo>
                    <a:pt x="7311" y="4906"/>
                    <a:pt x="14752" y="3656"/>
                    <a:pt x="22218" y="3787"/>
                  </a:cubicBezTo>
                  <a:cubicBezTo>
                    <a:pt x="28159" y="3906"/>
                    <a:pt x="34029" y="4882"/>
                    <a:pt x="39934" y="5418"/>
                  </a:cubicBezTo>
                  <a:cubicBezTo>
                    <a:pt x="42458" y="5644"/>
                    <a:pt x="45351" y="5668"/>
                    <a:pt x="47090" y="3823"/>
                  </a:cubicBezTo>
                  <a:cubicBezTo>
                    <a:pt x="43387" y="4073"/>
                    <a:pt x="39648" y="3953"/>
                    <a:pt x="35969" y="3465"/>
                  </a:cubicBezTo>
                  <a:cubicBezTo>
                    <a:pt x="37219" y="3215"/>
                    <a:pt x="38410" y="2763"/>
                    <a:pt x="39601" y="2310"/>
                  </a:cubicBezTo>
                  <a:cubicBezTo>
                    <a:pt x="35553" y="2191"/>
                    <a:pt x="31493" y="2072"/>
                    <a:pt x="27433" y="1953"/>
                  </a:cubicBezTo>
                  <a:cubicBezTo>
                    <a:pt x="28278" y="1620"/>
                    <a:pt x="29111" y="1287"/>
                    <a:pt x="29957" y="953"/>
                  </a:cubicBezTo>
                  <a:cubicBezTo>
                    <a:pt x="23468" y="2501"/>
                    <a:pt x="16622" y="1"/>
                    <a:pt x="10014" y="906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46"/>
            <p:cNvSpPr/>
            <p:nvPr/>
          </p:nvSpPr>
          <p:spPr>
            <a:xfrm>
              <a:off x="2036550" y="2621275"/>
              <a:ext cx="991225" cy="157200"/>
            </a:xfrm>
            <a:custGeom>
              <a:rect b="b" l="l" r="r" t="t"/>
              <a:pathLst>
                <a:path extrusionOk="0" h="6288" w="39649">
                  <a:moveTo>
                    <a:pt x="3489" y="5359"/>
                  </a:moveTo>
                  <a:cubicBezTo>
                    <a:pt x="4334" y="5430"/>
                    <a:pt x="5204" y="5371"/>
                    <a:pt x="6025" y="5287"/>
                  </a:cubicBezTo>
                  <a:cubicBezTo>
                    <a:pt x="10990" y="4763"/>
                    <a:pt x="15943" y="3799"/>
                    <a:pt x="20932" y="3704"/>
                  </a:cubicBezTo>
                  <a:cubicBezTo>
                    <a:pt x="27230" y="3561"/>
                    <a:pt x="33481" y="4787"/>
                    <a:pt x="39648" y="6287"/>
                  </a:cubicBezTo>
                  <a:cubicBezTo>
                    <a:pt x="38946" y="5906"/>
                    <a:pt x="38243" y="5537"/>
                    <a:pt x="37541" y="5156"/>
                  </a:cubicBezTo>
                  <a:lnTo>
                    <a:pt x="38577" y="5406"/>
                  </a:lnTo>
                  <a:cubicBezTo>
                    <a:pt x="35053" y="3311"/>
                    <a:pt x="31171" y="1977"/>
                    <a:pt x="27230" y="1501"/>
                  </a:cubicBezTo>
                  <a:cubicBezTo>
                    <a:pt x="28504" y="989"/>
                    <a:pt x="29861" y="775"/>
                    <a:pt x="31219" y="882"/>
                  </a:cubicBezTo>
                  <a:cubicBezTo>
                    <a:pt x="25647" y="1"/>
                    <a:pt x="19884" y="2442"/>
                    <a:pt x="14419" y="930"/>
                  </a:cubicBezTo>
                  <a:lnTo>
                    <a:pt x="16550" y="1906"/>
                  </a:lnTo>
                  <a:cubicBezTo>
                    <a:pt x="13133" y="2025"/>
                    <a:pt x="9716" y="2132"/>
                    <a:pt x="6299" y="2251"/>
                  </a:cubicBezTo>
                  <a:cubicBezTo>
                    <a:pt x="7299" y="2692"/>
                    <a:pt x="8311" y="3132"/>
                    <a:pt x="9371" y="3382"/>
                  </a:cubicBezTo>
                  <a:cubicBezTo>
                    <a:pt x="6263" y="3859"/>
                    <a:pt x="3120" y="3978"/>
                    <a:pt x="1" y="3728"/>
                  </a:cubicBezTo>
                  <a:cubicBezTo>
                    <a:pt x="894" y="4823"/>
                    <a:pt x="2156" y="5240"/>
                    <a:pt x="3477" y="5359"/>
                  </a:cubicBezTo>
                  <a:lnTo>
                    <a:pt x="3501" y="5299"/>
                  </a:lnTo>
                  <a:cubicBezTo>
                    <a:pt x="3489" y="5323"/>
                    <a:pt x="3489" y="5335"/>
                    <a:pt x="3489" y="535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46"/>
            <p:cNvSpPr/>
            <p:nvPr/>
          </p:nvSpPr>
          <p:spPr>
            <a:xfrm>
              <a:off x="3242050" y="3169575"/>
              <a:ext cx="157200" cy="296475"/>
            </a:xfrm>
            <a:custGeom>
              <a:rect b="b" l="l" r="r" t="t"/>
              <a:pathLst>
                <a:path extrusionOk="0" h="11859" w="6288">
                  <a:moveTo>
                    <a:pt x="5192" y="3834"/>
                  </a:moveTo>
                  <a:cubicBezTo>
                    <a:pt x="4478" y="2548"/>
                    <a:pt x="3775" y="1274"/>
                    <a:pt x="3061" y="0"/>
                  </a:cubicBezTo>
                  <a:cubicBezTo>
                    <a:pt x="2608" y="334"/>
                    <a:pt x="2977" y="238"/>
                    <a:pt x="2525" y="572"/>
                  </a:cubicBezTo>
                  <a:lnTo>
                    <a:pt x="644" y="5441"/>
                  </a:lnTo>
                  <a:cubicBezTo>
                    <a:pt x="322" y="6263"/>
                    <a:pt x="1" y="7180"/>
                    <a:pt x="310" y="8013"/>
                  </a:cubicBezTo>
                  <a:cubicBezTo>
                    <a:pt x="465" y="8454"/>
                    <a:pt x="799" y="8823"/>
                    <a:pt x="1132" y="9168"/>
                  </a:cubicBezTo>
                  <a:cubicBezTo>
                    <a:pt x="2120" y="10180"/>
                    <a:pt x="3216" y="11073"/>
                    <a:pt x="4394" y="11859"/>
                  </a:cubicBezTo>
                  <a:cubicBezTo>
                    <a:pt x="4490" y="9823"/>
                    <a:pt x="6287" y="8073"/>
                    <a:pt x="6061" y="6037"/>
                  </a:cubicBezTo>
                  <a:cubicBezTo>
                    <a:pt x="5978" y="5251"/>
                    <a:pt x="5585" y="4525"/>
                    <a:pt x="5192" y="3834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46"/>
            <p:cNvSpPr/>
            <p:nvPr/>
          </p:nvSpPr>
          <p:spPr>
            <a:xfrm>
              <a:off x="1357000" y="2162600"/>
              <a:ext cx="677800" cy="1564800"/>
            </a:xfrm>
            <a:custGeom>
              <a:rect b="b" l="l" r="r" t="t"/>
              <a:pathLst>
                <a:path extrusionOk="0" h="62592" w="27112">
                  <a:moveTo>
                    <a:pt x="7240" y="0"/>
                  </a:moveTo>
                  <a:cubicBezTo>
                    <a:pt x="3394" y="8013"/>
                    <a:pt x="1406" y="16860"/>
                    <a:pt x="1001" y="25730"/>
                  </a:cubicBezTo>
                  <a:lnTo>
                    <a:pt x="2858" y="19836"/>
                  </a:lnTo>
                  <a:cubicBezTo>
                    <a:pt x="1" y="28361"/>
                    <a:pt x="1632" y="37541"/>
                    <a:pt x="3942" y="46339"/>
                  </a:cubicBezTo>
                  <a:cubicBezTo>
                    <a:pt x="4751" y="48340"/>
                    <a:pt x="5704" y="50197"/>
                    <a:pt x="6859" y="51888"/>
                  </a:cubicBezTo>
                  <a:cubicBezTo>
                    <a:pt x="11276" y="58436"/>
                    <a:pt x="18086" y="62032"/>
                    <a:pt x="27111" y="62591"/>
                  </a:cubicBezTo>
                  <a:cubicBezTo>
                    <a:pt x="24027" y="60865"/>
                    <a:pt x="16491" y="55972"/>
                    <a:pt x="12526" y="47459"/>
                  </a:cubicBezTo>
                  <a:cubicBezTo>
                    <a:pt x="12514" y="47459"/>
                    <a:pt x="12502" y="47447"/>
                    <a:pt x="12502" y="47423"/>
                  </a:cubicBezTo>
                  <a:cubicBezTo>
                    <a:pt x="10776" y="44196"/>
                    <a:pt x="9526" y="40732"/>
                    <a:pt x="8645" y="37195"/>
                  </a:cubicBezTo>
                  <a:cubicBezTo>
                    <a:pt x="8609" y="37041"/>
                    <a:pt x="8573" y="36886"/>
                    <a:pt x="8537" y="36731"/>
                  </a:cubicBezTo>
                  <a:cubicBezTo>
                    <a:pt x="4001" y="25099"/>
                    <a:pt x="3453" y="11907"/>
                    <a:pt x="724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46"/>
            <p:cNvSpPr/>
            <p:nvPr/>
          </p:nvSpPr>
          <p:spPr>
            <a:xfrm>
              <a:off x="1579650" y="2480200"/>
              <a:ext cx="522700" cy="1108500"/>
            </a:xfrm>
            <a:custGeom>
              <a:rect b="b" l="l" r="r" t="t"/>
              <a:pathLst>
                <a:path extrusionOk="0" h="44340" w="20908">
                  <a:moveTo>
                    <a:pt x="3275" y="31195"/>
                  </a:moveTo>
                  <a:cubicBezTo>
                    <a:pt x="3882" y="32516"/>
                    <a:pt x="4561" y="33790"/>
                    <a:pt x="5323" y="35028"/>
                  </a:cubicBezTo>
                  <a:lnTo>
                    <a:pt x="5311" y="35040"/>
                  </a:lnTo>
                  <a:cubicBezTo>
                    <a:pt x="8121" y="38779"/>
                    <a:pt x="13538" y="44339"/>
                    <a:pt x="20908" y="44339"/>
                  </a:cubicBezTo>
                  <a:cubicBezTo>
                    <a:pt x="17455" y="42291"/>
                    <a:pt x="7144" y="34719"/>
                    <a:pt x="6406" y="17038"/>
                  </a:cubicBezTo>
                  <a:cubicBezTo>
                    <a:pt x="6394" y="16764"/>
                    <a:pt x="6382" y="16502"/>
                    <a:pt x="6370" y="16229"/>
                  </a:cubicBezTo>
                  <a:cubicBezTo>
                    <a:pt x="5549" y="10859"/>
                    <a:pt x="5120" y="5430"/>
                    <a:pt x="5120" y="0"/>
                  </a:cubicBezTo>
                  <a:cubicBezTo>
                    <a:pt x="655" y="9692"/>
                    <a:pt x="0" y="21051"/>
                    <a:pt x="3275" y="3119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46"/>
            <p:cNvSpPr/>
            <p:nvPr/>
          </p:nvSpPr>
          <p:spPr>
            <a:xfrm>
              <a:off x="1757650" y="2540325"/>
              <a:ext cx="269700" cy="856075"/>
            </a:xfrm>
            <a:custGeom>
              <a:rect b="b" l="l" r="r" t="t"/>
              <a:pathLst>
                <a:path extrusionOk="0" h="34243" w="10788">
                  <a:moveTo>
                    <a:pt x="4465" y="0"/>
                  </a:moveTo>
                  <a:cubicBezTo>
                    <a:pt x="1620" y="4608"/>
                    <a:pt x="108" y="10025"/>
                    <a:pt x="131" y="15431"/>
                  </a:cubicBezTo>
                  <a:cubicBezTo>
                    <a:pt x="143" y="15860"/>
                    <a:pt x="143" y="16276"/>
                    <a:pt x="167" y="16693"/>
                  </a:cubicBezTo>
                  <a:lnTo>
                    <a:pt x="0" y="15479"/>
                  </a:lnTo>
                  <a:cubicBezTo>
                    <a:pt x="370" y="22956"/>
                    <a:pt x="4513" y="30159"/>
                    <a:pt x="10787" y="34243"/>
                  </a:cubicBezTo>
                  <a:cubicBezTo>
                    <a:pt x="10311" y="33755"/>
                    <a:pt x="9895" y="33219"/>
                    <a:pt x="9490" y="32683"/>
                  </a:cubicBezTo>
                  <a:cubicBezTo>
                    <a:pt x="8418" y="31219"/>
                    <a:pt x="7609" y="29575"/>
                    <a:pt x="7013" y="27849"/>
                  </a:cubicBezTo>
                  <a:cubicBezTo>
                    <a:pt x="6596" y="26658"/>
                    <a:pt x="6287" y="25444"/>
                    <a:pt x="6061" y="24218"/>
                  </a:cubicBezTo>
                  <a:cubicBezTo>
                    <a:pt x="5787" y="22646"/>
                    <a:pt x="5644" y="21051"/>
                    <a:pt x="5573" y="19467"/>
                  </a:cubicBezTo>
                  <a:cubicBezTo>
                    <a:pt x="5561" y="19265"/>
                    <a:pt x="5549" y="19074"/>
                    <a:pt x="5549" y="18884"/>
                  </a:cubicBezTo>
                  <a:cubicBezTo>
                    <a:pt x="5477" y="16931"/>
                    <a:pt x="5513" y="14955"/>
                    <a:pt x="5549" y="13002"/>
                  </a:cubicBezTo>
                  <a:cubicBezTo>
                    <a:pt x="5596" y="10692"/>
                    <a:pt x="5644" y="8370"/>
                    <a:pt x="5692" y="6061"/>
                  </a:cubicBezTo>
                  <a:cubicBezTo>
                    <a:pt x="5596" y="6382"/>
                    <a:pt x="5513" y="6692"/>
                    <a:pt x="5418" y="7013"/>
                  </a:cubicBezTo>
                  <a:cubicBezTo>
                    <a:pt x="4096" y="11514"/>
                    <a:pt x="2858" y="16110"/>
                    <a:pt x="2953" y="20789"/>
                  </a:cubicBezTo>
                  <a:cubicBezTo>
                    <a:pt x="1703" y="13871"/>
                    <a:pt x="2227" y="6656"/>
                    <a:pt x="446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46"/>
            <p:cNvSpPr/>
            <p:nvPr/>
          </p:nvSpPr>
          <p:spPr>
            <a:xfrm>
              <a:off x="1892475" y="2591225"/>
              <a:ext cx="254525" cy="726600"/>
            </a:xfrm>
            <a:custGeom>
              <a:rect b="b" l="l" r="r" t="t"/>
              <a:pathLst>
                <a:path extrusionOk="0" h="29064" w="10181">
                  <a:moveTo>
                    <a:pt x="9252" y="6561"/>
                  </a:moveTo>
                  <a:cubicBezTo>
                    <a:pt x="9252" y="6537"/>
                    <a:pt x="9252" y="6525"/>
                    <a:pt x="9264" y="6501"/>
                  </a:cubicBezTo>
                  <a:lnTo>
                    <a:pt x="9240" y="6561"/>
                  </a:lnTo>
                  <a:cubicBezTo>
                    <a:pt x="8812" y="7704"/>
                    <a:pt x="8466" y="8871"/>
                    <a:pt x="8169" y="10049"/>
                  </a:cubicBezTo>
                  <a:cubicBezTo>
                    <a:pt x="7419" y="12990"/>
                    <a:pt x="7073" y="16038"/>
                    <a:pt x="7145" y="19074"/>
                  </a:cubicBezTo>
                  <a:cubicBezTo>
                    <a:pt x="5597" y="15574"/>
                    <a:pt x="5073" y="11621"/>
                    <a:pt x="5668" y="7835"/>
                  </a:cubicBezTo>
                  <a:cubicBezTo>
                    <a:pt x="3918" y="11454"/>
                    <a:pt x="3489" y="15693"/>
                    <a:pt x="4502" y="19586"/>
                  </a:cubicBezTo>
                  <a:cubicBezTo>
                    <a:pt x="1454" y="13633"/>
                    <a:pt x="1239" y="6573"/>
                    <a:pt x="2454" y="0"/>
                  </a:cubicBezTo>
                  <a:cubicBezTo>
                    <a:pt x="1965" y="1155"/>
                    <a:pt x="1561" y="2334"/>
                    <a:pt x="1239" y="3537"/>
                  </a:cubicBezTo>
                  <a:cubicBezTo>
                    <a:pt x="287" y="7001"/>
                    <a:pt x="1" y="10656"/>
                    <a:pt x="441" y="14216"/>
                  </a:cubicBezTo>
                  <a:lnTo>
                    <a:pt x="501" y="12692"/>
                  </a:lnTo>
                  <a:cubicBezTo>
                    <a:pt x="501" y="12907"/>
                    <a:pt x="513" y="13133"/>
                    <a:pt x="513" y="13347"/>
                  </a:cubicBezTo>
                  <a:cubicBezTo>
                    <a:pt x="525" y="13562"/>
                    <a:pt x="537" y="13776"/>
                    <a:pt x="549" y="13990"/>
                  </a:cubicBezTo>
                  <a:cubicBezTo>
                    <a:pt x="668" y="15526"/>
                    <a:pt x="989" y="17050"/>
                    <a:pt x="1489" y="18515"/>
                  </a:cubicBezTo>
                  <a:cubicBezTo>
                    <a:pt x="2239" y="20741"/>
                    <a:pt x="3394" y="22825"/>
                    <a:pt x="4894" y="24646"/>
                  </a:cubicBezTo>
                  <a:cubicBezTo>
                    <a:pt x="6359" y="26432"/>
                    <a:pt x="8145" y="27956"/>
                    <a:pt x="10181" y="29063"/>
                  </a:cubicBezTo>
                  <a:cubicBezTo>
                    <a:pt x="9395" y="23348"/>
                    <a:pt x="9026" y="17574"/>
                    <a:pt x="9085" y="11811"/>
                  </a:cubicBezTo>
                  <a:cubicBezTo>
                    <a:pt x="9085" y="11454"/>
                    <a:pt x="9097" y="11085"/>
                    <a:pt x="9109" y="10728"/>
                  </a:cubicBezTo>
                  <a:cubicBezTo>
                    <a:pt x="9133" y="9335"/>
                    <a:pt x="9181" y="7942"/>
                    <a:pt x="9252" y="656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46"/>
            <p:cNvSpPr/>
            <p:nvPr/>
          </p:nvSpPr>
          <p:spPr>
            <a:xfrm>
              <a:off x="1684125" y="1469050"/>
              <a:ext cx="1052825" cy="1159700"/>
            </a:xfrm>
            <a:custGeom>
              <a:rect b="b" l="l" r="r" t="t"/>
              <a:pathLst>
                <a:path extrusionOk="0" h="46388" w="42113">
                  <a:moveTo>
                    <a:pt x="1620" y="7621"/>
                  </a:moveTo>
                  <a:cubicBezTo>
                    <a:pt x="1608" y="7657"/>
                    <a:pt x="1608" y="7680"/>
                    <a:pt x="1596" y="7716"/>
                  </a:cubicBezTo>
                  <a:cubicBezTo>
                    <a:pt x="1608" y="7942"/>
                    <a:pt x="1608" y="8169"/>
                    <a:pt x="1620" y="8395"/>
                  </a:cubicBezTo>
                  <a:cubicBezTo>
                    <a:pt x="1596" y="8276"/>
                    <a:pt x="1584" y="8157"/>
                    <a:pt x="1560" y="8038"/>
                  </a:cubicBezTo>
                  <a:cubicBezTo>
                    <a:pt x="1" y="19741"/>
                    <a:pt x="6013" y="32314"/>
                    <a:pt x="16395" y="38089"/>
                  </a:cubicBezTo>
                  <a:cubicBezTo>
                    <a:pt x="16443" y="38113"/>
                    <a:pt x="16479" y="38137"/>
                    <a:pt x="16515" y="38148"/>
                  </a:cubicBezTo>
                  <a:cubicBezTo>
                    <a:pt x="16526" y="38446"/>
                    <a:pt x="16538" y="38732"/>
                    <a:pt x="16562" y="39018"/>
                  </a:cubicBezTo>
                  <a:cubicBezTo>
                    <a:pt x="16669" y="41470"/>
                    <a:pt x="16788" y="43935"/>
                    <a:pt x="16907" y="46388"/>
                  </a:cubicBezTo>
                  <a:cubicBezTo>
                    <a:pt x="17324" y="44602"/>
                    <a:pt x="17884" y="42875"/>
                    <a:pt x="18574" y="41196"/>
                  </a:cubicBezTo>
                  <a:cubicBezTo>
                    <a:pt x="19432" y="39053"/>
                    <a:pt x="20491" y="36982"/>
                    <a:pt x="21646" y="34958"/>
                  </a:cubicBezTo>
                  <a:cubicBezTo>
                    <a:pt x="21825" y="34648"/>
                    <a:pt x="22003" y="34350"/>
                    <a:pt x="22182" y="34041"/>
                  </a:cubicBezTo>
                  <a:cubicBezTo>
                    <a:pt x="22337" y="33779"/>
                    <a:pt x="22491" y="33517"/>
                    <a:pt x="22658" y="33255"/>
                  </a:cubicBezTo>
                  <a:cubicBezTo>
                    <a:pt x="25051" y="29290"/>
                    <a:pt x="27766" y="25468"/>
                    <a:pt x="30171" y="21539"/>
                  </a:cubicBezTo>
                  <a:cubicBezTo>
                    <a:pt x="30897" y="20361"/>
                    <a:pt x="31600" y="19158"/>
                    <a:pt x="32290" y="17956"/>
                  </a:cubicBezTo>
                  <a:cubicBezTo>
                    <a:pt x="35660" y="12038"/>
                    <a:pt x="38660" y="5835"/>
                    <a:pt x="42113" y="1"/>
                  </a:cubicBezTo>
                  <a:lnTo>
                    <a:pt x="37005" y="1"/>
                  </a:lnTo>
                  <a:cubicBezTo>
                    <a:pt x="35731" y="1644"/>
                    <a:pt x="34517" y="3347"/>
                    <a:pt x="33374" y="5097"/>
                  </a:cubicBezTo>
                  <a:cubicBezTo>
                    <a:pt x="29921" y="10395"/>
                    <a:pt x="27028" y="16122"/>
                    <a:pt x="24587" y="21920"/>
                  </a:cubicBezTo>
                  <a:cubicBezTo>
                    <a:pt x="24587" y="21492"/>
                    <a:pt x="24599" y="21063"/>
                    <a:pt x="24623" y="20634"/>
                  </a:cubicBezTo>
                  <a:cubicBezTo>
                    <a:pt x="24837" y="13514"/>
                    <a:pt x="27218" y="6656"/>
                    <a:pt x="29981" y="1"/>
                  </a:cubicBezTo>
                  <a:lnTo>
                    <a:pt x="28814" y="1"/>
                  </a:lnTo>
                  <a:cubicBezTo>
                    <a:pt x="28445" y="608"/>
                    <a:pt x="28087" y="1215"/>
                    <a:pt x="27730" y="1823"/>
                  </a:cubicBezTo>
                  <a:cubicBezTo>
                    <a:pt x="23384" y="9312"/>
                    <a:pt x="20229" y="17491"/>
                    <a:pt x="18443" y="25956"/>
                  </a:cubicBezTo>
                  <a:cubicBezTo>
                    <a:pt x="18443" y="25897"/>
                    <a:pt x="18443" y="25837"/>
                    <a:pt x="18443" y="25778"/>
                  </a:cubicBezTo>
                  <a:cubicBezTo>
                    <a:pt x="18860" y="17039"/>
                    <a:pt x="20396" y="8359"/>
                    <a:pt x="22968" y="1"/>
                  </a:cubicBezTo>
                  <a:lnTo>
                    <a:pt x="19586" y="1"/>
                  </a:lnTo>
                  <a:cubicBezTo>
                    <a:pt x="18479" y="3216"/>
                    <a:pt x="17562" y="6502"/>
                    <a:pt x="16812" y="9835"/>
                  </a:cubicBezTo>
                  <a:cubicBezTo>
                    <a:pt x="15919" y="13788"/>
                    <a:pt x="15252" y="17801"/>
                    <a:pt x="14764" y="21777"/>
                  </a:cubicBezTo>
                  <a:cubicBezTo>
                    <a:pt x="14455" y="19932"/>
                    <a:pt x="14229" y="18075"/>
                    <a:pt x="14026" y="16217"/>
                  </a:cubicBezTo>
                  <a:cubicBezTo>
                    <a:pt x="13455" y="10836"/>
                    <a:pt x="13336" y="5406"/>
                    <a:pt x="13633" y="1"/>
                  </a:cubicBezTo>
                  <a:lnTo>
                    <a:pt x="6585" y="1"/>
                  </a:lnTo>
                  <a:cubicBezTo>
                    <a:pt x="5954" y="4585"/>
                    <a:pt x="6037" y="9240"/>
                    <a:pt x="7156" y="13717"/>
                  </a:cubicBezTo>
                  <a:cubicBezTo>
                    <a:pt x="7001" y="13336"/>
                    <a:pt x="6859" y="12943"/>
                    <a:pt x="6716" y="12562"/>
                  </a:cubicBezTo>
                  <a:cubicBezTo>
                    <a:pt x="6085" y="10859"/>
                    <a:pt x="5537" y="9109"/>
                    <a:pt x="5073" y="7347"/>
                  </a:cubicBezTo>
                  <a:cubicBezTo>
                    <a:pt x="4454" y="4942"/>
                    <a:pt x="4001" y="2477"/>
                    <a:pt x="3715" y="1"/>
                  </a:cubicBezTo>
                  <a:lnTo>
                    <a:pt x="2656" y="1"/>
                  </a:lnTo>
                  <a:lnTo>
                    <a:pt x="2382" y="4097"/>
                  </a:lnTo>
                  <a:cubicBezTo>
                    <a:pt x="2048" y="5252"/>
                    <a:pt x="1787" y="6430"/>
                    <a:pt x="1620" y="762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46"/>
            <p:cNvSpPr/>
            <p:nvPr/>
          </p:nvSpPr>
          <p:spPr>
            <a:xfrm>
              <a:off x="1703775" y="1469050"/>
              <a:ext cx="24725" cy="200950"/>
            </a:xfrm>
            <a:custGeom>
              <a:rect b="b" l="l" r="r" t="t"/>
              <a:pathLst>
                <a:path extrusionOk="0" h="8038" w="989">
                  <a:moveTo>
                    <a:pt x="774" y="8038"/>
                  </a:moveTo>
                  <a:cubicBezTo>
                    <a:pt x="786" y="7930"/>
                    <a:pt x="798" y="7823"/>
                    <a:pt x="810" y="7716"/>
                  </a:cubicBezTo>
                  <a:cubicBezTo>
                    <a:pt x="762" y="6264"/>
                    <a:pt x="774" y="4811"/>
                    <a:pt x="822" y="3358"/>
                  </a:cubicBezTo>
                  <a:cubicBezTo>
                    <a:pt x="834" y="2882"/>
                    <a:pt x="834" y="2406"/>
                    <a:pt x="858" y="1930"/>
                  </a:cubicBezTo>
                  <a:cubicBezTo>
                    <a:pt x="881" y="1287"/>
                    <a:pt x="941" y="644"/>
                    <a:pt x="989" y="1"/>
                  </a:cubicBezTo>
                  <a:lnTo>
                    <a:pt x="0" y="1"/>
                  </a:lnTo>
                  <a:cubicBezTo>
                    <a:pt x="48" y="1442"/>
                    <a:pt x="131" y="2894"/>
                    <a:pt x="286" y="4335"/>
                  </a:cubicBezTo>
                  <a:cubicBezTo>
                    <a:pt x="405" y="5573"/>
                    <a:pt x="572" y="6799"/>
                    <a:pt x="774" y="803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46"/>
            <p:cNvSpPr/>
            <p:nvPr/>
          </p:nvSpPr>
          <p:spPr>
            <a:xfrm>
              <a:off x="2822950" y="1475300"/>
              <a:ext cx="26525" cy="58975"/>
            </a:xfrm>
            <a:custGeom>
              <a:rect b="b" l="l" r="r" t="t"/>
              <a:pathLst>
                <a:path extrusionOk="0" h="2359" w="1061">
                  <a:moveTo>
                    <a:pt x="965" y="1584"/>
                  </a:moveTo>
                  <a:cubicBezTo>
                    <a:pt x="977" y="1442"/>
                    <a:pt x="989" y="1311"/>
                    <a:pt x="989" y="1168"/>
                  </a:cubicBezTo>
                  <a:cubicBezTo>
                    <a:pt x="1013" y="775"/>
                    <a:pt x="1037" y="382"/>
                    <a:pt x="1061" y="1"/>
                  </a:cubicBezTo>
                  <a:lnTo>
                    <a:pt x="394" y="1477"/>
                  </a:lnTo>
                  <a:lnTo>
                    <a:pt x="1" y="2358"/>
                  </a:lnTo>
                  <a:cubicBezTo>
                    <a:pt x="334" y="2108"/>
                    <a:pt x="644" y="1846"/>
                    <a:pt x="965" y="1584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46"/>
            <p:cNvSpPr/>
            <p:nvPr/>
          </p:nvSpPr>
          <p:spPr>
            <a:xfrm>
              <a:off x="2435400" y="1468775"/>
              <a:ext cx="2583400" cy="1165325"/>
            </a:xfrm>
            <a:custGeom>
              <a:rect b="b" l="l" r="r" t="t"/>
              <a:pathLst>
                <a:path extrusionOk="0" h="46613" w="103336">
                  <a:moveTo>
                    <a:pt x="16467" y="1845"/>
                  </a:moveTo>
                  <a:cubicBezTo>
                    <a:pt x="16467" y="1857"/>
                    <a:pt x="16467" y="1869"/>
                    <a:pt x="16467" y="1881"/>
                  </a:cubicBezTo>
                  <a:cubicBezTo>
                    <a:pt x="16443" y="2286"/>
                    <a:pt x="16420" y="2691"/>
                    <a:pt x="16396" y="3096"/>
                  </a:cubicBezTo>
                  <a:cubicBezTo>
                    <a:pt x="16324" y="4477"/>
                    <a:pt x="16253" y="5858"/>
                    <a:pt x="16134" y="7227"/>
                  </a:cubicBezTo>
                  <a:cubicBezTo>
                    <a:pt x="15348" y="16228"/>
                    <a:pt x="12812" y="25063"/>
                    <a:pt x="8752" y="33123"/>
                  </a:cubicBezTo>
                  <a:cubicBezTo>
                    <a:pt x="8347" y="33945"/>
                    <a:pt x="7907" y="34766"/>
                    <a:pt x="7466" y="35564"/>
                  </a:cubicBezTo>
                  <a:cubicBezTo>
                    <a:pt x="5323" y="39457"/>
                    <a:pt x="2835" y="43136"/>
                    <a:pt x="1" y="46553"/>
                  </a:cubicBezTo>
                  <a:cubicBezTo>
                    <a:pt x="5144" y="43803"/>
                    <a:pt x="10026" y="40553"/>
                    <a:pt x="14562" y="36885"/>
                  </a:cubicBezTo>
                  <a:cubicBezTo>
                    <a:pt x="15693" y="35981"/>
                    <a:pt x="16801" y="35052"/>
                    <a:pt x="17884" y="34099"/>
                  </a:cubicBezTo>
                  <a:cubicBezTo>
                    <a:pt x="24421" y="28325"/>
                    <a:pt x="30171" y="21646"/>
                    <a:pt x="34886" y="14299"/>
                  </a:cubicBezTo>
                  <a:cubicBezTo>
                    <a:pt x="34208" y="15585"/>
                    <a:pt x="33493" y="16835"/>
                    <a:pt x="32719" y="18062"/>
                  </a:cubicBezTo>
                  <a:cubicBezTo>
                    <a:pt x="32029" y="19181"/>
                    <a:pt x="31302" y="20288"/>
                    <a:pt x="30707" y="21455"/>
                  </a:cubicBezTo>
                  <a:cubicBezTo>
                    <a:pt x="30457" y="21907"/>
                    <a:pt x="30243" y="22384"/>
                    <a:pt x="30052" y="22872"/>
                  </a:cubicBezTo>
                  <a:cubicBezTo>
                    <a:pt x="29481" y="24360"/>
                    <a:pt x="29207" y="25956"/>
                    <a:pt x="28874" y="27515"/>
                  </a:cubicBezTo>
                  <a:cubicBezTo>
                    <a:pt x="28195" y="30635"/>
                    <a:pt x="27207" y="33695"/>
                    <a:pt x="25945" y="36624"/>
                  </a:cubicBezTo>
                  <a:cubicBezTo>
                    <a:pt x="24433" y="40160"/>
                    <a:pt x="22539" y="43517"/>
                    <a:pt x="20265" y="46613"/>
                  </a:cubicBezTo>
                  <a:cubicBezTo>
                    <a:pt x="20742" y="46399"/>
                    <a:pt x="21218" y="46172"/>
                    <a:pt x="21694" y="45934"/>
                  </a:cubicBezTo>
                  <a:cubicBezTo>
                    <a:pt x="21789" y="45887"/>
                    <a:pt x="21873" y="45839"/>
                    <a:pt x="21968" y="45791"/>
                  </a:cubicBezTo>
                  <a:cubicBezTo>
                    <a:pt x="22956" y="45291"/>
                    <a:pt x="23909" y="44756"/>
                    <a:pt x="24849" y="44196"/>
                  </a:cubicBezTo>
                  <a:cubicBezTo>
                    <a:pt x="29636" y="41315"/>
                    <a:pt x="33815" y="37600"/>
                    <a:pt x="37553" y="33373"/>
                  </a:cubicBezTo>
                  <a:cubicBezTo>
                    <a:pt x="41042" y="29420"/>
                    <a:pt x="44137" y="25039"/>
                    <a:pt x="46947" y="20491"/>
                  </a:cubicBezTo>
                  <a:cubicBezTo>
                    <a:pt x="46221" y="21955"/>
                    <a:pt x="45483" y="23408"/>
                    <a:pt x="44745" y="24872"/>
                  </a:cubicBezTo>
                  <a:cubicBezTo>
                    <a:pt x="44649" y="25075"/>
                    <a:pt x="44542" y="25289"/>
                    <a:pt x="44435" y="25491"/>
                  </a:cubicBezTo>
                  <a:cubicBezTo>
                    <a:pt x="40911" y="31337"/>
                    <a:pt x="36958" y="36921"/>
                    <a:pt x="32648" y="42219"/>
                  </a:cubicBezTo>
                  <a:cubicBezTo>
                    <a:pt x="31433" y="43696"/>
                    <a:pt x="30207" y="45172"/>
                    <a:pt x="28945" y="46601"/>
                  </a:cubicBezTo>
                  <a:cubicBezTo>
                    <a:pt x="41887" y="40588"/>
                    <a:pt x="53543" y="31849"/>
                    <a:pt x="63056" y="21205"/>
                  </a:cubicBezTo>
                  <a:lnTo>
                    <a:pt x="62795" y="22229"/>
                  </a:lnTo>
                  <a:cubicBezTo>
                    <a:pt x="62795" y="22312"/>
                    <a:pt x="62795" y="22396"/>
                    <a:pt x="62783" y="22479"/>
                  </a:cubicBezTo>
                  <a:cubicBezTo>
                    <a:pt x="62783" y="22527"/>
                    <a:pt x="62783" y="22574"/>
                    <a:pt x="62783" y="22622"/>
                  </a:cubicBezTo>
                  <a:cubicBezTo>
                    <a:pt x="62592" y="29861"/>
                    <a:pt x="59080" y="36957"/>
                    <a:pt x="53424" y="41469"/>
                  </a:cubicBezTo>
                  <a:cubicBezTo>
                    <a:pt x="54103" y="41327"/>
                    <a:pt x="54782" y="41160"/>
                    <a:pt x="55448" y="40969"/>
                  </a:cubicBezTo>
                  <a:cubicBezTo>
                    <a:pt x="57258" y="40469"/>
                    <a:pt x="59008" y="39779"/>
                    <a:pt x="60687" y="38945"/>
                  </a:cubicBezTo>
                  <a:cubicBezTo>
                    <a:pt x="61925" y="38326"/>
                    <a:pt x="63140" y="37624"/>
                    <a:pt x="64295" y="36838"/>
                  </a:cubicBezTo>
                  <a:cubicBezTo>
                    <a:pt x="64914" y="36421"/>
                    <a:pt x="65521" y="35981"/>
                    <a:pt x="66116" y="35516"/>
                  </a:cubicBezTo>
                  <a:cubicBezTo>
                    <a:pt x="70807" y="31825"/>
                    <a:pt x="74451" y="26825"/>
                    <a:pt x="76356" y="21169"/>
                  </a:cubicBezTo>
                  <a:cubicBezTo>
                    <a:pt x="76380" y="21086"/>
                    <a:pt x="76415" y="21014"/>
                    <a:pt x="76439" y="20919"/>
                  </a:cubicBezTo>
                  <a:cubicBezTo>
                    <a:pt x="76427" y="21014"/>
                    <a:pt x="76391" y="21098"/>
                    <a:pt x="76380" y="21181"/>
                  </a:cubicBezTo>
                  <a:cubicBezTo>
                    <a:pt x="75272" y="26027"/>
                    <a:pt x="73332" y="30659"/>
                    <a:pt x="70665" y="34838"/>
                  </a:cubicBezTo>
                  <a:cubicBezTo>
                    <a:pt x="70450" y="35171"/>
                    <a:pt x="70248" y="35504"/>
                    <a:pt x="70022" y="35826"/>
                  </a:cubicBezTo>
                  <a:cubicBezTo>
                    <a:pt x="70081" y="35790"/>
                    <a:pt x="70129" y="35754"/>
                    <a:pt x="70188" y="35719"/>
                  </a:cubicBezTo>
                  <a:cubicBezTo>
                    <a:pt x="70665" y="35409"/>
                    <a:pt x="71117" y="35088"/>
                    <a:pt x="71558" y="34742"/>
                  </a:cubicBezTo>
                  <a:cubicBezTo>
                    <a:pt x="74082" y="32766"/>
                    <a:pt x="76106" y="30194"/>
                    <a:pt x="77892" y="27515"/>
                  </a:cubicBezTo>
                  <a:cubicBezTo>
                    <a:pt x="79201" y="25575"/>
                    <a:pt x="80404" y="23527"/>
                    <a:pt x="81368" y="21395"/>
                  </a:cubicBezTo>
                  <a:cubicBezTo>
                    <a:pt x="81392" y="21348"/>
                    <a:pt x="81416" y="21288"/>
                    <a:pt x="81440" y="21241"/>
                  </a:cubicBezTo>
                  <a:cubicBezTo>
                    <a:pt x="81809" y="23181"/>
                    <a:pt x="81975" y="25146"/>
                    <a:pt x="81940" y="27110"/>
                  </a:cubicBezTo>
                  <a:cubicBezTo>
                    <a:pt x="81916" y="29432"/>
                    <a:pt x="81606" y="31742"/>
                    <a:pt x="81059" y="33992"/>
                  </a:cubicBezTo>
                  <a:cubicBezTo>
                    <a:pt x="80844" y="34885"/>
                    <a:pt x="80582" y="35778"/>
                    <a:pt x="80285" y="36647"/>
                  </a:cubicBezTo>
                  <a:cubicBezTo>
                    <a:pt x="79428" y="39148"/>
                    <a:pt x="78261" y="41529"/>
                    <a:pt x="76772" y="43708"/>
                  </a:cubicBezTo>
                  <a:cubicBezTo>
                    <a:pt x="76665" y="43874"/>
                    <a:pt x="76558" y="44041"/>
                    <a:pt x="76451" y="44208"/>
                  </a:cubicBezTo>
                  <a:cubicBezTo>
                    <a:pt x="77189" y="43755"/>
                    <a:pt x="77892" y="43267"/>
                    <a:pt x="78582" y="42743"/>
                  </a:cubicBezTo>
                  <a:cubicBezTo>
                    <a:pt x="81071" y="40886"/>
                    <a:pt x="83226" y="38600"/>
                    <a:pt x="84928" y="36004"/>
                  </a:cubicBezTo>
                  <a:cubicBezTo>
                    <a:pt x="85369" y="35326"/>
                    <a:pt x="85774" y="34623"/>
                    <a:pt x="86155" y="33909"/>
                  </a:cubicBezTo>
                  <a:cubicBezTo>
                    <a:pt x="86357" y="33516"/>
                    <a:pt x="86583" y="33111"/>
                    <a:pt x="86774" y="32706"/>
                  </a:cubicBezTo>
                  <a:cubicBezTo>
                    <a:pt x="86714" y="32897"/>
                    <a:pt x="86643" y="33099"/>
                    <a:pt x="86583" y="33290"/>
                  </a:cubicBezTo>
                  <a:cubicBezTo>
                    <a:pt x="86524" y="33504"/>
                    <a:pt x="86464" y="33707"/>
                    <a:pt x="86393" y="33921"/>
                  </a:cubicBezTo>
                  <a:cubicBezTo>
                    <a:pt x="86202" y="34576"/>
                    <a:pt x="86000" y="35242"/>
                    <a:pt x="85774" y="35909"/>
                  </a:cubicBezTo>
                  <a:cubicBezTo>
                    <a:pt x="84821" y="38707"/>
                    <a:pt x="83678" y="41446"/>
                    <a:pt x="82345" y="44089"/>
                  </a:cubicBezTo>
                  <a:cubicBezTo>
                    <a:pt x="82583" y="43946"/>
                    <a:pt x="82809" y="43791"/>
                    <a:pt x="83035" y="43648"/>
                  </a:cubicBezTo>
                  <a:cubicBezTo>
                    <a:pt x="86488" y="41410"/>
                    <a:pt x="89488" y="38576"/>
                    <a:pt x="92024" y="35338"/>
                  </a:cubicBezTo>
                  <a:cubicBezTo>
                    <a:pt x="92191" y="35123"/>
                    <a:pt x="92358" y="34909"/>
                    <a:pt x="92524" y="34695"/>
                  </a:cubicBezTo>
                  <a:cubicBezTo>
                    <a:pt x="92667" y="34516"/>
                    <a:pt x="92798" y="34326"/>
                    <a:pt x="92929" y="34135"/>
                  </a:cubicBezTo>
                  <a:cubicBezTo>
                    <a:pt x="94977" y="31325"/>
                    <a:pt x="96704" y="28265"/>
                    <a:pt x="98073" y="25086"/>
                  </a:cubicBezTo>
                  <a:cubicBezTo>
                    <a:pt x="98132" y="24944"/>
                    <a:pt x="98180" y="24813"/>
                    <a:pt x="98239" y="24670"/>
                  </a:cubicBezTo>
                  <a:cubicBezTo>
                    <a:pt x="101418" y="17109"/>
                    <a:pt x="102800" y="8894"/>
                    <a:pt x="103300" y="702"/>
                  </a:cubicBezTo>
                  <a:cubicBezTo>
                    <a:pt x="103311" y="464"/>
                    <a:pt x="103323" y="238"/>
                    <a:pt x="103335" y="0"/>
                  </a:cubicBezTo>
                  <a:lnTo>
                    <a:pt x="97025" y="0"/>
                  </a:lnTo>
                  <a:cubicBezTo>
                    <a:pt x="96263" y="4965"/>
                    <a:pt x="94727" y="9763"/>
                    <a:pt x="92262" y="14216"/>
                  </a:cubicBezTo>
                  <a:cubicBezTo>
                    <a:pt x="93453" y="9573"/>
                    <a:pt x="94096" y="4798"/>
                    <a:pt x="94179" y="0"/>
                  </a:cubicBezTo>
                  <a:lnTo>
                    <a:pt x="91536" y="0"/>
                  </a:lnTo>
                  <a:cubicBezTo>
                    <a:pt x="90596" y="8989"/>
                    <a:pt x="88452" y="17859"/>
                    <a:pt x="85143" y="26277"/>
                  </a:cubicBezTo>
                  <a:cubicBezTo>
                    <a:pt x="85857" y="18848"/>
                    <a:pt x="86500" y="10989"/>
                    <a:pt x="83285" y="4251"/>
                  </a:cubicBezTo>
                  <a:cubicBezTo>
                    <a:pt x="83571" y="6751"/>
                    <a:pt x="83654" y="9263"/>
                    <a:pt x="83547" y="11775"/>
                  </a:cubicBezTo>
                  <a:cubicBezTo>
                    <a:pt x="83523" y="10073"/>
                    <a:pt x="83321" y="8382"/>
                    <a:pt x="82999" y="6703"/>
                  </a:cubicBezTo>
                  <a:cubicBezTo>
                    <a:pt x="82821" y="5810"/>
                    <a:pt x="82618" y="4929"/>
                    <a:pt x="82404" y="4060"/>
                  </a:cubicBezTo>
                  <a:cubicBezTo>
                    <a:pt x="82047" y="2691"/>
                    <a:pt x="81642" y="1345"/>
                    <a:pt x="81237" y="0"/>
                  </a:cubicBezTo>
                  <a:lnTo>
                    <a:pt x="80463" y="0"/>
                  </a:lnTo>
                  <a:cubicBezTo>
                    <a:pt x="77796" y="9430"/>
                    <a:pt x="74034" y="18562"/>
                    <a:pt x="69260" y="27110"/>
                  </a:cubicBezTo>
                  <a:cubicBezTo>
                    <a:pt x="70188" y="21574"/>
                    <a:pt x="71117" y="16038"/>
                    <a:pt x="72046" y="10501"/>
                  </a:cubicBezTo>
                  <a:cubicBezTo>
                    <a:pt x="69224" y="15311"/>
                    <a:pt x="67081" y="20526"/>
                    <a:pt x="65712" y="25932"/>
                  </a:cubicBezTo>
                  <a:cubicBezTo>
                    <a:pt x="65045" y="24432"/>
                    <a:pt x="64378" y="22919"/>
                    <a:pt x="63723" y="21407"/>
                  </a:cubicBezTo>
                  <a:cubicBezTo>
                    <a:pt x="63628" y="21193"/>
                    <a:pt x="63533" y="20991"/>
                    <a:pt x="63437" y="20776"/>
                  </a:cubicBezTo>
                  <a:cubicBezTo>
                    <a:pt x="65914" y="17967"/>
                    <a:pt x="68248" y="15038"/>
                    <a:pt x="70415" y="11978"/>
                  </a:cubicBezTo>
                  <a:cubicBezTo>
                    <a:pt x="72498" y="9049"/>
                    <a:pt x="74427" y="6001"/>
                    <a:pt x="76189" y="2869"/>
                  </a:cubicBezTo>
                  <a:cubicBezTo>
                    <a:pt x="76725" y="1917"/>
                    <a:pt x="77249" y="964"/>
                    <a:pt x="77749" y="0"/>
                  </a:cubicBezTo>
                  <a:lnTo>
                    <a:pt x="72034" y="0"/>
                  </a:lnTo>
                  <a:cubicBezTo>
                    <a:pt x="70998" y="1012"/>
                    <a:pt x="69938" y="1988"/>
                    <a:pt x="68843" y="2941"/>
                  </a:cubicBezTo>
                  <a:cubicBezTo>
                    <a:pt x="69450" y="1976"/>
                    <a:pt x="70022" y="988"/>
                    <a:pt x="70581" y="0"/>
                  </a:cubicBezTo>
                  <a:lnTo>
                    <a:pt x="63461" y="0"/>
                  </a:lnTo>
                  <a:cubicBezTo>
                    <a:pt x="62521" y="1048"/>
                    <a:pt x="61556" y="2072"/>
                    <a:pt x="60568" y="3072"/>
                  </a:cubicBezTo>
                  <a:cubicBezTo>
                    <a:pt x="60842" y="2048"/>
                    <a:pt x="61128" y="1024"/>
                    <a:pt x="61413" y="0"/>
                  </a:cubicBezTo>
                  <a:lnTo>
                    <a:pt x="56984" y="0"/>
                  </a:lnTo>
                  <a:cubicBezTo>
                    <a:pt x="53901" y="6501"/>
                    <a:pt x="50710" y="12954"/>
                    <a:pt x="47495" y="19395"/>
                  </a:cubicBezTo>
                  <a:cubicBezTo>
                    <a:pt x="47376" y="19586"/>
                    <a:pt x="47245" y="19776"/>
                    <a:pt x="47126" y="19967"/>
                  </a:cubicBezTo>
                  <a:cubicBezTo>
                    <a:pt x="45626" y="22265"/>
                    <a:pt x="44054" y="24491"/>
                    <a:pt x="42375" y="26670"/>
                  </a:cubicBezTo>
                  <a:cubicBezTo>
                    <a:pt x="39589" y="30289"/>
                    <a:pt x="36577" y="33754"/>
                    <a:pt x="33338" y="36981"/>
                  </a:cubicBezTo>
                  <a:cubicBezTo>
                    <a:pt x="38434" y="28551"/>
                    <a:pt x="42316" y="19395"/>
                    <a:pt x="44852" y="9882"/>
                  </a:cubicBezTo>
                  <a:cubicBezTo>
                    <a:pt x="41804" y="18812"/>
                    <a:pt x="37351" y="27265"/>
                    <a:pt x="31695" y="34826"/>
                  </a:cubicBezTo>
                  <a:cubicBezTo>
                    <a:pt x="36791" y="23848"/>
                    <a:pt x="40042" y="12037"/>
                    <a:pt x="41304" y="12"/>
                  </a:cubicBezTo>
                  <a:lnTo>
                    <a:pt x="40530" y="12"/>
                  </a:lnTo>
                  <a:cubicBezTo>
                    <a:pt x="40316" y="702"/>
                    <a:pt x="40113" y="1393"/>
                    <a:pt x="39899" y="2084"/>
                  </a:cubicBezTo>
                  <a:cubicBezTo>
                    <a:pt x="39792" y="2429"/>
                    <a:pt x="39684" y="2786"/>
                    <a:pt x="39577" y="3131"/>
                  </a:cubicBezTo>
                  <a:cubicBezTo>
                    <a:pt x="38530" y="6453"/>
                    <a:pt x="37220" y="9704"/>
                    <a:pt x="35660" y="12823"/>
                  </a:cubicBezTo>
                  <a:cubicBezTo>
                    <a:pt x="34767" y="14014"/>
                    <a:pt x="33850" y="15192"/>
                    <a:pt x="32922" y="16347"/>
                  </a:cubicBezTo>
                  <a:cubicBezTo>
                    <a:pt x="29755" y="20276"/>
                    <a:pt x="26349" y="24003"/>
                    <a:pt x="22730" y="27515"/>
                  </a:cubicBezTo>
                  <a:cubicBezTo>
                    <a:pt x="28600" y="19038"/>
                    <a:pt x="33291" y="9751"/>
                    <a:pt x="36672" y="12"/>
                  </a:cubicBezTo>
                  <a:lnTo>
                    <a:pt x="36446" y="12"/>
                  </a:lnTo>
                  <a:cubicBezTo>
                    <a:pt x="34470" y="4155"/>
                    <a:pt x="32243" y="8191"/>
                    <a:pt x="29755" y="12049"/>
                  </a:cubicBezTo>
                  <a:cubicBezTo>
                    <a:pt x="28195" y="14454"/>
                    <a:pt x="26552" y="16800"/>
                    <a:pt x="24814" y="19062"/>
                  </a:cubicBezTo>
                  <a:cubicBezTo>
                    <a:pt x="22992" y="21443"/>
                    <a:pt x="21063" y="23753"/>
                    <a:pt x="19039" y="25979"/>
                  </a:cubicBezTo>
                  <a:cubicBezTo>
                    <a:pt x="22170" y="20074"/>
                    <a:pt x="24933" y="13895"/>
                    <a:pt x="26981" y="7525"/>
                  </a:cubicBezTo>
                  <a:cubicBezTo>
                    <a:pt x="27040" y="7322"/>
                    <a:pt x="27111" y="7120"/>
                    <a:pt x="27171" y="6918"/>
                  </a:cubicBezTo>
                  <a:cubicBezTo>
                    <a:pt x="27885" y="4632"/>
                    <a:pt x="28493" y="2334"/>
                    <a:pt x="29005" y="12"/>
                  </a:cubicBezTo>
                  <a:lnTo>
                    <a:pt x="18694" y="12"/>
                  </a:lnTo>
                  <a:cubicBezTo>
                    <a:pt x="18003" y="607"/>
                    <a:pt x="17301" y="1191"/>
                    <a:pt x="16586" y="1762"/>
                  </a:cubicBezTo>
                  <a:cubicBezTo>
                    <a:pt x="16539" y="1786"/>
                    <a:pt x="16503" y="1822"/>
                    <a:pt x="16467" y="1845"/>
                  </a:cubicBezTo>
                  <a:close/>
                  <a:moveTo>
                    <a:pt x="83238" y="15502"/>
                  </a:moveTo>
                  <a:cubicBezTo>
                    <a:pt x="82976" y="17681"/>
                    <a:pt x="82559" y="19848"/>
                    <a:pt x="81987" y="21967"/>
                  </a:cubicBezTo>
                  <a:lnTo>
                    <a:pt x="81523" y="21050"/>
                  </a:lnTo>
                  <a:cubicBezTo>
                    <a:pt x="82309" y="19264"/>
                    <a:pt x="82904" y="17407"/>
                    <a:pt x="83238" y="1550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46"/>
            <p:cNvSpPr/>
            <p:nvPr/>
          </p:nvSpPr>
          <p:spPr>
            <a:xfrm>
              <a:off x="5023225" y="1565500"/>
              <a:ext cx="7775" cy="19375"/>
            </a:xfrm>
            <a:custGeom>
              <a:rect b="b" l="l" r="r" t="t"/>
              <a:pathLst>
                <a:path extrusionOk="0" h="775" w="311">
                  <a:moveTo>
                    <a:pt x="239" y="774"/>
                  </a:moveTo>
                  <a:lnTo>
                    <a:pt x="310" y="1"/>
                  </a:lnTo>
                  <a:cubicBezTo>
                    <a:pt x="1" y="120"/>
                    <a:pt x="37" y="501"/>
                    <a:pt x="239" y="774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46"/>
            <p:cNvSpPr/>
            <p:nvPr/>
          </p:nvSpPr>
          <p:spPr>
            <a:xfrm>
              <a:off x="5027700" y="1584850"/>
              <a:ext cx="20550" cy="14600"/>
            </a:xfrm>
            <a:custGeom>
              <a:rect b="b" l="l" r="r" t="t"/>
              <a:pathLst>
                <a:path extrusionOk="0" h="584" w="822">
                  <a:moveTo>
                    <a:pt x="60" y="0"/>
                  </a:moveTo>
                  <a:lnTo>
                    <a:pt x="0" y="584"/>
                  </a:lnTo>
                  <a:cubicBezTo>
                    <a:pt x="262" y="441"/>
                    <a:pt x="536" y="346"/>
                    <a:pt x="822" y="262"/>
                  </a:cubicBezTo>
                  <a:cubicBezTo>
                    <a:pt x="727" y="274"/>
                    <a:pt x="632" y="298"/>
                    <a:pt x="524" y="286"/>
                  </a:cubicBezTo>
                  <a:cubicBezTo>
                    <a:pt x="334" y="274"/>
                    <a:pt x="167" y="155"/>
                    <a:pt x="60" y="0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46"/>
            <p:cNvSpPr/>
            <p:nvPr/>
          </p:nvSpPr>
          <p:spPr>
            <a:xfrm>
              <a:off x="5048250" y="1589900"/>
              <a:ext cx="4475" cy="1525"/>
            </a:xfrm>
            <a:custGeom>
              <a:rect b="b" l="l" r="r" t="t"/>
              <a:pathLst>
                <a:path extrusionOk="0" fill="none" h="61" w="179">
                  <a:moveTo>
                    <a:pt x="179" y="1"/>
                  </a:moveTo>
                  <a:cubicBezTo>
                    <a:pt x="119" y="25"/>
                    <a:pt x="60" y="48"/>
                    <a:pt x="0" y="60"/>
                  </a:cubicBezTo>
                </a:path>
              </a:pathLst>
            </a:custGeom>
            <a:noFill/>
            <a:ln cap="rnd" cmpd="sng" w="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46"/>
            <p:cNvSpPr/>
            <p:nvPr/>
          </p:nvSpPr>
          <p:spPr>
            <a:xfrm>
              <a:off x="5052700" y="1469050"/>
              <a:ext cx="423900" cy="1181725"/>
            </a:xfrm>
            <a:custGeom>
              <a:rect b="b" l="l" r="r" t="t"/>
              <a:pathLst>
                <a:path extrusionOk="0" h="47269" w="16956">
                  <a:moveTo>
                    <a:pt x="10252" y="22146"/>
                  </a:moveTo>
                  <a:cubicBezTo>
                    <a:pt x="10883" y="17622"/>
                    <a:pt x="10216" y="12919"/>
                    <a:pt x="8359" y="8752"/>
                  </a:cubicBezTo>
                  <a:cubicBezTo>
                    <a:pt x="7692" y="7276"/>
                    <a:pt x="6847" y="5811"/>
                    <a:pt x="5537" y="4847"/>
                  </a:cubicBezTo>
                  <a:cubicBezTo>
                    <a:pt x="4227" y="3882"/>
                    <a:pt x="2370" y="3513"/>
                    <a:pt x="953" y="4311"/>
                  </a:cubicBezTo>
                  <a:cubicBezTo>
                    <a:pt x="644" y="4490"/>
                    <a:pt x="334" y="4728"/>
                    <a:pt x="1" y="4847"/>
                  </a:cubicBezTo>
                  <a:cubicBezTo>
                    <a:pt x="2799" y="4144"/>
                    <a:pt x="5989" y="6097"/>
                    <a:pt x="7311" y="8800"/>
                  </a:cubicBezTo>
                  <a:cubicBezTo>
                    <a:pt x="7323" y="8812"/>
                    <a:pt x="7335" y="8835"/>
                    <a:pt x="7347" y="8859"/>
                  </a:cubicBezTo>
                  <a:cubicBezTo>
                    <a:pt x="8811" y="11919"/>
                    <a:pt x="8502" y="15491"/>
                    <a:pt x="8025" y="18848"/>
                  </a:cubicBezTo>
                  <a:cubicBezTo>
                    <a:pt x="6871" y="27040"/>
                    <a:pt x="4906" y="35112"/>
                    <a:pt x="2132" y="42911"/>
                  </a:cubicBezTo>
                  <a:cubicBezTo>
                    <a:pt x="1846" y="43721"/>
                    <a:pt x="1548" y="44530"/>
                    <a:pt x="1239" y="45340"/>
                  </a:cubicBezTo>
                  <a:cubicBezTo>
                    <a:pt x="989" y="45983"/>
                    <a:pt x="751" y="46626"/>
                    <a:pt x="501" y="47257"/>
                  </a:cubicBezTo>
                  <a:cubicBezTo>
                    <a:pt x="501" y="47269"/>
                    <a:pt x="501" y="47269"/>
                    <a:pt x="489" y="47269"/>
                  </a:cubicBezTo>
                  <a:cubicBezTo>
                    <a:pt x="2144" y="45387"/>
                    <a:pt x="3703" y="43423"/>
                    <a:pt x="5156" y="41399"/>
                  </a:cubicBezTo>
                  <a:cubicBezTo>
                    <a:pt x="7585" y="37982"/>
                    <a:pt x="9728" y="34362"/>
                    <a:pt x="11550" y="30588"/>
                  </a:cubicBezTo>
                  <a:cubicBezTo>
                    <a:pt x="13121" y="26099"/>
                    <a:pt x="14705" y="21599"/>
                    <a:pt x="16276" y="17110"/>
                  </a:cubicBezTo>
                  <a:lnTo>
                    <a:pt x="16955" y="4882"/>
                  </a:lnTo>
                  <a:cubicBezTo>
                    <a:pt x="16598" y="3549"/>
                    <a:pt x="16169" y="2227"/>
                    <a:pt x="15681" y="942"/>
                  </a:cubicBezTo>
                  <a:cubicBezTo>
                    <a:pt x="15562" y="608"/>
                    <a:pt x="15062" y="191"/>
                    <a:pt x="14729" y="1"/>
                  </a:cubicBezTo>
                  <a:lnTo>
                    <a:pt x="14419" y="1"/>
                  </a:lnTo>
                  <a:cubicBezTo>
                    <a:pt x="14419" y="25"/>
                    <a:pt x="14419" y="37"/>
                    <a:pt x="14431" y="60"/>
                  </a:cubicBezTo>
                  <a:cubicBezTo>
                    <a:pt x="14848" y="918"/>
                    <a:pt x="15181" y="1775"/>
                    <a:pt x="15479" y="2632"/>
                  </a:cubicBezTo>
                  <a:cubicBezTo>
                    <a:pt x="15681" y="3192"/>
                    <a:pt x="15848" y="3751"/>
                    <a:pt x="16003" y="4311"/>
                  </a:cubicBezTo>
                  <a:cubicBezTo>
                    <a:pt x="15455" y="2858"/>
                    <a:pt x="14669" y="1477"/>
                    <a:pt x="13693" y="251"/>
                  </a:cubicBezTo>
                  <a:cubicBezTo>
                    <a:pt x="13621" y="168"/>
                    <a:pt x="13550" y="84"/>
                    <a:pt x="13478" y="1"/>
                  </a:cubicBezTo>
                  <a:lnTo>
                    <a:pt x="9264" y="1"/>
                  </a:lnTo>
                  <a:cubicBezTo>
                    <a:pt x="10788" y="2085"/>
                    <a:pt x="11824" y="4585"/>
                    <a:pt x="12276" y="7133"/>
                  </a:cubicBezTo>
                  <a:cubicBezTo>
                    <a:pt x="13181" y="12157"/>
                    <a:pt x="12085" y="17372"/>
                    <a:pt x="10252" y="22146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46"/>
            <p:cNvSpPr/>
            <p:nvPr/>
          </p:nvSpPr>
          <p:spPr>
            <a:xfrm>
              <a:off x="5929300" y="1469050"/>
              <a:ext cx="553375" cy="1983600"/>
            </a:xfrm>
            <a:custGeom>
              <a:rect b="b" l="l" r="r" t="t"/>
              <a:pathLst>
                <a:path extrusionOk="0" h="79344" w="22135">
                  <a:moveTo>
                    <a:pt x="6537" y="9728"/>
                  </a:moveTo>
                  <a:cubicBezTo>
                    <a:pt x="6608" y="12586"/>
                    <a:pt x="6644" y="15443"/>
                    <a:pt x="6668" y="18301"/>
                  </a:cubicBezTo>
                  <a:cubicBezTo>
                    <a:pt x="6692" y="22301"/>
                    <a:pt x="6668" y="26421"/>
                    <a:pt x="5501" y="30207"/>
                  </a:cubicBezTo>
                  <a:cubicBezTo>
                    <a:pt x="6608" y="35470"/>
                    <a:pt x="6501" y="41220"/>
                    <a:pt x="6239" y="46614"/>
                  </a:cubicBezTo>
                  <a:cubicBezTo>
                    <a:pt x="6132" y="48828"/>
                    <a:pt x="6918" y="50055"/>
                    <a:pt x="6466" y="52222"/>
                  </a:cubicBezTo>
                  <a:cubicBezTo>
                    <a:pt x="6299" y="53031"/>
                    <a:pt x="6037" y="53984"/>
                    <a:pt x="5716" y="55008"/>
                  </a:cubicBezTo>
                  <a:lnTo>
                    <a:pt x="5704" y="55103"/>
                  </a:lnTo>
                  <a:cubicBezTo>
                    <a:pt x="5680" y="55960"/>
                    <a:pt x="5644" y="56806"/>
                    <a:pt x="5596" y="57663"/>
                  </a:cubicBezTo>
                  <a:cubicBezTo>
                    <a:pt x="5561" y="58377"/>
                    <a:pt x="5525" y="59080"/>
                    <a:pt x="5477" y="59794"/>
                  </a:cubicBezTo>
                  <a:cubicBezTo>
                    <a:pt x="5335" y="61913"/>
                    <a:pt x="5120" y="64009"/>
                    <a:pt x="4787" y="66080"/>
                  </a:cubicBezTo>
                  <a:cubicBezTo>
                    <a:pt x="4108" y="70260"/>
                    <a:pt x="2965" y="74296"/>
                    <a:pt x="882" y="77915"/>
                  </a:cubicBezTo>
                  <a:cubicBezTo>
                    <a:pt x="608" y="78403"/>
                    <a:pt x="310" y="78880"/>
                    <a:pt x="1" y="79344"/>
                  </a:cubicBezTo>
                  <a:cubicBezTo>
                    <a:pt x="1727" y="77665"/>
                    <a:pt x="3108" y="75689"/>
                    <a:pt x="4406" y="73653"/>
                  </a:cubicBezTo>
                  <a:cubicBezTo>
                    <a:pt x="4775" y="73069"/>
                    <a:pt x="5132" y="72498"/>
                    <a:pt x="5489" y="71915"/>
                  </a:cubicBezTo>
                  <a:cubicBezTo>
                    <a:pt x="7894" y="68033"/>
                    <a:pt x="10323" y="64092"/>
                    <a:pt x="12550" y="60056"/>
                  </a:cubicBezTo>
                  <a:cubicBezTo>
                    <a:pt x="13967" y="57484"/>
                    <a:pt x="15300" y="54889"/>
                    <a:pt x="16503" y="52234"/>
                  </a:cubicBezTo>
                  <a:cubicBezTo>
                    <a:pt x="18074" y="48769"/>
                    <a:pt x="19408" y="45221"/>
                    <a:pt x="20384" y="41577"/>
                  </a:cubicBezTo>
                  <a:cubicBezTo>
                    <a:pt x="20455" y="41316"/>
                    <a:pt x="20515" y="41054"/>
                    <a:pt x="20586" y="40792"/>
                  </a:cubicBezTo>
                  <a:cubicBezTo>
                    <a:pt x="20598" y="40744"/>
                    <a:pt x="20610" y="40696"/>
                    <a:pt x="20622" y="40637"/>
                  </a:cubicBezTo>
                  <a:cubicBezTo>
                    <a:pt x="20646" y="40542"/>
                    <a:pt x="20670" y="40434"/>
                    <a:pt x="20694" y="40339"/>
                  </a:cubicBezTo>
                  <a:cubicBezTo>
                    <a:pt x="20729" y="40196"/>
                    <a:pt x="20765" y="40053"/>
                    <a:pt x="20801" y="39899"/>
                  </a:cubicBezTo>
                  <a:cubicBezTo>
                    <a:pt x="19396" y="40458"/>
                    <a:pt x="17967" y="40982"/>
                    <a:pt x="16526" y="41435"/>
                  </a:cubicBezTo>
                  <a:cubicBezTo>
                    <a:pt x="17384" y="40946"/>
                    <a:pt x="18217" y="40423"/>
                    <a:pt x="19039" y="39875"/>
                  </a:cubicBezTo>
                  <a:cubicBezTo>
                    <a:pt x="18134" y="40101"/>
                    <a:pt x="17229" y="40303"/>
                    <a:pt x="16312" y="40470"/>
                  </a:cubicBezTo>
                  <a:cubicBezTo>
                    <a:pt x="17467" y="40220"/>
                    <a:pt x="18586" y="39875"/>
                    <a:pt x="19682" y="39446"/>
                  </a:cubicBezTo>
                  <a:cubicBezTo>
                    <a:pt x="20170" y="39125"/>
                    <a:pt x="20646" y="38779"/>
                    <a:pt x="21122" y="38434"/>
                  </a:cubicBezTo>
                  <a:lnTo>
                    <a:pt x="21158" y="38244"/>
                  </a:lnTo>
                  <a:cubicBezTo>
                    <a:pt x="21337" y="37339"/>
                    <a:pt x="21503" y="36434"/>
                    <a:pt x="21634" y="35517"/>
                  </a:cubicBezTo>
                  <a:cubicBezTo>
                    <a:pt x="21670" y="35231"/>
                    <a:pt x="21706" y="34934"/>
                    <a:pt x="21741" y="34636"/>
                  </a:cubicBezTo>
                  <a:cubicBezTo>
                    <a:pt x="21741" y="34624"/>
                    <a:pt x="21741" y="34624"/>
                    <a:pt x="21753" y="34612"/>
                  </a:cubicBezTo>
                  <a:cubicBezTo>
                    <a:pt x="21396" y="34934"/>
                    <a:pt x="21027" y="35255"/>
                    <a:pt x="20670" y="35577"/>
                  </a:cubicBezTo>
                  <a:cubicBezTo>
                    <a:pt x="21063" y="35231"/>
                    <a:pt x="21420" y="34839"/>
                    <a:pt x="21777" y="34398"/>
                  </a:cubicBezTo>
                  <a:cubicBezTo>
                    <a:pt x="21813" y="34041"/>
                    <a:pt x="21848" y="33684"/>
                    <a:pt x="21884" y="33326"/>
                  </a:cubicBezTo>
                  <a:cubicBezTo>
                    <a:pt x="21908" y="33100"/>
                    <a:pt x="21932" y="32874"/>
                    <a:pt x="21956" y="32648"/>
                  </a:cubicBezTo>
                  <a:cubicBezTo>
                    <a:pt x="22099" y="30850"/>
                    <a:pt x="22134" y="29052"/>
                    <a:pt x="22110" y="27266"/>
                  </a:cubicBezTo>
                  <a:cubicBezTo>
                    <a:pt x="22110" y="27242"/>
                    <a:pt x="22110" y="27230"/>
                    <a:pt x="22110" y="27219"/>
                  </a:cubicBezTo>
                  <a:cubicBezTo>
                    <a:pt x="20813" y="28504"/>
                    <a:pt x="19455" y="29659"/>
                    <a:pt x="18062" y="30624"/>
                  </a:cubicBezTo>
                  <a:cubicBezTo>
                    <a:pt x="17705" y="30945"/>
                    <a:pt x="17324" y="31207"/>
                    <a:pt x="16931" y="31374"/>
                  </a:cubicBezTo>
                  <a:cubicBezTo>
                    <a:pt x="17312" y="31148"/>
                    <a:pt x="17693" y="30886"/>
                    <a:pt x="18062" y="30624"/>
                  </a:cubicBezTo>
                  <a:cubicBezTo>
                    <a:pt x="18836" y="29957"/>
                    <a:pt x="19527" y="28993"/>
                    <a:pt x="20134" y="27838"/>
                  </a:cubicBezTo>
                  <a:cubicBezTo>
                    <a:pt x="19515" y="28362"/>
                    <a:pt x="18884" y="28874"/>
                    <a:pt x="18229" y="29362"/>
                  </a:cubicBezTo>
                  <a:cubicBezTo>
                    <a:pt x="19658" y="27171"/>
                    <a:pt x="20884" y="24849"/>
                    <a:pt x="21920" y="22444"/>
                  </a:cubicBezTo>
                  <a:cubicBezTo>
                    <a:pt x="21860" y="21468"/>
                    <a:pt x="21801" y="20492"/>
                    <a:pt x="21741" y="19515"/>
                  </a:cubicBezTo>
                  <a:cubicBezTo>
                    <a:pt x="21325" y="13003"/>
                    <a:pt x="20884" y="6430"/>
                    <a:pt x="19813" y="1"/>
                  </a:cubicBezTo>
                  <a:lnTo>
                    <a:pt x="18122" y="1"/>
                  </a:lnTo>
                  <a:cubicBezTo>
                    <a:pt x="18146" y="668"/>
                    <a:pt x="18181" y="1334"/>
                    <a:pt x="18193" y="2001"/>
                  </a:cubicBezTo>
                  <a:cubicBezTo>
                    <a:pt x="18253" y="4132"/>
                    <a:pt x="18265" y="6264"/>
                    <a:pt x="18229" y="8395"/>
                  </a:cubicBezTo>
                  <a:cubicBezTo>
                    <a:pt x="18193" y="10276"/>
                    <a:pt x="18134" y="12169"/>
                    <a:pt x="18027" y="14050"/>
                  </a:cubicBezTo>
                  <a:cubicBezTo>
                    <a:pt x="17681" y="9383"/>
                    <a:pt x="17312" y="4644"/>
                    <a:pt x="16586" y="1"/>
                  </a:cubicBezTo>
                  <a:lnTo>
                    <a:pt x="11752" y="1"/>
                  </a:lnTo>
                  <a:cubicBezTo>
                    <a:pt x="11573" y="7085"/>
                    <a:pt x="11097" y="14157"/>
                    <a:pt x="10311" y="21194"/>
                  </a:cubicBezTo>
                  <a:lnTo>
                    <a:pt x="10299" y="21313"/>
                  </a:lnTo>
                  <a:cubicBezTo>
                    <a:pt x="10157" y="22575"/>
                    <a:pt x="10014" y="23849"/>
                    <a:pt x="9859" y="25111"/>
                  </a:cubicBezTo>
                  <a:cubicBezTo>
                    <a:pt x="9954" y="23099"/>
                    <a:pt x="10049" y="21075"/>
                    <a:pt x="10121" y="19027"/>
                  </a:cubicBezTo>
                  <a:cubicBezTo>
                    <a:pt x="10204" y="16312"/>
                    <a:pt x="10252" y="13574"/>
                    <a:pt x="10204" y="10847"/>
                  </a:cubicBezTo>
                  <a:cubicBezTo>
                    <a:pt x="10145" y="7192"/>
                    <a:pt x="9907" y="3549"/>
                    <a:pt x="9383" y="1"/>
                  </a:cubicBezTo>
                  <a:lnTo>
                    <a:pt x="6073" y="1"/>
                  </a:lnTo>
                  <a:cubicBezTo>
                    <a:pt x="6227" y="2085"/>
                    <a:pt x="6347" y="4180"/>
                    <a:pt x="6430" y="6275"/>
                  </a:cubicBezTo>
                  <a:cubicBezTo>
                    <a:pt x="6478" y="7430"/>
                    <a:pt x="6513" y="8585"/>
                    <a:pt x="6537" y="972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46"/>
            <p:cNvSpPr/>
            <p:nvPr/>
          </p:nvSpPr>
          <p:spPr>
            <a:xfrm>
              <a:off x="5262250" y="1469050"/>
              <a:ext cx="791800" cy="2338425"/>
            </a:xfrm>
            <a:custGeom>
              <a:rect b="b" l="l" r="r" t="t"/>
              <a:pathLst>
                <a:path extrusionOk="0" h="93537" w="31672">
                  <a:moveTo>
                    <a:pt x="22492" y="8371"/>
                  </a:moveTo>
                  <a:cubicBezTo>
                    <a:pt x="22968" y="10026"/>
                    <a:pt x="23396" y="11693"/>
                    <a:pt x="23801" y="13372"/>
                  </a:cubicBezTo>
                  <a:cubicBezTo>
                    <a:pt x="23635" y="13086"/>
                    <a:pt x="23480" y="12800"/>
                    <a:pt x="23301" y="12514"/>
                  </a:cubicBezTo>
                  <a:cubicBezTo>
                    <a:pt x="24397" y="21968"/>
                    <a:pt x="25385" y="32076"/>
                    <a:pt x="21027" y="40530"/>
                  </a:cubicBezTo>
                  <a:cubicBezTo>
                    <a:pt x="22718" y="30362"/>
                    <a:pt x="22742" y="19932"/>
                    <a:pt x="21122" y="9752"/>
                  </a:cubicBezTo>
                  <a:cubicBezTo>
                    <a:pt x="21027" y="9145"/>
                    <a:pt x="20920" y="8538"/>
                    <a:pt x="20813" y="7930"/>
                  </a:cubicBezTo>
                  <a:cubicBezTo>
                    <a:pt x="20241" y="22254"/>
                    <a:pt x="19515" y="36613"/>
                    <a:pt x="16777" y="50662"/>
                  </a:cubicBezTo>
                  <a:cubicBezTo>
                    <a:pt x="15634" y="56544"/>
                    <a:pt x="14121" y="62378"/>
                    <a:pt x="12145" y="68045"/>
                  </a:cubicBezTo>
                  <a:cubicBezTo>
                    <a:pt x="16550" y="72319"/>
                    <a:pt x="8216" y="82094"/>
                    <a:pt x="2930" y="87464"/>
                  </a:cubicBezTo>
                  <a:cubicBezTo>
                    <a:pt x="2703" y="87821"/>
                    <a:pt x="2465" y="88167"/>
                    <a:pt x="2239" y="88524"/>
                  </a:cubicBezTo>
                  <a:lnTo>
                    <a:pt x="8073" y="83654"/>
                  </a:lnTo>
                  <a:lnTo>
                    <a:pt x="8085" y="83642"/>
                  </a:lnTo>
                  <a:lnTo>
                    <a:pt x="8085" y="83642"/>
                  </a:lnTo>
                  <a:cubicBezTo>
                    <a:pt x="7918" y="84106"/>
                    <a:pt x="7716" y="84571"/>
                    <a:pt x="7490" y="85023"/>
                  </a:cubicBezTo>
                  <a:cubicBezTo>
                    <a:pt x="5847" y="88297"/>
                    <a:pt x="2846" y="90941"/>
                    <a:pt x="2846" y="90941"/>
                  </a:cubicBezTo>
                  <a:cubicBezTo>
                    <a:pt x="1894" y="91810"/>
                    <a:pt x="941" y="92667"/>
                    <a:pt x="1" y="93536"/>
                  </a:cubicBezTo>
                  <a:cubicBezTo>
                    <a:pt x="84" y="93501"/>
                    <a:pt x="167" y="93453"/>
                    <a:pt x="251" y="93417"/>
                  </a:cubicBezTo>
                  <a:cubicBezTo>
                    <a:pt x="1108" y="93036"/>
                    <a:pt x="1941" y="92596"/>
                    <a:pt x="2751" y="92119"/>
                  </a:cubicBezTo>
                  <a:cubicBezTo>
                    <a:pt x="7263" y="89476"/>
                    <a:pt x="10990" y="85523"/>
                    <a:pt x="14598" y="81666"/>
                  </a:cubicBezTo>
                  <a:cubicBezTo>
                    <a:pt x="15538" y="80666"/>
                    <a:pt x="16479" y="79654"/>
                    <a:pt x="17408" y="78630"/>
                  </a:cubicBezTo>
                  <a:cubicBezTo>
                    <a:pt x="18098" y="77868"/>
                    <a:pt x="18789" y="77106"/>
                    <a:pt x="19467" y="76344"/>
                  </a:cubicBezTo>
                  <a:cubicBezTo>
                    <a:pt x="27599" y="58389"/>
                    <a:pt x="30731" y="38101"/>
                    <a:pt x="26587" y="18837"/>
                  </a:cubicBezTo>
                  <a:cubicBezTo>
                    <a:pt x="29040" y="21384"/>
                    <a:pt x="30612" y="24456"/>
                    <a:pt x="31588" y="27790"/>
                  </a:cubicBezTo>
                  <a:cubicBezTo>
                    <a:pt x="31671" y="17991"/>
                    <a:pt x="28695" y="8192"/>
                    <a:pt x="23301" y="1"/>
                  </a:cubicBezTo>
                  <a:lnTo>
                    <a:pt x="19717" y="1"/>
                  </a:lnTo>
                  <a:cubicBezTo>
                    <a:pt x="20063" y="930"/>
                    <a:pt x="20408" y="1858"/>
                    <a:pt x="20729" y="2799"/>
                  </a:cubicBezTo>
                  <a:cubicBezTo>
                    <a:pt x="21372" y="4632"/>
                    <a:pt x="21956" y="6490"/>
                    <a:pt x="22492" y="837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46"/>
            <p:cNvSpPr/>
            <p:nvPr/>
          </p:nvSpPr>
          <p:spPr>
            <a:xfrm>
              <a:off x="4346650" y="1469050"/>
              <a:ext cx="1380575" cy="2657500"/>
            </a:xfrm>
            <a:custGeom>
              <a:rect b="b" l="l" r="r" t="t"/>
              <a:pathLst>
                <a:path extrusionOk="0" h="106300" w="55223">
                  <a:moveTo>
                    <a:pt x="44554" y="31922"/>
                  </a:moveTo>
                  <a:cubicBezTo>
                    <a:pt x="47257" y="23742"/>
                    <a:pt x="47590" y="14800"/>
                    <a:pt x="45602" y="6430"/>
                  </a:cubicBezTo>
                  <a:cubicBezTo>
                    <a:pt x="46388" y="31969"/>
                    <a:pt x="37815" y="57544"/>
                    <a:pt x="22956" y="78392"/>
                  </a:cubicBezTo>
                  <a:cubicBezTo>
                    <a:pt x="18884" y="84095"/>
                    <a:pt x="14074" y="89667"/>
                    <a:pt x="7681" y="92453"/>
                  </a:cubicBezTo>
                  <a:cubicBezTo>
                    <a:pt x="8323" y="92322"/>
                    <a:pt x="8704" y="92215"/>
                    <a:pt x="8704" y="92215"/>
                  </a:cubicBezTo>
                  <a:cubicBezTo>
                    <a:pt x="8407" y="92477"/>
                    <a:pt x="8109" y="92715"/>
                    <a:pt x="7800" y="92953"/>
                  </a:cubicBezTo>
                  <a:cubicBezTo>
                    <a:pt x="6192" y="94191"/>
                    <a:pt x="4478" y="95144"/>
                    <a:pt x="3073" y="95822"/>
                  </a:cubicBezTo>
                  <a:cubicBezTo>
                    <a:pt x="1299" y="96679"/>
                    <a:pt x="1" y="97108"/>
                    <a:pt x="1" y="97108"/>
                  </a:cubicBezTo>
                  <a:cubicBezTo>
                    <a:pt x="7442" y="96822"/>
                    <a:pt x="14205" y="92846"/>
                    <a:pt x="19611" y="88214"/>
                  </a:cubicBezTo>
                  <a:cubicBezTo>
                    <a:pt x="19622" y="88202"/>
                    <a:pt x="19634" y="88190"/>
                    <a:pt x="19646" y="88178"/>
                  </a:cubicBezTo>
                  <a:cubicBezTo>
                    <a:pt x="20027" y="87845"/>
                    <a:pt x="20420" y="87500"/>
                    <a:pt x="20813" y="87143"/>
                  </a:cubicBezTo>
                  <a:cubicBezTo>
                    <a:pt x="26350" y="82130"/>
                    <a:pt x="30267" y="76653"/>
                    <a:pt x="31803" y="74379"/>
                  </a:cubicBezTo>
                  <a:cubicBezTo>
                    <a:pt x="32255" y="73700"/>
                    <a:pt x="32505" y="73296"/>
                    <a:pt x="32505" y="73296"/>
                  </a:cubicBezTo>
                  <a:cubicBezTo>
                    <a:pt x="30933" y="80582"/>
                    <a:pt x="22135" y="96215"/>
                    <a:pt x="22135" y="96215"/>
                  </a:cubicBezTo>
                  <a:cubicBezTo>
                    <a:pt x="22135" y="96215"/>
                    <a:pt x="12514" y="106300"/>
                    <a:pt x="23016" y="95453"/>
                  </a:cubicBezTo>
                  <a:cubicBezTo>
                    <a:pt x="23028" y="95453"/>
                    <a:pt x="23028" y="95441"/>
                    <a:pt x="23028" y="95441"/>
                  </a:cubicBezTo>
                  <a:cubicBezTo>
                    <a:pt x="26635" y="91715"/>
                    <a:pt x="30029" y="87059"/>
                    <a:pt x="32934" y="82571"/>
                  </a:cubicBezTo>
                  <a:cubicBezTo>
                    <a:pt x="34839" y="79642"/>
                    <a:pt x="36529" y="76784"/>
                    <a:pt x="37970" y="74296"/>
                  </a:cubicBezTo>
                  <a:cubicBezTo>
                    <a:pt x="40732" y="69474"/>
                    <a:pt x="42518" y="65997"/>
                    <a:pt x="42828" y="66021"/>
                  </a:cubicBezTo>
                  <a:cubicBezTo>
                    <a:pt x="42828" y="66021"/>
                    <a:pt x="42828" y="66021"/>
                    <a:pt x="42840" y="66021"/>
                  </a:cubicBezTo>
                  <a:cubicBezTo>
                    <a:pt x="43173" y="66045"/>
                    <a:pt x="43506" y="66080"/>
                    <a:pt x="43816" y="66116"/>
                  </a:cubicBezTo>
                  <a:cubicBezTo>
                    <a:pt x="48662" y="50126"/>
                    <a:pt x="53389" y="34124"/>
                    <a:pt x="55222" y="17729"/>
                  </a:cubicBezTo>
                  <a:cubicBezTo>
                    <a:pt x="54913" y="19360"/>
                    <a:pt x="54555" y="20968"/>
                    <a:pt x="54151" y="22575"/>
                  </a:cubicBezTo>
                  <a:cubicBezTo>
                    <a:pt x="54413" y="20789"/>
                    <a:pt x="54579" y="18991"/>
                    <a:pt x="54639" y="17182"/>
                  </a:cubicBezTo>
                  <a:cubicBezTo>
                    <a:pt x="54841" y="11371"/>
                    <a:pt x="54008" y="5525"/>
                    <a:pt x="52174" y="1"/>
                  </a:cubicBezTo>
                  <a:lnTo>
                    <a:pt x="50269" y="1"/>
                  </a:lnTo>
                  <a:cubicBezTo>
                    <a:pt x="50674" y="11109"/>
                    <a:pt x="50210" y="22504"/>
                    <a:pt x="44554" y="3192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46"/>
            <p:cNvSpPr/>
            <p:nvPr/>
          </p:nvSpPr>
          <p:spPr>
            <a:xfrm>
              <a:off x="5759925" y="1559850"/>
              <a:ext cx="11350" cy="49425"/>
            </a:xfrm>
            <a:custGeom>
              <a:rect b="b" l="l" r="r" t="t"/>
              <a:pathLst>
                <a:path extrusionOk="0" h="1977" w="454">
                  <a:moveTo>
                    <a:pt x="37" y="0"/>
                  </a:moveTo>
                  <a:cubicBezTo>
                    <a:pt x="37" y="655"/>
                    <a:pt x="25" y="1310"/>
                    <a:pt x="1" y="1977"/>
                  </a:cubicBezTo>
                  <a:lnTo>
                    <a:pt x="453" y="1953"/>
                  </a:lnTo>
                  <a:cubicBezTo>
                    <a:pt x="322" y="1298"/>
                    <a:pt x="179" y="643"/>
                    <a:pt x="37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46"/>
            <p:cNvSpPr/>
            <p:nvPr/>
          </p:nvSpPr>
          <p:spPr>
            <a:xfrm>
              <a:off x="6541275" y="1469050"/>
              <a:ext cx="18475" cy="120575"/>
            </a:xfrm>
            <a:custGeom>
              <a:rect b="b" l="l" r="r" t="t"/>
              <a:pathLst>
                <a:path extrusionOk="0" h="4823" w="739">
                  <a:moveTo>
                    <a:pt x="513" y="3061"/>
                  </a:moveTo>
                  <a:cubicBezTo>
                    <a:pt x="608" y="3644"/>
                    <a:pt x="679" y="4228"/>
                    <a:pt x="739" y="4823"/>
                  </a:cubicBezTo>
                  <a:cubicBezTo>
                    <a:pt x="691" y="3228"/>
                    <a:pt x="644" y="1608"/>
                    <a:pt x="572" y="1"/>
                  </a:cubicBezTo>
                  <a:lnTo>
                    <a:pt x="1" y="1"/>
                  </a:lnTo>
                  <a:cubicBezTo>
                    <a:pt x="1" y="215"/>
                    <a:pt x="1" y="430"/>
                    <a:pt x="1" y="656"/>
                  </a:cubicBezTo>
                  <a:cubicBezTo>
                    <a:pt x="215" y="1442"/>
                    <a:pt x="382" y="2251"/>
                    <a:pt x="513" y="306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46"/>
            <p:cNvSpPr/>
            <p:nvPr/>
          </p:nvSpPr>
          <p:spPr>
            <a:xfrm>
              <a:off x="6481450" y="1469050"/>
              <a:ext cx="369425" cy="659950"/>
            </a:xfrm>
            <a:custGeom>
              <a:rect b="b" l="l" r="r" t="t"/>
              <a:pathLst>
                <a:path extrusionOk="0" h="26398" w="14777">
                  <a:moveTo>
                    <a:pt x="14145" y="1"/>
                  </a:moveTo>
                  <a:cubicBezTo>
                    <a:pt x="11371" y="9800"/>
                    <a:pt x="7073" y="19182"/>
                    <a:pt x="1" y="26064"/>
                  </a:cubicBezTo>
                  <a:cubicBezTo>
                    <a:pt x="1" y="26171"/>
                    <a:pt x="1" y="26290"/>
                    <a:pt x="13" y="26397"/>
                  </a:cubicBezTo>
                  <a:cubicBezTo>
                    <a:pt x="1560" y="25075"/>
                    <a:pt x="3132" y="23563"/>
                    <a:pt x="4573" y="21896"/>
                  </a:cubicBezTo>
                  <a:cubicBezTo>
                    <a:pt x="5930" y="20051"/>
                    <a:pt x="7204" y="18098"/>
                    <a:pt x="8371" y="16110"/>
                  </a:cubicBezTo>
                  <a:cubicBezTo>
                    <a:pt x="8490" y="15860"/>
                    <a:pt x="8597" y="15598"/>
                    <a:pt x="8704" y="15348"/>
                  </a:cubicBezTo>
                  <a:lnTo>
                    <a:pt x="8799" y="15372"/>
                  </a:lnTo>
                  <a:cubicBezTo>
                    <a:pt x="9133" y="14800"/>
                    <a:pt x="9454" y="14217"/>
                    <a:pt x="9764" y="13634"/>
                  </a:cubicBezTo>
                  <a:cubicBezTo>
                    <a:pt x="11323" y="10002"/>
                    <a:pt x="12716" y="6406"/>
                    <a:pt x="13931" y="2870"/>
                  </a:cubicBezTo>
                  <a:cubicBezTo>
                    <a:pt x="14229" y="1918"/>
                    <a:pt x="14502" y="965"/>
                    <a:pt x="14776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46"/>
            <p:cNvSpPr/>
            <p:nvPr/>
          </p:nvSpPr>
          <p:spPr>
            <a:xfrm>
              <a:off x="6481450" y="1469050"/>
              <a:ext cx="369425" cy="659950"/>
            </a:xfrm>
            <a:custGeom>
              <a:rect b="b" l="l" r="r" t="t"/>
              <a:pathLst>
                <a:path extrusionOk="0" h="26398" w="14777">
                  <a:moveTo>
                    <a:pt x="13" y="26397"/>
                  </a:moveTo>
                  <a:cubicBezTo>
                    <a:pt x="1560" y="25075"/>
                    <a:pt x="3132" y="23563"/>
                    <a:pt x="4573" y="21896"/>
                  </a:cubicBezTo>
                  <a:cubicBezTo>
                    <a:pt x="5930" y="20051"/>
                    <a:pt x="7204" y="18098"/>
                    <a:pt x="8371" y="16110"/>
                  </a:cubicBezTo>
                  <a:cubicBezTo>
                    <a:pt x="8490" y="15860"/>
                    <a:pt x="8597" y="15598"/>
                    <a:pt x="8704" y="15348"/>
                  </a:cubicBezTo>
                  <a:lnTo>
                    <a:pt x="8799" y="15372"/>
                  </a:lnTo>
                  <a:cubicBezTo>
                    <a:pt x="9133" y="14800"/>
                    <a:pt x="9454" y="14217"/>
                    <a:pt x="9764" y="13634"/>
                  </a:cubicBezTo>
                  <a:cubicBezTo>
                    <a:pt x="11323" y="10002"/>
                    <a:pt x="12716" y="6406"/>
                    <a:pt x="13931" y="2870"/>
                  </a:cubicBezTo>
                  <a:cubicBezTo>
                    <a:pt x="14229" y="1918"/>
                    <a:pt x="14502" y="965"/>
                    <a:pt x="14776" y="1"/>
                  </a:cubicBezTo>
                  <a:lnTo>
                    <a:pt x="14145" y="1"/>
                  </a:lnTo>
                  <a:cubicBezTo>
                    <a:pt x="11371" y="9800"/>
                    <a:pt x="7073" y="19182"/>
                    <a:pt x="1" y="26064"/>
                  </a:cubicBezTo>
                  <a:cubicBezTo>
                    <a:pt x="1" y="26171"/>
                    <a:pt x="1" y="26290"/>
                    <a:pt x="13" y="26397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46"/>
            <p:cNvSpPr/>
            <p:nvPr/>
          </p:nvSpPr>
          <p:spPr>
            <a:xfrm>
              <a:off x="6481450" y="1469050"/>
              <a:ext cx="369425" cy="659950"/>
            </a:xfrm>
            <a:custGeom>
              <a:rect b="b" l="l" r="r" t="t"/>
              <a:pathLst>
                <a:path extrusionOk="0" h="26398" w="14777">
                  <a:moveTo>
                    <a:pt x="13" y="26397"/>
                  </a:moveTo>
                  <a:cubicBezTo>
                    <a:pt x="1560" y="25075"/>
                    <a:pt x="3132" y="23563"/>
                    <a:pt x="4573" y="21896"/>
                  </a:cubicBezTo>
                  <a:cubicBezTo>
                    <a:pt x="5930" y="20051"/>
                    <a:pt x="7204" y="18098"/>
                    <a:pt x="8371" y="16110"/>
                  </a:cubicBezTo>
                  <a:cubicBezTo>
                    <a:pt x="8490" y="15860"/>
                    <a:pt x="8597" y="15598"/>
                    <a:pt x="8704" y="15348"/>
                  </a:cubicBezTo>
                  <a:lnTo>
                    <a:pt x="8799" y="15372"/>
                  </a:lnTo>
                  <a:cubicBezTo>
                    <a:pt x="9133" y="14800"/>
                    <a:pt x="9454" y="14217"/>
                    <a:pt x="9764" y="13634"/>
                  </a:cubicBezTo>
                  <a:cubicBezTo>
                    <a:pt x="11323" y="10002"/>
                    <a:pt x="12716" y="6406"/>
                    <a:pt x="13931" y="2870"/>
                  </a:cubicBezTo>
                  <a:cubicBezTo>
                    <a:pt x="14229" y="1918"/>
                    <a:pt x="14502" y="965"/>
                    <a:pt x="14776" y="1"/>
                  </a:cubicBezTo>
                  <a:lnTo>
                    <a:pt x="14145" y="1"/>
                  </a:lnTo>
                  <a:cubicBezTo>
                    <a:pt x="11371" y="9800"/>
                    <a:pt x="7073" y="19182"/>
                    <a:pt x="1" y="26064"/>
                  </a:cubicBezTo>
                  <a:cubicBezTo>
                    <a:pt x="1" y="26171"/>
                    <a:pt x="1" y="26290"/>
                    <a:pt x="13" y="26397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46"/>
            <p:cNvSpPr/>
            <p:nvPr/>
          </p:nvSpPr>
          <p:spPr>
            <a:xfrm>
              <a:off x="6522225" y="1514600"/>
              <a:ext cx="57775" cy="394425"/>
            </a:xfrm>
            <a:custGeom>
              <a:rect b="b" l="l" r="r" t="t"/>
              <a:pathLst>
                <a:path extrusionOk="0" h="15777" w="2311">
                  <a:moveTo>
                    <a:pt x="2156" y="1"/>
                  </a:moveTo>
                  <a:lnTo>
                    <a:pt x="2156" y="1"/>
                  </a:lnTo>
                  <a:cubicBezTo>
                    <a:pt x="2120" y="1108"/>
                    <a:pt x="2049" y="2203"/>
                    <a:pt x="1941" y="3311"/>
                  </a:cubicBezTo>
                  <a:cubicBezTo>
                    <a:pt x="1691" y="6085"/>
                    <a:pt x="1239" y="8859"/>
                    <a:pt x="632" y="11645"/>
                  </a:cubicBezTo>
                  <a:lnTo>
                    <a:pt x="632" y="11669"/>
                  </a:lnTo>
                  <a:cubicBezTo>
                    <a:pt x="537" y="12645"/>
                    <a:pt x="358" y="14086"/>
                    <a:pt x="1" y="15776"/>
                  </a:cubicBezTo>
                  <a:cubicBezTo>
                    <a:pt x="1584" y="10680"/>
                    <a:pt x="2311" y="5335"/>
                    <a:pt x="2156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46"/>
            <p:cNvSpPr/>
            <p:nvPr/>
          </p:nvSpPr>
          <p:spPr>
            <a:xfrm>
              <a:off x="6522225" y="1514600"/>
              <a:ext cx="57775" cy="394425"/>
            </a:xfrm>
            <a:custGeom>
              <a:rect b="b" l="l" r="r" t="t"/>
              <a:pathLst>
                <a:path extrusionOk="0" h="15777" w="2311">
                  <a:moveTo>
                    <a:pt x="2156" y="1"/>
                  </a:moveTo>
                  <a:cubicBezTo>
                    <a:pt x="2120" y="1108"/>
                    <a:pt x="2049" y="2203"/>
                    <a:pt x="1941" y="3311"/>
                  </a:cubicBezTo>
                  <a:cubicBezTo>
                    <a:pt x="1691" y="6085"/>
                    <a:pt x="1239" y="8859"/>
                    <a:pt x="632" y="11645"/>
                  </a:cubicBezTo>
                  <a:lnTo>
                    <a:pt x="632" y="11669"/>
                  </a:lnTo>
                  <a:cubicBezTo>
                    <a:pt x="537" y="12645"/>
                    <a:pt x="358" y="14086"/>
                    <a:pt x="1" y="15776"/>
                  </a:cubicBezTo>
                  <a:cubicBezTo>
                    <a:pt x="1584" y="10680"/>
                    <a:pt x="2311" y="5335"/>
                    <a:pt x="2156" y="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46"/>
            <p:cNvSpPr/>
            <p:nvPr/>
          </p:nvSpPr>
          <p:spPr>
            <a:xfrm>
              <a:off x="6522225" y="1514600"/>
              <a:ext cx="57775" cy="394425"/>
            </a:xfrm>
            <a:custGeom>
              <a:rect b="b" l="l" r="r" t="t"/>
              <a:pathLst>
                <a:path extrusionOk="0" h="15777" w="2311">
                  <a:moveTo>
                    <a:pt x="2156" y="1"/>
                  </a:moveTo>
                  <a:cubicBezTo>
                    <a:pt x="2120" y="1108"/>
                    <a:pt x="2049" y="2203"/>
                    <a:pt x="1941" y="3311"/>
                  </a:cubicBezTo>
                  <a:cubicBezTo>
                    <a:pt x="1691" y="6085"/>
                    <a:pt x="1239" y="8859"/>
                    <a:pt x="632" y="11645"/>
                  </a:cubicBezTo>
                  <a:lnTo>
                    <a:pt x="632" y="11669"/>
                  </a:lnTo>
                  <a:cubicBezTo>
                    <a:pt x="537" y="12645"/>
                    <a:pt x="358" y="14086"/>
                    <a:pt x="1" y="15776"/>
                  </a:cubicBezTo>
                  <a:cubicBezTo>
                    <a:pt x="1584" y="10680"/>
                    <a:pt x="2311" y="5335"/>
                    <a:pt x="2156" y="1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46"/>
            <p:cNvSpPr/>
            <p:nvPr/>
          </p:nvSpPr>
          <p:spPr>
            <a:xfrm>
              <a:off x="6725525" y="1540800"/>
              <a:ext cx="104200" cy="269100"/>
            </a:xfrm>
            <a:custGeom>
              <a:rect b="b" l="l" r="r" t="t"/>
              <a:pathLst>
                <a:path extrusionOk="0" h="10764" w="4168">
                  <a:moveTo>
                    <a:pt x="4168" y="0"/>
                  </a:moveTo>
                  <a:lnTo>
                    <a:pt x="4168" y="0"/>
                  </a:lnTo>
                  <a:cubicBezTo>
                    <a:pt x="2953" y="3536"/>
                    <a:pt x="1560" y="7132"/>
                    <a:pt x="1" y="10764"/>
                  </a:cubicBezTo>
                  <a:cubicBezTo>
                    <a:pt x="489" y="9859"/>
                    <a:pt x="953" y="8954"/>
                    <a:pt x="1406" y="8049"/>
                  </a:cubicBezTo>
                  <a:cubicBezTo>
                    <a:pt x="2418" y="5394"/>
                    <a:pt x="3334" y="2715"/>
                    <a:pt x="4168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46"/>
            <p:cNvSpPr/>
            <p:nvPr/>
          </p:nvSpPr>
          <p:spPr>
            <a:xfrm>
              <a:off x="6725525" y="1540800"/>
              <a:ext cx="104200" cy="269100"/>
            </a:xfrm>
            <a:custGeom>
              <a:rect b="b" l="l" r="r" t="t"/>
              <a:pathLst>
                <a:path extrusionOk="0" h="10764" w="4168">
                  <a:moveTo>
                    <a:pt x="4168" y="0"/>
                  </a:moveTo>
                  <a:cubicBezTo>
                    <a:pt x="2953" y="3536"/>
                    <a:pt x="1560" y="7132"/>
                    <a:pt x="1" y="10764"/>
                  </a:cubicBezTo>
                  <a:cubicBezTo>
                    <a:pt x="489" y="9859"/>
                    <a:pt x="953" y="8954"/>
                    <a:pt x="1406" y="8049"/>
                  </a:cubicBezTo>
                  <a:cubicBezTo>
                    <a:pt x="2418" y="5394"/>
                    <a:pt x="3334" y="2715"/>
                    <a:pt x="4168" y="0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46"/>
            <p:cNvSpPr/>
            <p:nvPr/>
          </p:nvSpPr>
          <p:spPr>
            <a:xfrm>
              <a:off x="6690700" y="1852750"/>
              <a:ext cx="10750" cy="19075"/>
            </a:xfrm>
            <a:custGeom>
              <a:rect b="b" l="l" r="r" t="t"/>
              <a:pathLst>
                <a:path extrusionOk="0" h="763" w="430">
                  <a:moveTo>
                    <a:pt x="334" y="0"/>
                  </a:moveTo>
                  <a:cubicBezTo>
                    <a:pt x="227" y="250"/>
                    <a:pt x="120" y="512"/>
                    <a:pt x="1" y="762"/>
                  </a:cubicBezTo>
                  <a:cubicBezTo>
                    <a:pt x="144" y="512"/>
                    <a:pt x="286" y="274"/>
                    <a:pt x="429" y="24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46"/>
            <p:cNvSpPr/>
            <p:nvPr/>
          </p:nvSpPr>
          <p:spPr>
            <a:xfrm>
              <a:off x="6690700" y="1852750"/>
              <a:ext cx="10750" cy="19075"/>
            </a:xfrm>
            <a:custGeom>
              <a:rect b="b" l="l" r="r" t="t"/>
              <a:pathLst>
                <a:path extrusionOk="0" h="763" w="430">
                  <a:moveTo>
                    <a:pt x="334" y="0"/>
                  </a:moveTo>
                  <a:cubicBezTo>
                    <a:pt x="227" y="250"/>
                    <a:pt x="120" y="512"/>
                    <a:pt x="1" y="762"/>
                  </a:cubicBezTo>
                  <a:cubicBezTo>
                    <a:pt x="144" y="512"/>
                    <a:pt x="286" y="274"/>
                    <a:pt x="429" y="24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46"/>
            <p:cNvSpPr/>
            <p:nvPr/>
          </p:nvSpPr>
          <p:spPr>
            <a:xfrm>
              <a:off x="6481750" y="2016450"/>
              <a:ext cx="113725" cy="133075"/>
            </a:xfrm>
            <a:custGeom>
              <a:rect b="b" l="l" r="r" t="t"/>
              <a:pathLst>
                <a:path extrusionOk="0" h="5323" w="4549">
                  <a:moveTo>
                    <a:pt x="4549" y="0"/>
                  </a:moveTo>
                  <a:cubicBezTo>
                    <a:pt x="3120" y="1667"/>
                    <a:pt x="1548" y="3179"/>
                    <a:pt x="1" y="4501"/>
                  </a:cubicBezTo>
                  <a:cubicBezTo>
                    <a:pt x="1" y="4775"/>
                    <a:pt x="12" y="5049"/>
                    <a:pt x="12" y="5323"/>
                  </a:cubicBezTo>
                  <a:cubicBezTo>
                    <a:pt x="1608" y="3727"/>
                    <a:pt x="3132" y="1929"/>
                    <a:pt x="4549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46"/>
            <p:cNvSpPr/>
            <p:nvPr/>
          </p:nvSpPr>
          <p:spPr>
            <a:xfrm>
              <a:off x="6481750" y="2016450"/>
              <a:ext cx="113725" cy="133075"/>
            </a:xfrm>
            <a:custGeom>
              <a:rect b="b" l="l" r="r" t="t"/>
              <a:pathLst>
                <a:path extrusionOk="0" h="5323" w="4549">
                  <a:moveTo>
                    <a:pt x="1" y="4501"/>
                  </a:moveTo>
                  <a:cubicBezTo>
                    <a:pt x="1" y="4775"/>
                    <a:pt x="12" y="5049"/>
                    <a:pt x="12" y="5323"/>
                  </a:cubicBezTo>
                  <a:cubicBezTo>
                    <a:pt x="1608" y="3727"/>
                    <a:pt x="3132" y="1929"/>
                    <a:pt x="4549" y="0"/>
                  </a:cubicBezTo>
                  <a:cubicBezTo>
                    <a:pt x="3120" y="1667"/>
                    <a:pt x="1548" y="3179"/>
                    <a:pt x="1" y="45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46"/>
            <p:cNvSpPr/>
            <p:nvPr/>
          </p:nvSpPr>
          <p:spPr>
            <a:xfrm>
              <a:off x="6500200" y="1469050"/>
              <a:ext cx="75925" cy="504850"/>
            </a:xfrm>
            <a:custGeom>
              <a:rect b="b" l="l" r="r" t="t"/>
              <a:pathLst>
                <a:path extrusionOk="0" h="20194" w="3037">
                  <a:moveTo>
                    <a:pt x="2822" y="1"/>
                  </a:moveTo>
                  <a:cubicBezTo>
                    <a:pt x="2680" y="3906"/>
                    <a:pt x="2287" y="7895"/>
                    <a:pt x="1596" y="12110"/>
                  </a:cubicBezTo>
                  <a:cubicBezTo>
                    <a:pt x="1275" y="14062"/>
                    <a:pt x="763" y="17086"/>
                    <a:pt x="1" y="20194"/>
                  </a:cubicBezTo>
                  <a:cubicBezTo>
                    <a:pt x="322" y="19337"/>
                    <a:pt x="608" y="18467"/>
                    <a:pt x="882" y="17586"/>
                  </a:cubicBezTo>
                  <a:cubicBezTo>
                    <a:pt x="1251" y="15908"/>
                    <a:pt x="1429" y="14467"/>
                    <a:pt x="1513" y="13479"/>
                  </a:cubicBezTo>
                  <a:lnTo>
                    <a:pt x="1513" y="13467"/>
                  </a:lnTo>
                  <a:cubicBezTo>
                    <a:pt x="2120" y="10681"/>
                    <a:pt x="2572" y="7907"/>
                    <a:pt x="2834" y="5133"/>
                  </a:cubicBezTo>
                  <a:cubicBezTo>
                    <a:pt x="2930" y="4025"/>
                    <a:pt x="3001" y="2918"/>
                    <a:pt x="3037" y="1823"/>
                  </a:cubicBezTo>
                  <a:cubicBezTo>
                    <a:pt x="3025" y="1215"/>
                    <a:pt x="2989" y="608"/>
                    <a:pt x="2942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46"/>
            <p:cNvSpPr/>
            <p:nvPr/>
          </p:nvSpPr>
          <p:spPr>
            <a:xfrm>
              <a:off x="6500200" y="1469050"/>
              <a:ext cx="75925" cy="504850"/>
            </a:xfrm>
            <a:custGeom>
              <a:rect b="b" l="l" r="r" t="t"/>
              <a:pathLst>
                <a:path extrusionOk="0" h="20194" w="3037">
                  <a:moveTo>
                    <a:pt x="1" y="20194"/>
                  </a:moveTo>
                  <a:cubicBezTo>
                    <a:pt x="322" y="19337"/>
                    <a:pt x="608" y="18467"/>
                    <a:pt x="882" y="17586"/>
                  </a:cubicBezTo>
                  <a:cubicBezTo>
                    <a:pt x="1251" y="15908"/>
                    <a:pt x="1429" y="14467"/>
                    <a:pt x="1513" y="13479"/>
                  </a:cubicBezTo>
                  <a:lnTo>
                    <a:pt x="1513" y="13467"/>
                  </a:lnTo>
                  <a:cubicBezTo>
                    <a:pt x="2120" y="10681"/>
                    <a:pt x="2572" y="7907"/>
                    <a:pt x="2834" y="5133"/>
                  </a:cubicBezTo>
                  <a:cubicBezTo>
                    <a:pt x="2930" y="4025"/>
                    <a:pt x="3001" y="2918"/>
                    <a:pt x="3037" y="1823"/>
                  </a:cubicBezTo>
                  <a:cubicBezTo>
                    <a:pt x="3025" y="1215"/>
                    <a:pt x="2989" y="608"/>
                    <a:pt x="2942" y="1"/>
                  </a:cubicBezTo>
                  <a:lnTo>
                    <a:pt x="2822" y="1"/>
                  </a:lnTo>
                  <a:cubicBezTo>
                    <a:pt x="2680" y="3906"/>
                    <a:pt x="2287" y="7895"/>
                    <a:pt x="1596" y="12110"/>
                  </a:cubicBezTo>
                  <a:cubicBezTo>
                    <a:pt x="1275" y="14062"/>
                    <a:pt x="763" y="17086"/>
                    <a:pt x="1" y="2019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46"/>
            <p:cNvSpPr/>
            <p:nvPr/>
          </p:nvSpPr>
          <p:spPr>
            <a:xfrm>
              <a:off x="6381150" y="2120625"/>
              <a:ext cx="100925" cy="114025"/>
            </a:xfrm>
            <a:custGeom>
              <a:rect b="b" l="l" r="r" t="t"/>
              <a:pathLst>
                <a:path extrusionOk="0" h="4561" w="4037">
                  <a:moveTo>
                    <a:pt x="4013" y="1"/>
                  </a:moveTo>
                  <a:cubicBezTo>
                    <a:pt x="3382" y="608"/>
                    <a:pt x="2739" y="1203"/>
                    <a:pt x="2072" y="1775"/>
                  </a:cubicBezTo>
                  <a:cubicBezTo>
                    <a:pt x="1453" y="2930"/>
                    <a:pt x="762" y="3894"/>
                    <a:pt x="0" y="4561"/>
                  </a:cubicBezTo>
                  <a:cubicBezTo>
                    <a:pt x="1393" y="3596"/>
                    <a:pt x="2739" y="2441"/>
                    <a:pt x="4036" y="1156"/>
                  </a:cubicBezTo>
                  <a:cubicBezTo>
                    <a:pt x="4025" y="882"/>
                    <a:pt x="4025" y="608"/>
                    <a:pt x="4025" y="334"/>
                  </a:cubicBezTo>
                  <a:cubicBezTo>
                    <a:pt x="4013" y="227"/>
                    <a:pt x="4013" y="108"/>
                    <a:pt x="4013" y="1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46"/>
            <p:cNvSpPr/>
            <p:nvPr/>
          </p:nvSpPr>
          <p:spPr>
            <a:xfrm>
              <a:off x="6381150" y="2120625"/>
              <a:ext cx="100925" cy="114025"/>
            </a:xfrm>
            <a:custGeom>
              <a:rect b="b" l="l" r="r" t="t"/>
              <a:pathLst>
                <a:path extrusionOk="0" h="4561" w="4037">
                  <a:moveTo>
                    <a:pt x="4013" y="1"/>
                  </a:moveTo>
                  <a:cubicBezTo>
                    <a:pt x="3382" y="608"/>
                    <a:pt x="2739" y="1203"/>
                    <a:pt x="2072" y="1775"/>
                  </a:cubicBezTo>
                  <a:cubicBezTo>
                    <a:pt x="1453" y="2930"/>
                    <a:pt x="762" y="3894"/>
                    <a:pt x="0" y="4561"/>
                  </a:cubicBezTo>
                  <a:cubicBezTo>
                    <a:pt x="1393" y="3596"/>
                    <a:pt x="2739" y="2441"/>
                    <a:pt x="4036" y="1156"/>
                  </a:cubicBezTo>
                  <a:cubicBezTo>
                    <a:pt x="4025" y="882"/>
                    <a:pt x="4025" y="608"/>
                    <a:pt x="4025" y="334"/>
                  </a:cubicBezTo>
                  <a:cubicBezTo>
                    <a:pt x="4013" y="227"/>
                    <a:pt x="4013" y="108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46"/>
            <p:cNvSpPr/>
            <p:nvPr/>
          </p:nvSpPr>
          <p:spPr>
            <a:xfrm>
              <a:off x="6352575" y="2234625"/>
              <a:ext cx="28600" cy="18775"/>
            </a:xfrm>
            <a:custGeom>
              <a:rect b="b" l="l" r="r" t="t"/>
              <a:pathLst>
                <a:path extrusionOk="0" h="751" w="1144">
                  <a:moveTo>
                    <a:pt x="1143" y="1"/>
                  </a:moveTo>
                  <a:cubicBezTo>
                    <a:pt x="762" y="263"/>
                    <a:pt x="381" y="525"/>
                    <a:pt x="0" y="751"/>
                  </a:cubicBezTo>
                  <a:cubicBezTo>
                    <a:pt x="405" y="584"/>
                    <a:pt x="774" y="322"/>
                    <a:pt x="1143" y="1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46"/>
            <p:cNvSpPr/>
            <p:nvPr/>
          </p:nvSpPr>
          <p:spPr>
            <a:xfrm>
              <a:off x="6352575" y="2234625"/>
              <a:ext cx="28600" cy="18775"/>
            </a:xfrm>
            <a:custGeom>
              <a:rect b="b" l="l" r="r" t="t"/>
              <a:pathLst>
                <a:path extrusionOk="0" h="751" w="1144">
                  <a:moveTo>
                    <a:pt x="1143" y="1"/>
                  </a:moveTo>
                  <a:cubicBezTo>
                    <a:pt x="762" y="263"/>
                    <a:pt x="381" y="525"/>
                    <a:pt x="0" y="751"/>
                  </a:cubicBezTo>
                  <a:cubicBezTo>
                    <a:pt x="405" y="584"/>
                    <a:pt x="774" y="322"/>
                    <a:pt x="114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46"/>
            <p:cNvSpPr/>
            <p:nvPr/>
          </p:nvSpPr>
          <p:spPr>
            <a:xfrm>
              <a:off x="6553775" y="2001575"/>
              <a:ext cx="94975" cy="193200"/>
            </a:xfrm>
            <a:custGeom>
              <a:rect b="b" l="l" r="r" t="t"/>
              <a:pathLst>
                <a:path extrusionOk="0" h="7728" w="3799">
                  <a:moveTo>
                    <a:pt x="3799" y="0"/>
                  </a:moveTo>
                  <a:lnTo>
                    <a:pt x="3799" y="0"/>
                  </a:lnTo>
                  <a:cubicBezTo>
                    <a:pt x="3251" y="1119"/>
                    <a:pt x="2692" y="2239"/>
                    <a:pt x="2120" y="3346"/>
                  </a:cubicBezTo>
                  <a:cubicBezTo>
                    <a:pt x="1453" y="4608"/>
                    <a:pt x="763" y="6156"/>
                    <a:pt x="1" y="7727"/>
                  </a:cubicBezTo>
                  <a:cubicBezTo>
                    <a:pt x="1608" y="5084"/>
                    <a:pt x="2870" y="2334"/>
                    <a:pt x="3799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46"/>
            <p:cNvSpPr/>
            <p:nvPr/>
          </p:nvSpPr>
          <p:spPr>
            <a:xfrm>
              <a:off x="6553775" y="2001575"/>
              <a:ext cx="94975" cy="193200"/>
            </a:xfrm>
            <a:custGeom>
              <a:rect b="b" l="l" r="r" t="t"/>
              <a:pathLst>
                <a:path extrusionOk="0" h="7728" w="3799">
                  <a:moveTo>
                    <a:pt x="1" y="7727"/>
                  </a:moveTo>
                  <a:cubicBezTo>
                    <a:pt x="1608" y="5084"/>
                    <a:pt x="2870" y="2334"/>
                    <a:pt x="3799" y="0"/>
                  </a:cubicBezTo>
                  <a:cubicBezTo>
                    <a:pt x="3251" y="1119"/>
                    <a:pt x="2692" y="2239"/>
                    <a:pt x="2120" y="3346"/>
                  </a:cubicBezTo>
                  <a:cubicBezTo>
                    <a:pt x="1453" y="4608"/>
                    <a:pt x="763" y="6156"/>
                    <a:pt x="1" y="7727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46"/>
            <p:cNvSpPr/>
            <p:nvPr/>
          </p:nvSpPr>
          <p:spPr>
            <a:xfrm>
              <a:off x="6727900" y="2233150"/>
              <a:ext cx="145900" cy="102400"/>
            </a:xfrm>
            <a:custGeom>
              <a:rect b="b" l="l" r="r" t="t"/>
              <a:pathLst>
                <a:path extrusionOk="0" h="4096" w="5836">
                  <a:moveTo>
                    <a:pt x="5835" y="0"/>
                  </a:moveTo>
                  <a:cubicBezTo>
                    <a:pt x="3990" y="1453"/>
                    <a:pt x="2049" y="2810"/>
                    <a:pt x="1" y="4096"/>
                  </a:cubicBezTo>
                  <a:cubicBezTo>
                    <a:pt x="2013" y="2953"/>
                    <a:pt x="3954" y="1679"/>
                    <a:pt x="5835" y="322"/>
                  </a:cubicBezTo>
                  <a:lnTo>
                    <a:pt x="5835" y="0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46"/>
            <p:cNvSpPr/>
            <p:nvPr/>
          </p:nvSpPr>
          <p:spPr>
            <a:xfrm>
              <a:off x="6727900" y="2233150"/>
              <a:ext cx="145900" cy="102400"/>
            </a:xfrm>
            <a:custGeom>
              <a:rect b="b" l="l" r="r" t="t"/>
              <a:pathLst>
                <a:path extrusionOk="0" h="4096" w="5836">
                  <a:moveTo>
                    <a:pt x="5835" y="322"/>
                  </a:moveTo>
                  <a:lnTo>
                    <a:pt x="5835" y="0"/>
                  </a:lnTo>
                  <a:cubicBezTo>
                    <a:pt x="3990" y="1453"/>
                    <a:pt x="2049" y="2810"/>
                    <a:pt x="1" y="4096"/>
                  </a:cubicBezTo>
                  <a:cubicBezTo>
                    <a:pt x="2013" y="2953"/>
                    <a:pt x="3954" y="1679"/>
                    <a:pt x="5835" y="322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46"/>
            <p:cNvSpPr/>
            <p:nvPr/>
          </p:nvSpPr>
          <p:spPr>
            <a:xfrm>
              <a:off x="6727900" y="2233150"/>
              <a:ext cx="145900" cy="102400"/>
            </a:xfrm>
            <a:custGeom>
              <a:rect b="b" l="l" r="r" t="t"/>
              <a:pathLst>
                <a:path extrusionOk="0" h="4096" w="5836">
                  <a:moveTo>
                    <a:pt x="5835" y="322"/>
                  </a:moveTo>
                  <a:lnTo>
                    <a:pt x="5835" y="0"/>
                  </a:lnTo>
                  <a:cubicBezTo>
                    <a:pt x="3990" y="1453"/>
                    <a:pt x="2049" y="2810"/>
                    <a:pt x="1" y="4096"/>
                  </a:cubicBezTo>
                  <a:cubicBezTo>
                    <a:pt x="2013" y="2953"/>
                    <a:pt x="3954" y="1679"/>
                    <a:pt x="5835" y="322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46"/>
            <p:cNvSpPr/>
            <p:nvPr/>
          </p:nvSpPr>
          <p:spPr>
            <a:xfrm>
              <a:off x="6669575" y="1732775"/>
              <a:ext cx="106575" cy="261075"/>
            </a:xfrm>
            <a:custGeom>
              <a:rect b="b" l="l" r="r" t="t"/>
              <a:pathLst>
                <a:path extrusionOk="0" h="10443" w="4263">
                  <a:moveTo>
                    <a:pt x="4263" y="1"/>
                  </a:moveTo>
                  <a:cubicBezTo>
                    <a:pt x="3310" y="2358"/>
                    <a:pt x="2286" y="4728"/>
                    <a:pt x="1191" y="7109"/>
                  </a:cubicBezTo>
                  <a:cubicBezTo>
                    <a:pt x="893" y="8014"/>
                    <a:pt x="500" y="9157"/>
                    <a:pt x="0" y="10443"/>
                  </a:cubicBezTo>
                  <a:cubicBezTo>
                    <a:pt x="1524" y="7002"/>
                    <a:pt x="2941" y="3525"/>
                    <a:pt x="4263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46"/>
            <p:cNvSpPr/>
            <p:nvPr/>
          </p:nvSpPr>
          <p:spPr>
            <a:xfrm>
              <a:off x="6669575" y="1732775"/>
              <a:ext cx="106575" cy="261075"/>
            </a:xfrm>
            <a:custGeom>
              <a:rect b="b" l="l" r="r" t="t"/>
              <a:pathLst>
                <a:path extrusionOk="0" h="10443" w="4263">
                  <a:moveTo>
                    <a:pt x="1191" y="7109"/>
                  </a:moveTo>
                  <a:cubicBezTo>
                    <a:pt x="893" y="8014"/>
                    <a:pt x="500" y="9157"/>
                    <a:pt x="0" y="10443"/>
                  </a:cubicBezTo>
                  <a:cubicBezTo>
                    <a:pt x="1524" y="7002"/>
                    <a:pt x="2941" y="3525"/>
                    <a:pt x="4263" y="1"/>
                  </a:cubicBezTo>
                  <a:cubicBezTo>
                    <a:pt x="3310" y="2358"/>
                    <a:pt x="2286" y="4728"/>
                    <a:pt x="1191" y="7109"/>
                  </a:cubicBezTo>
                  <a:lnTo>
                    <a:pt x="1191" y="7109"/>
                  </a:ln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46"/>
            <p:cNvSpPr/>
            <p:nvPr/>
          </p:nvSpPr>
          <p:spPr>
            <a:xfrm>
              <a:off x="6669575" y="1732775"/>
              <a:ext cx="106575" cy="261075"/>
            </a:xfrm>
            <a:custGeom>
              <a:rect b="b" l="l" r="r" t="t"/>
              <a:pathLst>
                <a:path extrusionOk="0" h="10443" w="4263">
                  <a:moveTo>
                    <a:pt x="1191" y="7109"/>
                  </a:moveTo>
                  <a:cubicBezTo>
                    <a:pt x="893" y="8014"/>
                    <a:pt x="500" y="9157"/>
                    <a:pt x="0" y="10443"/>
                  </a:cubicBezTo>
                  <a:cubicBezTo>
                    <a:pt x="1524" y="7002"/>
                    <a:pt x="2941" y="3525"/>
                    <a:pt x="4263" y="1"/>
                  </a:cubicBezTo>
                  <a:cubicBezTo>
                    <a:pt x="3310" y="2358"/>
                    <a:pt x="2286" y="4728"/>
                    <a:pt x="1191" y="7109"/>
                  </a:cubicBezTo>
                  <a:lnTo>
                    <a:pt x="1191" y="7109"/>
                  </a:ln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46"/>
            <p:cNvSpPr/>
            <p:nvPr/>
          </p:nvSpPr>
          <p:spPr>
            <a:xfrm>
              <a:off x="6473125" y="2176600"/>
              <a:ext cx="110750" cy="157775"/>
            </a:xfrm>
            <a:custGeom>
              <a:rect b="b" l="l" r="r" t="t"/>
              <a:pathLst>
                <a:path extrusionOk="0" h="6311" w="4430">
                  <a:moveTo>
                    <a:pt x="4429" y="0"/>
                  </a:moveTo>
                  <a:lnTo>
                    <a:pt x="4429" y="0"/>
                  </a:lnTo>
                  <a:cubicBezTo>
                    <a:pt x="3191" y="2179"/>
                    <a:pt x="1715" y="4322"/>
                    <a:pt x="12" y="6179"/>
                  </a:cubicBezTo>
                  <a:cubicBezTo>
                    <a:pt x="12" y="6227"/>
                    <a:pt x="0" y="6263"/>
                    <a:pt x="0" y="6310"/>
                  </a:cubicBezTo>
                  <a:cubicBezTo>
                    <a:pt x="738" y="5644"/>
                    <a:pt x="1477" y="4977"/>
                    <a:pt x="2215" y="4310"/>
                  </a:cubicBezTo>
                  <a:cubicBezTo>
                    <a:pt x="2977" y="2881"/>
                    <a:pt x="3703" y="1453"/>
                    <a:pt x="4429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46"/>
            <p:cNvSpPr/>
            <p:nvPr/>
          </p:nvSpPr>
          <p:spPr>
            <a:xfrm>
              <a:off x="6473125" y="2176600"/>
              <a:ext cx="110750" cy="157775"/>
            </a:xfrm>
            <a:custGeom>
              <a:rect b="b" l="l" r="r" t="t"/>
              <a:pathLst>
                <a:path extrusionOk="0" h="6311" w="4430">
                  <a:moveTo>
                    <a:pt x="4429" y="0"/>
                  </a:moveTo>
                  <a:cubicBezTo>
                    <a:pt x="3191" y="2179"/>
                    <a:pt x="1715" y="4322"/>
                    <a:pt x="12" y="6179"/>
                  </a:cubicBezTo>
                  <a:cubicBezTo>
                    <a:pt x="12" y="6227"/>
                    <a:pt x="0" y="6263"/>
                    <a:pt x="0" y="6310"/>
                  </a:cubicBezTo>
                  <a:cubicBezTo>
                    <a:pt x="738" y="5644"/>
                    <a:pt x="1477" y="4977"/>
                    <a:pt x="2215" y="4310"/>
                  </a:cubicBezTo>
                  <a:cubicBezTo>
                    <a:pt x="2977" y="2881"/>
                    <a:pt x="3703" y="1453"/>
                    <a:pt x="4429" y="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46"/>
            <p:cNvSpPr/>
            <p:nvPr/>
          </p:nvSpPr>
          <p:spPr>
            <a:xfrm>
              <a:off x="6473125" y="2176600"/>
              <a:ext cx="110750" cy="157775"/>
            </a:xfrm>
            <a:custGeom>
              <a:rect b="b" l="l" r="r" t="t"/>
              <a:pathLst>
                <a:path extrusionOk="0" h="6311" w="4430">
                  <a:moveTo>
                    <a:pt x="4429" y="0"/>
                  </a:moveTo>
                  <a:cubicBezTo>
                    <a:pt x="3191" y="2179"/>
                    <a:pt x="1715" y="4322"/>
                    <a:pt x="12" y="6179"/>
                  </a:cubicBezTo>
                  <a:cubicBezTo>
                    <a:pt x="12" y="6227"/>
                    <a:pt x="0" y="6263"/>
                    <a:pt x="0" y="6310"/>
                  </a:cubicBezTo>
                  <a:cubicBezTo>
                    <a:pt x="738" y="5644"/>
                    <a:pt x="1477" y="4977"/>
                    <a:pt x="2215" y="4310"/>
                  </a:cubicBezTo>
                  <a:cubicBezTo>
                    <a:pt x="2977" y="2881"/>
                    <a:pt x="3703" y="1453"/>
                    <a:pt x="4429" y="0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46"/>
            <p:cNvSpPr/>
            <p:nvPr/>
          </p:nvSpPr>
          <p:spPr>
            <a:xfrm>
              <a:off x="6593375" y="2230175"/>
              <a:ext cx="280425" cy="172650"/>
            </a:xfrm>
            <a:custGeom>
              <a:rect b="b" l="l" r="r" t="t"/>
              <a:pathLst>
                <a:path extrusionOk="0" h="6906" w="11217">
                  <a:moveTo>
                    <a:pt x="11216" y="0"/>
                  </a:moveTo>
                  <a:cubicBezTo>
                    <a:pt x="7680" y="2620"/>
                    <a:pt x="3941" y="4941"/>
                    <a:pt x="0" y="6906"/>
                  </a:cubicBezTo>
                  <a:cubicBezTo>
                    <a:pt x="1846" y="6120"/>
                    <a:pt x="3632" y="5203"/>
                    <a:pt x="5382" y="4215"/>
                  </a:cubicBezTo>
                  <a:cubicBezTo>
                    <a:pt x="7430" y="2929"/>
                    <a:pt x="9371" y="1560"/>
                    <a:pt x="11216" y="119"/>
                  </a:cubicBezTo>
                  <a:lnTo>
                    <a:pt x="11216" y="0"/>
                  </a:ln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46"/>
            <p:cNvSpPr/>
            <p:nvPr/>
          </p:nvSpPr>
          <p:spPr>
            <a:xfrm>
              <a:off x="6593375" y="2230175"/>
              <a:ext cx="280425" cy="172650"/>
            </a:xfrm>
            <a:custGeom>
              <a:rect b="b" l="l" r="r" t="t"/>
              <a:pathLst>
                <a:path extrusionOk="0" h="6906" w="11217">
                  <a:moveTo>
                    <a:pt x="5382" y="4215"/>
                  </a:moveTo>
                  <a:cubicBezTo>
                    <a:pt x="7430" y="2929"/>
                    <a:pt x="9371" y="1560"/>
                    <a:pt x="11216" y="119"/>
                  </a:cubicBezTo>
                  <a:lnTo>
                    <a:pt x="11216" y="0"/>
                  </a:lnTo>
                  <a:cubicBezTo>
                    <a:pt x="7680" y="2620"/>
                    <a:pt x="3941" y="4941"/>
                    <a:pt x="0" y="6906"/>
                  </a:cubicBezTo>
                  <a:cubicBezTo>
                    <a:pt x="1846" y="6120"/>
                    <a:pt x="3632" y="5203"/>
                    <a:pt x="5382" y="421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46"/>
            <p:cNvSpPr/>
            <p:nvPr/>
          </p:nvSpPr>
          <p:spPr>
            <a:xfrm>
              <a:off x="6761550" y="2070625"/>
              <a:ext cx="35150" cy="52100"/>
            </a:xfrm>
            <a:custGeom>
              <a:rect b="b" l="l" r="r" t="t"/>
              <a:pathLst>
                <a:path extrusionOk="0" h="2084" w="1406">
                  <a:moveTo>
                    <a:pt x="1405" y="0"/>
                  </a:moveTo>
                  <a:cubicBezTo>
                    <a:pt x="1120" y="215"/>
                    <a:pt x="822" y="429"/>
                    <a:pt x="536" y="643"/>
                  </a:cubicBezTo>
                  <a:cubicBezTo>
                    <a:pt x="369" y="1131"/>
                    <a:pt x="191" y="1608"/>
                    <a:pt x="0" y="2084"/>
                  </a:cubicBezTo>
                  <a:cubicBezTo>
                    <a:pt x="489" y="1405"/>
                    <a:pt x="953" y="703"/>
                    <a:pt x="1405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46"/>
            <p:cNvSpPr/>
            <p:nvPr/>
          </p:nvSpPr>
          <p:spPr>
            <a:xfrm>
              <a:off x="6761550" y="2070625"/>
              <a:ext cx="35150" cy="52100"/>
            </a:xfrm>
            <a:custGeom>
              <a:rect b="b" l="l" r="r" t="t"/>
              <a:pathLst>
                <a:path extrusionOk="0" h="2084" w="1406">
                  <a:moveTo>
                    <a:pt x="1405" y="0"/>
                  </a:moveTo>
                  <a:cubicBezTo>
                    <a:pt x="1120" y="215"/>
                    <a:pt x="822" y="429"/>
                    <a:pt x="536" y="643"/>
                  </a:cubicBezTo>
                  <a:cubicBezTo>
                    <a:pt x="369" y="1131"/>
                    <a:pt x="191" y="1608"/>
                    <a:pt x="0" y="2084"/>
                  </a:cubicBezTo>
                  <a:cubicBezTo>
                    <a:pt x="489" y="1405"/>
                    <a:pt x="953" y="703"/>
                    <a:pt x="1405" y="0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46"/>
            <p:cNvSpPr/>
            <p:nvPr/>
          </p:nvSpPr>
          <p:spPr>
            <a:xfrm>
              <a:off x="6473425" y="1600025"/>
              <a:ext cx="350650" cy="731075"/>
            </a:xfrm>
            <a:custGeom>
              <a:rect b="b" l="l" r="r" t="t"/>
              <a:pathLst>
                <a:path extrusionOk="0" h="29243" w="14026">
                  <a:moveTo>
                    <a:pt x="14026" y="1"/>
                  </a:moveTo>
                  <a:lnTo>
                    <a:pt x="14026" y="1"/>
                  </a:lnTo>
                  <a:cubicBezTo>
                    <a:pt x="13299" y="1822"/>
                    <a:pt x="12442" y="3739"/>
                    <a:pt x="11490" y="5680"/>
                  </a:cubicBezTo>
                  <a:cubicBezTo>
                    <a:pt x="11204" y="6418"/>
                    <a:pt x="10930" y="7156"/>
                    <a:pt x="10632" y="7894"/>
                  </a:cubicBezTo>
                  <a:cubicBezTo>
                    <a:pt x="9525" y="10657"/>
                    <a:pt x="8311" y="13383"/>
                    <a:pt x="7013" y="16062"/>
                  </a:cubicBezTo>
                  <a:cubicBezTo>
                    <a:pt x="6084" y="18396"/>
                    <a:pt x="4822" y="21146"/>
                    <a:pt x="3215" y="23789"/>
                  </a:cubicBezTo>
                  <a:cubicBezTo>
                    <a:pt x="2274" y="25718"/>
                    <a:pt x="1226" y="27671"/>
                    <a:pt x="12" y="29159"/>
                  </a:cubicBezTo>
                  <a:cubicBezTo>
                    <a:pt x="12" y="29195"/>
                    <a:pt x="12" y="29219"/>
                    <a:pt x="0" y="29242"/>
                  </a:cubicBezTo>
                  <a:cubicBezTo>
                    <a:pt x="1703" y="27385"/>
                    <a:pt x="3179" y="25242"/>
                    <a:pt x="4417" y="23063"/>
                  </a:cubicBezTo>
                  <a:cubicBezTo>
                    <a:pt x="5608" y="20646"/>
                    <a:pt x="6763" y="18217"/>
                    <a:pt x="7846" y="15753"/>
                  </a:cubicBezTo>
                  <a:cubicBezTo>
                    <a:pt x="8346" y="14467"/>
                    <a:pt x="8739" y="13324"/>
                    <a:pt x="9037" y="12419"/>
                  </a:cubicBezTo>
                  <a:cubicBezTo>
                    <a:pt x="10132" y="10038"/>
                    <a:pt x="11156" y="7668"/>
                    <a:pt x="12109" y="5323"/>
                  </a:cubicBezTo>
                  <a:cubicBezTo>
                    <a:pt x="12776" y="3549"/>
                    <a:pt x="13418" y="1775"/>
                    <a:pt x="140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46"/>
            <p:cNvSpPr/>
            <p:nvPr/>
          </p:nvSpPr>
          <p:spPr>
            <a:xfrm>
              <a:off x="6473425" y="1600025"/>
              <a:ext cx="350650" cy="731075"/>
            </a:xfrm>
            <a:custGeom>
              <a:rect b="b" l="l" r="r" t="t"/>
              <a:pathLst>
                <a:path extrusionOk="0" h="29243" w="14026">
                  <a:moveTo>
                    <a:pt x="4417" y="23063"/>
                  </a:moveTo>
                  <a:cubicBezTo>
                    <a:pt x="5608" y="20646"/>
                    <a:pt x="6763" y="18217"/>
                    <a:pt x="7846" y="15753"/>
                  </a:cubicBezTo>
                  <a:cubicBezTo>
                    <a:pt x="8346" y="14467"/>
                    <a:pt x="8739" y="13324"/>
                    <a:pt x="9037" y="12419"/>
                  </a:cubicBezTo>
                  <a:lnTo>
                    <a:pt x="9037" y="12419"/>
                  </a:lnTo>
                  <a:cubicBezTo>
                    <a:pt x="10132" y="10038"/>
                    <a:pt x="11156" y="7668"/>
                    <a:pt x="12109" y="5323"/>
                  </a:cubicBezTo>
                  <a:cubicBezTo>
                    <a:pt x="12776" y="3549"/>
                    <a:pt x="13418" y="1775"/>
                    <a:pt x="14026" y="1"/>
                  </a:cubicBezTo>
                  <a:cubicBezTo>
                    <a:pt x="13299" y="1822"/>
                    <a:pt x="12442" y="3739"/>
                    <a:pt x="11490" y="5680"/>
                  </a:cubicBezTo>
                  <a:cubicBezTo>
                    <a:pt x="11204" y="6418"/>
                    <a:pt x="10930" y="7156"/>
                    <a:pt x="10632" y="7894"/>
                  </a:cubicBezTo>
                  <a:cubicBezTo>
                    <a:pt x="9525" y="10657"/>
                    <a:pt x="8311" y="13383"/>
                    <a:pt x="7013" y="16062"/>
                  </a:cubicBezTo>
                  <a:cubicBezTo>
                    <a:pt x="6084" y="18396"/>
                    <a:pt x="4822" y="21146"/>
                    <a:pt x="3215" y="23789"/>
                  </a:cubicBezTo>
                  <a:cubicBezTo>
                    <a:pt x="2274" y="25718"/>
                    <a:pt x="1226" y="27671"/>
                    <a:pt x="12" y="29159"/>
                  </a:cubicBezTo>
                  <a:cubicBezTo>
                    <a:pt x="12" y="29195"/>
                    <a:pt x="12" y="29219"/>
                    <a:pt x="0" y="29242"/>
                  </a:cubicBezTo>
                  <a:cubicBezTo>
                    <a:pt x="1703" y="27385"/>
                    <a:pt x="3179" y="25242"/>
                    <a:pt x="4417" y="2306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46"/>
            <p:cNvSpPr/>
            <p:nvPr/>
          </p:nvSpPr>
          <p:spPr>
            <a:xfrm>
              <a:off x="6446325" y="2329000"/>
              <a:ext cx="27425" cy="29475"/>
            </a:xfrm>
            <a:custGeom>
              <a:rect b="b" l="l" r="r" t="t"/>
              <a:pathLst>
                <a:path extrusionOk="0" h="1179" w="1097">
                  <a:moveTo>
                    <a:pt x="1096" y="0"/>
                  </a:moveTo>
                  <a:cubicBezTo>
                    <a:pt x="751" y="441"/>
                    <a:pt x="382" y="833"/>
                    <a:pt x="1" y="1179"/>
                  </a:cubicBezTo>
                  <a:cubicBezTo>
                    <a:pt x="358" y="857"/>
                    <a:pt x="715" y="536"/>
                    <a:pt x="1072" y="214"/>
                  </a:cubicBezTo>
                  <a:cubicBezTo>
                    <a:pt x="1072" y="167"/>
                    <a:pt x="1084" y="131"/>
                    <a:pt x="1084" y="83"/>
                  </a:cubicBezTo>
                  <a:cubicBezTo>
                    <a:pt x="1096" y="60"/>
                    <a:pt x="1096" y="24"/>
                    <a:pt x="1096" y="0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46"/>
            <p:cNvSpPr/>
            <p:nvPr/>
          </p:nvSpPr>
          <p:spPr>
            <a:xfrm>
              <a:off x="6446325" y="2329000"/>
              <a:ext cx="27425" cy="29475"/>
            </a:xfrm>
            <a:custGeom>
              <a:rect b="b" l="l" r="r" t="t"/>
              <a:pathLst>
                <a:path extrusionOk="0" h="1179" w="1097">
                  <a:moveTo>
                    <a:pt x="1096" y="0"/>
                  </a:moveTo>
                  <a:cubicBezTo>
                    <a:pt x="751" y="441"/>
                    <a:pt x="382" y="833"/>
                    <a:pt x="1" y="1179"/>
                  </a:cubicBezTo>
                  <a:cubicBezTo>
                    <a:pt x="358" y="857"/>
                    <a:pt x="715" y="536"/>
                    <a:pt x="1072" y="214"/>
                  </a:cubicBezTo>
                  <a:cubicBezTo>
                    <a:pt x="1072" y="167"/>
                    <a:pt x="1084" y="131"/>
                    <a:pt x="1084" y="83"/>
                  </a:cubicBezTo>
                  <a:cubicBezTo>
                    <a:pt x="1096" y="60"/>
                    <a:pt x="1096" y="24"/>
                    <a:pt x="109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46"/>
            <p:cNvSpPr/>
            <p:nvPr/>
          </p:nvSpPr>
          <p:spPr>
            <a:xfrm>
              <a:off x="6337100" y="2455200"/>
              <a:ext cx="84250" cy="25625"/>
            </a:xfrm>
            <a:custGeom>
              <a:rect b="b" l="l" r="r" t="t"/>
              <a:pathLst>
                <a:path extrusionOk="0" h="1025" w="3370">
                  <a:moveTo>
                    <a:pt x="0" y="1024"/>
                  </a:moveTo>
                  <a:cubicBezTo>
                    <a:pt x="929" y="857"/>
                    <a:pt x="1834" y="655"/>
                    <a:pt x="2739" y="429"/>
                  </a:cubicBezTo>
                  <a:cubicBezTo>
                    <a:pt x="2953" y="298"/>
                    <a:pt x="3155" y="143"/>
                    <a:pt x="3370" y="0"/>
                  </a:cubicBezTo>
                  <a:cubicBezTo>
                    <a:pt x="2274" y="429"/>
                    <a:pt x="1155" y="774"/>
                    <a:pt x="0" y="1024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46"/>
            <p:cNvSpPr/>
            <p:nvPr/>
          </p:nvSpPr>
          <p:spPr>
            <a:xfrm>
              <a:off x="6337100" y="2455200"/>
              <a:ext cx="84250" cy="25625"/>
            </a:xfrm>
            <a:custGeom>
              <a:rect b="b" l="l" r="r" t="t"/>
              <a:pathLst>
                <a:path extrusionOk="0" h="1025" w="3370">
                  <a:moveTo>
                    <a:pt x="0" y="1024"/>
                  </a:moveTo>
                  <a:cubicBezTo>
                    <a:pt x="929" y="857"/>
                    <a:pt x="1834" y="655"/>
                    <a:pt x="2739" y="429"/>
                  </a:cubicBezTo>
                  <a:cubicBezTo>
                    <a:pt x="2953" y="298"/>
                    <a:pt x="3155" y="143"/>
                    <a:pt x="3370" y="0"/>
                  </a:cubicBezTo>
                  <a:cubicBezTo>
                    <a:pt x="2274" y="429"/>
                    <a:pt x="1155" y="774"/>
                    <a:pt x="0" y="102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46"/>
            <p:cNvSpPr/>
            <p:nvPr/>
          </p:nvSpPr>
          <p:spPr>
            <a:xfrm>
              <a:off x="6829700" y="1469050"/>
              <a:ext cx="23850" cy="71775"/>
            </a:xfrm>
            <a:custGeom>
              <a:rect b="b" l="l" r="r" t="t"/>
              <a:pathLst>
                <a:path extrusionOk="0" h="2871" w="954">
                  <a:moveTo>
                    <a:pt x="846" y="1"/>
                  </a:moveTo>
                  <a:cubicBezTo>
                    <a:pt x="572" y="965"/>
                    <a:pt x="299" y="1918"/>
                    <a:pt x="1" y="2870"/>
                  </a:cubicBezTo>
                  <a:cubicBezTo>
                    <a:pt x="334" y="1918"/>
                    <a:pt x="644" y="953"/>
                    <a:pt x="953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46"/>
            <p:cNvSpPr/>
            <p:nvPr/>
          </p:nvSpPr>
          <p:spPr>
            <a:xfrm>
              <a:off x="6829700" y="1469050"/>
              <a:ext cx="23850" cy="71775"/>
            </a:xfrm>
            <a:custGeom>
              <a:rect b="b" l="l" r="r" t="t"/>
              <a:pathLst>
                <a:path extrusionOk="0" h="2871" w="954">
                  <a:moveTo>
                    <a:pt x="953" y="1"/>
                  </a:moveTo>
                  <a:lnTo>
                    <a:pt x="846" y="1"/>
                  </a:lnTo>
                  <a:cubicBezTo>
                    <a:pt x="572" y="965"/>
                    <a:pt x="299" y="1918"/>
                    <a:pt x="1" y="2870"/>
                  </a:cubicBezTo>
                  <a:cubicBezTo>
                    <a:pt x="334" y="1918"/>
                    <a:pt x="644" y="953"/>
                    <a:pt x="953" y="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46"/>
            <p:cNvSpPr/>
            <p:nvPr/>
          </p:nvSpPr>
          <p:spPr>
            <a:xfrm>
              <a:off x="6829700" y="1469050"/>
              <a:ext cx="23850" cy="71775"/>
            </a:xfrm>
            <a:custGeom>
              <a:rect b="b" l="l" r="r" t="t"/>
              <a:pathLst>
                <a:path extrusionOk="0" h="2871" w="954">
                  <a:moveTo>
                    <a:pt x="953" y="1"/>
                  </a:moveTo>
                  <a:lnTo>
                    <a:pt x="846" y="1"/>
                  </a:lnTo>
                  <a:cubicBezTo>
                    <a:pt x="572" y="965"/>
                    <a:pt x="299" y="1918"/>
                    <a:pt x="1" y="2870"/>
                  </a:cubicBezTo>
                  <a:cubicBezTo>
                    <a:pt x="334" y="1918"/>
                    <a:pt x="644" y="953"/>
                    <a:pt x="953" y="1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46"/>
            <p:cNvSpPr/>
            <p:nvPr/>
          </p:nvSpPr>
          <p:spPr>
            <a:xfrm>
              <a:off x="6829700" y="1469050"/>
              <a:ext cx="23850" cy="71775"/>
            </a:xfrm>
            <a:custGeom>
              <a:rect b="b" l="l" r="r" t="t"/>
              <a:pathLst>
                <a:path extrusionOk="0" h="2871" w="954">
                  <a:moveTo>
                    <a:pt x="953" y="1"/>
                  </a:moveTo>
                  <a:lnTo>
                    <a:pt x="846" y="1"/>
                  </a:lnTo>
                  <a:cubicBezTo>
                    <a:pt x="572" y="965"/>
                    <a:pt x="299" y="1918"/>
                    <a:pt x="1" y="2870"/>
                  </a:cubicBezTo>
                  <a:cubicBezTo>
                    <a:pt x="334" y="1918"/>
                    <a:pt x="644" y="953"/>
                    <a:pt x="953" y="1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46"/>
            <p:cNvSpPr/>
            <p:nvPr/>
          </p:nvSpPr>
          <p:spPr>
            <a:xfrm>
              <a:off x="6760650" y="1469050"/>
              <a:ext cx="106000" cy="272975"/>
            </a:xfrm>
            <a:custGeom>
              <a:rect b="b" l="l" r="r" t="t"/>
              <a:pathLst>
                <a:path extrusionOk="0" h="10919" w="4240">
                  <a:moveTo>
                    <a:pt x="3715" y="1"/>
                  </a:moveTo>
                  <a:cubicBezTo>
                    <a:pt x="3406" y="953"/>
                    <a:pt x="3096" y="1918"/>
                    <a:pt x="2763" y="2870"/>
                  </a:cubicBezTo>
                  <a:cubicBezTo>
                    <a:pt x="1929" y="5585"/>
                    <a:pt x="1013" y="8264"/>
                    <a:pt x="1" y="10919"/>
                  </a:cubicBezTo>
                  <a:cubicBezTo>
                    <a:pt x="953" y="8978"/>
                    <a:pt x="1810" y="7061"/>
                    <a:pt x="2537" y="5240"/>
                  </a:cubicBezTo>
                  <a:cubicBezTo>
                    <a:pt x="3132" y="3501"/>
                    <a:pt x="3692" y="1751"/>
                    <a:pt x="4239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46"/>
            <p:cNvSpPr/>
            <p:nvPr/>
          </p:nvSpPr>
          <p:spPr>
            <a:xfrm>
              <a:off x="6760650" y="1469050"/>
              <a:ext cx="106000" cy="272975"/>
            </a:xfrm>
            <a:custGeom>
              <a:rect b="b" l="l" r="r" t="t"/>
              <a:pathLst>
                <a:path extrusionOk="0" h="10919" w="4240">
                  <a:moveTo>
                    <a:pt x="1" y="10919"/>
                  </a:moveTo>
                  <a:cubicBezTo>
                    <a:pt x="953" y="8978"/>
                    <a:pt x="1810" y="7061"/>
                    <a:pt x="2537" y="5240"/>
                  </a:cubicBezTo>
                  <a:cubicBezTo>
                    <a:pt x="3132" y="3501"/>
                    <a:pt x="3692" y="1751"/>
                    <a:pt x="4239" y="1"/>
                  </a:cubicBezTo>
                  <a:lnTo>
                    <a:pt x="3715" y="1"/>
                  </a:lnTo>
                  <a:cubicBezTo>
                    <a:pt x="3406" y="953"/>
                    <a:pt x="3096" y="1918"/>
                    <a:pt x="2763" y="2870"/>
                  </a:cubicBezTo>
                  <a:cubicBezTo>
                    <a:pt x="1929" y="5585"/>
                    <a:pt x="1013" y="8264"/>
                    <a:pt x="1" y="10919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46"/>
            <p:cNvSpPr/>
            <p:nvPr/>
          </p:nvSpPr>
          <p:spPr>
            <a:xfrm>
              <a:off x="6760650" y="1469050"/>
              <a:ext cx="106000" cy="272975"/>
            </a:xfrm>
            <a:custGeom>
              <a:rect b="b" l="l" r="r" t="t"/>
              <a:pathLst>
                <a:path extrusionOk="0" h="10919" w="4240">
                  <a:moveTo>
                    <a:pt x="1" y="10919"/>
                  </a:moveTo>
                  <a:cubicBezTo>
                    <a:pt x="953" y="8978"/>
                    <a:pt x="1810" y="7061"/>
                    <a:pt x="2537" y="5240"/>
                  </a:cubicBezTo>
                  <a:cubicBezTo>
                    <a:pt x="3132" y="3501"/>
                    <a:pt x="3692" y="1751"/>
                    <a:pt x="4239" y="1"/>
                  </a:cubicBezTo>
                  <a:lnTo>
                    <a:pt x="3715" y="1"/>
                  </a:lnTo>
                  <a:cubicBezTo>
                    <a:pt x="3406" y="953"/>
                    <a:pt x="3096" y="1918"/>
                    <a:pt x="2763" y="2870"/>
                  </a:cubicBezTo>
                  <a:cubicBezTo>
                    <a:pt x="1929" y="5585"/>
                    <a:pt x="1013" y="8264"/>
                    <a:pt x="1" y="10919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46"/>
            <p:cNvSpPr/>
            <p:nvPr/>
          </p:nvSpPr>
          <p:spPr>
            <a:xfrm>
              <a:off x="6518075" y="1469050"/>
              <a:ext cx="23225" cy="106900"/>
            </a:xfrm>
            <a:custGeom>
              <a:rect b="b" l="l" r="r" t="t"/>
              <a:pathLst>
                <a:path extrusionOk="0" h="4276" w="929">
                  <a:moveTo>
                    <a:pt x="905" y="1382"/>
                  </a:moveTo>
                  <a:cubicBezTo>
                    <a:pt x="917" y="1144"/>
                    <a:pt x="929" y="894"/>
                    <a:pt x="929" y="656"/>
                  </a:cubicBezTo>
                  <a:cubicBezTo>
                    <a:pt x="929" y="441"/>
                    <a:pt x="929" y="215"/>
                    <a:pt x="929" y="1"/>
                  </a:cubicBezTo>
                  <a:lnTo>
                    <a:pt x="0" y="1"/>
                  </a:lnTo>
                  <a:cubicBezTo>
                    <a:pt x="357" y="1406"/>
                    <a:pt x="607" y="2835"/>
                    <a:pt x="714" y="4275"/>
                  </a:cubicBezTo>
                  <a:cubicBezTo>
                    <a:pt x="810" y="3323"/>
                    <a:pt x="869" y="2346"/>
                    <a:pt x="905" y="138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46"/>
            <p:cNvSpPr/>
            <p:nvPr/>
          </p:nvSpPr>
          <p:spPr>
            <a:xfrm>
              <a:off x="4522275" y="1516675"/>
              <a:ext cx="984075" cy="2270850"/>
            </a:xfrm>
            <a:custGeom>
              <a:rect b="b" l="l" r="r" t="t"/>
              <a:pathLst>
                <a:path extrusionOk="0" h="90834" w="39363">
                  <a:moveTo>
                    <a:pt x="32040" y="30755"/>
                  </a:moveTo>
                  <a:cubicBezTo>
                    <a:pt x="30969" y="33815"/>
                    <a:pt x="29897" y="36863"/>
                    <a:pt x="28838" y="39922"/>
                  </a:cubicBezTo>
                  <a:cubicBezTo>
                    <a:pt x="25290" y="50043"/>
                    <a:pt x="21730" y="60199"/>
                    <a:pt x="17086" y="69867"/>
                  </a:cubicBezTo>
                  <a:cubicBezTo>
                    <a:pt x="13193" y="77987"/>
                    <a:pt x="8168" y="86095"/>
                    <a:pt x="394" y="90607"/>
                  </a:cubicBezTo>
                  <a:cubicBezTo>
                    <a:pt x="263" y="90679"/>
                    <a:pt x="132" y="90762"/>
                    <a:pt x="1" y="90834"/>
                  </a:cubicBezTo>
                  <a:cubicBezTo>
                    <a:pt x="227" y="90750"/>
                    <a:pt x="441" y="90643"/>
                    <a:pt x="656" y="90548"/>
                  </a:cubicBezTo>
                  <a:cubicBezTo>
                    <a:pt x="7049" y="87762"/>
                    <a:pt x="11859" y="82190"/>
                    <a:pt x="15931" y="76487"/>
                  </a:cubicBezTo>
                  <a:cubicBezTo>
                    <a:pt x="30790" y="55639"/>
                    <a:pt x="39363" y="30064"/>
                    <a:pt x="38577" y="4525"/>
                  </a:cubicBezTo>
                  <a:cubicBezTo>
                    <a:pt x="38529" y="3013"/>
                    <a:pt x="38458" y="1513"/>
                    <a:pt x="38339" y="1"/>
                  </a:cubicBezTo>
                  <a:lnTo>
                    <a:pt x="38172" y="2977"/>
                  </a:lnTo>
                  <a:lnTo>
                    <a:pt x="37493" y="15205"/>
                  </a:lnTo>
                  <a:cubicBezTo>
                    <a:pt x="35910" y="19694"/>
                    <a:pt x="34338" y="24194"/>
                    <a:pt x="32767" y="28683"/>
                  </a:cubicBezTo>
                  <a:cubicBezTo>
                    <a:pt x="32540" y="29338"/>
                    <a:pt x="32314" y="29993"/>
                    <a:pt x="32076" y="30648"/>
                  </a:cubicBezTo>
                  <a:cubicBezTo>
                    <a:pt x="32064" y="30683"/>
                    <a:pt x="32052" y="30719"/>
                    <a:pt x="32040" y="3075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46"/>
            <p:cNvSpPr/>
            <p:nvPr/>
          </p:nvSpPr>
          <p:spPr>
            <a:xfrm>
              <a:off x="5253625" y="1607775"/>
              <a:ext cx="531325" cy="2167550"/>
            </a:xfrm>
            <a:custGeom>
              <a:rect b="b" l="l" r="r" t="t"/>
              <a:pathLst>
                <a:path extrusionOk="0" h="86702" w="21253">
                  <a:moveTo>
                    <a:pt x="4858" y="69485"/>
                  </a:moveTo>
                  <a:cubicBezTo>
                    <a:pt x="3644" y="73533"/>
                    <a:pt x="2453" y="77581"/>
                    <a:pt x="1346" y="81653"/>
                  </a:cubicBezTo>
                  <a:cubicBezTo>
                    <a:pt x="1084" y="82618"/>
                    <a:pt x="822" y="83594"/>
                    <a:pt x="560" y="84570"/>
                  </a:cubicBezTo>
                  <a:lnTo>
                    <a:pt x="524" y="84689"/>
                  </a:lnTo>
                  <a:lnTo>
                    <a:pt x="238" y="85796"/>
                  </a:lnTo>
                  <a:cubicBezTo>
                    <a:pt x="155" y="86094"/>
                    <a:pt x="84" y="86404"/>
                    <a:pt x="0" y="86701"/>
                  </a:cubicBezTo>
                  <a:cubicBezTo>
                    <a:pt x="429" y="86130"/>
                    <a:pt x="834" y="85546"/>
                    <a:pt x="1239" y="84963"/>
                  </a:cubicBezTo>
                  <a:cubicBezTo>
                    <a:pt x="1691" y="84308"/>
                    <a:pt x="2143" y="83641"/>
                    <a:pt x="2584" y="82975"/>
                  </a:cubicBezTo>
                  <a:cubicBezTo>
                    <a:pt x="2810" y="82618"/>
                    <a:pt x="3048" y="82272"/>
                    <a:pt x="3275" y="81915"/>
                  </a:cubicBezTo>
                  <a:cubicBezTo>
                    <a:pt x="7108" y="75855"/>
                    <a:pt x="10133" y="69294"/>
                    <a:pt x="12490" y="62496"/>
                  </a:cubicBezTo>
                  <a:cubicBezTo>
                    <a:pt x="14466" y="56829"/>
                    <a:pt x="15979" y="50995"/>
                    <a:pt x="17122" y="45113"/>
                  </a:cubicBezTo>
                  <a:cubicBezTo>
                    <a:pt x="19860" y="31052"/>
                    <a:pt x="20586" y="16693"/>
                    <a:pt x="21158" y="2381"/>
                  </a:cubicBezTo>
                  <a:cubicBezTo>
                    <a:pt x="21193" y="1584"/>
                    <a:pt x="21217" y="786"/>
                    <a:pt x="21253" y="0"/>
                  </a:cubicBezTo>
                  <a:lnTo>
                    <a:pt x="20705" y="24"/>
                  </a:lnTo>
                  <a:lnTo>
                    <a:pt x="20253" y="48"/>
                  </a:lnTo>
                  <a:lnTo>
                    <a:pt x="19753" y="84"/>
                  </a:lnTo>
                  <a:cubicBezTo>
                    <a:pt x="19681" y="4144"/>
                    <a:pt x="19396" y="8180"/>
                    <a:pt x="18955" y="12180"/>
                  </a:cubicBezTo>
                  <a:cubicBezTo>
                    <a:pt x="17110" y="28575"/>
                    <a:pt x="12383" y="44577"/>
                    <a:pt x="7549" y="60567"/>
                  </a:cubicBezTo>
                  <a:cubicBezTo>
                    <a:pt x="7096" y="62055"/>
                    <a:pt x="6644" y="63544"/>
                    <a:pt x="6192" y="65032"/>
                  </a:cubicBezTo>
                  <a:cubicBezTo>
                    <a:pt x="5751" y="66508"/>
                    <a:pt x="5299" y="67997"/>
                    <a:pt x="4858" y="6948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46"/>
            <p:cNvSpPr/>
            <p:nvPr/>
          </p:nvSpPr>
          <p:spPr>
            <a:xfrm>
              <a:off x="5731050" y="1939950"/>
              <a:ext cx="371225" cy="1475800"/>
            </a:xfrm>
            <a:custGeom>
              <a:rect b="b" l="l" r="r" t="t"/>
              <a:pathLst>
                <a:path extrusionOk="0" h="59032" w="14849">
                  <a:moveTo>
                    <a:pt x="10264" y="45078"/>
                  </a:moveTo>
                  <a:lnTo>
                    <a:pt x="10264" y="45078"/>
                  </a:lnTo>
                  <a:cubicBezTo>
                    <a:pt x="11229" y="42851"/>
                    <a:pt x="12693" y="39196"/>
                    <a:pt x="13646" y="36172"/>
                  </a:cubicBezTo>
                  <a:cubicBezTo>
                    <a:pt x="13967" y="35148"/>
                    <a:pt x="14229" y="34195"/>
                    <a:pt x="14396" y="33386"/>
                  </a:cubicBezTo>
                  <a:cubicBezTo>
                    <a:pt x="14848" y="31219"/>
                    <a:pt x="14062" y="29992"/>
                    <a:pt x="14169" y="27778"/>
                  </a:cubicBezTo>
                  <a:cubicBezTo>
                    <a:pt x="14431" y="22384"/>
                    <a:pt x="14538" y="16622"/>
                    <a:pt x="13443" y="11371"/>
                  </a:cubicBezTo>
                  <a:cubicBezTo>
                    <a:pt x="13265" y="10549"/>
                    <a:pt x="13062" y="9740"/>
                    <a:pt x="12836" y="8954"/>
                  </a:cubicBezTo>
                  <a:cubicBezTo>
                    <a:pt x="11860" y="5620"/>
                    <a:pt x="10288" y="2548"/>
                    <a:pt x="7835" y="1"/>
                  </a:cubicBezTo>
                  <a:cubicBezTo>
                    <a:pt x="11979" y="19265"/>
                    <a:pt x="8847" y="39553"/>
                    <a:pt x="715" y="57496"/>
                  </a:cubicBezTo>
                  <a:cubicBezTo>
                    <a:pt x="477" y="58008"/>
                    <a:pt x="239" y="58520"/>
                    <a:pt x="1" y="59032"/>
                  </a:cubicBezTo>
                  <a:cubicBezTo>
                    <a:pt x="1680" y="57591"/>
                    <a:pt x="6835" y="53102"/>
                    <a:pt x="10264" y="4507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46"/>
            <p:cNvSpPr/>
            <p:nvPr/>
          </p:nvSpPr>
          <p:spPr>
            <a:xfrm>
              <a:off x="6385000" y="1469050"/>
              <a:ext cx="450100" cy="734050"/>
            </a:xfrm>
            <a:custGeom>
              <a:rect b="b" l="l" r="r" t="t"/>
              <a:pathLst>
                <a:path extrusionOk="0" h="29362" w="18004">
                  <a:moveTo>
                    <a:pt x="5490" y="17586"/>
                  </a:moveTo>
                  <a:cubicBezTo>
                    <a:pt x="5216" y="18467"/>
                    <a:pt x="4930" y="19337"/>
                    <a:pt x="4609" y="20194"/>
                  </a:cubicBezTo>
                  <a:cubicBezTo>
                    <a:pt x="4323" y="20956"/>
                    <a:pt x="4025" y="21706"/>
                    <a:pt x="3692" y="22456"/>
                  </a:cubicBezTo>
                  <a:cubicBezTo>
                    <a:pt x="2656" y="24849"/>
                    <a:pt x="1430" y="27171"/>
                    <a:pt x="1" y="29362"/>
                  </a:cubicBezTo>
                  <a:cubicBezTo>
                    <a:pt x="656" y="28874"/>
                    <a:pt x="1299" y="28362"/>
                    <a:pt x="1918" y="27838"/>
                  </a:cubicBezTo>
                  <a:cubicBezTo>
                    <a:pt x="2585" y="27266"/>
                    <a:pt x="3228" y="26671"/>
                    <a:pt x="3859" y="26064"/>
                  </a:cubicBezTo>
                  <a:cubicBezTo>
                    <a:pt x="10931" y="19182"/>
                    <a:pt x="15229" y="9812"/>
                    <a:pt x="18003" y="1"/>
                  </a:cubicBezTo>
                  <a:lnTo>
                    <a:pt x="7550" y="1"/>
                  </a:lnTo>
                  <a:cubicBezTo>
                    <a:pt x="7597" y="608"/>
                    <a:pt x="7633" y="1215"/>
                    <a:pt x="7645" y="1823"/>
                  </a:cubicBezTo>
                  <a:cubicBezTo>
                    <a:pt x="7800" y="7157"/>
                    <a:pt x="7073" y="12502"/>
                    <a:pt x="5490" y="17586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46"/>
            <p:cNvSpPr/>
            <p:nvPr/>
          </p:nvSpPr>
          <p:spPr>
            <a:xfrm>
              <a:off x="6342450" y="1469050"/>
              <a:ext cx="531350" cy="1035875"/>
            </a:xfrm>
            <a:custGeom>
              <a:rect b="b" l="l" r="r" t="t"/>
              <a:pathLst>
                <a:path extrusionOk="0" h="41435" w="21254">
                  <a:moveTo>
                    <a:pt x="17348" y="10562"/>
                  </a:moveTo>
                  <a:cubicBezTo>
                    <a:pt x="16026" y="14074"/>
                    <a:pt x="14609" y="17551"/>
                    <a:pt x="13085" y="20992"/>
                  </a:cubicBezTo>
                  <a:cubicBezTo>
                    <a:pt x="12002" y="23444"/>
                    <a:pt x="10847" y="25885"/>
                    <a:pt x="9656" y="28302"/>
                  </a:cubicBezTo>
                  <a:cubicBezTo>
                    <a:pt x="8930" y="29743"/>
                    <a:pt x="8204" y="31183"/>
                    <a:pt x="7442" y="32612"/>
                  </a:cubicBezTo>
                  <a:cubicBezTo>
                    <a:pt x="7311" y="32862"/>
                    <a:pt x="7180" y="33112"/>
                    <a:pt x="7049" y="33362"/>
                  </a:cubicBezTo>
                  <a:cubicBezTo>
                    <a:pt x="6930" y="33588"/>
                    <a:pt x="6823" y="33815"/>
                    <a:pt x="6704" y="34041"/>
                  </a:cubicBezTo>
                  <a:cubicBezTo>
                    <a:pt x="7144" y="33565"/>
                    <a:pt x="7608" y="33088"/>
                    <a:pt x="8073" y="32624"/>
                  </a:cubicBezTo>
                  <a:cubicBezTo>
                    <a:pt x="10585" y="30100"/>
                    <a:pt x="13276" y="27742"/>
                    <a:pt x="16110" y="25587"/>
                  </a:cubicBezTo>
                  <a:cubicBezTo>
                    <a:pt x="16502" y="25290"/>
                    <a:pt x="16907" y="24992"/>
                    <a:pt x="17300" y="24694"/>
                  </a:cubicBezTo>
                  <a:cubicBezTo>
                    <a:pt x="17586" y="24492"/>
                    <a:pt x="17884" y="24266"/>
                    <a:pt x="18169" y="24063"/>
                  </a:cubicBezTo>
                  <a:cubicBezTo>
                    <a:pt x="17717" y="24766"/>
                    <a:pt x="17241" y="25456"/>
                    <a:pt x="16764" y="26147"/>
                  </a:cubicBezTo>
                  <a:cubicBezTo>
                    <a:pt x="13407" y="30862"/>
                    <a:pt x="9275" y="35029"/>
                    <a:pt x="4596" y="38434"/>
                  </a:cubicBezTo>
                  <a:cubicBezTo>
                    <a:pt x="4120" y="38779"/>
                    <a:pt x="3644" y="39125"/>
                    <a:pt x="3156" y="39446"/>
                  </a:cubicBezTo>
                  <a:cubicBezTo>
                    <a:pt x="2941" y="39589"/>
                    <a:pt x="2727" y="39744"/>
                    <a:pt x="2513" y="39875"/>
                  </a:cubicBezTo>
                  <a:cubicBezTo>
                    <a:pt x="1691" y="40423"/>
                    <a:pt x="858" y="40946"/>
                    <a:pt x="0" y="41435"/>
                  </a:cubicBezTo>
                  <a:cubicBezTo>
                    <a:pt x="1453" y="40982"/>
                    <a:pt x="2870" y="40458"/>
                    <a:pt x="4275" y="39899"/>
                  </a:cubicBezTo>
                  <a:cubicBezTo>
                    <a:pt x="5442" y="39446"/>
                    <a:pt x="6596" y="38970"/>
                    <a:pt x="7728" y="38458"/>
                  </a:cubicBezTo>
                  <a:cubicBezTo>
                    <a:pt x="8501" y="38101"/>
                    <a:pt x="9275" y="37732"/>
                    <a:pt x="10037" y="37351"/>
                  </a:cubicBezTo>
                  <a:cubicBezTo>
                    <a:pt x="13966" y="35386"/>
                    <a:pt x="17717" y="33065"/>
                    <a:pt x="21253" y="30445"/>
                  </a:cubicBezTo>
                  <a:lnTo>
                    <a:pt x="21253" y="1"/>
                  </a:lnTo>
                  <a:lnTo>
                    <a:pt x="20967" y="1"/>
                  </a:lnTo>
                  <a:cubicBezTo>
                    <a:pt x="20420" y="1751"/>
                    <a:pt x="19860" y="3501"/>
                    <a:pt x="19265" y="5228"/>
                  </a:cubicBezTo>
                  <a:cubicBezTo>
                    <a:pt x="18657" y="7014"/>
                    <a:pt x="18015" y="8788"/>
                    <a:pt x="17348" y="1056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46"/>
            <p:cNvSpPr/>
            <p:nvPr/>
          </p:nvSpPr>
          <p:spPr>
            <a:xfrm>
              <a:off x="918250" y="1469050"/>
              <a:ext cx="50925" cy="238450"/>
            </a:xfrm>
            <a:custGeom>
              <a:rect b="b" l="l" r="r" t="t"/>
              <a:pathLst>
                <a:path extrusionOk="0" h="9538" w="2037">
                  <a:moveTo>
                    <a:pt x="1215" y="6109"/>
                  </a:moveTo>
                  <a:cubicBezTo>
                    <a:pt x="1465" y="7264"/>
                    <a:pt x="1751" y="8407"/>
                    <a:pt x="2037" y="9538"/>
                  </a:cubicBezTo>
                  <a:cubicBezTo>
                    <a:pt x="1513" y="6383"/>
                    <a:pt x="1239" y="3192"/>
                    <a:pt x="1203" y="1"/>
                  </a:cubicBezTo>
                  <a:lnTo>
                    <a:pt x="1" y="1"/>
                  </a:lnTo>
                  <a:cubicBezTo>
                    <a:pt x="108" y="632"/>
                    <a:pt x="215" y="1275"/>
                    <a:pt x="334" y="1906"/>
                  </a:cubicBezTo>
                  <a:cubicBezTo>
                    <a:pt x="596" y="3311"/>
                    <a:pt x="894" y="4716"/>
                    <a:pt x="1215" y="6109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46"/>
            <p:cNvSpPr/>
            <p:nvPr/>
          </p:nvSpPr>
          <p:spPr>
            <a:xfrm>
              <a:off x="4282075" y="2285525"/>
              <a:ext cx="1041225" cy="1508550"/>
            </a:xfrm>
            <a:custGeom>
              <a:rect b="b" l="l" r="r" t="t"/>
              <a:pathLst>
                <a:path extrusionOk="0" h="60342" w="41649">
                  <a:moveTo>
                    <a:pt x="26694" y="39113"/>
                  </a:moveTo>
                  <a:cubicBezTo>
                    <a:pt x="31338" y="29433"/>
                    <a:pt x="34898" y="19289"/>
                    <a:pt x="38446" y="9168"/>
                  </a:cubicBezTo>
                  <a:cubicBezTo>
                    <a:pt x="39517" y="6109"/>
                    <a:pt x="40589" y="3061"/>
                    <a:pt x="41648" y="1"/>
                  </a:cubicBezTo>
                  <a:cubicBezTo>
                    <a:pt x="41125" y="941"/>
                    <a:pt x="40779" y="1477"/>
                    <a:pt x="40779" y="1477"/>
                  </a:cubicBezTo>
                  <a:cubicBezTo>
                    <a:pt x="40779" y="1477"/>
                    <a:pt x="39553" y="4954"/>
                    <a:pt x="37612" y="10121"/>
                  </a:cubicBezTo>
                  <a:cubicBezTo>
                    <a:pt x="34481" y="18443"/>
                    <a:pt x="29504" y="31112"/>
                    <a:pt x="24813" y="40649"/>
                  </a:cubicBezTo>
                  <a:cubicBezTo>
                    <a:pt x="23694" y="42923"/>
                    <a:pt x="22598" y="45018"/>
                    <a:pt x="21539" y="46840"/>
                  </a:cubicBezTo>
                  <a:cubicBezTo>
                    <a:pt x="21539" y="46840"/>
                    <a:pt x="21539" y="46840"/>
                    <a:pt x="21539" y="46852"/>
                  </a:cubicBezTo>
                  <a:cubicBezTo>
                    <a:pt x="17110" y="54448"/>
                    <a:pt x="11228" y="57210"/>
                    <a:pt x="6727" y="58139"/>
                  </a:cubicBezTo>
                  <a:cubicBezTo>
                    <a:pt x="6549" y="58175"/>
                    <a:pt x="6370" y="58210"/>
                    <a:pt x="6192" y="58246"/>
                  </a:cubicBezTo>
                  <a:cubicBezTo>
                    <a:pt x="5882" y="58294"/>
                    <a:pt x="5572" y="58353"/>
                    <a:pt x="5263" y="58389"/>
                  </a:cubicBezTo>
                  <a:cubicBezTo>
                    <a:pt x="5263" y="58389"/>
                    <a:pt x="5251" y="58389"/>
                    <a:pt x="5251" y="58389"/>
                  </a:cubicBezTo>
                  <a:cubicBezTo>
                    <a:pt x="4037" y="58556"/>
                    <a:pt x="2965" y="58591"/>
                    <a:pt x="2108" y="58567"/>
                  </a:cubicBezTo>
                  <a:cubicBezTo>
                    <a:pt x="822" y="58544"/>
                    <a:pt x="36" y="58389"/>
                    <a:pt x="0" y="58389"/>
                  </a:cubicBezTo>
                  <a:lnTo>
                    <a:pt x="0" y="58389"/>
                  </a:lnTo>
                  <a:cubicBezTo>
                    <a:pt x="2405" y="60234"/>
                    <a:pt x="5799" y="60341"/>
                    <a:pt x="8239" y="60103"/>
                  </a:cubicBezTo>
                  <a:cubicBezTo>
                    <a:pt x="8918" y="60032"/>
                    <a:pt x="9513" y="59937"/>
                    <a:pt x="10002" y="59853"/>
                  </a:cubicBezTo>
                  <a:cubicBezTo>
                    <a:pt x="17776" y="55341"/>
                    <a:pt x="22801" y="47233"/>
                    <a:pt x="26694" y="3911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46"/>
            <p:cNvSpPr/>
            <p:nvPr/>
          </p:nvSpPr>
          <p:spPr>
            <a:xfrm>
              <a:off x="2870000" y="3048425"/>
              <a:ext cx="101225" cy="101825"/>
            </a:xfrm>
            <a:custGeom>
              <a:rect b="b" l="l" r="r" t="t"/>
              <a:pathLst>
                <a:path extrusionOk="0" h="4073" w="4049">
                  <a:moveTo>
                    <a:pt x="0" y="3441"/>
                  </a:moveTo>
                  <a:cubicBezTo>
                    <a:pt x="893" y="3798"/>
                    <a:pt x="1857" y="4001"/>
                    <a:pt x="2822" y="4060"/>
                  </a:cubicBezTo>
                  <a:cubicBezTo>
                    <a:pt x="3048" y="4072"/>
                    <a:pt x="3286" y="4072"/>
                    <a:pt x="3477" y="3941"/>
                  </a:cubicBezTo>
                  <a:cubicBezTo>
                    <a:pt x="3703" y="3775"/>
                    <a:pt x="3774" y="3453"/>
                    <a:pt x="3810" y="3167"/>
                  </a:cubicBezTo>
                  <a:cubicBezTo>
                    <a:pt x="3941" y="2120"/>
                    <a:pt x="4024" y="1060"/>
                    <a:pt x="4048" y="0"/>
                  </a:cubicBezTo>
                  <a:lnTo>
                    <a:pt x="3953" y="834"/>
                  </a:lnTo>
                  <a:cubicBezTo>
                    <a:pt x="2762" y="1870"/>
                    <a:pt x="1429" y="2751"/>
                    <a:pt x="0" y="344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4" name="Google Shape;2024;p46"/>
          <p:cNvGrpSpPr/>
          <p:nvPr/>
        </p:nvGrpSpPr>
        <p:grpSpPr>
          <a:xfrm>
            <a:off x="5220037" y="3422001"/>
            <a:ext cx="713918" cy="1597943"/>
            <a:chOff x="848300" y="1062475"/>
            <a:chExt cx="1592500" cy="3564450"/>
          </a:xfrm>
        </p:grpSpPr>
        <p:sp>
          <p:nvSpPr>
            <p:cNvPr id="2025" name="Google Shape;2025;p46"/>
            <p:cNvSpPr/>
            <p:nvPr/>
          </p:nvSpPr>
          <p:spPr>
            <a:xfrm>
              <a:off x="1728775" y="2567400"/>
              <a:ext cx="52125" cy="101825"/>
            </a:xfrm>
            <a:custGeom>
              <a:rect b="b" l="l" r="r" t="t"/>
              <a:pathLst>
                <a:path extrusionOk="0" h="4073" w="2085">
                  <a:moveTo>
                    <a:pt x="1" y="1"/>
                  </a:moveTo>
                  <a:cubicBezTo>
                    <a:pt x="655" y="1442"/>
                    <a:pt x="1441" y="3061"/>
                    <a:pt x="2084" y="4073"/>
                  </a:cubicBezTo>
                  <a:cubicBezTo>
                    <a:pt x="1346" y="2477"/>
                    <a:pt x="620" y="1108"/>
                    <a:pt x="1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46"/>
            <p:cNvSpPr/>
            <p:nvPr/>
          </p:nvSpPr>
          <p:spPr>
            <a:xfrm>
              <a:off x="2247600" y="3062400"/>
              <a:ext cx="185150" cy="188750"/>
            </a:xfrm>
            <a:custGeom>
              <a:rect b="b" l="l" r="r" t="t"/>
              <a:pathLst>
                <a:path extrusionOk="0" h="7550" w="7406">
                  <a:moveTo>
                    <a:pt x="7406" y="1"/>
                  </a:moveTo>
                  <a:lnTo>
                    <a:pt x="7406" y="1"/>
                  </a:lnTo>
                  <a:cubicBezTo>
                    <a:pt x="4870" y="2489"/>
                    <a:pt x="2203" y="4430"/>
                    <a:pt x="322" y="5668"/>
                  </a:cubicBezTo>
                  <a:cubicBezTo>
                    <a:pt x="238" y="6299"/>
                    <a:pt x="119" y="6930"/>
                    <a:pt x="0" y="7549"/>
                  </a:cubicBezTo>
                  <a:cubicBezTo>
                    <a:pt x="2858" y="5323"/>
                    <a:pt x="5417" y="2513"/>
                    <a:pt x="740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46"/>
            <p:cNvSpPr/>
            <p:nvPr/>
          </p:nvSpPr>
          <p:spPr>
            <a:xfrm>
              <a:off x="1420700" y="1279450"/>
              <a:ext cx="2100" cy="6875"/>
            </a:xfrm>
            <a:custGeom>
              <a:rect b="b" l="l" r="r" t="t"/>
              <a:pathLst>
                <a:path extrusionOk="0" h="275" w="84">
                  <a:moveTo>
                    <a:pt x="12" y="1"/>
                  </a:moveTo>
                  <a:cubicBezTo>
                    <a:pt x="1" y="96"/>
                    <a:pt x="1" y="179"/>
                    <a:pt x="1" y="274"/>
                  </a:cubicBezTo>
                  <a:lnTo>
                    <a:pt x="24" y="274"/>
                  </a:lnTo>
                  <a:cubicBezTo>
                    <a:pt x="36" y="179"/>
                    <a:pt x="60" y="96"/>
                    <a:pt x="84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46"/>
            <p:cNvSpPr/>
            <p:nvPr/>
          </p:nvSpPr>
          <p:spPr>
            <a:xfrm>
              <a:off x="848300" y="1062475"/>
              <a:ext cx="589100" cy="233675"/>
            </a:xfrm>
            <a:custGeom>
              <a:rect b="b" l="l" r="r" t="t"/>
              <a:pathLst>
                <a:path extrusionOk="0" h="9347" w="23564">
                  <a:moveTo>
                    <a:pt x="1" y="0"/>
                  </a:moveTo>
                  <a:lnTo>
                    <a:pt x="1" y="5572"/>
                  </a:lnTo>
                  <a:cubicBezTo>
                    <a:pt x="916" y="5500"/>
                    <a:pt x="1857" y="5461"/>
                    <a:pt x="2818" y="5461"/>
                  </a:cubicBezTo>
                  <a:cubicBezTo>
                    <a:pt x="7596" y="5461"/>
                    <a:pt x="12883" y="6442"/>
                    <a:pt x="18086" y="9346"/>
                  </a:cubicBezTo>
                  <a:cubicBezTo>
                    <a:pt x="20007" y="8423"/>
                    <a:pt x="21558" y="8230"/>
                    <a:pt x="22494" y="8230"/>
                  </a:cubicBezTo>
                  <a:cubicBezTo>
                    <a:pt x="22620" y="8230"/>
                    <a:pt x="22734" y="8233"/>
                    <a:pt x="22837" y="8239"/>
                  </a:cubicBezTo>
                  <a:cubicBezTo>
                    <a:pt x="22825" y="7906"/>
                    <a:pt x="22825" y="7537"/>
                    <a:pt x="22837" y="7156"/>
                  </a:cubicBezTo>
                  <a:cubicBezTo>
                    <a:pt x="22861" y="6263"/>
                    <a:pt x="22885" y="5239"/>
                    <a:pt x="23004" y="4084"/>
                  </a:cubicBezTo>
                  <a:cubicBezTo>
                    <a:pt x="23111" y="2858"/>
                    <a:pt x="23289" y="1488"/>
                    <a:pt x="2356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46"/>
            <p:cNvSpPr/>
            <p:nvPr/>
          </p:nvSpPr>
          <p:spPr>
            <a:xfrm>
              <a:off x="986725" y="3213625"/>
              <a:ext cx="1454075" cy="1413300"/>
            </a:xfrm>
            <a:custGeom>
              <a:rect b="b" l="l" r="r" t="t"/>
              <a:pathLst>
                <a:path extrusionOk="0" h="56532" w="58163">
                  <a:moveTo>
                    <a:pt x="58162" y="0"/>
                  </a:moveTo>
                  <a:cubicBezTo>
                    <a:pt x="54983" y="1858"/>
                    <a:pt x="52102" y="3060"/>
                    <a:pt x="49899" y="3798"/>
                  </a:cubicBezTo>
                  <a:cubicBezTo>
                    <a:pt x="49221" y="6323"/>
                    <a:pt x="48304" y="8763"/>
                    <a:pt x="47220" y="11168"/>
                  </a:cubicBezTo>
                  <a:cubicBezTo>
                    <a:pt x="44661" y="18407"/>
                    <a:pt x="40839" y="24884"/>
                    <a:pt x="35826" y="30385"/>
                  </a:cubicBezTo>
                  <a:lnTo>
                    <a:pt x="34921" y="31361"/>
                  </a:lnTo>
                  <a:lnTo>
                    <a:pt x="35433" y="30135"/>
                  </a:lnTo>
                  <a:cubicBezTo>
                    <a:pt x="35481" y="30040"/>
                    <a:pt x="38612" y="22384"/>
                    <a:pt x="39600" y="16395"/>
                  </a:cubicBezTo>
                  <a:cubicBezTo>
                    <a:pt x="39636" y="15895"/>
                    <a:pt x="39660" y="15407"/>
                    <a:pt x="39684" y="14919"/>
                  </a:cubicBezTo>
                  <a:lnTo>
                    <a:pt x="39684" y="14919"/>
                  </a:lnTo>
                  <a:cubicBezTo>
                    <a:pt x="38446" y="18538"/>
                    <a:pt x="35421" y="25777"/>
                    <a:pt x="30337" y="28873"/>
                  </a:cubicBezTo>
                  <a:cubicBezTo>
                    <a:pt x="23920" y="38600"/>
                    <a:pt x="15871" y="41553"/>
                    <a:pt x="15764" y="41589"/>
                  </a:cubicBezTo>
                  <a:lnTo>
                    <a:pt x="14109" y="42172"/>
                  </a:lnTo>
                  <a:lnTo>
                    <a:pt x="14109" y="42172"/>
                  </a:lnTo>
                  <a:lnTo>
                    <a:pt x="15550" y="41172"/>
                  </a:lnTo>
                  <a:cubicBezTo>
                    <a:pt x="15574" y="41160"/>
                    <a:pt x="16419" y="40565"/>
                    <a:pt x="17550" y="39612"/>
                  </a:cubicBezTo>
                  <a:lnTo>
                    <a:pt x="17550" y="39612"/>
                  </a:lnTo>
                  <a:cubicBezTo>
                    <a:pt x="17491" y="39648"/>
                    <a:pt x="17431" y="39672"/>
                    <a:pt x="17371" y="39696"/>
                  </a:cubicBezTo>
                  <a:cubicBezTo>
                    <a:pt x="18026" y="39100"/>
                    <a:pt x="18681" y="38505"/>
                    <a:pt x="19336" y="37910"/>
                  </a:cubicBezTo>
                  <a:cubicBezTo>
                    <a:pt x="19336" y="37910"/>
                    <a:pt x="21420" y="36076"/>
                    <a:pt x="22551" y="33814"/>
                  </a:cubicBezTo>
                  <a:lnTo>
                    <a:pt x="22551" y="33814"/>
                  </a:lnTo>
                  <a:lnTo>
                    <a:pt x="17991" y="37612"/>
                  </a:lnTo>
                  <a:cubicBezTo>
                    <a:pt x="17717" y="38017"/>
                    <a:pt x="17431" y="38410"/>
                    <a:pt x="17133" y="38815"/>
                  </a:cubicBezTo>
                  <a:cubicBezTo>
                    <a:pt x="17193" y="38600"/>
                    <a:pt x="17252" y="38398"/>
                    <a:pt x="17300" y="38184"/>
                  </a:cubicBezTo>
                  <a:lnTo>
                    <a:pt x="17300" y="38184"/>
                  </a:lnTo>
                  <a:lnTo>
                    <a:pt x="15978" y="39291"/>
                  </a:lnTo>
                  <a:lnTo>
                    <a:pt x="16740" y="38065"/>
                  </a:lnTo>
                  <a:cubicBezTo>
                    <a:pt x="16752" y="38041"/>
                    <a:pt x="17336" y="37088"/>
                    <a:pt x="18062" y="35326"/>
                  </a:cubicBezTo>
                  <a:cubicBezTo>
                    <a:pt x="18836" y="32516"/>
                    <a:pt x="19657" y="29718"/>
                    <a:pt x="20491" y="26920"/>
                  </a:cubicBezTo>
                  <a:cubicBezTo>
                    <a:pt x="20765" y="25372"/>
                    <a:pt x="20991" y="23694"/>
                    <a:pt x="21122" y="21872"/>
                  </a:cubicBezTo>
                  <a:lnTo>
                    <a:pt x="21122" y="21872"/>
                  </a:lnTo>
                  <a:cubicBezTo>
                    <a:pt x="19086" y="26242"/>
                    <a:pt x="16990" y="29802"/>
                    <a:pt x="15062" y="32623"/>
                  </a:cubicBezTo>
                  <a:cubicBezTo>
                    <a:pt x="12502" y="38684"/>
                    <a:pt x="7620" y="44196"/>
                    <a:pt x="1941" y="48923"/>
                  </a:cubicBezTo>
                  <a:lnTo>
                    <a:pt x="0" y="56531"/>
                  </a:lnTo>
                  <a:lnTo>
                    <a:pt x="58162" y="56531"/>
                  </a:lnTo>
                  <a:lnTo>
                    <a:pt x="58162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46"/>
            <p:cNvSpPr/>
            <p:nvPr/>
          </p:nvSpPr>
          <p:spPr>
            <a:xfrm>
              <a:off x="2260100" y="2919525"/>
              <a:ext cx="133375" cy="246800"/>
            </a:xfrm>
            <a:custGeom>
              <a:rect b="b" l="l" r="r" t="t"/>
              <a:pathLst>
                <a:path extrusionOk="0" h="9872" w="5335">
                  <a:moveTo>
                    <a:pt x="5334" y="1"/>
                  </a:moveTo>
                  <a:cubicBezTo>
                    <a:pt x="3929" y="2216"/>
                    <a:pt x="1989" y="4144"/>
                    <a:pt x="155" y="5680"/>
                  </a:cubicBezTo>
                  <a:cubicBezTo>
                    <a:pt x="167" y="6918"/>
                    <a:pt x="143" y="8157"/>
                    <a:pt x="48" y="9395"/>
                  </a:cubicBezTo>
                  <a:cubicBezTo>
                    <a:pt x="36" y="9550"/>
                    <a:pt x="12" y="9705"/>
                    <a:pt x="0" y="9871"/>
                  </a:cubicBezTo>
                  <a:cubicBezTo>
                    <a:pt x="786" y="8943"/>
                    <a:pt x="1500" y="7930"/>
                    <a:pt x="2131" y="6895"/>
                  </a:cubicBezTo>
                  <a:cubicBezTo>
                    <a:pt x="2655" y="5811"/>
                    <a:pt x="3143" y="4740"/>
                    <a:pt x="3596" y="3870"/>
                  </a:cubicBezTo>
                  <a:cubicBezTo>
                    <a:pt x="4001" y="3108"/>
                    <a:pt x="4382" y="2335"/>
                    <a:pt x="4763" y="1549"/>
                  </a:cubicBezTo>
                  <a:cubicBezTo>
                    <a:pt x="4977" y="1001"/>
                    <a:pt x="5167" y="477"/>
                    <a:pt x="5334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46"/>
            <p:cNvSpPr/>
            <p:nvPr/>
          </p:nvSpPr>
          <p:spPr>
            <a:xfrm>
              <a:off x="2192525" y="2407875"/>
              <a:ext cx="124750" cy="553950"/>
            </a:xfrm>
            <a:custGeom>
              <a:rect b="b" l="l" r="r" t="t"/>
              <a:pathLst>
                <a:path extrusionOk="0" h="22158" w="4990">
                  <a:moveTo>
                    <a:pt x="0" y="0"/>
                  </a:moveTo>
                  <a:cubicBezTo>
                    <a:pt x="1977" y="7322"/>
                    <a:pt x="2882" y="14776"/>
                    <a:pt x="2727" y="22158"/>
                  </a:cubicBezTo>
                  <a:cubicBezTo>
                    <a:pt x="2739" y="22110"/>
                    <a:pt x="2763" y="22062"/>
                    <a:pt x="2775" y="22015"/>
                  </a:cubicBezTo>
                  <a:cubicBezTo>
                    <a:pt x="2965" y="21348"/>
                    <a:pt x="3144" y="20598"/>
                    <a:pt x="3334" y="19788"/>
                  </a:cubicBezTo>
                  <a:cubicBezTo>
                    <a:pt x="3489" y="19122"/>
                    <a:pt x="3656" y="18407"/>
                    <a:pt x="3810" y="17645"/>
                  </a:cubicBezTo>
                  <a:cubicBezTo>
                    <a:pt x="3810" y="17633"/>
                    <a:pt x="3822" y="17621"/>
                    <a:pt x="3822" y="17609"/>
                  </a:cubicBezTo>
                  <a:cubicBezTo>
                    <a:pt x="3977" y="16419"/>
                    <a:pt x="3989" y="15657"/>
                    <a:pt x="3989" y="15633"/>
                  </a:cubicBezTo>
                  <a:cubicBezTo>
                    <a:pt x="4989" y="9704"/>
                    <a:pt x="3751" y="4596"/>
                    <a:pt x="24" y="24"/>
                  </a:cubicBezTo>
                  <a:cubicBezTo>
                    <a:pt x="24" y="12"/>
                    <a:pt x="12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46"/>
            <p:cNvSpPr/>
            <p:nvPr/>
          </p:nvSpPr>
          <p:spPr>
            <a:xfrm>
              <a:off x="1088825" y="1279075"/>
              <a:ext cx="330400" cy="257875"/>
            </a:xfrm>
            <a:custGeom>
              <a:rect b="b" l="l" r="r" t="t"/>
              <a:pathLst>
                <a:path extrusionOk="0" h="10315" w="13216">
                  <a:moveTo>
                    <a:pt x="13020" y="1"/>
                  </a:moveTo>
                  <a:cubicBezTo>
                    <a:pt x="12126" y="1"/>
                    <a:pt x="10469" y="170"/>
                    <a:pt x="8382" y="1230"/>
                  </a:cubicBezTo>
                  <a:cubicBezTo>
                    <a:pt x="6465" y="2194"/>
                    <a:pt x="4167" y="3909"/>
                    <a:pt x="1774" y="6921"/>
                  </a:cubicBezTo>
                  <a:cubicBezTo>
                    <a:pt x="953" y="7933"/>
                    <a:pt x="369" y="9076"/>
                    <a:pt x="0" y="10315"/>
                  </a:cubicBezTo>
                  <a:cubicBezTo>
                    <a:pt x="726" y="8326"/>
                    <a:pt x="2155" y="6528"/>
                    <a:pt x="3727" y="5052"/>
                  </a:cubicBezTo>
                  <a:cubicBezTo>
                    <a:pt x="6358" y="2599"/>
                    <a:pt x="9632" y="623"/>
                    <a:pt x="13216" y="301"/>
                  </a:cubicBezTo>
                  <a:cubicBezTo>
                    <a:pt x="13216" y="206"/>
                    <a:pt x="13216" y="99"/>
                    <a:pt x="13216" y="4"/>
                  </a:cubicBezTo>
                  <a:cubicBezTo>
                    <a:pt x="13155" y="2"/>
                    <a:pt x="13090" y="1"/>
                    <a:pt x="1302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46"/>
            <p:cNvSpPr/>
            <p:nvPr/>
          </p:nvSpPr>
          <p:spPr>
            <a:xfrm>
              <a:off x="1088825" y="1278550"/>
              <a:ext cx="330400" cy="258400"/>
            </a:xfrm>
            <a:custGeom>
              <a:rect b="b" l="l" r="r" t="t"/>
              <a:pathLst>
                <a:path extrusionOk="0" h="10336" w="13216">
                  <a:moveTo>
                    <a:pt x="3727" y="5073"/>
                  </a:moveTo>
                  <a:cubicBezTo>
                    <a:pt x="6358" y="2620"/>
                    <a:pt x="9632" y="644"/>
                    <a:pt x="13216" y="322"/>
                  </a:cubicBezTo>
                  <a:cubicBezTo>
                    <a:pt x="13216" y="227"/>
                    <a:pt x="13216" y="120"/>
                    <a:pt x="13216" y="25"/>
                  </a:cubicBezTo>
                  <a:cubicBezTo>
                    <a:pt x="12383" y="1"/>
                    <a:pt x="10632" y="108"/>
                    <a:pt x="8382" y="1251"/>
                  </a:cubicBezTo>
                  <a:cubicBezTo>
                    <a:pt x="6465" y="2215"/>
                    <a:pt x="4167" y="3930"/>
                    <a:pt x="1774" y="6942"/>
                  </a:cubicBezTo>
                  <a:cubicBezTo>
                    <a:pt x="953" y="7954"/>
                    <a:pt x="369" y="9097"/>
                    <a:pt x="0" y="10336"/>
                  </a:cubicBezTo>
                  <a:cubicBezTo>
                    <a:pt x="726" y="8347"/>
                    <a:pt x="2155" y="6549"/>
                    <a:pt x="3727" y="5073"/>
                  </a:cubicBezTo>
                  <a:close/>
                </a:path>
              </a:pathLst>
            </a:custGeom>
            <a:solidFill>
              <a:srgbClr val="FF870B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46"/>
            <p:cNvSpPr/>
            <p:nvPr/>
          </p:nvSpPr>
          <p:spPr>
            <a:xfrm>
              <a:off x="1447500" y="1610450"/>
              <a:ext cx="106875" cy="328925"/>
            </a:xfrm>
            <a:custGeom>
              <a:rect b="b" l="l" r="r" t="t"/>
              <a:pathLst>
                <a:path extrusionOk="0" h="13157" w="4275">
                  <a:moveTo>
                    <a:pt x="810" y="0"/>
                  </a:moveTo>
                  <a:cubicBezTo>
                    <a:pt x="774" y="179"/>
                    <a:pt x="726" y="358"/>
                    <a:pt x="691" y="524"/>
                  </a:cubicBezTo>
                  <a:cubicBezTo>
                    <a:pt x="0" y="3941"/>
                    <a:pt x="881" y="7537"/>
                    <a:pt x="2572" y="10585"/>
                  </a:cubicBezTo>
                  <a:cubicBezTo>
                    <a:pt x="3072" y="11478"/>
                    <a:pt x="3643" y="12335"/>
                    <a:pt x="4274" y="13157"/>
                  </a:cubicBezTo>
                  <a:cubicBezTo>
                    <a:pt x="1965" y="9728"/>
                    <a:pt x="798" y="5537"/>
                    <a:pt x="810" y="572"/>
                  </a:cubicBezTo>
                  <a:cubicBezTo>
                    <a:pt x="810" y="369"/>
                    <a:pt x="810" y="167"/>
                    <a:pt x="810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46"/>
            <p:cNvSpPr/>
            <p:nvPr/>
          </p:nvSpPr>
          <p:spPr>
            <a:xfrm>
              <a:off x="1447500" y="1610450"/>
              <a:ext cx="106875" cy="328925"/>
            </a:xfrm>
            <a:custGeom>
              <a:rect b="b" l="l" r="r" t="t"/>
              <a:pathLst>
                <a:path extrusionOk="0" h="13157" w="4275">
                  <a:moveTo>
                    <a:pt x="2572" y="10585"/>
                  </a:moveTo>
                  <a:cubicBezTo>
                    <a:pt x="3072" y="11478"/>
                    <a:pt x="3643" y="12335"/>
                    <a:pt x="4274" y="13157"/>
                  </a:cubicBezTo>
                  <a:cubicBezTo>
                    <a:pt x="1965" y="9728"/>
                    <a:pt x="798" y="5537"/>
                    <a:pt x="810" y="572"/>
                  </a:cubicBezTo>
                  <a:cubicBezTo>
                    <a:pt x="810" y="369"/>
                    <a:pt x="810" y="167"/>
                    <a:pt x="810" y="0"/>
                  </a:cubicBezTo>
                  <a:cubicBezTo>
                    <a:pt x="774" y="179"/>
                    <a:pt x="726" y="358"/>
                    <a:pt x="691" y="524"/>
                  </a:cubicBezTo>
                  <a:cubicBezTo>
                    <a:pt x="0" y="3941"/>
                    <a:pt x="881" y="7537"/>
                    <a:pt x="2572" y="10585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46"/>
            <p:cNvSpPr/>
            <p:nvPr/>
          </p:nvSpPr>
          <p:spPr>
            <a:xfrm>
              <a:off x="1077800" y="1397050"/>
              <a:ext cx="348575" cy="529525"/>
            </a:xfrm>
            <a:custGeom>
              <a:rect b="b" l="l" r="r" t="t"/>
              <a:pathLst>
                <a:path extrusionOk="0" h="21181" w="13943">
                  <a:moveTo>
                    <a:pt x="10200" y="1"/>
                  </a:moveTo>
                  <a:cubicBezTo>
                    <a:pt x="9049" y="1"/>
                    <a:pt x="7862" y="401"/>
                    <a:pt x="6823" y="940"/>
                  </a:cubicBezTo>
                  <a:cubicBezTo>
                    <a:pt x="3632" y="2595"/>
                    <a:pt x="1132" y="5536"/>
                    <a:pt x="1" y="8953"/>
                  </a:cubicBezTo>
                  <a:cubicBezTo>
                    <a:pt x="24" y="10537"/>
                    <a:pt x="346" y="12215"/>
                    <a:pt x="989" y="13954"/>
                  </a:cubicBezTo>
                  <a:cubicBezTo>
                    <a:pt x="1977" y="16633"/>
                    <a:pt x="3596" y="19133"/>
                    <a:pt x="5585" y="21181"/>
                  </a:cubicBezTo>
                  <a:cubicBezTo>
                    <a:pt x="3644" y="18823"/>
                    <a:pt x="2298" y="15966"/>
                    <a:pt x="1775" y="12954"/>
                  </a:cubicBezTo>
                  <a:lnTo>
                    <a:pt x="1775" y="12954"/>
                  </a:lnTo>
                  <a:cubicBezTo>
                    <a:pt x="3595" y="16758"/>
                    <a:pt x="7768" y="19240"/>
                    <a:pt x="11963" y="19240"/>
                  </a:cubicBezTo>
                  <a:cubicBezTo>
                    <a:pt x="12626" y="19240"/>
                    <a:pt x="13289" y="19178"/>
                    <a:pt x="13943" y="19050"/>
                  </a:cubicBezTo>
                  <a:cubicBezTo>
                    <a:pt x="13669" y="18323"/>
                    <a:pt x="12788" y="18049"/>
                    <a:pt x="12050" y="17776"/>
                  </a:cubicBezTo>
                  <a:cubicBezTo>
                    <a:pt x="9871" y="16930"/>
                    <a:pt x="8180" y="15121"/>
                    <a:pt x="7037" y="13085"/>
                  </a:cubicBezTo>
                  <a:cubicBezTo>
                    <a:pt x="5882" y="11060"/>
                    <a:pt x="5215" y="8798"/>
                    <a:pt x="4561" y="6548"/>
                  </a:cubicBezTo>
                  <a:lnTo>
                    <a:pt x="4561" y="6548"/>
                  </a:lnTo>
                  <a:cubicBezTo>
                    <a:pt x="5596" y="7477"/>
                    <a:pt x="6168" y="8786"/>
                    <a:pt x="6918" y="9953"/>
                  </a:cubicBezTo>
                  <a:cubicBezTo>
                    <a:pt x="7668" y="11120"/>
                    <a:pt x="8764" y="12239"/>
                    <a:pt x="10145" y="12299"/>
                  </a:cubicBezTo>
                  <a:cubicBezTo>
                    <a:pt x="10190" y="12301"/>
                    <a:pt x="10235" y="12302"/>
                    <a:pt x="10280" y="12302"/>
                  </a:cubicBezTo>
                  <a:cubicBezTo>
                    <a:pt x="12025" y="12302"/>
                    <a:pt x="13387" y="10515"/>
                    <a:pt x="13538" y="8763"/>
                  </a:cubicBezTo>
                  <a:cubicBezTo>
                    <a:pt x="13586" y="8298"/>
                    <a:pt x="13562" y="7834"/>
                    <a:pt x="13490" y="7381"/>
                  </a:cubicBezTo>
                  <a:cubicBezTo>
                    <a:pt x="13133" y="6750"/>
                    <a:pt x="12919" y="5905"/>
                    <a:pt x="12812" y="5024"/>
                  </a:cubicBezTo>
                  <a:cubicBezTo>
                    <a:pt x="12621" y="4536"/>
                    <a:pt x="12407" y="4048"/>
                    <a:pt x="12193" y="3571"/>
                  </a:cubicBezTo>
                  <a:lnTo>
                    <a:pt x="12193" y="3571"/>
                  </a:lnTo>
                  <a:lnTo>
                    <a:pt x="12728" y="4036"/>
                  </a:lnTo>
                  <a:cubicBezTo>
                    <a:pt x="12669" y="2726"/>
                    <a:pt x="12764" y="1536"/>
                    <a:pt x="12812" y="1071"/>
                  </a:cubicBezTo>
                  <a:cubicBezTo>
                    <a:pt x="12597" y="774"/>
                    <a:pt x="12288" y="523"/>
                    <a:pt x="11954" y="369"/>
                  </a:cubicBezTo>
                  <a:cubicBezTo>
                    <a:pt x="11397" y="111"/>
                    <a:pt x="10804" y="1"/>
                    <a:pt x="1020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46"/>
            <p:cNvSpPr/>
            <p:nvPr/>
          </p:nvSpPr>
          <p:spPr>
            <a:xfrm>
              <a:off x="1077800" y="1387500"/>
              <a:ext cx="348575" cy="539075"/>
            </a:xfrm>
            <a:custGeom>
              <a:rect b="b" l="l" r="r" t="t"/>
              <a:pathLst>
                <a:path extrusionOk="0" h="21563" w="13943">
                  <a:moveTo>
                    <a:pt x="13943" y="19432"/>
                  </a:moveTo>
                  <a:cubicBezTo>
                    <a:pt x="13669" y="18705"/>
                    <a:pt x="12788" y="18431"/>
                    <a:pt x="12050" y="18158"/>
                  </a:cubicBezTo>
                  <a:cubicBezTo>
                    <a:pt x="9871" y="17312"/>
                    <a:pt x="8180" y="15503"/>
                    <a:pt x="7037" y="13467"/>
                  </a:cubicBezTo>
                  <a:cubicBezTo>
                    <a:pt x="5882" y="11442"/>
                    <a:pt x="5215" y="9180"/>
                    <a:pt x="4561" y="6930"/>
                  </a:cubicBezTo>
                  <a:cubicBezTo>
                    <a:pt x="5596" y="7859"/>
                    <a:pt x="6168" y="9168"/>
                    <a:pt x="6918" y="10335"/>
                  </a:cubicBezTo>
                  <a:cubicBezTo>
                    <a:pt x="7668" y="11502"/>
                    <a:pt x="8764" y="12621"/>
                    <a:pt x="10145" y="12681"/>
                  </a:cubicBezTo>
                  <a:cubicBezTo>
                    <a:pt x="11954" y="12776"/>
                    <a:pt x="13383" y="10942"/>
                    <a:pt x="13538" y="9145"/>
                  </a:cubicBezTo>
                  <a:cubicBezTo>
                    <a:pt x="13586" y="8680"/>
                    <a:pt x="13562" y="8216"/>
                    <a:pt x="13490" y="7763"/>
                  </a:cubicBezTo>
                  <a:cubicBezTo>
                    <a:pt x="13133" y="7132"/>
                    <a:pt x="12919" y="6287"/>
                    <a:pt x="12812" y="5406"/>
                  </a:cubicBezTo>
                  <a:cubicBezTo>
                    <a:pt x="12621" y="4918"/>
                    <a:pt x="12407" y="4430"/>
                    <a:pt x="12193" y="3953"/>
                  </a:cubicBezTo>
                  <a:lnTo>
                    <a:pt x="12728" y="4418"/>
                  </a:lnTo>
                  <a:cubicBezTo>
                    <a:pt x="12669" y="3108"/>
                    <a:pt x="12764" y="1918"/>
                    <a:pt x="12812" y="1453"/>
                  </a:cubicBezTo>
                  <a:cubicBezTo>
                    <a:pt x="12597" y="1156"/>
                    <a:pt x="12288" y="905"/>
                    <a:pt x="11954" y="751"/>
                  </a:cubicBezTo>
                  <a:cubicBezTo>
                    <a:pt x="10335" y="1"/>
                    <a:pt x="8406" y="501"/>
                    <a:pt x="6823" y="1322"/>
                  </a:cubicBezTo>
                  <a:cubicBezTo>
                    <a:pt x="3632" y="2977"/>
                    <a:pt x="1132" y="5918"/>
                    <a:pt x="1" y="9335"/>
                  </a:cubicBezTo>
                  <a:cubicBezTo>
                    <a:pt x="24" y="10919"/>
                    <a:pt x="346" y="12597"/>
                    <a:pt x="989" y="14336"/>
                  </a:cubicBezTo>
                  <a:cubicBezTo>
                    <a:pt x="1977" y="17015"/>
                    <a:pt x="3596" y="19515"/>
                    <a:pt x="5585" y="21563"/>
                  </a:cubicBezTo>
                  <a:cubicBezTo>
                    <a:pt x="3644" y="19205"/>
                    <a:pt x="2298" y="16348"/>
                    <a:pt x="1775" y="13336"/>
                  </a:cubicBezTo>
                  <a:cubicBezTo>
                    <a:pt x="3882" y="17741"/>
                    <a:pt x="9145" y="20372"/>
                    <a:pt x="13943" y="1943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46"/>
            <p:cNvSpPr/>
            <p:nvPr/>
          </p:nvSpPr>
          <p:spPr>
            <a:xfrm>
              <a:off x="1420700" y="1286300"/>
              <a:ext cx="625" cy="2100"/>
            </a:xfrm>
            <a:custGeom>
              <a:rect b="b" l="l" r="r" t="t"/>
              <a:pathLst>
                <a:path extrusionOk="0" h="84" w="25">
                  <a:moveTo>
                    <a:pt x="1" y="0"/>
                  </a:moveTo>
                  <a:lnTo>
                    <a:pt x="1" y="84"/>
                  </a:lnTo>
                  <a:cubicBezTo>
                    <a:pt x="12" y="48"/>
                    <a:pt x="12" y="24"/>
                    <a:pt x="24" y="0"/>
                  </a:cubicBezTo>
                  <a:close/>
                </a:path>
              </a:pathLst>
            </a:custGeom>
            <a:solidFill>
              <a:srgbClr val="FFDD56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46"/>
            <p:cNvSpPr/>
            <p:nvPr/>
          </p:nvSpPr>
          <p:spPr>
            <a:xfrm>
              <a:off x="1077200" y="1286600"/>
              <a:ext cx="342325" cy="334300"/>
            </a:xfrm>
            <a:custGeom>
              <a:rect b="b" l="l" r="r" t="t"/>
              <a:pathLst>
                <a:path extrusionOk="0" h="13372" w="13693">
                  <a:moveTo>
                    <a:pt x="13681" y="0"/>
                  </a:moveTo>
                  <a:cubicBezTo>
                    <a:pt x="10097" y="322"/>
                    <a:pt x="6823" y="2298"/>
                    <a:pt x="4192" y="4763"/>
                  </a:cubicBezTo>
                  <a:cubicBezTo>
                    <a:pt x="2632" y="6227"/>
                    <a:pt x="1191" y="8025"/>
                    <a:pt x="465" y="10014"/>
                  </a:cubicBezTo>
                  <a:cubicBezTo>
                    <a:pt x="156" y="11073"/>
                    <a:pt x="1" y="12192"/>
                    <a:pt x="25" y="13371"/>
                  </a:cubicBezTo>
                  <a:cubicBezTo>
                    <a:pt x="1156" y="9954"/>
                    <a:pt x="3656" y="7013"/>
                    <a:pt x="6847" y="5358"/>
                  </a:cubicBezTo>
                  <a:cubicBezTo>
                    <a:pt x="7886" y="4819"/>
                    <a:pt x="9073" y="4419"/>
                    <a:pt x="10224" y="4419"/>
                  </a:cubicBezTo>
                  <a:cubicBezTo>
                    <a:pt x="10828" y="4419"/>
                    <a:pt x="11421" y="4529"/>
                    <a:pt x="11978" y="4787"/>
                  </a:cubicBezTo>
                  <a:cubicBezTo>
                    <a:pt x="12312" y="4941"/>
                    <a:pt x="12621" y="5192"/>
                    <a:pt x="12836" y="5489"/>
                  </a:cubicBezTo>
                  <a:cubicBezTo>
                    <a:pt x="12848" y="5382"/>
                    <a:pt x="12859" y="5322"/>
                    <a:pt x="12859" y="5299"/>
                  </a:cubicBezTo>
                  <a:cubicBezTo>
                    <a:pt x="13086" y="3548"/>
                    <a:pt x="13360" y="1893"/>
                    <a:pt x="13693" y="334"/>
                  </a:cubicBezTo>
                  <a:cubicBezTo>
                    <a:pt x="13693" y="227"/>
                    <a:pt x="13693" y="108"/>
                    <a:pt x="1368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46"/>
            <p:cNvSpPr/>
            <p:nvPr/>
          </p:nvSpPr>
          <p:spPr>
            <a:xfrm>
              <a:off x="848300" y="3392225"/>
              <a:ext cx="33375" cy="3575"/>
            </a:xfrm>
            <a:custGeom>
              <a:rect b="b" l="l" r="r" t="t"/>
              <a:pathLst>
                <a:path extrusionOk="0" h="143" w="1335">
                  <a:moveTo>
                    <a:pt x="1" y="0"/>
                  </a:moveTo>
                  <a:lnTo>
                    <a:pt x="1" y="71"/>
                  </a:lnTo>
                  <a:cubicBezTo>
                    <a:pt x="287" y="95"/>
                    <a:pt x="560" y="119"/>
                    <a:pt x="834" y="143"/>
                  </a:cubicBezTo>
                  <a:lnTo>
                    <a:pt x="1334" y="143"/>
                  </a:lnTo>
                  <a:cubicBezTo>
                    <a:pt x="906" y="95"/>
                    <a:pt x="465" y="48"/>
                    <a:pt x="1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46"/>
            <p:cNvSpPr/>
            <p:nvPr/>
          </p:nvSpPr>
          <p:spPr>
            <a:xfrm>
              <a:off x="848300" y="3392225"/>
              <a:ext cx="33375" cy="3575"/>
            </a:xfrm>
            <a:custGeom>
              <a:rect b="b" l="l" r="r" t="t"/>
              <a:pathLst>
                <a:path extrusionOk="0" h="143" w="1335">
                  <a:moveTo>
                    <a:pt x="1334" y="143"/>
                  </a:moveTo>
                  <a:cubicBezTo>
                    <a:pt x="906" y="95"/>
                    <a:pt x="465" y="48"/>
                    <a:pt x="1" y="0"/>
                  </a:cubicBezTo>
                  <a:lnTo>
                    <a:pt x="1" y="71"/>
                  </a:lnTo>
                  <a:cubicBezTo>
                    <a:pt x="287" y="95"/>
                    <a:pt x="560" y="119"/>
                    <a:pt x="834" y="143"/>
                  </a:cubicBezTo>
                  <a:cubicBezTo>
                    <a:pt x="1001" y="143"/>
                    <a:pt x="1168" y="143"/>
                    <a:pt x="1334" y="143"/>
                  </a:cubicBezTo>
                  <a:close/>
                </a:path>
              </a:pathLst>
            </a:custGeom>
            <a:solidFill>
              <a:srgbClr val="FFDCDE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46"/>
            <p:cNvSpPr/>
            <p:nvPr/>
          </p:nvSpPr>
          <p:spPr>
            <a:xfrm>
              <a:off x="848300" y="3214525"/>
              <a:ext cx="578975" cy="934650"/>
            </a:xfrm>
            <a:custGeom>
              <a:rect b="b" l="l" r="r" t="t"/>
              <a:pathLst>
                <a:path extrusionOk="0" h="37386" w="23159">
                  <a:moveTo>
                    <a:pt x="23158" y="0"/>
                  </a:moveTo>
                  <a:lnTo>
                    <a:pt x="23158" y="0"/>
                  </a:lnTo>
                  <a:cubicBezTo>
                    <a:pt x="22325" y="1334"/>
                    <a:pt x="21480" y="2548"/>
                    <a:pt x="20682" y="3643"/>
                  </a:cubicBezTo>
                  <a:cubicBezTo>
                    <a:pt x="19682" y="5048"/>
                    <a:pt x="18610" y="6394"/>
                    <a:pt x="17467" y="7691"/>
                  </a:cubicBezTo>
                  <a:cubicBezTo>
                    <a:pt x="17158" y="8049"/>
                    <a:pt x="16920" y="8322"/>
                    <a:pt x="16753" y="8501"/>
                  </a:cubicBezTo>
                  <a:cubicBezTo>
                    <a:pt x="17396" y="8430"/>
                    <a:pt x="17967" y="8311"/>
                    <a:pt x="18420" y="8120"/>
                  </a:cubicBezTo>
                  <a:lnTo>
                    <a:pt x="18420" y="8120"/>
                  </a:lnTo>
                  <a:cubicBezTo>
                    <a:pt x="18420" y="8120"/>
                    <a:pt x="16003" y="12466"/>
                    <a:pt x="11121" y="15847"/>
                  </a:cubicBezTo>
                  <a:cubicBezTo>
                    <a:pt x="11062" y="15907"/>
                    <a:pt x="10990" y="15966"/>
                    <a:pt x="10931" y="16026"/>
                  </a:cubicBezTo>
                  <a:cubicBezTo>
                    <a:pt x="10788" y="16145"/>
                    <a:pt x="10645" y="16288"/>
                    <a:pt x="10621" y="16466"/>
                  </a:cubicBezTo>
                  <a:cubicBezTo>
                    <a:pt x="10597" y="16609"/>
                    <a:pt x="10633" y="16752"/>
                    <a:pt x="10693" y="16883"/>
                  </a:cubicBezTo>
                  <a:cubicBezTo>
                    <a:pt x="10800" y="17193"/>
                    <a:pt x="10943" y="17490"/>
                    <a:pt x="11097" y="17764"/>
                  </a:cubicBezTo>
                  <a:cubicBezTo>
                    <a:pt x="10597" y="17815"/>
                    <a:pt x="10094" y="17839"/>
                    <a:pt x="9589" y="17839"/>
                  </a:cubicBezTo>
                  <a:cubicBezTo>
                    <a:pt x="9026" y="17839"/>
                    <a:pt x="8460" y="17809"/>
                    <a:pt x="7895" y="17752"/>
                  </a:cubicBezTo>
                  <a:lnTo>
                    <a:pt x="7895" y="17752"/>
                  </a:lnTo>
                  <a:cubicBezTo>
                    <a:pt x="8299" y="17967"/>
                    <a:pt x="8740" y="18097"/>
                    <a:pt x="9192" y="18145"/>
                  </a:cubicBezTo>
                  <a:cubicBezTo>
                    <a:pt x="8145" y="18181"/>
                    <a:pt x="7109" y="18348"/>
                    <a:pt x="6109" y="18621"/>
                  </a:cubicBezTo>
                  <a:cubicBezTo>
                    <a:pt x="4359" y="19395"/>
                    <a:pt x="2489" y="19895"/>
                    <a:pt x="620" y="20217"/>
                  </a:cubicBezTo>
                  <a:cubicBezTo>
                    <a:pt x="418" y="20253"/>
                    <a:pt x="203" y="20288"/>
                    <a:pt x="1" y="20336"/>
                  </a:cubicBezTo>
                  <a:lnTo>
                    <a:pt x="1" y="37386"/>
                  </a:lnTo>
                  <a:cubicBezTo>
                    <a:pt x="1168" y="37183"/>
                    <a:pt x="2323" y="36766"/>
                    <a:pt x="3466" y="36135"/>
                  </a:cubicBezTo>
                  <a:cubicBezTo>
                    <a:pt x="7061" y="34147"/>
                    <a:pt x="10228" y="30313"/>
                    <a:pt x="12967" y="25694"/>
                  </a:cubicBezTo>
                  <a:cubicBezTo>
                    <a:pt x="16205" y="19098"/>
                    <a:pt x="19646" y="10347"/>
                    <a:pt x="21813" y="4596"/>
                  </a:cubicBezTo>
                  <a:cubicBezTo>
                    <a:pt x="22313" y="2977"/>
                    <a:pt x="22766" y="1429"/>
                    <a:pt x="231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46"/>
            <p:cNvSpPr/>
            <p:nvPr/>
          </p:nvSpPr>
          <p:spPr>
            <a:xfrm>
              <a:off x="848891" y="3195164"/>
              <a:ext cx="578975" cy="934650"/>
            </a:xfrm>
            <a:custGeom>
              <a:rect b="b" l="l" r="r" t="t"/>
              <a:pathLst>
                <a:path extrusionOk="0" h="37386" w="23159">
                  <a:moveTo>
                    <a:pt x="12967" y="25694"/>
                  </a:moveTo>
                  <a:cubicBezTo>
                    <a:pt x="16205" y="19098"/>
                    <a:pt x="19646" y="10347"/>
                    <a:pt x="21813" y="4596"/>
                  </a:cubicBezTo>
                  <a:cubicBezTo>
                    <a:pt x="22313" y="2977"/>
                    <a:pt x="22766" y="1429"/>
                    <a:pt x="23158" y="0"/>
                  </a:cubicBezTo>
                  <a:cubicBezTo>
                    <a:pt x="22325" y="1334"/>
                    <a:pt x="21480" y="2548"/>
                    <a:pt x="20682" y="3643"/>
                  </a:cubicBezTo>
                  <a:cubicBezTo>
                    <a:pt x="19682" y="5048"/>
                    <a:pt x="18610" y="6394"/>
                    <a:pt x="17467" y="7691"/>
                  </a:cubicBezTo>
                  <a:lnTo>
                    <a:pt x="17467" y="7691"/>
                  </a:lnTo>
                  <a:cubicBezTo>
                    <a:pt x="17158" y="8049"/>
                    <a:pt x="16920" y="8322"/>
                    <a:pt x="16753" y="8501"/>
                  </a:cubicBezTo>
                  <a:cubicBezTo>
                    <a:pt x="17396" y="8430"/>
                    <a:pt x="17967" y="8311"/>
                    <a:pt x="18420" y="8120"/>
                  </a:cubicBezTo>
                  <a:cubicBezTo>
                    <a:pt x="18420" y="8120"/>
                    <a:pt x="16003" y="12466"/>
                    <a:pt x="11121" y="15847"/>
                  </a:cubicBezTo>
                  <a:cubicBezTo>
                    <a:pt x="11062" y="15907"/>
                    <a:pt x="10990" y="15966"/>
                    <a:pt x="10931" y="16026"/>
                  </a:cubicBezTo>
                  <a:cubicBezTo>
                    <a:pt x="10788" y="16145"/>
                    <a:pt x="10645" y="16288"/>
                    <a:pt x="10621" y="16466"/>
                  </a:cubicBezTo>
                  <a:cubicBezTo>
                    <a:pt x="10597" y="16609"/>
                    <a:pt x="10633" y="16752"/>
                    <a:pt x="10693" y="16883"/>
                  </a:cubicBezTo>
                  <a:cubicBezTo>
                    <a:pt x="10800" y="17193"/>
                    <a:pt x="10943" y="17490"/>
                    <a:pt x="11097" y="17764"/>
                  </a:cubicBezTo>
                  <a:cubicBezTo>
                    <a:pt x="10038" y="17871"/>
                    <a:pt x="8966" y="17859"/>
                    <a:pt x="7895" y="17752"/>
                  </a:cubicBezTo>
                  <a:cubicBezTo>
                    <a:pt x="8299" y="17967"/>
                    <a:pt x="8740" y="18097"/>
                    <a:pt x="9192" y="18145"/>
                  </a:cubicBezTo>
                  <a:cubicBezTo>
                    <a:pt x="8145" y="18181"/>
                    <a:pt x="7109" y="18348"/>
                    <a:pt x="6109" y="18621"/>
                  </a:cubicBezTo>
                  <a:cubicBezTo>
                    <a:pt x="4359" y="19395"/>
                    <a:pt x="2489" y="19895"/>
                    <a:pt x="620" y="20217"/>
                  </a:cubicBezTo>
                  <a:cubicBezTo>
                    <a:pt x="418" y="20253"/>
                    <a:pt x="203" y="20288"/>
                    <a:pt x="1" y="20336"/>
                  </a:cubicBezTo>
                  <a:lnTo>
                    <a:pt x="1" y="37386"/>
                  </a:lnTo>
                  <a:cubicBezTo>
                    <a:pt x="1168" y="37183"/>
                    <a:pt x="2323" y="36766"/>
                    <a:pt x="3466" y="36135"/>
                  </a:cubicBezTo>
                  <a:cubicBezTo>
                    <a:pt x="7061" y="34147"/>
                    <a:pt x="10228" y="30313"/>
                    <a:pt x="12967" y="25694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46"/>
            <p:cNvSpPr/>
            <p:nvPr/>
          </p:nvSpPr>
          <p:spPr>
            <a:xfrm>
              <a:off x="848300" y="3875300"/>
              <a:ext cx="489375" cy="686125"/>
            </a:xfrm>
            <a:custGeom>
              <a:rect b="b" l="l" r="r" t="t"/>
              <a:pathLst>
                <a:path extrusionOk="0" h="27445" w="19575">
                  <a:moveTo>
                    <a:pt x="19575" y="1"/>
                  </a:moveTo>
                  <a:cubicBezTo>
                    <a:pt x="18527" y="1572"/>
                    <a:pt x="15812" y="5359"/>
                    <a:pt x="11990" y="8823"/>
                  </a:cubicBezTo>
                  <a:cubicBezTo>
                    <a:pt x="11717" y="9061"/>
                    <a:pt x="11455" y="9300"/>
                    <a:pt x="11181" y="9538"/>
                  </a:cubicBezTo>
                  <a:cubicBezTo>
                    <a:pt x="11169" y="9538"/>
                    <a:pt x="11169" y="9550"/>
                    <a:pt x="11157" y="9562"/>
                  </a:cubicBezTo>
                  <a:cubicBezTo>
                    <a:pt x="6716" y="13360"/>
                    <a:pt x="2751" y="14991"/>
                    <a:pt x="1" y="15669"/>
                  </a:cubicBezTo>
                  <a:lnTo>
                    <a:pt x="1" y="27445"/>
                  </a:lnTo>
                  <a:cubicBezTo>
                    <a:pt x="2394" y="25849"/>
                    <a:pt x="4763" y="24111"/>
                    <a:pt x="7014" y="22254"/>
                  </a:cubicBezTo>
                  <a:cubicBezTo>
                    <a:pt x="11943" y="18158"/>
                    <a:pt x="16289" y="13479"/>
                    <a:pt x="19027" y="8359"/>
                  </a:cubicBezTo>
                  <a:lnTo>
                    <a:pt x="19027" y="8359"/>
                  </a:lnTo>
                  <a:cubicBezTo>
                    <a:pt x="16527" y="11693"/>
                    <a:pt x="14491" y="13681"/>
                    <a:pt x="13514" y="14550"/>
                  </a:cubicBezTo>
                  <a:lnTo>
                    <a:pt x="13514" y="14562"/>
                  </a:lnTo>
                  <a:cubicBezTo>
                    <a:pt x="10975" y="17181"/>
                    <a:pt x="10136" y="18032"/>
                    <a:pt x="10118" y="18032"/>
                  </a:cubicBezTo>
                  <a:cubicBezTo>
                    <a:pt x="10085" y="18032"/>
                    <a:pt x="12895" y="15086"/>
                    <a:pt x="12895" y="15086"/>
                  </a:cubicBezTo>
                  <a:lnTo>
                    <a:pt x="12895" y="15086"/>
                  </a:lnTo>
                  <a:lnTo>
                    <a:pt x="11562" y="16110"/>
                  </a:lnTo>
                  <a:lnTo>
                    <a:pt x="12562" y="14765"/>
                  </a:lnTo>
                  <a:cubicBezTo>
                    <a:pt x="15800" y="10419"/>
                    <a:pt x="18456" y="3287"/>
                    <a:pt x="19575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46"/>
            <p:cNvSpPr/>
            <p:nvPr/>
          </p:nvSpPr>
          <p:spPr>
            <a:xfrm>
              <a:off x="848300" y="3875300"/>
              <a:ext cx="489375" cy="686125"/>
            </a:xfrm>
            <a:custGeom>
              <a:rect b="b" l="l" r="r" t="t"/>
              <a:pathLst>
                <a:path extrusionOk="0" h="27445" w="19575">
                  <a:moveTo>
                    <a:pt x="19027" y="8359"/>
                  </a:moveTo>
                  <a:cubicBezTo>
                    <a:pt x="16527" y="11693"/>
                    <a:pt x="14491" y="13681"/>
                    <a:pt x="13514" y="14550"/>
                  </a:cubicBezTo>
                  <a:lnTo>
                    <a:pt x="13514" y="14562"/>
                  </a:lnTo>
                  <a:cubicBezTo>
                    <a:pt x="6252" y="22051"/>
                    <a:pt x="12895" y="15086"/>
                    <a:pt x="12895" y="15086"/>
                  </a:cubicBezTo>
                  <a:lnTo>
                    <a:pt x="11562" y="16110"/>
                  </a:lnTo>
                  <a:lnTo>
                    <a:pt x="12562" y="14765"/>
                  </a:lnTo>
                  <a:cubicBezTo>
                    <a:pt x="15800" y="10419"/>
                    <a:pt x="18456" y="3287"/>
                    <a:pt x="19575" y="1"/>
                  </a:cubicBezTo>
                  <a:cubicBezTo>
                    <a:pt x="18527" y="1572"/>
                    <a:pt x="15812" y="5359"/>
                    <a:pt x="11990" y="8823"/>
                  </a:cubicBezTo>
                  <a:cubicBezTo>
                    <a:pt x="11717" y="9061"/>
                    <a:pt x="11455" y="9300"/>
                    <a:pt x="11181" y="9538"/>
                  </a:cubicBezTo>
                  <a:cubicBezTo>
                    <a:pt x="11169" y="9538"/>
                    <a:pt x="11169" y="9550"/>
                    <a:pt x="11157" y="9562"/>
                  </a:cubicBezTo>
                  <a:cubicBezTo>
                    <a:pt x="6716" y="13360"/>
                    <a:pt x="2751" y="14991"/>
                    <a:pt x="1" y="15669"/>
                  </a:cubicBezTo>
                  <a:lnTo>
                    <a:pt x="1" y="27445"/>
                  </a:lnTo>
                  <a:cubicBezTo>
                    <a:pt x="2394" y="25849"/>
                    <a:pt x="4763" y="24111"/>
                    <a:pt x="7014" y="22254"/>
                  </a:cubicBezTo>
                  <a:cubicBezTo>
                    <a:pt x="11943" y="18158"/>
                    <a:pt x="16289" y="13479"/>
                    <a:pt x="19027" y="835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46"/>
            <p:cNvSpPr/>
            <p:nvPr/>
          </p:nvSpPr>
          <p:spPr>
            <a:xfrm>
              <a:off x="848300" y="4189925"/>
              <a:ext cx="61350" cy="38725"/>
            </a:xfrm>
            <a:custGeom>
              <a:rect b="b" l="l" r="r" t="t"/>
              <a:pathLst>
                <a:path extrusionOk="0" h="1549" w="2454">
                  <a:moveTo>
                    <a:pt x="2454" y="1"/>
                  </a:moveTo>
                  <a:cubicBezTo>
                    <a:pt x="2132" y="60"/>
                    <a:pt x="1822" y="84"/>
                    <a:pt x="1513" y="108"/>
                  </a:cubicBezTo>
                  <a:cubicBezTo>
                    <a:pt x="1128" y="147"/>
                    <a:pt x="711" y="170"/>
                    <a:pt x="274" y="170"/>
                  </a:cubicBezTo>
                  <a:cubicBezTo>
                    <a:pt x="184" y="170"/>
                    <a:pt x="93" y="169"/>
                    <a:pt x="1" y="167"/>
                  </a:cubicBezTo>
                  <a:lnTo>
                    <a:pt x="1" y="1549"/>
                  </a:lnTo>
                  <a:cubicBezTo>
                    <a:pt x="203" y="1441"/>
                    <a:pt x="394" y="1322"/>
                    <a:pt x="584" y="1215"/>
                  </a:cubicBezTo>
                  <a:cubicBezTo>
                    <a:pt x="1311" y="775"/>
                    <a:pt x="1965" y="346"/>
                    <a:pt x="2454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46"/>
            <p:cNvSpPr/>
            <p:nvPr/>
          </p:nvSpPr>
          <p:spPr>
            <a:xfrm>
              <a:off x="848300" y="4189925"/>
              <a:ext cx="61350" cy="38725"/>
            </a:xfrm>
            <a:custGeom>
              <a:rect b="b" l="l" r="r" t="t"/>
              <a:pathLst>
                <a:path extrusionOk="0" h="1549" w="2454">
                  <a:moveTo>
                    <a:pt x="2454" y="1"/>
                  </a:moveTo>
                  <a:cubicBezTo>
                    <a:pt x="2132" y="60"/>
                    <a:pt x="1822" y="84"/>
                    <a:pt x="1513" y="108"/>
                  </a:cubicBezTo>
                  <a:cubicBezTo>
                    <a:pt x="1049" y="156"/>
                    <a:pt x="537" y="179"/>
                    <a:pt x="1" y="167"/>
                  </a:cubicBezTo>
                  <a:lnTo>
                    <a:pt x="1" y="1549"/>
                  </a:lnTo>
                  <a:cubicBezTo>
                    <a:pt x="203" y="1441"/>
                    <a:pt x="394" y="1322"/>
                    <a:pt x="584" y="1215"/>
                  </a:cubicBezTo>
                  <a:cubicBezTo>
                    <a:pt x="1311" y="775"/>
                    <a:pt x="1965" y="346"/>
                    <a:pt x="2454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46"/>
            <p:cNvSpPr/>
            <p:nvPr/>
          </p:nvSpPr>
          <p:spPr>
            <a:xfrm>
              <a:off x="848300" y="2986500"/>
              <a:ext cx="27725" cy="192025"/>
            </a:xfrm>
            <a:custGeom>
              <a:rect b="b" l="l" r="r" t="t"/>
              <a:pathLst>
                <a:path extrusionOk="0" h="7681" w="1109">
                  <a:moveTo>
                    <a:pt x="1108" y="1"/>
                  </a:moveTo>
                  <a:lnTo>
                    <a:pt x="1108" y="1"/>
                  </a:lnTo>
                  <a:cubicBezTo>
                    <a:pt x="787" y="751"/>
                    <a:pt x="418" y="1489"/>
                    <a:pt x="1" y="2215"/>
                  </a:cubicBezTo>
                  <a:lnTo>
                    <a:pt x="1" y="7680"/>
                  </a:lnTo>
                  <a:cubicBezTo>
                    <a:pt x="37" y="7680"/>
                    <a:pt x="72" y="7680"/>
                    <a:pt x="108" y="7668"/>
                  </a:cubicBezTo>
                  <a:cubicBezTo>
                    <a:pt x="858" y="4656"/>
                    <a:pt x="1060" y="1656"/>
                    <a:pt x="1108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46"/>
            <p:cNvSpPr/>
            <p:nvPr/>
          </p:nvSpPr>
          <p:spPr>
            <a:xfrm>
              <a:off x="848300" y="2986500"/>
              <a:ext cx="27725" cy="192025"/>
            </a:xfrm>
            <a:custGeom>
              <a:rect b="b" l="l" r="r" t="t"/>
              <a:pathLst>
                <a:path extrusionOk="0" h="7681" w="1109">
                  <a:moveTo>
                    <a:pt x="1108" y="1"/>
                  </a:moveTo>
                  <a:cubicBezTo>
                    <a:pt x="787" y="751"/>
                    <a:pt x="418" y="1489"/>
                    <a:pt x="1" y="2215"/>
                  </a:cubicBezTo>
                  <a:lnTo>
                    <a:pt x="1" y="7680"/>
                  </a:lnTo>
                  <a:cubicBezTo>
                    <a:pt x="37" y="7680"/>
                    <a:pt x="72" y="7680"/>
                    <a:pt x="108" y="7668"/>
                  </a:cubicBezTo>
                  <a:cubicBezTo>
                    <a:pt x="858" y="4656"/>
                    <a:pt x="1060" y="1656"/>
                    <a:pt x="110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46"/>
            <p:cNvSpPr/>
            <p:nvPr/>
          </p:nvSpPr>
          <p:spPr>
            <a:xfrm>
              <a:off x="848300" y="2733625"/>
              <a:ext cx="576000" cy="695675"/>
            </a:xfrm>
            <a:custGeom>
              <a:rect b="b" l="l" r="r" t="t"/>
              <a:pathLst>
                <a:path extrusionOk="0" h="27827" w="23040">
                  <a:moveTo>
                    <a:pt x="20728" y="1"/>
                  </a:moveTo>
                  <a:cubicBezTo>
                    <a:pt x="19846" y="1"/>
                    <a:pt x="18917" y="390"/>
                    <a:pt x="18253" y="1008"/>
                  </a:cubicBezTo>
                  <a:cubicBezTo>
                    <a:pt x="17170" y="2020"/>
                    <a:pt x="16646" y="3484"/>
                    <a:pt x="16110" y="4877"/>
                  </a:cubicBezTo>
                  <a:cubicBezTo>
                    <a:pt x="14955" y="7925"/>
                    <a:pt x="13574" y="10902"/>
                    <a:pt x="12026" y="13771"/>
                  </a:cubicBezTo>
                  <a:cubicBezTo>
                    <a:pt x="11228" y="15319"/>
                    <a:pt x="10383" y="16688"/>
                    <a:pt x="9538" y="17903"/>
                  </a:cubicBezTo>
                  <a:cubicBezTo>
                    <a:pt x="11848" y="18045"/>
                    <a:pt x="14181" y="18295"/>
                    <a:pt x="16539" y="18629"/>
                  </a:cubicBezTo>
                  <a:cubicBezTo>
                    <a:pt x="15396" y="18569"/>
                    <a:pt x="14250" y="18542"/>
                    <a:pt x="13105" y="18542"/>
                  </a:cubicBezTo>
                  <a:cubicBezTo>
                    <a:pt x="11732" y="18542"/>
                    <a:pt x="10359" y="18581"/>
                    <a:pt x="8990" y="18653"/>
                  </a:cubicBezTo>
                  <a:cubicBezTo>
                    <a:pt x="5287" y="23629"/>
                    <a:pt x="1703" y="25511"/>
                    <a:pt x="1632" y="25546"/>
                  </a:cubicBezTo>
                  <a:lnTo>
                    <a:pt x="1060" y="25832"/>
                  </a:lnTo>
                  <a:lnTo>
                    <a:pt x="3120" y="20867"/>
                  </a:lnTo>
                  <a:lnTo>
                    <a:pt x="3120" y="20867"/>
                  </a:lnTo>
                  <a:cubicBezTo>
                    <a:pt x="2120" y="22129"/>
                    <a:pt x="1013" y="23082"/>
                    <a:pt x="1" y="23760"/>
                  </a:cubicBezTo>
                  <a:lnTo>
                    <a:pt x="1" y="26023"/>
                  </a:lnTo>
                  <a:cubicBezTo>
                    <a:pt x="489" y="26082"/>
                    <a:pt x="977" y="26154"/>
                    <a:pt x="1465" y="26237"/>
                  </a:cubicBezTo>
                  <a:cubicBezTo>
                    <a:pt x="1846" y="26285"/>
                    <a:pt x="2215" y="26356"/>
                    <a:pt x="2596" y="26415"/>
                  </a:cubicBezTo>
                  <a:cubicBezTo>
                    <a:pt x="5132" y="26165"/>
                    <a:pt x="7609" y="25320"/>
                    <a:pt x="9752" y="23939"/>
                  </a:cubicBezTo>
                  <a:lnTo>
                    <a:pt x="9752" y="23939"/>
                  </a:lnTo>
                  <a:cubicBezTo>
                    <a:pt x="8478" y="25177"/>
                    <a:pt x="7073" y="26487"/>
                    <a:pt x="5406" y="26951"/>
                  </a:cubicBezTo>
                  <a:cubicBezTo>
                    <a:pt x="5525" y="26975"/>
                    <a:pt x="5644" y="27011"/>
                    <a:pt x="5763" y="27035"/>
                  </a:cubicBezTo>
                  <a:cubicBezTo>
                    <a:pt x="6406" y="27118"/>
                    <a:pt x="7037" y="27189"/>
                    <a:pt x="7657" y="27261"/>
                  </a:cubicBezTo>
                  <a:cubicBezTo>
                    <a:pt x="8371" y="27225"/>
                    <a:pt x="9097" y="27142"/>
                    <a:pt x="9812" y="26987"/>
                  </a:cubicBezTo>
                  <a:cubicBezTo>
                    <a:pt x="11586" y="26582"/>
                    <a:pt x="13288" y="25677"/>
                    <a:pt x="14372" y="24225"/>
                  </a:cubicBezTo>
                  <a:lnTo>
                    <a:pt x="14372" y="24225"/>
                  </a:lnTo>
                  <a:cubicBezTo>
                    <a:pt x="14110" y="25630"/>
                    <a:pt x="13217" y="26904"/>
                    <a:pt x="12026" y="27701"/>
                  </a:cubicBezTo>
                  <a:cubicBezTo>
                    <a:pt x="13071" y="27779"/>
                    <a:pt x="14034" y="27827"/>
                    <a:pt x="14905" y="27827"/>
                  </a:cubicBezTo>
                  <a:cubicBezTo>
                    <a:pt x="15364" y="27827"/>
                    <a:pt x="15798" y="27813"/>
                    <a:pt x="16205" y="27785"/>
                  </a:cubicBezTo>
                  <a:lnTo>
                    <a:pt x="16122" y="27725"/>
                  </a:lnTo>
                  <a:cubicBezTo>
                    <a:pt x="16158" y="27666"/>
                    <a:pt x="20325" y="21391"/>
                    <a:pt x="22385" y="8770"/>
                  </a:cubicBezTo>
                  <a:cubicBezTo>
                    <a:pt x="23039" y="4710"/>
                    <a:pt x="22718" y="1805"/>
                    <a:pt x="21432" y="91"/>
                  </a:cubicBezTo>
                  <a:cubicBezTo>
                    <a:pt x="21205" y="30"/>
                    <a:pt x="20968" y="1"/>
                    <a:pt x="20728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46"/>
            <p:cNvSpPr/>
            <p:nvPr/>
          </p:nvSpPr>
          <p:spPr>
            <a:xfrm>
              <a:off x="848300" y="2728750"/>
              <a:ext cx="576000" cy="701600"/>
            </a:xfrm>
            <a:custGeom>
              <a:rect b="b" l="l" r="r" t="t"/>
              <a:pathLst>
                <a:path extrusionOk="0" h="28064" w="23040">
                  <a:moveTo>
                    <a:pt x="2596" y="26610"/>
                  </a:moveTo>
                  <a:cubicBezTo>
                    <a:pt x="5132" y="26360"/>
                    <a:pt x="7609" y="25515"/>
                    <a:pt x="9752" y="24134"/>
                  </a:cubicBezTo>
                  <a:cubicBezTo>
                    <a:pt x="8478" y="25372"/>
                    <a:pt x="7073" y="26682"/>
                    <a:pt x="5406" y="27146"/>
                  </a:cubicBezTo>
                  <a:cubicBezTo>
                    <a:pt x="5525" y="27170"/>
                    <a:pt x="5644" y="27206"/>
                    <a:pt x="5763" y="27230"/>
                  </a:cubicBezTo>
                  <a:cubicBezTo>
                    <a:pt x="6406" y="27313"/>
                    <a:pt x="7037" y="27384"/>
                    <a:pt x="7657" y="27456"/>
                  </a:cubicBezTo>
                  <a:cubicBezTo>
                    <a:pt x="8371" y="27420"/>
                    <a:pt x="9097" y="27337"/>
                    <a:pt x="9812" y="27182"/>
                  </a:cubicBezTo>
                  <a:cubicBezTo>
                    <a:pt x="11586" y="26777"/>
                    <a:pt x="13288" y="25872"/>
                    <a:pt x="14372" y="24420"/>
                  </a:cubicBezTo>
                  <a:cubicBezTo>
                    <a:pt x="14110" y="25825"/>
                    <a:pt x="13217" y="27099"/>
                    <a:pt x="12026" y="27896"/>
                  </a:cubicBezTo>
                  <a:cubicBezTo>
                    <a:pt x="13622" y="28015"/>
                    <a:pt x="15027" y="28063"/>
                    <a:pt x="16205" y="27980"/>
                  </a:cubicBezTo>
                  <a:lnTo>
                    <a:pt x="16122" y="27920"/>
                  </a:lnTo>
                  <a:cubicBezTo>
                    <a:pt x="16158" y="27861"/>
                    <a:pt x="20325" y="21586"/>
                    <a:pt x="22385" y="8965"/>
                  </a:cubicBezTo>
                  <a:cubicBezTo>
                    <a:pt x="23039" y="4905"/>
                    <a:pt x="22718" y="2000"/>
                    <a:pt x="21432" y="286"/>
                  </a:cubicBezTo>
                  <a:cubicBezTo>
                    <a:pt x="20372" y="0"/>
                    <a:pt x="19098" y="417"/>
                    <a:pt x="18253" y="1203"/>
                  </a:cubicBezTo>
                  <a:cubicBezTo>
                    <a:pt x="17170" y="2215"/>
                    <a:pt x="16646" y="3679"/>
                    <a:pt x="16110" y="5072"/>
                  </a:cubicBezTo>
                  <a:cubicBezTo>
                    <a:pt x="14955" y="8120"/>
                    <a:pt x="13574" y="11097"/>
                    <a:pt x="12026" y="13966"/>
                  </a:cubicBezTo>
                  <a:cubicBezTo>
                    <a:pt x="11228" y="15514"/>
                    <a:pt x="10383" y="16883"/>
                    <a:pt x="9538" y="18098"/>
                  </a:cubicBezTo>
                  <a:cubicBezTo>
                    <a:pt x="11848" y="18240"/>
                    <a:pt x="14181" y="18490"/>
                    <a:pt x="16539" y="18824"/>
                  </a:cubicBezTo>
                  <a:cubicBezTo>
                    <a:pt x="14026" y="18693"/>
                    <a:pt x="11502" y="18717"/>
                    <a:pt x="8990" y="18848"/>
                  </a:cubicBezTo>
                  <a:cubicBezTo>
                    <a:pt x="5287" y="23824"/>
                    <a:pt x="1703" y="25706"/>
                    <a:pt x="1632" y="25741"/>
                  </a:cubicBezTo>
                  <a:lnTo>
                    <a:pt x="1060" y="26027"/>
                  </a:lnTo>
                  <a:lnTo>
                    <a:pt x="3120" y="21062"/>
                  </a:lnTo>
                  <a:cubicBezTo>
                    <a:pt x="2120" y="22324"/>
                    <a:pt x="1013" y="23277"/>
                    <a:pt x="1" y="23955"/>
                  </a:cubicBezTo>
                  <a:lnTo>
                    <a:pt x="1" y="26218"/>
                  </a:lnTo>
                  <a:cubicBezTo>
                    <a:pt x="489" y="26277"/>
                    <a:pt x="977" y="26349"/>
                    <a:pt x="1465" y="26432"/>
                  </a:cubicBezTo>
                  <a:cubicBezTo>
                    <a:pt x="1846" y="26480"/>
                    <a:pt x="2215" y="26551"/>
                    <a:pt x="2596" y="2661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46"/>
            <p:cNvSpPr/>
            <p:nvPr/>
          </p:nvSpPr>
          <p:spPr>
            <a:xfrm>
              <a:off x="864075" y="3483000"/>
              <a:ext cx="336675" cy="236950"/>
            </a:xfrm>
            <a:custGeom>
              <a:rect b="b" l="l" r="r" t="t"/>
              <a:pathLst>
                <a:path extrusionOk="0" h="9478" w="13467">
                  <a:moveTo>
                    <a:pt x="5918" y="0"/>
                  </a:moveTo>
                  <a:cubicBezTo>
                    <a:pt x="6264" y="608"/>
                    <a:pt x="6466" y="1310"/>
                    <a:pt x="6395" y="2024"/>
                  </a:cubicBezTo>
                  <a:cubicBezTo>
                    <a:pt x="6383" y="2155"/>
                    <a:pt x="6359" y="2286"/>
                    <a:pt x="6335" y="2417"/>
                  </a:cubicBezTo>
                  <a:cubicBezTo>
                    <a:pt x="6335" y="2513"/>
                    <a:pt x="6347" y="2596"/>
                    <a:pt x="6347" y="2691"/>
                  </a:cubicBezTo>
                  <a:cubicBezTo>
                    <a:pt x="6347" y="4799"/>
                    <a:pt x="5597" y="6727"/>
                    <a:pt x="4359" y="8240"/>
                  </a:cubicBezTo>
                  <a:cubicBezTo>
                    <a:pt x="3882" y="8466"/>
                    <a:pt x="3418" y="8644"/>
                    <a:pt x="2977" y="8775"/>
                  </a:cubicBezTo>
                  <a:cubicBezTo>
                    <a:pt x="2501" y="8906"/>
                    <a:pt x="2013" y="9025"/>
                    <a:pt x="1537" y="9144"/>
                  </a:cubicBezTo>
                  <a:cubicBezTo>
                    <a:pt x="1489" y="9156"/>
                    <a:pt x="1430" y="9168"/>
                    <a:pt x="1382" y="9180"/>
                  </a:cubicBezTo>
                  <a:cubicBezTo>
                    <a:pt x="930" y="9287"/>
                    <a:pt x="465" y="9383"/>
                    <a:pt x="1" y="9478"/>
                  </a:cubicBezTo>
                  <a:cubicBezTo>
                    <a:pt x="1858" y="9156"/>
                    <a:pt x="3728" y="8656"/>
                    <a:pt x="5478" y="7882"/>
                  </a:cubicBezTo>
                  <a:lnTo>
                    <a:pt x="5478" y="7882"/>
                  </a:lnTo>
                  <a:cubicBezTo>
                    <a:pt x="5299" y="7942"/>
                    <a:pt x="5109" y="7990"/>
                    <a:pt x="4918" y="8049"/>
                  </a:cubicBezTo>
                  <a:cubicBezTo>
                    <a:pt x="5109" y="7942"/>
                    <a:pt x="5299" y="7823"/>
                    <a:pt x="5502" y="7704"/>
                  </a:cubicBezTo>
                  <a:lnTo>
                    <a:pt x="5502" y="7704"/>
                  </a:lnTo>
                  <a:cubicBezTo>
                    <a:pt x="5359" y="7763"/>
                    <a:pt x="5228" y="7811"/>
                    <a:pt x="5085" y="7859"/>
                  </a:cubicBezTo>
                  <a:cubicBezTo>
                    <a:pt x="5085" y="7859"/>
                    <a:pt x="13467" y="1060"/>
                    <a:pt x="12074" y="596"/>
                  </a:cubicBezTo>
                  <a:cubicBezTo>
                    <a:pt x="11443" y="393"/>
                    <a:pt x="8978" y="167"/>
                    <a:pt x="5918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5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46"/>
            <p:cNvSpPr/>
            <p:nvPr/>
          </p:nvSpPr>
          <p:spPr>
            <a:xfrm>
              <a:off x="848300" y="4609700"/>
              <a:ext cx="79200" cy="17225"/>
            </a:xfrm>
            <a:custGeom>
              <a:rect b="b" l="l" r="r" t="t"/>
              <a:pathLst>
                <a:path extrusionOk="0" h="689" w="3168">
                  <a:moveTo>
                    <a:pt x="361" y="1"/>
                  </a:moveTo>
                  <a:cubicBezTo>
                    <a:pt x="241" y="1"/>
                    <a:pt x="121" y="4"/>
                    <a:pt x="1" y="9"/>
                  </a:cubicBezTo>
                  <a:lnTo>
                    <a:pt x="1" y="688"/>
                  </a:lnTo>
                  <a:lnTo>
                    <a:pt x="3168" y="688"/>
                  </a:lnTo>
                  <a:cubicBezTo>
                    <a:pt x="2882" y="509"/>
                    <a:pt x="2573" y="378"/>
                    <a:pt x="2251" y="283"/>
                  </a:cubicBezTo>
                  <a:cubicBezTo>
                    <a:pt x="1631" y="83"/>
                    <a:pt x="994" y="1"/>
                    <a:pt x="361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46"/>
            <p:cNvSpPr/>
            <p:nvPr/>
          </p:nvSpPr>
          <p:spPr>
            <a:xfrm>
              <a:off x="848300" y="4609025"/>
              <a:ext cx="79200" cy="17900"/>
            </a:xfrm>
            <a:custGeom>
              <a:rect b="b" l="l" r="r" t="t"/>
              <a:pathLst>
                <a:path extrusionOk="0" h="716" w="3168">
                  <a:moveTo>
                    <a:pt x="1" y="36"/>
                  </a:moveTo>
                  <a:lnTo>
                    <a:pt x="1" y="715"/>
                  </a:lnTo>
                  <a:lnTo>
                    <a:pt x="3168" y="715"/>
                  </a:lnTo>
                  <a:cubicBezTo>
                    <a:pt x="2882" y="536"/>
                    <a:pt x="2573" y="405"/>
                    <a:pt x="2251" y="310"/>
                  </a:cubicBezTo>
                  <a:cubicBezTo>
                    <a:pt x="1513" y="72"/>
                    <a:pt x="751" y="1"/>
                    <a:pt x="1" y="36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46"/>
            <p:cNvSpPr/>
            <p:nvPr/>
          </p:nvSpPr>
          <p:spPr>
            <a:xfrm>
              <a:off x="2237775" y="3185050"/>
              <a:ext cx="203025" cy="110150"/>
            </a:xfrm>
            <a:custGeom>
              <a:rect b="b" l="l" r="r" t="t"/>
              <a:pathLst>
                <a:path extrusionOk="0" h="4406" w="8121">
                  <a:moveTo>
                    <a:pt x="8120" y="0"/>
                  </a:moveTo>
                  <a:cubicBezTo>
                    <a:pt x="8025" y="48"/>
                    <a:pt x="7930" y="107"/>
                    <a:pt x="7835" y="167"/>
                  </a:cubicBezTo>
                  <a:cubicBezTo>
                    <a:pt x="5394" y="1703"/>
                    <a:pt x="2751" y="3072"/>
                    <a:pt x="24" y="4298"/>
                  </a:cubicBezTo>
                  <a:cubicBezTo>
                    <a:pt x="12" y="4334"/>
                    <a:pt x="0" y="4370"/>
                    <a:pt x="0" y="4406"/>
                  </a:cubicBezTo>
                  <a:cubicBezTo>
                    <a:pt x="2191" y="3644"/>
                    <a:pt x="5013" y="2441"/>
                    <a:pt x="8120" y="596"/>
                  </a:cubicBezTo>
                  <a:lnTo>
                    <a:pt x="8120" y="0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46"/>
            <p:cNvSpPr/>
            <p:nvPr/>
          </p:nvSpPr>
          <p:spPr>
            <a:xfrm>
              <a:off x="2237775" y="3185050"/>
              <a:ext cx="203025" cy="110150"/>
            </a:xfrm>
            <a:custGeom>
              <a:rect b="b" l="l" r="r" t="t"/>
              <a:pathLst>
                <a:path extrusionOk="0" h="4406" w="8121">
                  <a:moveTo>
                    <a:pt x="24" y="4298"/>
                  </a:moveTo>
                  <a:cubicBezTo>
                    <a:pt x="12" y="4334"/>
                    <a:pt x="0" y="4370"/>
                    <a:pt x="0" y="4406"/>
                  </a:cubicBezTo>
                  <a:cubicBezTo>
                    <a:pt x="2191" y="3644"/>
                    <a:pt x="5013" y="2441"/>
                    <a:pt x="8120" y="596"/>
                  </a:cubicBezTo>
                  <a:lnTo>
                    <a:pt x="8120" y="0"/>
                  </a:lnTo>
                  <a:cubicBezTo>
                    <a:pt x="8025" y="48"/>
                    <a:pt x="7930" y="107"/>
                    <a:pt x="7835" y="167"/>
                  </a:cubicBezTo>
                  <a:cubicBezTo>
                    <a:pt x="5394" y="1703"/>
                    <a:pt x="2751" y="3072"/>
                    <a:pt x="24" y="4298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46"/>
            <p:cNvSpPr/>
            <p:nvPr/>
          </p:nvSpPr>
          <p:spPr>
            <a:xfrm>
              <a:off x="1475475" y="1062475"/>
              <a:ext cx="240825" cy="284575"/>
            </a:xfrm>
            <a:custGeom>
              <a:rect b="b" l="l" r="r" t="t"/>
              <a:pathLst>
                <a:path extrusionOk="0" h="11383" w="9633">
                  <a:moveTo>
                    <a:pt x="4858" y="0"/>
                  </a:moveTo>
                  <a:cubicBezTo>
                    <a:pt x="2870" y="2655"/>
                    <a:pt x="1393" y="5691"/>
                    <a:pt x="536" y="8882"/>
                  </a:cubicBezTo>
                  <a:cubicBezTo>
                    <a:pt x="322" y="9704"/>
                    <a:pt x="143" y="10537"/>
                    <a:pt x="0" y="11382"/>
                  </a:cubicBezTo>
                  <a:cubicBezTo>
                    <a:pt x="24" y="11359"/>
                    <a:pt x="36" y="11323"/>
                    <a:pt x="48" y="11287"/>
                  </a:cubicBezTo>
                  <a:cubicBezTo>
                    <a:pt x="203" y="10978"/>
                    <a:pt x="381" y="10680"/>
                    <a:pt x="572" y="10382"/>
                  </a:cubicBezTo>
                  <a:cubicBezTo>
                    <a:pt x="929" y="9573"/>
                    <a:pt x="1334" y="8775"/>
                    <a:pt x="1786" y="8013"/>
                  </a:cubicBezTo>
                  <a:cubicBezTo>
                    <a:pt x="2096" y="7418"/>
                    <a:pt x="2513" y="6894"/>
                    <a:pt x="2882" y="6334"/>
                  </a:cubicBezTo>
                  <a:cubicBezTo>
                    <a:pt x="3263" y="5786"/>
                    <a:pt x="3703" y="5286"/>
                    <a:pt x="4108" y="4763"/>
                  </a:cubicBezTo>
                  <a:cubicBezTo>
                    <a:pt x="4560" y="4286"/>
                    <a:pt x="5001" y="3774"/>
                    <a:pt x="5477" y="3310"/>
                  </a:cubicBezTo>
                  <a:lnTo>
                    <a:pt x="6203" y="2631"/>
                  </a:lnTo>
                  <a:lnTo>
                    <a:pt x="6573" y="2298"/>
                  </a:lnTo>
                  <a:lnTo>
                    <a:pt x="6954" y="1976"/>
                  </a:lnTo>
                  <a:cubicBezTo>
                    <a:pt x="7811" y="1262"/>
                    <a:pt x="8704" y="607"/>
                    <a:pt x="9632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46"/>
            <p:cNvSpPr/>
            <p:nvPr/>
          </p:nvSpPr>
          <p:spPr>
            <a:xfrm>
              <a:off x="1475475" y="1062475"/>
              <a:ext cx="240825" cy="284575"/>
            </a:xfrm>
            <a:custGeom>
              <a:rect b="b" l="l" r="r" t="t"/>
              <a:pathLst>
                <a:path extrusionOk="0" h="11383" w="9633">
                  <a:moveTo>
                    <a:pt x="0" y="11382"/>
                  </a:moveTo>
                  <a:cubicBezTo>
                    <a:pt x="24" y="11359"/>
                    <a:pt x="36" y="11323"/>
                    <a:pt x="48" y="11287"/>
                  </a:cubicBezTo>
                  <a:cubicBezTo>
                    <a:pt x="203" y="10978"/>
                    <a:pt x="381" y="10680"/>
                    <a:pt x="572" y="10382"/>
                  </a:cubicBezTo>
                  <a:cubicBezTo>
                    <a:pt x="929" y="9573"/>
                    <a:pt x="1334" y="8775"/>
                    <a:pt x="1786" y="8013"/>
                  </a:cubicBezTo>
                  <a:cubicBezTo>
                    <a:pt x="2096" y="7418"/>
                    <a:pt x="2513" y="6894"/>
                    <a:pt x="2882" y="6334"/>
                  </a:cubicBezTo>
                  <a:cubicBezTo>
                    <a:pt x="3263" y="5786"/>
                    <a:pt x="3703" y="5286"/>
                    <a:pt x="4108" y="4763"/>
                  </a:cubicBezTo>
                  <a:cubicBezTo>
                    <a:pt x="4560" y="4286"/>
                    <a:pt x="5001" y="3774"/>
                    <a:pt x="5477" y="3310"/>
                  </a:cubicBezTo>
                  <a:lnTo>
                    <a:pt x="6203" y="2631"/>
                  </a:lnTo>
                  <a:lnTo>
                    <a:pt x="6573" y="2298"/>
                  </a:lnTo>
                  <a:lnTo>
                    <a:pt x="6954" y="1976"/>
                  </a:lnTo>
                  <a:cubicBezTo>
                    <a:pt x="7811" y="1262"/>
                    <a:pt x="8704" y="607"/>
                    <a:pt x="9632" y="0"/>
                  </a:cubicBezTo>
                  <a:lnTo>
                    <a:pt x="4858" y="0"/>
                  </a:lnTo>
                  <a:cubicBezTo>
                    <a:pt x="2870" y="2655"/>
                    <a:pt x="1393" y="5691"/>
                    <a:pt x="536" y="8882"/>
                  </a:cubicBezTo>
                  <a:cubicBezTo>
                    <a:pt x="322" y="9704"/>
                    <a:pt x="143" y="10537"/>
                    <a:pt x="0" y="11382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46"/>
            <p:cNvSpPr/>
            <p:nvPr/>
          </p:nvSpPr>
          <p:spPr>
            <a:xfrm>
              <a:off x="1405225" y="1062475"/>
              <a:ext cx="175050" cy="481625"/>
            </a:xfrm>
            <a:custGeom>
              <a:rect b="b" l="l" r="r" t="t"/>
              <a:pathLst>
                <a:path extrusionOk="0" h="19265" w="7002">
                  <a:moveTo>
                    <a:pt x="4096" y="0"/>
                  </a:moveTo>
                  <a:cubicBezTo>
                    <a:pt x="2858" y="2488"/>
                    <a:pt x="1905" y="5346"/>
                    <a:pt x="1179" y="8608"/>
                  </a:cubicBezTo>
                  <a:cubicBezTo>
                    <a:pt x="977" y="9977"/>
                    <a:pt x="893" y="11382"/>
                    <a:pt x="977" y="12799"/>
                  </a:cubicBezTo>
                  <a:cubicBezTo>
                    <a:pt x="977" y="12799"/>
                    <a:pt x="965" y="12633"/>
                    <a:pt x="941" y="12311"/>
                  </a:cubicBezTo>
                  <a:cubicBezTo>
                    <a:pt x="917" y="11978"/>
                    <a:pt x="905" y="11501"/>
                    <a:pt x="905" y="10870"/>
                  </a:cubicBezTo>
                  <a:cubicBezTo>
                    <a:pt x="917" y="10489"/>
                    <a:pt x="941" y="10061"/>
                    <a:pt x="977" y="9585"/>
                  </a:cubicBezTo>
                  <a:lnTo>
                    <a:pt x="977" y="9585"/>
                  </a:lnTo>
                  <a:cubicBezTo>
                    <a:pt x="870" y="10108"/>
                    <a:pt x="762" y="10644"/>
                    <a:pt x="679" y="11192"/>
                  </a:cubicBezTo>
                  <a:cubicBezTo>
                    <a:pt x="667" y="11204"/>
                    <a:pt x="667" y="11204"/>
                    <a:pt x="679" y="11204"/>
                  </a:cubicBezTo>
                  <a:lnTo>
                    <a:pt x="679" y="11263"/>
                  </a:lnTo>
                  <a:cubicBezTo>
                    <a:pt x="679" y="11263"/>
                    <a:pt x="679" y="11251"/>
                    <a:pt x="667" y="11216"/>
                  </a:cubicBezTo>
                  <a:cubicBezTo>
                    <a:pt x="500" y="12216"/>
                    <a:pt x="346" y="13252"/>
                    <a:pt x="203" y="14323"/>
                  </a:cubicBezTo>
                  <a:cubicBezTo>
                    <a:pt x="203" y="14347"/>
                    <a:pt x="0" y="16097"/>
                    <a:pt x="131" y="17847"/>
                  </a:cubicBezTo>
                  <a:lnTo>
                    <a:pt x="1786" y="19264"/>
                  </a:lnTo>
                  <a:cubicBezTo>
                    <a:pt x="1608" y="18240"/>
                    <a:pt x="1489" y="16954"/>
                    <a:pt x="1632" y="15538"/>
                  </a:cubicBezTo>
                  <a:cubicBezTo>
                    <a:pt x="1620" y="15538"/>
                    <a:pt x="1620" y="15526"/>
                    <a:pt x="1632" y="15526"/>
                  </a:cubicBezTo>
                  <a:cubicBezTo>
                    <a:pt x="1655" y="13204"/>
                    <a:pt x="2001" y="10894"/>
                    <a:pt x="2644" y="8692"/>
                  </a:cubicBezTo>
                  <a:cubicBezTo>
                    <a:pt x="3548" y="5548"/>
                    <a:pt x="5037" y="2596"/>
                    <a:pt x="7001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46"/>
            <p:cNvSpPr/>
            <p:nvPr/>
          </p:nvSpPr>
          <p:spPr>
            <a:xfrm>
              <a:off x="1405225" y="1062475"/>
              <a:ext cx="175050" cy="481625"/>
            </a:xfrm>
            <a:custGeom>
              <a:rect b="b" l="l" r="r" t="t"/>
              <a:pathLst>
                <a:path extrusionOk="0" h="19265" w="7002">
                  <a:moveTo>
                    <a:pt x="977" y="12799"/>
                  </a:moveTo>
                  <a:cubicBezTo>
                    <a:pt x="977" y="12799"/>
                    <a:pt x="965" y="12633"/>
                    <a:pt x="941" y="12311"/>
                  </a:cubicBezTo>
                  <a:cubicBezTo>
                    <a:pt x="917" y="11978"/>
                    <a:pt x="905" y="11501"/>
                    <a:pt x="905" y="10870"/>
                  </a:cubicBezTo>
                  <a:cubicBezTo>
                    <a:pt x="917" y="10489"/>
                    <a:pt x="941" y="10061"/>
                    <a:pt x="977" y="9585"/>
                  </a:cubicBezTo>
                  <a:cubicBezTo>
                    <a:pt x="870" y="10108"/>
                    <a:pt x="762" y="10644"/>
                    <a:pt x="679" y="11192"/>
                  </a:cubicBezTo>
                  <a:cubicBezTo>
                    <a:pt x="667" y="11204"/>
                    <a:pt x="667" y="11204"/>
                    <a:pt x="679" y="11204"/>
                  </a:cubicBezTo>
                  <a:lnTo>
                    <a:pt x="679" y="11263"/>
                  </a:lnTo>
                  <a:cubicBezTo>
                    <a:pt x="679" y="11263"/>
                    <a:pt x="679" y="11251"/>
                    <a:pt x="667" y="11216"/>
                  </a:cubicBezTo>
                  <a:cubicBezTo>
                    <a:pt x="500" y="12216"/>
                    <a:pt x="346" y="13252"/>
                    <a:pt x="203" y="14323"/>
                  </a:cubicBezTo>
                  <a:cubicBezTo>
                    <a:pt x="203" y="14347"/>
                    <a:pt x="0" y="16097"/>
                    <a:pt x="131" y="17847"/>
                  </a:cubicBezTo>
                  <a:lnTo>
                    <a:pt x="1786" y="19264"/>
                  </a:lnTo>
                  <a:cubicBezTo>
                    <a:pt x="1608" y="18240"/>
                    <a:pt x="1489" y="16954"/>
                    <a:pt x="1632" y="15538"/>
                  </a:cubicBezTo>
                  <a:cubicBezTo>
                    <a:pt x="1620" y="15538"/>
                    <a:pt x="1620" y="15526"/>
                    <a:pt x="1632" y="15526"/>
                  </a:cubicBezTo>
                  <a:cubicBezTo>
                    <a:pt x="1655" y="13204"/>
                    <a:pt x="2001" y="10894"/>
                    <a:pt x="2644" y="8692"/>
                  </a:cubicBezTo>
                  <a:cubicBezTo>
                    <a:pt x="3548" y="5548"/>
                    <a:pt x="5037" y="2596"/>
                    <a:pt x="7001" y="0"/>
                  </a:cubicBezTo>
                  <a:lnTo>
                    <a:pt x="4132" y="0"/>
                  </a:lnTo>
                  <a:cubicBezTo>
                    <a:pt x="4132" y="24"/>
                    <a:pt x="4108" y="48"/>
                    <a:pt x="4096" y="71"/>
                  </a:cubicBezTo>
                  <a:cubicBezTo>
                    <a:pt x="4108" y="48"/>
                    <a:pt x="4132" y="24"/>
                    <a:pt x="4132" y="0"/>
                  </a:cubicBezTo>
                  <a:lnTo>
                    <a:pt x="4096" y="0"/>
                  </a:lnTo>
                  <a:cubicBezTo>
                    <a:pt x="2858" y="2488"/>
                    <a:pt x="1905" y="5346"/>
                    <a:pt x="1179" y="8608"/>
                  </a:cubicBezTo>
                  <a:cubicBezTo>
                    <a:pt x="977" y="9977"/>
                    <a:pt x="893" y="11382"/>
                    <a:pt x="977" y="1279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46"/>
            <p:cNvSpPr/>
            <p:nvPr/>
          </p:nvSpPr>
          <p:spPr>
            <a:xfrm>
              <a:off x="1551675" y="1062475"/>
              <a:ext cx="889125" cy="348275"/>
            </a:xfrm>
            <a:custGeom>
              <a:rect b="b" l="l" r="r" t="t"/>
              <a:pathLst>
                <a:path extrusionOk="0" h="13931" w="35565">
                  <a:moveTo>
                    <a:pt x="7847" y="0"/>
                  </a:moveTo>
                  <a:cubicBezTo>
                    <a:pt x="6620" y="750"/>
                    <a:pt x="5465" y="1595"/>
                    <a:pt x="4382" y="2536"/>
                  </a:cubicBezTo>
                  <a:cubicBezTo>
                    <a:pt x="2679" y="3989"/>
                    <a:pt x="1191" y="5691"/>
                    <a:pt x="0" y="7572"/>
                  </a:cubicBezTo>
                  <a:cubicBezTo>
                    <a:pt x="2489" y="5429"/>
                    <a:pt x="6049" y="3858"/>
                    <a:pt x="10633" y="2869"/>
                  </a:cubicBezTo>
                  <a:cubicBezTo>
                    <a:pt x="12049" y="2565"/>
                    <a:pt x="13486" y="2416"/>
                    <a:pt x="14926" y="2416"/>
                  </a:cubicBezTo>
                  <a:cubicBezTo>
                    <a:pt x="22101" y="2416"/>
                    <a:pt x="29354" y="6112"/>
                    <a:pt x="34600" y="12656"/>
                  </a:cubicBezTo>
                  <a:cubicBezTo>
                    <a:pt x="34933" y="13073"/>
                    <a:pt x="35255" y="13502"/>
                    <a:pt x="35564" y="13930"/>
                  </a:cubicBezTo>
                  <a:lnTo>
                    <a:pt x="35564" y="10716"/>
                  </a:lnTo>
                  <a:cubicBezTo>
                    <a:pt x="34124" y="8180"/>
                    <a:pt x="32385" y="5810"/>
                    <a:pt x="30230" y="3608"/>
                  </a:cubicBezTo>
                  <a:lnTo>
                    <a:pt x="30230" y="3608"/>
                  </a:lnTo>
                  <a:cubicBezTo>
                    <a:pt x="32111" y="4382"/>
                    <a:pt x="33897" y="5370"/>
                    <a:pt x="35564" y="6513"/>
                  </a:cubicBezTo>
                  <a:lnTo>
                    <a:pt x="35564" y="2679"/>
                  </a:lnTo>
                  <a:cubicBezTo>
                    <a:pt x="34231" y="1941"/>
                    <a:pt x="32826" y="1345"/>
                    <a:pt x="31361" y="917"/>
                  </a:cubicBezTo>
                  <a:cubicBezTo>
                    <a:pt x="31515" y="913"/>
                    <a:pt x="31668" y="911"/>
                    <a:pt x="31822" y="911"/>
                  </a:cubicBezTo>
                  <a:cubicBezTo>
                    <a:pt x="33083" y="911"/>
                    <a:pt x="34333" y="1040"/>
                    <a:pt x="35564" y="1274"/>
                  </a:cubicBezTo>
                  <a:lnTo>
                    <a:pt x="35564" y="0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46"/>
            <p:cNvSpPr/>
            <p:nvPr/>
          </p:nvSpPr>
          <p:spPr>
            <a:xfrm>
              <a:off x="1551675" y="1062475"/>
              <a:ext cx="889125" cy="348275"/>
            </a:xfrm>
            <a:custGeom>
              <a:rect b="b" l="l" r="r" t="t"/>
              <a:pathLst>
                <a:path extrusionOk="0" h="13931" w="35565">
                  <a:moveTo>
                    <a:pt x="0" y="7572"/>
                  </a:moveTo>
                  <a:cubicBezTo>
                    <a:pt x="2489" y="5429"/>
                    <a:pt x="6049" y="3858"/>
                    <a:pt x="10633" y="2869"/>
                  </a:cubicBezTo>
                  <a:cubicBezTo>
                    <a:pt x="19110" y="1048"/>
                    <a:pt x="28301" y="4798"/>
                    <a:pt x="34600" y="12656"/>
                  </a:cubicBezTo>
                  <a:cubicBezTo>
                    <a:pt x="34933" y="13073"/>
                    <a:pt x="35255" y="13502"/>
                    <a:pt x="35564" y="13930"/>
                  </a:cubicBezTo>
                  <a:lnTo>
                    <a:pt x="35564" y="10716"/>
                  </a:lnTo>
                  <a:cubicBezTo>
                    <a:pt x="34124" y="8180"/>
                    <a:pt x="32385" y="5810"/>
                    <a:pt x="30230" y="3608"/>
                  </a:cubicBezTo>
                  <a:cubicBezTo>
                    <a:pt x="32111" y="4382"/>
                    <a:pt x="33897" y="5370"/>
                    <a:pt x="35564" y="6513"/>
                  </a:cubicBezTo>
                  <a:lnTo>
                    <a:pt x="35564" y="2679"/>
                  </a:lnTo>
                  <a:cubicBezTo>
                    <a:pt x="34231" y="1941"/>
                    <a:pt x="32826" y="1345"/>
                    <a:pt x="31361" y="917"/>
                  </a:cubicBezTo>
                  <a:cubicBezTo>
                    <a:pt x="32778" y="881"/>
                    <a:pt x="34183" y="1012"/>
                    <a:pt x="35564" y="1274"/>
                  </a:cubicBezTo>
                  <a:lnTo>
                    <a:pt x="35564" y="0"/>
                  </a:lnTo>
                  <a:lnTo>
                    <a:pt x="7847" y="0"/>
                  </a:lnTo>
                  <a:cubicBezTo>
                    <a:pt x="6620" y="750"/>
                    <a:pt x="5465" y="1595"/>
                    <a:pt x="4382" y="2536"/>
                  </a:cubicBezTo>
                  <a:cubicBezTo>
                    <a:pt x="2679" y="3989"/>
                    <a:pt x="1191" y="5691"/>
                    <a:pt x="0" y="7572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46"/>
            <p:cNvSpPr/>
            <p:nvPr/>
          </p:nvSpPr>
          <p:spPr>
            <a:xfrm>
              <a:off x="2306825" y="3036225"/>
              <a:ext cx="133975" cy="117900"/>
            </a:xfrm>
            <a:custGeom>
              <a:rect b="b" l="l" r="r" t="t"/>
              <a:pathLst>
                <a:path extrusionOk="0" h="4716" w="5359">
                  <a:moveTo>
                    <a:pt x="5358" y="0"/>
                  </a:moveTo>
                  <a:cubicBezTo>
                    <a:pt x="3465" y="1453"/>
                    <a:pt x="1679" y="3024"/>
                    <a:pt x="0" y="4715"/>
                  </a:cubicBezTo>
                  <a:cubicBezTo>
                    <a:pt x="1667" y="3477"/>
                    <a:pt x="3572" y="1893"/>
                    <a:pt x="5358" y="48"/>
                  </a:cubicBezTo>
                  <a:lnTo>
                    <a:pt x="5358" y="0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46"/>
            <p:cNvSpPr/>
            <p:nvPr/>
          </p:nvSpPr>
          <p:spPr>
            <a:xfrm>
              <a:off x="2306825" y="3036225"/>
              <a:ext cx="133975" cy="117900"/>
            </a:xfrm>
            <a:custGeom>
              <a:rect b="b" l="l" r="r" t="t"/>
              <a:pathLst>
                <a:path extrusionOk="0" h="4716" w="5359">
                  <a:moveTo>
                    <a:pt x="5358" y="48"/>
                  </a:moveTo>
                  <a:lnTo>
                    <a:pt x="5358" y="0"/>
                  </a:lnTo>
                  <a:cubicBezTo>
                    <a:pt x="3465" y="1453"/>
                    <a:pt x="1679" y="3024"/>
                    <a:pt x="0" y="4715"/>
                  </a:cubicBezTo>
                  <a:cubicBezTo>
                    <a:pt x="1667" y="3477"/>
                    <a:pt x="3572" y="1893"/>
                    <a:pt x="5358" y="48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46"/>
            <p:cNvSpPr/>
            <p:nvPr/>
          </p:nvSpPr>
          <p:spPr>
            <a:xfrm>
              <a:off x="2257700" y="3153800"/>
              <a:ext cx="38425" cy="34850"/>
            </a:xfrm>
            <a:custGeom>
              <a:rect b="b" l="l" r="r" t="t"/>
              <a:pathLst>
                <a:path extrusionOk="0" h="1394" w="1537">
                  <a:moveTo>
                    <a:pt x="1537" y="0"/>
                  </a:moveTo>
                  <a:lnTo>
                    <a:pt x="1537" y="0"/>
                  </a:lnTo>
                  <a:cubicBezTo>
                    <a:pt x="1025" y="464"/>
                    <a:pt x="513" y="929"/>
                    <a:pt x="1" y="1381"/>
                  </a:cubicBezTo>
                  <a:cubicBezTo>
                    <a:pt x="1" y="1393"/>
                    <a:pt x="1" y="1393"/>
                    <a:pt x="1" y="1393"/>
                  </a:cubicBezTo>
                  <a:cubicBezTo>
                    <a:pt x="394" y="1131"/>
                    <a:pt x="811" y="845"/>
                    <a:pt x="1263" y="524"/>
                  </a:cubicBezTo>
                  <a:cubicBezTo>
                    <a:pt x="1358" y="345"/>
                    <a:pt x="1442" y="179"/>
                    <a:pt x="1537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46"/>
            <p:cNvSpPr/>
            <p:nvPr/>
          </p:nvSpPr>
          <p:spPr>
            <a:xfrm>
              <a:off x="2257700" y="3153800"/>
              <a:ext cx="38425" cy="34850"/>
            </a:xfrm>
            <a:custGeom>
              <a:rect b="b" l="l" r="r" t="t"/>
              <a:pathLst>
                <a:path extrusionOk="0" h="1394" w="1537">
                  <a:moveTo>
                    <a:pt x="1" y="1393"/>
                  </a:moveTo>
                  <a:cubicBezTo>
                    <a:pt x="394" y="1131"/>
                    <a:pt x="811" y="845"/>
                    <a:pt x="1263" y="524"/>
                  </a:cubicBezTo>
                  <a:cubicBezTo>
                    <a:pt x="1358" y="345"/>
                    <a:pt x="1442" y="179"/>
                    <a:pt x="1537" y="0"/>
                  </a:cubicBezTo>
                  <a:cubicBezTo>
                    <a:pt x="1025" y="464"/>
                    <a:pt x="513" y="929"/>
                    <a:pt x="1" y="1381"/>
                  </a:cubicBezTo>
                  <a:cubicBezTo>
                    <a:pt x="1" y="1393"/>
                    <a:pt x="1" y="1393"/>
                    <a:pt x="1" y="1393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46"/>
            <p:cNvSpPr/>
            <p:nvPr/>
          </p:nvSpPr>
          <p:spPr>
            <a:xfrm>
              <a:off x="2239550" y="3254700"/>
              <a:ext cx="61350" cy="32475"/>
            </a:xfrm>
            <a:custGeom>
              <a:rect b="b" l="l" r="r" t="t"/>
              <a:pathLst>
                <a:path extrusionOk="0" h="1299" w="2454">
                  <a:moveTo>
                    <a:pt x="2453" y="0"/>
                  </a:moveTo>
                  <a:lnTo>
                    <a:pt x="2453" y="0"/>
                  </a:lnTo>
                  <a:cubicBezTo>
                    <a:pt x="1668" y="358"/>
                    <a:pt x="870" y="691"/>
                    <a:pt x="72" y="1000"/>
                  </a:cubicBezTo>
                  <a:cubicBezTo>
                    <a:pt x="48" y="1108"/>
                    <a:pt x="24" y="1203"/>
                    <a:pt x="1" y="1298"/>
                  </a:cubicBezTo>
                  <a:cubicBezTo>
                    <a:pt x="263" y="1167"/>
                    <a:pt x="536" y="1036"/>
                    <a:pt x="822" y="881"/>
                  </a:cubicBezTo>
                  <a:cubicBezTo>
                    <a:pt x="1322" y="619"/>
                    <a:pt x="1870" y="322"/>
                    <a:pt x="2453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46"/>
            <p:cNvSpPr/>
            <p:nvPr/>
          </p:nvSpPr>
          <p:spPr>
            <a:xfrm>
              <a:off x="2239550" y="3254700"/>
              <a:ext cx="61350" cy="32475"/>
            </a:xfrm>
            <a:custGeom>
              <a:rect b="b" l="l" r="r" t="t"/>
              <a:pathLst>
                <a:path extrusionOk="0" h="1299" w="2454">
                  <a:moveTo>
                    <a:pt x="822" y="881"/>
                  </a:moveTo>
                  <a:cubicBezTo>
                    <a:pt x="1322" y="619"/>
                    <a:pt x="1870" y="322"/>
                    <a:pt x="2453" y="0"/>
                  </a:cubicBezTo>
                  <a:cubicBezTo>
                    <a:pt x="1668" y="358"/>
                    <a:pt x="870" y="691"/>
                    <a:pt x="72" y="1000"/>
                  </a:cubicBezTo>
                  <a:cubicBezTo>
                    <a:pt x="48" y="1108"/>
                    <a:pt x="24" y="1203"/>
                    <a:pt x="1" y="1298"/>
                  </a:cubicBezTo>
                  <a:cubicBezTo>
                    <a:pt x="263" y="1167"/>
                    <a:pt x="536" y="1036"/>
                    <a:pt x="822" y="88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46"/>
            <p:cNvSpPr/>
            <p:nvPr/>
          </p:nvSpPr>
          <p:spPr>
            <a:xfrm>
              <a:off x="2310100" y="2413225"/>
              <a:ext cx="12225" cy="68475"/>
            </a:xfrm>
            <a:custGeom>
              <a:rect b="b" l="l" r="r" t="t"/>
              <a:pathLst>
                <a:path extrusionOk="0" h="2739" w="489">
                  <a:moveTo>
                    <a:pt x="119" y="0"/>
                  </a:moveTo>
                  <a:lnTo>
                    <a:pt x="0" y="24"/>
                  </a:lnTo>
                  <a:cubicBezTo>
                    <a:pt x="203" y="917"/>
                    <a:pt x="370" y="1822"/>
                    <a:pt x="489" y="2739"/>
                  </a:cubicBezTo>
                  <a:cubicBezTo>
                    <a:pt x="453" y="1810"/>
                    <a:pt x="334" y="893"/>
                    <a:pt x="119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46"/>
            <p:cNvSpPr/>
            <p:nvPr/>
          </p:nvSpPr>
          <p:spPr>
            <a:xfrm>
              <a:off x="2310100" y="2413225"/>
              <a:ext cx="12225" cy="68475"/>
            </a:xfrm>
            <a:custGeom>
              <a:rect b="b" l="l" r="r" t="t"/>
              <a:pathLst>
                <a:path extrusionOk="0" h="2739" w="489">
                  <a:moveTo>
                    <a:pt x="489" y="2739"/>
                  </a:moveTo>
                  <a:cubicBezTo>
                    <a:pt x="453" y="1810"/>
                    <a:pt x="334" y="893"/>
                    <a:pt x="119" y="0"/>
                  </a:cubicBezTo>
                  <a:lnTo>
                    <a:pt x="0" y="24"/>
                  </a:lnTo>
                  <a:cubicBezTo>
                    <a:pt x="203" y="917"/>
                    <a:pt x="370" y="1822"/>
                    <a:pt x="489" y="2739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46"/>
            <p:cNvSpPr/>
            <p:nvPr/>
          </p:nvSpPr>
          <p:spPr>
            <a:xfrm>
              <a:off x="2322300" y="2440900"/>
              <a:ext cx="3600" cy="69375"/>
            </a:xfrm>
            <a:custGeom>
              <a:rect b="b" l="l" r="r" t="t"/>
              <a:pathLst>
                <a:path extrusionOk="0" h="2775" w="144">
                  <a:moveTo>
                    <a:pt x="1" y="1"/>
                  </a:moveTo>
                  <a:lnTo>
                    <a:pt x="1" y="1"/>
                  </a:lnTo>
                  <a:cubicBezTo>
                    <a:pt x="12" y="560"/>
                    <a:pt x="12" y="1120"/>
                    <a:pt x="12" y="1680"/>
                  </a:cubicBezTo>
                  <a:cubicBezTo>
                    <a:pt x="24" y="1799"/>
                    <a:pt x="48" y="1906"/>
                    <a:pt x="60" y="2025"/>
                  </a:cubicBezTo>
                  <a:cubicBezTo>
                    <a:pt x="84" y="2275"/>
                    <a:pt x="120" y="2525"/>
                    <a:pt x="143" y="2775"/>
                  </a:cubicBezTo>
                  <a:cubicBezTo>
                    <a:pt x="120" y="1846"/>
                    <a:pt x="72" y="929"/>
                    <a:pt x="1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46"/>
            <p:cNvSpPr/>
            <p:nvPr/>
          </p:nvSpPr>
          <p:spPr>
            <a:xfrm>
              <a:off x="2322300" y="2440900"/>
              <a:ext cx="3600" cy="69375"/>
            </a:xfrm>
            <a:custGeom>
              <a:rect b="b" l="l" r="r" t="t"/>
              <a:pathLst>
                <a:path extrusionOk="0" h="2775" w="144">
                  <a:moveTo>
                    <a:pt x="143" y="2775"/>
                  </a:moveTo>
                  <a:cubicBezTo>
                    <a:pt x="120" y="1846"/>
                    <a:pt x="72" y="929"/>
                    <a:pt x="1" y="1"/>
                  </a:cubicBezTo>
                  <a:cubicBezTo>
                    <a:pt x="12" y="560"/>
                    <a:pt x="12" y="1120"/>
                    <a:pt x="12" y="1680"/>
                  </a:cubicBezTo>
                  <a:cubicBezTo>
                    <a:pt x="24" y="1799"/>
                    <a:pt x="48" y="1906"/>
                    <a:pt x="60" y="2025"/>
                  </a:cubicBezTo>
                  <a:cubicBezTo>
                    <a:pt x="84" y="2275"/>
                    <a:pt x="120" y="2525"/>
                    <a:pt x="143" y="2775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46"/>
            <p:cNvSpPr/>
            <p:nvPr/>
          </p:nvSpPr>
          <p:spPr>
            <a:xfrm>
              <a:off x="2342250" y="2868625"/>
              <a:ext cx="65800" cy="100050"/>
            </a:xfrm>
            <a:custGeom>
              <a:rect b="b" l="l" r="r" t="t"/>
              <a:pathLst>
                <a:path extrusionOk="0" h="4002" w="2632">
                  <a:moveTo>
                    <a:pt x="2632" y="1"/>
                  </a:moveTo>
                  <a:lnTo>
                    <a:pt x="2632" y="1"/>
                  </a:lnTo>
                  <a:cubicBezTo>
                    <a:pt x="1822" y="1382"/>
                    <a:pt x="941" y="2728"/>
                    <a:pt x="0" y="4001"/>
                  </a:cubicBezTo>
                  <a:cubicBezTo>
                    <a:pt x="1048" y="2775"/>
                    <a:pt x="1977" y="1442"/>
                    <a:pt x="2632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46"/>
            <p:cNvSpPr/>
            <p:nvPr/>
          </p:nvSpPr>
          <p:spPr>
            <a:xfrm>
              <a:off x="2342250" y="2868625"/>
              <a:ext cx="65800" cy="100050"/>
            </a:xfrm>
            <a:custGeom>
              <a:rect b="b" l="l" r="r" t="t"/>
              <a:pathLst>
                <a:path extrusionOk="0" h="4002" w="2632">
                  <a:moveTo>
                    <a:pt x="0" y="4001"/>
                  </a:moveTo>
                  <a:cubicBezTo>
                    <a:pt x="1048" y="2775"/>
                    <a:pt x="1977" y="1442"/>
                    <a:pt x="2632" y="1"/>
                  </a:cubicBezTo>
                  <a:cubicBezTo>
                    <a:pt x="1822" y="1382"/>
                    <a:pt x="941" y="2728"/>
                    <a:pt x="0" y="400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46"/>
            <p:cNvSpPr/>
            <p:nvPr/>
          </p:nvSpPr>
          <p:spPr>
            <a:xfrm>
              <a:off x="2415475" y="2826075"/>
              <a:ext cx="16675" cy="31275"/>
            </a:xfrm>
            <a:custGeom>
              <a:rect b="b" l="l" r="r" t="t"/>
              <a:pathLst>
                <a:path extrusionOk="0" h="1251" w="667">
                  <a:moveTo>
                    <a:pt x="667" y="0"/>
                  </a:moveTo>
                  <a:lnTo>
                    <a:pt x="667" y="0"/>
                  </a:lnTo>
                  <a:cubicBezTo>
                    <a:pt x="453" y="393"/>
                    <a:pt x="226" y="798"/>
                    <a:pt x="0" y="1203"/>
                  </a:cubicBezTo>
                  <a:lnTo>
                    <a:pt x="131" y="1251"/>
                  </a:lnTo>
                  <a:cubicBezTo>
                    <a:pt x="310" y="822"/>
                    <a:pt x="488" y="417"/>
                    <a:pt x="667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46"/>
            <p:cNvSpPr/>
            <p:nvPr/>
          </p:nvSpPr>
          <p:spPr>
            <a:xfrm>
              <a:off x="2415475" y="2826075"/>
              <a:ext cx="16675" cy="31275"/>
            </a:xfrm>
            <a:custGeom>
              <a:rect b="b" l="l" r="r" t="t"/>
              <a:pathLst>
                <a:path extrusionOk="0" h="1251" w="667">
                  <a:moveTo>
                    <a:pt x="667" y="0"/>
                  </a:moveTo>
                  <a:cubicBezTo>
                    <a:pt x="453" y="393"/>
                    <a:pt x="226" y="798"/>
                    <a:pt x="0" y="1203"/>
                  </a:cubicBezTo>
                  <a:lnTo>
                    <a:pt x="131" y="1251"/>
                  </a:lnTo>
                  <a:cubicBezTo>
                    <a:pt x="310" y="822"/>
                    <a:pt x="488" y="417"/>
                    <a:pt x="667" y="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46"/>
            <p:cNvSpPr/>
            <p:nvPr/>
          </p:nvSpPr>
          <p:spPr>
            <a:xfrm>
              <a:off x="1487375" y="1134700"/>
              <a:ext cx="953425" cy="926125"/>
            </a:xfrm>
            <a:custGeom>
              <a:rect b="b" l="l" r="r" t="t"/>
              <a:pathLst>
                <a:path extrusionOk="0" h="37045" w="38137">
                  <a:moveTo>
                    <a:pt x="17506" y="1"/>
                  </a:moveTo>
                  <a:cubicBezTo>
                    <a:pt x="16096" y="1"/>
                    <a:pt x="14688" y="146"/>
                    <a:pt x="13300" y="445"/>
                  </a:cubicBezTo>
                  <a:cubicBezTo>
                    <a:pt x="8037" y="1576"/>
                    <a:pt x="4156" y="3493"/>
                    <a:pt x="1715" y="6148"/>
                  </a:cubicBezTo>
                  <a:cubicBezTo>
                    <a:pt x="965" y="7577"/>
                    <a:pt x="382" y="9077"/>
                    <a:pt x="1" y="10636"/>
                  </a:cubicBezTo>
                  <a:cubicBezTo>
                    <a:pt x="48" y="10529"/>
                    <a:pt x="84" y="10446"/>
                    <a:pt x="132" y="10339"/>
                  </a:cubicBezTo>
                  <a:cubicBezTo>
                    <a:pt x="679" y="9112"/>
                    <a:pt x="1441" y="7815"/>
                    <a:pt x="2537" y="6660"/>
                  </a:cubicBezTo>
                  <a:cubicBezTo>
                    <a:pt x="3620" y="5493"/>
                    <a:pt x="5001" y="4457"/>
                    <a:pt x="6632" y="3743"/>
                  </a:cubicBezTo>
                  <a:cubicBezTo>
                    <a:pt x="7442" y="3374"/>
                    <a:pt x="8299" y="3076"/>
                    <a:pt x="9204" y="2886"/>
                  </a:cubicBezTo>
                  <a:cubicBezTo>
                    <a:pt x="10109" y="2683"/>
                    <a:pt x="11038" y="2552"/>
                    <a:pt x="11990" y="2552"/>
                  </a:cubicBezTo>
                  <a:cubicBezTo>
                    <a:pt x="12091" y="2550"/>
                    <a:pt x="12191" y="2548"/>
                    <a:pt x="12292" y="2548"/>
                  </a:cubicBezTo>
                  <a:cubicBezTo>
                    <a:pt x="14102" y="2548"/>
                    <a:pt x="15954" y="2953"/>
                    <a:pt x="17658" y="3731"/>
                  </a:cubicBezTo>
                  <a:cubicBezTo>
                    <a:pt x="17610" y="3719"/>
                    <a:pt x="17407" y="3659"/>
                    <a:pt x="17074" y="3552"/>
                  </a:cubicBezTo>
                  <a:cubicBezTo>
                    <a:pt x="16884" y="3481"/>
                    <a:pt x="16645" y="3421"/>
                    <a:pt x="16348" y="3350"/>
                  </a:cubicBezTo>
                  <a:cubicBezTo>
                    <a:pt x="16062" y="3278"/>
                    <a:pt x="15729" y="3207"/>
                    <a:pt x="15360" y="3147"/>
                  </a:cubicBezTo>
                  <a:cubicBezTo>
                    <a:pt x="14730" y="3037"/>
                    <a:pt x="13966" y="2958"/>
                    <a:pt x="13102" y="2958"/>
                  </a:cubicBezTo>
                  <a:cubicBezTo>
                    <a:pt x="11924" y="2958"/>
                    <a:pt x="10560" y="3104"/>
                    <a:pt x="9097" y="3517"/>
                  </a:cubicBezTo>
                  <a:cubicBezTo>
                    <a:pt x="6573" y="4195"/>
                    <a:pt x="3775" y="5838"/>
                    <a:pt x="1834" y="8589"/>
                  </a:cubicBezTo>
                  <a:cubicBezTo>
                    <a:pt x="1334" y="9303"/>
                    <a:pt x="882" y="10077"/>
                    <a:pt x="501" y="10910"/>
                  </a:cubicBezTo>
                  <a:cubicBezTo>
                    <a:pt x="929" y="10434"/>
                    <a:pt x="1417" y="10005"/>
                    <a:pt x="1941" y="9636"/>
                  </a:cubicBezTo>
                  <a:cubicBezTo>
                    <a:pt x="3168" y="8767"/>
                    <a:pt x="4620" y="8327"/>
                    <a:pt x="6061" y="8172"/>
                  </a:cubicBezTo>
                  <a:cubicBezTo>
                    <a:pt x="6426" y="8133"/>
                    <a:pt x="6792" y="8114"/>
                    <a:pt x="7157" y="8114"/>
                  </a:cubicBezTo>
                  <a:cubicBezTo>
                    <a:pt x="8245" y="8114"/>
                    <a:pt x="9328" y="8280"/>
                    <a:pt x="10371" y="8565"/>
                  </a:cubicBezTo>
                  <a:cubicBezTo>
                    <a:pt x="13181" y="9339"/>
                    <a:pt x="15586" y="11041"/>
                    <a:pt x="17646" y="12970"/>
                  </a:cubicBezTo>
                  <a:cubicBezTo>
                    <a:pt x="18681" y="13935"/>
                    <a:pt x="19646" y="14970"/>
                    <a:pt x="20575" y="16030"/>
                  </a:cubicBezTo>
                  <a:cubicBezTo>
                    <a:pt x="21098" y="16625"/>
                    <a:pt x="21610" y="17233"/>
                    <a:pt x="22110" y="17864"/>
                  </a:cubicBezTo>
                  <a:cubicBezTo>
                    <a:pt x="22099" y="17840"/>
                    <a:pt x="22099" y="17828"/>
                    <a:pt x="22087" y="17816"/>
                  </a:cubicBezTo>
                  <a:lnTo>
                    <a:pt x="22087" y="17816"/>
                  </a:lnTo>
                  <a:cubicBezTo>
                    <a:pt x="25027" y="18673"/>
                    <a:pt x="27742" y="23567"/>
                    <a:pt x="29266" y="26055"/>
                  </a:cubicBezTo>
                  <a:cubicBezTo>
                    <a:pt x="31052" y="28960"/>
                    <a:pt x="33862" y="33532"/>
                    <a:pt x="33969" y="37044"/>
                  </a:cubicBezTo>
                  <a:cubicBezTo>
                    <a:pt x="33671" y="26829"/>
                    <a:pt x="30969" y="16685"/>
                    <a:pt x="26147" y="7672"/>
                  </a:cubicBezTo>
                  <a:lnTo>
                    <a:pt x="26147" y="7672"/>
                  </a:lnTo>
                  <a:cubicBezTo>
                    <a:pt x="31088" y="11006"/>
                    <a:pt x="35195" y="15542"/>
                    <a:pt x="38136" y="20733"/>
                  </a:cubicBezTo>
                  <a:lnTo>
                    <a:pt x="38136" y="11839"/>
                  </a:lnTo>
                  <a:cubicBezTo>
                    <a:pt x="37708" y="11232"/>
                    <a:pt x="37267" y="10625"/>
                    <a:pt x="36803" y="10053"/>
                  </a:cubicBezTo>
                  <a:cubicBezTo>
                    <a:pt x="31646" y="3627"/>
                    <a:pt x="24539" y="1"/>
                    <a:pt x="17506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46"/>
            <p:cNvSpPr/>
            <p:nvPr/>
          </p:nvSpPr>
          <p:spPr>
            <a:xfrm>
              <a:off x="1487375" y="1101150"/>
              <a:ext cx="953425" cy="959675"/>
            </a:xfrm>
            <a:custGeom>
              <a:rect b="b" l="l" r="r" t="t"/>
              <a:pathLst>
                <a:path extrusionOk="0" h="38387" w="38137">
                  <a:moveTo>
                    <a:pt x="13300" y="1787"/>
                  </a:moveTo>
                  <a:cubicBezTo>
                    <a:pt x="8037" y="2918"/>
                    <a:pt x="4156" y="4835"/>
                    <a:pt x="1715" y="7490"/>
                  </a:cubicBezTo>
                  <a:cubicBezTo>
                    <a:pt x="965" y="8919"/>
                    <a:pt x="382" y="10419"/>
                    <a:pt x="1" y="11978"/>
                  </a:cubicBezTo>
                  <a:cubicBezTo>
                    <a:pt x="48" y="11871"/>
                    <a:pt x="84" y="11788"/>
                    <a:pt x="132" y="11681"/>
                  </a:cubicBezTo>
                  <a:cubicBezTo>
                    <a:pt x="679" y="10454"/>
                    <a:pt x="1441" y="9157"/>
                    <a:pt x="2537" y="8002"/>
                  </a:cubicBezTo>
                  <a:cubicBezTo>
                    <a:pt x="3620" y="6835"/>
                    <a:pt x="5001" y="5799"/>
                    <a:pt x="6632" y="5085"/>
                  </a:cubicBezTo>
                  <a:cubicBezTo>
                    <a:pt x="7442" y="4716"/>
                    <a:pt x="8299" y="4418"/>
                    <a:pt x="9204" y="4228"/>
                  </a:cubicBezTo>
                  <a:cubicBezTo>
                    <a:pt x="10109" y="4025"/>
                    <a:pt x="11038" y="3894"/>
                    <a:pt x="11990" y="3894"/>
                  </a:cubicBezTo>
                  <a:cubicBezTo>
                    <a:pt x="13895" y="3847"/>
                    <a:pt x="15860" y="4251"/>
                    <a:pt x="17658" y="5073"/>
                  </a:cubicBezTo>
                  <a:cubicBezTo>
                    <a:pt x="17610" y="5061"/>
                    <a:pt x="17407" y="5001"/>
                    <a:pt x="17074" y="4894"/>
                  </a:cubicBezTo>
                  <a:cubicBezTo>
                    <a:pt x="16884" y="4823"/>
                    <a:pt x="16645" y="4763"/>
                    <a:pt x="16348" y="4692"/>
                  </a:cubicBezTo>
                  <a:cubicBezTo>
                    <a:pt x="16062" y="4620"/>
                    <a:pt x="15729" y="4549"/>
                    <a:pt x="15360" y="4489"/>
                  </a:cubicBezTo>
                  <a:cubicBezTo>
                    <a:pt x="13871" y="4228"/>
                    <a:pt x="11633" y="4144"/>
                    <a:pt x="9097" y="4859"/>
                  </a:cubicBezTo>
                  <a:cubicBezTo>
                    <a:pt x="6573" y="5537"/>
                    <a:pt x="3775" y="7180"/>
                    <a:pt x="1834" y="9931"/>
                  </a:cubicBezTo>
                  <a:cubicBezTo>
                    <a:pt x="1334" y="10645"/>
                    <a:pt x="882" y="11419"/>
                    <a:pt x="501" y="12252"/>
                  </a:cubicBezTo>
                  <a:cubicBezTo>
                    <a:pt x="929" y="11776"/>
                    <a:pt x="1417" y="11347"/>
                    <a:pt x="1941" y="10978"/>
                  </a:cubicBezTo>
                  <a:cubicBezTo>
                    <a:pt x="3168" y="10109"/>
                    <a:pt x="4620" y="9669"/>
                    <a:pt x="6061" y="9514"/>
                  </a:cubicBezTo>
                  <a:cubicBezTo>
                    <a:pt x="7513" y="9359"/>
                    <a:pt x="8978" y="9526"/>
                    <a:pt x="10371" y="9907"/>
                  </a:cubicBezTo>
                  <a:cubicBezTo>
                    <a:pt x="13181" y="10681"/>
                    <a:pt x="15586" y="12383"/>
                    <a:pt x="17646" y="14312"/>
                  </a:cubicBezTo>
                  <a:cubicBezTo>
                    <a:pt x="18681" y="15277"/>
                    <a:pt x="19646" y="16312"/>
                    <a:pt x="20575" y="17372"/>
                  </a:cubicBezTo>
                  <a:cubicBezTo>
                    <a:pt x="21098" y="17967"/>
                    <a:pt x="21610" y="18575"/>
                    <a:pt x="22110" y="19206"/>
                  </a:cubicBezTo>
                  <a:cubicBezTo>
                    <a:pt x="22099" y="19182"/>
                    <a:pt x="22099" y="19170"/>
                    <a:pt x="22087" y="19158"/>
                  </a:cubicBezTo>
                  <a:cubicBezTo>
                    <a:pt x="25027" y="20015"/>
                    <a:pt x="27742" y="24909"/>
                    <a:pt x="29266" y="27397"/>
                  </a:cubicBezTo>
                  <a:cubicBezTo>
                    <a:pt x="31052" y="30302"/>
                    <a:pt x="33862" y="34874"/>
                    <a:pt x="33969" y="38386"/>
                  </a:cubicBezTo>
                  <a:cubicBezTo>
                    <a:pt x="33671" y="28171"/>
                    <a:pt x="30969" y="18027"/>
                    <a:pt x="26147" y="9014"/>
                  </a:cubicBezTo>
                  <a:cubicBezTo>
                    <a:pt x="31088" y="12348"/>
                    <a:pt x="35195" y="16884"/>
                    <a:pt x="38136" y="22075"/>
                  </a:cubicBezTo>
                  <a:lnTo>
                    <a:pt x="38136" y="13181"/>
                  </a:lnTo>
                  <a:cubicBezTo>
                    <a:pt x="37708" y="12574"/>
                    <a:pt x="37267" y="11967"/>
                    <a:pt x="36803" y="11395"/>
                  </a:cubicBezTo>
                  <a:cubicBezTo>
                    <a:pt x="30612" y="3680"/>
                    <a:pt x="21610" y="1"/>
                    <a:pt x="13300" y="1787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46"/>
            <p:cNvSpPr/>
            <p:nvPr/>
          </p:nvSpPr>
          <p:spPr>
            <a:xfrm>
              <a:off x="2282725" y="2324525"/>
              <a:ext cx="30375" cy="89325"/>
            </a:xfrm>
            <a:custGeom>
              <a:rect b="b" l="l" r="r" t="t"/>
              <a:pathLst>
                <a:path extrusionOk="0" h="3573" w="1215">
                  <a:moveTo>
                    <a:pt x="0" y="0"/>
                  </a:moveTo>
                  <a:lnTo>
                    <a:pt x="0" y="0"/>
                  </a:lnTo>
                  <a:cubicBezTo>
                    <a:pt x="441" y="1155"/>
                    <a:pt x="810" y="2346"/>
                    <a:pt x="1095" y="3572"/>
                  </a:cubicBezTo>
                  <a:lnTo>
                    <a:pt x="1214" y="3548"/>
                  </a:lnTo>
                  <a:cubicBezTo>
                    <a:pt x="941" y="2334"/>
                    <a:pt x="524" y="1155"/>
                    <a:pt x="0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46"/>
            <p:cNvSpPr/>
            <p:nvPr/>
          </p:nvSpPr>
          <p:spPr>
            <a:xfrm>
              <a:off x="2282725" y="2324525"/>
              <a:ext cx="30375" cy="89325"/>
            </a:xfrm>
            <a:custGeom>
              <a:rect b="b" l="l" r="r" t="t"/>
              <a:pathLst>
                <a:path extrusionOk="0" h="3573" w="1215">
                  <a:moveTo>
                    <a:pt x="1214" y="3548"/>
                  </a:moveTo>
                  <a:cubicBezTo>
                    <a:pt x="941" y="2334"/>
                    <a:pt x="524" y="1155"/>
                    <a:pt x="0" y="0"/>
                  </a:cubicBezTo>
                  <a:cubicBezTo>
                    <a:pt x="441" y="1155"/>
                    <a:pt x="810" y="2346"/>
                    <a:pt x="1095" y="3572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46"/>
            <p:cNvSpPr/>
            <p:nvPr/>
          </p:nvSpPr>
          <p:spPr>
            <a:xfrm>
              <a:off x="1475775" y="1356875"/>
              <a:ext cx="626875" cy="567925"/>
            </a:xfrm>
            <a:custGeom>
              <a:rect b="b" l="l" r="r" t="t"/>
              <a:pathLst>
                <a:path extrusionOk="0" h="22717" w="25075">
                  <a:moveTo>
                    <a:pt x="7766" y="1"/>
                  </a:moveTo>
                  <a:cubicBezTo>
                    <a:pt x="7383" y="1"/>
                    <a:pt x="7000" y="23"/>
                    <a:pt x="6620" y="71"/>
                  </a:cubicBezTo>
                  <a:cubicBezTo>
                    <a:pt x="5287" y="237"/>
                    <a:pt x="3965" y="666"/>
                    <a:pt x="2893" y="1440"/>
                  </a:cubicBezTo>
                  <a:cubicBezTo>
                    <a:pt x="1822" y="2214"/>
                    <a:pt x="953" y="3285"/>
                    <a:pt x="441" y="4500"/>
                  </a:cubicBezTo>
                  <a:cubicBezTo>
                    <a:pt x="226" y="5012"/>
                    <a:pt x="72" y="5571"/>
                    <a:pt x="0" y="6119"/>
                  </a:cubicBezTo>
                  <a:cubicBezTo>
                    <a:pt x="12" y="6881"/>
                    <a:pt x="72" y="7631"/>
                    <a:pt x="191" y="8381"/>
                  </a:cubicBezTo>
                  <a:cubicBezTo>
                    <a:pt x="226" y="8560"/>
                    <a:pt x="262" y="8727"/>
                    <a:pt x="310" y="8893"/>
                  </a:cubicBezTo>
                  <a:lnTo>
                    <a:pt x="274" y="8905"/>
                  </a:lnTo>
                  <a:cubicBezTo>
                    <a:pt x="322" y="9203"/>
                    <a:pt x="381" y="9500"/>
                    <a:pt x="465" y="9798"/>
                  </a:cubicBezTo>
                  <a:cubicBezTo>
                    <a:pt x="703" y="10143"/>
                    <a:pt x="977" y="10489"/>
                    <a:pt x="1322" y="10834"/>
                  </a:cubicBezTo>
                  <a:cubicBezTo>
                    <a:pt x="2691" y="12275"/>
                    <a:pt x="4882" y="13418"/>
                    <a:pt x="7311" y="14882"/>
                  </a:cubicBezTo>
                  <a:cubicBezTo>
                    <a:pt x="8394" y="15525"/>
                    <a:pt x="9549" y="16204"/>
                    <a:pt x="10740" y="16930"/>
                  </a:cubicBezTo>
                  <a:lnTo>
                    <a:pt x="10835" y="16954"/>
                  </a:lnTo>
                  <a:cubicBezTo>
                    <a:pt x="8620" y="14846"/>
                    <a:pt x="6168" y="12989"/>
                    <a:pt x="3548" y="11405"/>
                  </a:cubicBezTo>
                  <a:cubicBezTo>
                    <a:pt x="3921" y="11387"/>
                    <a:pt x="4293" y="11377"/>
                    <a:pt x="4665" y="11377"/>
                  </a:cubicBezTo>
                  <a:cubicBezTo>
                    <a:pt x="12791" y="11377"/>
                    <a:pt x="20805" y="15806"/>
                    <a:pt x="25075" y="22716"/>
                  </a:cubicBezTo>
                  <a:cubicBezTo>
                    <a:pt x="21158" y="15668"/>
                    <a:pt x="17181" y="8536"/>
                    <a:pt x="11704" y="2607"/>
                  </a:cubicBezTo>
                  <a:cubicBezTo>
                    <a:pt x="11763" y="2601"/>
                    <a:pt x="11821" y="2598"/>
                    <a:pt x="11879" y="2598"/>
                  </a:cubicBezTo>
                  <a:cubicBezTo>
                    <a:pt x="12507" y="2598"/>
                    <a:pt x="13112" y="2936"/>
                    <a:pt x="13657" y="3273"/>
                  </a:cubicBezTo>
                  <a:cubicBezTo>
                    <a:pt x="17919" y="5917"/>
                    <a:pt x="21586" y="9441"/>
                    <a:pt x="24551" y="13489"/>
                  </a:cubicBezTo>
                  <a:cubicBezTo>
                    <a:pt x="24063" y="12513"/>
                    <a:pt x="23598" y="11536"/>
                    <a:pt x="23182" y="10560"/>
                  </a:cubicBezTo>
                  <a:cubicBezTo>
                    <a:pt x="22372" y="9512"/>
                    <a:pt x="21515" y="8488"/>
                    <a:pt x="20622" y="7512"/>
                  </a:cubicBezTo>
                  <a:cubicBezTo>
                    <a:pt x="19681" y="6476"/>
                    <a:pt x="18717" y="5464"/>
                    <a:pt x="17693" y="4524"/>
                  </a:cubicBezTo>
                  <a:cubicBezTo>
                    <a:pt x="15645" y="2666"/>
                    <a:pt x="13299" y="1071"/>
                    <a:pt x="10644" y="380"/>
                  </a:cubicBezTo>
                  <a:cubicBezTo>
                    <a:pt x="9699" y="142"/>
                    <a:pt x="8730" y="1"/>
                    <a:pt x="7766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46"/>
            <p:cNvSpPr/>
            <p:nvPr/>
          </p:nvSpPr>
          <p:spPr>
            <a:xfrm>
              <a:off x="1475775" y="1354475"/>
              <a:ext cx="626875" cy="570325"/>
            </a:xfrm>
            <a:custGeom>
              <a:rect b="b" l="l" r="r" t="t"/>
              <a:pathLst>
                <a:path extrusionOk="0" h="22813" w="25075">
                  <a:moveTo>
                    <a:pt x="3548" y="11501"/>
                  </a:moveTo>
                  <a:cubicBezTo>
                    <a:pt x="12049" y="11073"/>
                    <a:pt x="20610" y="15585"/>
                    <a:pt x="25075" y="22812"/>
                  </a:cubicBezTo>
                  <a:cubicBezTo>
                    <a:pt x="21158" y="15764"/>
                    <a:pt x="17181" y="8632"/>
                    <a:pt x="11704" y="2703"/>
                  </a:cubicBezTo>
                  <a:cubicBezTo>
                    <a:pt x="12395" y="2631"/>
                    <a:pt x="13061" y="3000"/>
                    <a:pt x="13657" y="3369"/>
                  </a:cubicBezTo>
                  <a:cubicBezTo>
                    <a:pt x="17919" y="6013"/>
                    <a:pt x="21586" y="9537"/>
                    <a:pt x="24551" y="13585"/>
                  </a:cubicBezTo>
                  <a:cubicBezTo>
                    <a:pt x="24063" y="12609"/>
                    <a:pt x="23598" y="11632"/>
                    <a:pt x="23182" y="10656"/>
                  </a:cubicBezTo>
                  <a:cubicBezTo>
                    <a:pt x="22372" y="9608"/>
                    <a:pt x="21515" y="8584"/>
                    <a:pt x="20622" y="7608"/>
                  </a:cubicBezTo>
                  <a:cubicBezTo>
                    <a:pt x="19681" y="6572"/>
                    <a:pt x="18717" y="5560"/>
                    <a:pt x="17693" y="4620"/>
                  </a:cubicBezTo>
                  <a:cubicBezTo>
                    <a:pt x="15645" y="2762"/>
                    <a:pt x="13299" y="1167"/>
                    <a:pt x="10644" y="476"/>
                  </a:cubicBezTo>
                  <a:cubicBezTo>
                    <a:pt x="9323" y="143"/>
                    <a:pt x="7954" y="0"/>
                    <a:pt x="6620" y="167"/>
                  </a:cubicBezTo>
                  <a:cubicBezTo>
                    <a:pt x="5287" y="333"/>
                    <a:pt x="3965" y="762"/>
                    <a:pt x="2893" y="1536"/>
                  </a:cubicBezTo>
                  <a:cubicBezTo>
                    <a:pt x="1822" y="2310"/>
                    <a:pt x="953" y="3381"/>
                    <a:pt x="441" y="4596"/>
                  </a:cubicBezTo>
                  <a:cubicBezTo>
                    <a:pt x="226" y="5108"/>
                    <a:pt x="72" y="5667"/>
                    <a:pt x="0" y="6215"/>
                  </a:cubicBezTo>
                  <a:cubicBezTo>
                    <a:pt x="12" y="6977"/>
                    <a:pt x="72" y="7727"/>
                    <a:pt x="191" y="8477"/>
                  </a:cubicBezTo>
                  <a:cubicBezTo>
                    <a:pt x="226" y="8656"/>
                    <a:pt x="262" y="8823"/>
                    <a:pt x="310" y="8989"/>
                  </a:cubicBezTo>
                  <a:lnTo>
                    <a:pt x="274" y="9001"/>
                  </a:lnTo>
                  <a:cubicBezTo>
                    <a:pt x="322" y="9299"/>
                    <a:pt x="381" y="9596"/>
                    <a:pt x="465" y="9894"/>
                  </a:cubicBezTo>
                  <a:cubicBezTo>
                    <a:pt x="703" y="10239"/>
                    <a:pt x="977" y="10585"/>
                    <a:pt x="1322" y="10930"/>
                  </a:cubicBezTo>
                  <a:cubicBezTo>
                    <a:pt x="2691" y="12371"/>
                    <a:pt x="4882" y="13514"/>
                    <a:pt x="7311" y="14978"/>
                  </a:cubicBezTo>
                  <a:cubicBezTo>
                    <a:pt x="8394" y="15621"/>
                    <a:pt x="9549" y="16300"/>
                    <a:pt x="10740" y="17026"/>
                  </a:cubicBezTo>
                  <a:lnTo>
                    <a:pt x="10835" y="17050"/>
                  </a:lnTo>
                  <a:cubicBezTo>
                    <a:pt x="8620" y="14942"/>
                    <a:pt x="6168" y="13085"/>
                    <a:pt x="3548" y="1150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46"/>
            <p:cNvSpPr/>
            <p:nvPr/>
          </p:nvSpPr>
          <p:spPr>
            <a:xfrm>
              <a:off x="1490950" y="1616400"/>
              <a:ext cx="569725" cy="433125"/>
            </a:xfrm>
            <a:custGeom>
              <a:rect b="b" l="l" r="r" t="t"/>
              <a:pathLst>
                <a:path extrusionOk="0" h="17325" w="22789">
                  <a:moveTo>
                    <a:pt x="0" y="0"/>
                  </a:moveTo>
                  <a:cubicBezTo>
                    <a:pt x="72" y="274"/>
                    <a:pt x="155" y="548"/>
                    <a:pt x="239" y="810"/>
                  </a:cubicBezTo>
                  <a:cubicBezTo>
                    <a:pt x="1072" y="3418"/>
                    <a:pt x="2465" y="5858"/>
                    <a:pt x="4239" y="7966"/>
                  </a:cubicBezTo>
                  <a:cubicBezTo>
                    <a:pt x="6013" y="10097"/>
                    <a:pt x="8156" y="11907"/>
                    <a:pt x="10454" y="13455"/>
                  </a:cubicBezTo>
                  <a:cubicBezTo>
                    <a:pt x="10704" y="13621"/>
                    <a:pt x="10966" y="13776"/>
                    <a:pt x="11216" y="13931"/>
                  </a:cubicBezTo>
                  <a:cubicBezTo>
                    <a:pt x="8621" y="11895"/>
                    <a:pt x="6454" y="9228"/>
                    <a:pt x="5549" y="6073"/>
                  </a:cubicBezTo>
                  <a:lnTo>
                    <a:pt x="5549" y="6073"/>
                  </a:lnTo>
                  <a:cubicBezTo>
                    <a:pt x="9561" y="9490"/>
                    <a:pt x="14312" y="11907"/>
                    <a:pt x="18777" y="14717"/>
                  </a:cubicBezTo>
                  <a:cubicBezTo>
                    <a:pt x="20062" y="15538"/>
                    <a:pt x="21336" y="16395"/>
                    <a:pt x="22551" y="17324"/>
                  </a:cubicBezTo>
                  <a:cubicBezTo>
                    <a:pt x="22301" y="16931"/>
                    <a:pt x="22051" y="16538"/>
                    <a:pt x="21789" y="16145"/>
                  </a:cubicBezTo>
                  <a:lnTo>
                    <a:pt x="21789" y="16145"/>
                  </a:lnTo>
                  <a:cubicBezTo>
                    <a:pt x="22134" y="16383"/>
                    <a:pt x="22468" y="16633"/>
                    <a:pt x="22789" y="16884"/>
                  </a:cubicBezTo>
                  <a:cubicBezTo>
                    <a:pt x="21777" y="15895"/>
                    <a:pt x="20717" y="14931"/>
                    <a:pt x="19586" y="14002"/>
                  </a:cubicBezTo>
                  <a:cubicBezTo>
                    <a:pt x="16038" y="11049"/>
                    <a:pt x="12002" y="8430"/>
                    <a:pt x="7811" y="5787"/>
                  </a:cubicBezTo>
                  <a:cubicBezTo>
                    <a:pt x="6763" y="5132"/>
                    <a:pt x="5715" y="4465"/>
                    <a:pt x="4656" y="3799"/>
                  </a:cubicBezTo>
                  <a:cubicBezTo>
                    <a:pt x="3596" y="3132"/>
                    <a:pt x="2525" y="2453"/>
                    <a:pt x="1548" y="1632"/>
                  </a:cubicBezTo>
                  <a:cubicBezTo>
                    <a:pt x="977" y="1143"/>
                    <a:pt x="441" y="608"/>
                    <a:pt x="0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46"/>
            <p:cNvSpPr/>
            <p:nvPr/>
          </p:nvSpPr>
          <p:spPr>
            <a:xfrm>
              <a:off x="1490950" y="1616400"/>
              <a:ext cx="569725" cy="433125"/>
            </a:xfrm>
            <a:custGeom>
              <a:rect b="b" l="l" r="r" t="t"/>
              <a:pathLst>
                <a:path extrusionOk="0" h="17325" w="22789">
                  <a:moveTo>
                    <a:pt x="5549" y="6073"/>
                  </a:moveTo>
                  <a:cubicBezTo>
                    <a:pt x="9561" y="9490"/>
                    <a:pt x="14312" y="11907"/>
                    <a:pt x="18777" y="14717"/>
                  </a:cubicBezTo>
                  <a:cubicBezTo>
                    <a:pt x="20062" y="15538"/>
                    <a:pt x="21336" y="16395"/>
                    <a:pt x="22551" y="17324"/>
                  </a:cubicBezTo>
                  <a:cubicBezTo>
                    <a:pt x="22301" y="16931"/>
                    <a:pt x="22051" y="16538"/>
                    <a:pt x="21789" y="16145"/>
                  </a:cubicBezTo>
                  <a:cubicBezTo>
                    <a:pt x="22134" y="16383"/>
                    <a:pt x="22468" y="16633"/>
                    <a:pt x="22789" y="16884"/>
                  </a:cubicBezTo>
                  <a:cubicBezTo>
                    <a:pt x="21777" y="15895"/>
                    <a:pt x="20717" y="14931"/>
                    <a:pt x="19586" y="14002"/>
                  </a:cubicBezTo>
                  <a:cubicBezTo>
                    <a:pt x="16038" y="11049"/>
                    <a:pt x="12002" y="8430"/>
                    <a:pt x="7811" y="5787"/>
                  </a:cubicBezTo>
                  <a:cubicBezTo>
                    <a:pt x="6763" y="5132"/>
                    <a:pt x="5715" y="4465"/>
                    <a:pt x="4656" y="3799"/>
                  </a:cubicBezTo>
                  <a:cubicBezTo>
                    <a:pt x="3596" y="3132"/>
                    <a:pt x="2525" y="2453"/>
                    <a:pt x="1548" y="1632"/>
                  </a:cubicBezTo>
                  <a:cubicBezTo>
                    <a:pt x="977" y="1143"/>
                    <a:pt x="441" y="608"/>
                    <a:pt x="0" y="0"/>
                  </a:cubicBezTo>
                  <a:cubicBezTo>
                    <a:pt x="72" y="274"/>
                    <a:pt x="155" y="548"/>
                    <a:pt x="239" y="810"/>
                  </a:cubicBezTo>
                  <a:cubicBezTo>
                    <a:pt x="1072" y="3418"/>
                    <a:pt x="2465" y="5858"/>
                    <a:pt x="4239" y="7966"/>
                  </a:cubicBezTo>
                  <a:cubicBezTo>
                    <a:pt x="6013" y="10097"/>
                    <a:pt x="8156" y="11907"/>
                    <a:pt x="10454" y="13455"/>
                  </a:cubicBezTo>
                  <a:cubicBezTo>
                    <a:pt x="10704" y="13621"/>
                    <a:pt x="10966" y="13776"/>
                    <a:pt x="11216" y="13931"/>
                  </a:cubicBezTo>
                  <a:cubicBezTo>
                    <a:pt x="8621" y="11895"/>
                    <a:pt x="6454" y="9228"/>
                    <a:pt x="5549" y="6073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46"/>
            <p:cNvSpPr/>
            <p:nvPr/>
          </p:nvSpPr>
          <p:spPr>
            <a:xfrm>
              <a:off x="1479625" y="1642300"/>
              <a:ext cx="557850" cy="462275"/>
            </a:xfrm>
            <a:custGeom>
              <a:rect b="b" l="l" r="r" t="t"/>
              <a:pathLst>
                <a:path extrusionOk="0" h="18491" w="22314">
                  <a:moveTo>
                    <a:pt x="1" y="0"/>
                  </a:moveTo>
                  <a:lnTo>
                    <a:pt x="1" y="0"/>
                  </a:lnTo>
                  <a:cubicBezTo>
                    <a:pt x="25" y="2905"/>
                    <a:pt x="394" y="8728"/>
                    <a:pt x="4978" y="13704"/>
                  </a:cubicBezTo>
                  <a:cubicBezTo>
                    <a:pt x="4001" y="11978"/>
                    <a:pt x="3275" y="9990"/>
                    <a:pt x="2680" y="8120"/>
                  </a:cubicBezTo>
                  <a:lnTo>
                    <a:pt x="2680" y="8120"/>
                  </a:lnTo>
                  <a:cubicBezTo>
                    <a:pt x="7419" y="14121"/>
                    <a:pt x="14681" y="18241"/>
                    <a:pt x="22313" y="18491"/>
                  </a:cubicBezTo>
                  <a:cubicBezTo>
                    <a:pt x="19277" y="17229"/>
                    <a:pt x="16217" y="15955"/>
                    <a:pt x="13467" y="14169"/>
                  </a:cubicBezTo>
                  <a:cubicBezTo>
                    <a:pt x="12550" y="13693"/>
                    <a:pt x="11657" y="13169"/>
                    <a:pt x="10776" y="12621"/>
                  </a:cubicBezTo>
                  <a:cubicBezTo>
                    <a:pt x="8407" y="11133"/>
                    <a:pt x="6192" y="9359"/>
                    <a:pt x="4323" y="7251"/>
                  </a:cubicBezTo>
                  <a:cubicBezTo>
                    <a:pt x="2442" y="5144"/>
                    <a:pt x="942" y="2691"/>
                    <a:pt x="1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46"/>
            <p:cNvSpPr/>
            <p:nvPr/>
          </p:nvSpPr>
          <p:spPr>
            <a:xfrm>
              <a:off x="1479625" y="1642300"/>
              <a:ext cx="557850" cy="462275"/>
            </a:xfrm>
            <a:custGeom>
              <a:rect b="b" l="l" r="r" t="t"/>
              <a:pathLst>
                <a:path extrusionOk="0" h="18491" w="22314">
                  <a:moveTo>
                    <a:pt x="22313" y="18491"/>
                  </a:moveTo>
                  <a:cubicBezTo>
                    <a:pt x="19277" y="17229"/>
                    <a:pt x="16217" y="15955"/>
                    <a:pt x="13467" y="14169"/>
                  </a:cubicBezTo>
                  <a:cubicBezTo>
                    <a:pt x="12550" y="13693"/>
                    <a:pt x="11657" y="13169"/>
                    <a:pt x="10776" y="12621"/>
                  </a:cubicBezTo>
                  <a:cubicBezTo>
                    <a:pt x="8407" y="11133"/>
                    <a:pt x="6192" y="9359"/>
                    <a:pt x="4323" y="7251"/>
                  </a:cubicBezTo>
                  <a:cubicBezTo>
                    <a:pt x="2442" y="5144"/>
                    <a:pt x="942" y="2691"/>
                    <a:pt x="1" y="0"/>
                  </a:cubicBezTo>
                  <a:cubicBezTo>
                    <a:pt x="25" y="2905"/>
                    <a:pt x="394" y="8728"/>
                    <a:pt x="4978" y="13704"/>
                  </a:cubicBezTo>
                  <a:cubicBezTo>
                    <a:pt x="4001" y="11978"/>
                    <a:pt x="3275" y="9990"/>
                    <a:pt x="2680" y="8120"/>
                  </a:cubicBezTo>
                  <a:cubicBezTo>
                    <a:pt x="7419" y="14121"/>
                    <a:pt x="14681" y="18241"/>
                    <a:pt x="22313" y="1849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46"/>
            <p:cNvSpPr/>
            <p:nvPr/>
          </p:nvSpPr>
          <p:spPr>
            <a:xfrm>
              <a:off x="2304450" y="2601650"/>
              <a:ext cx="9250" cy="75325"/>
            </a:xfrm>
            <a:custGeom>
              <a:rect b="b" l="l" r="r" t="t"/>
              <a:pathLst>
                <a:path extrusionOk="0" h="3013" w="370">
                  <a:moveTo>
                    <a:pt x="12" y="0"/>
                  </a:moveTo>
                  <a:cubicBezTo>
                    <a:pt x="12" y="179"/>
                    <a:pt x="12" y="345"/>
                    <a:pt x="0" y="512"/>
                  </a:cubicBezTo>
                  <a:cubicBezTo>
                    <a:pt x="155" y="1334"/>
                    <a:pt x="250" y="2167"/>
                    <a:pt x="298" y="3012"/>
                  </a:cubicBezTo>
                  <a:cubicBezTo>
                    <a:pt x="334" y="2572"/>
                    <a:pt x="345" y="2119"/>
                    <a:pt x="369" y="1667"/>
                  </a:cubicBezTo>
                  <a:cubicBezTo>
                    <a:pt x="274" y="1107"/>
                    <a:pt x="155" y="548"/>
                    <a:pt x="12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46"/>
            <p:cNvSpPr/>
            <p:nvPr/>
          </p:nvSpPr>
          <p:spPr>
            <a:xfrm>
              <a:off x="2304450" y="2601650"/>
              <a:ext cx="9250" cy="75325"/>
            </a:xfrm>
            <a:custGeom>
              <a:rect b="b" l="l" r="r" t="t"/>
              <a:pathLst>
                <a:path extrusionOk="0" h="3013" w="370">
                  <a:moveTo>
                    <a:pt x="369" y="1667"/>
                  </a:moveTo>
                  <a:cubicBezTo>
                    <a:pt x="274" y="1107"/>
                    <a:pt x="155" y="548"/>
                    <a:pt x="12" y="0"/>
                  </a:cubicBezTo>
                  <a:cubicBezTo>
                    <a:pt x="12" y="179"/>
                    <a:pt x="12" y="345"/>
                    <a:pt x="0" y="512"/>
                  </a:cubicBezTo>
                  <a:cubicBezTo>
                    <a:pt x="155" y="1334"/>
                    <a:pt x="250" y="2167"/>
                    <a:pt x="298" y="3012"/>
                  </a:cubicBezTo>
                  <a:cubicBezTo>
                    <a:pt x="334" y="2572"/>
                    <a:pt x="345" y="2119"/>
                    <a:pt x="369" y="1667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46"/>
            <p:cNvSpPr/>
            <p:nvPr/>
          </p:nvSpPr>
          <p:spPr>
            <a:xfrm>
              <a:off x="848300" y="3211250"/>
              <a:ext cx="94100" cy="102100"/>
            </a:xfrm>
            <a:custGeom>
              <a:rect b="b" l="l" r="r" t="t"/>
              <a:pathLst>
                <a:path extrusionOk="0" h="4084" w="3764">
                  <a:moveTo>
                    <a:pt x="3763" y="0"/>
                  </a:moveTo>
                  <a:lnTo>
                    <a:pt x="3763" y="0"/>
                  </a:lnTo>
                  <a:cubicBezTo>
                    <a:pt x="3656" y="12"/>
                    <a:pt x="3561" y="24"/>
                    <a:pt x="3466" y="36"/>
                  </a:cubicBezTo>
                  <a:cubicBezTo>
                    <a:pt x="2501" y="1500"/>
                    <a:pt x="1334" y="2822"/>
                    <a:pt x="1" y="3953"/>
                  </a:cubicBezTo>
                  <a:lnTo>
                    <a:pt x="1" y="4084"/>
                  </a:lnTo>
                  <a:cubicBezTo>
                    <a:pt x="1263" y="3179"/>
                    <a:pt x="2656" y="1869"/>
                    <a:pt x="3763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46"/>
            <p:cNvSpPr/>
            <p:nvPr/>
          </p:nvSpPr>
          <p:spPr>
            <a:xfrm>
              <a:off x="848300" y="3211250"/>
              <a:ext cx="94100" cy="102100"/>
            </a:xfrm>
            <a:custGeom>
              <a:rect b="b" l="l" r="r" t="t"/>
              <a:pathLst>
                <a:path extrusionOk="0" h="4084" w="3764">
                  <a:moveTo>
                    <a:pt x="3763" y="0"/>
                  </a:moveTo>
                  <a:cubicBezTo>
                    <a:pt x="3656" y="12"/>
                    <a:pt x="3561" y="24"/>
                    <a:pt x="3466" y="36"/>
                  </a:cubicBezTo>
                  <a:cubicBezTo>
                    <a:pt x="2501" y="1500"/>
                    <a:pt x="1334" y="2822"/>
                    <a:pt x="1" y="3953"/>
                  </a:cubicBezTo>
                  <a:lnTo>
                    <a:pt x="1" y="4084"/>
                  </a:lnTo>
                  <a:cubicBezTo>
                    <a:pt x="1263" y="3179"/>
                    <a:pt x="2656" y="1869"/>
                    <a:pt x="3763" y="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46"/>
            <p:cNvSpPr/>
            <p:nvPr/>
          </p:nvSpPr>
          <p:spPr>
            <a:xfrm>
              <a:off x="898600" y="3200825"/>
              <a:ext cx="159275" cy="152125"/>
            </a:xfrm>
            <a:custGeom>
              <a:rect b="b" l="l" r="r" t="t"/>
              <a:pathLst>
                <a:path extrusionOk="0" h="6085" w="6371">
                  <a:moveTo>
                    <a:pt x="6359" y="0"/>
                  </a:moveTo>
                  <a:cubicBezTo>
                    <a:pt x="4597" y="2239"/>
                    <a:pt x="2525" y="4203"/>
                    <a:pt x="144" y="5739"/>
                  </a:cubicBezTo>
                  <a:lnTo>
                    <a:pt x="1" y="6084"/>
                  </a:lnTo>
                  <a:cubicBezTo>
                    <a:pt x="1132" y="5370"/>
                    <a:pt x="3704" y="3501"/>
                    <a:pt x="6371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46"/>
            <p:cNvSpPr/>
            <p:nvPr/>
          </p:nvSpPr>
          <p:spPr>
            <a:xfrm>
              <a:off x="898600" y="3200825"/>
              <a:ext cx="159275" cy="152125"/>
            </a:xfrm>
            <a:custGeom>
              <a:rect b="b" l="l" r="r" t="t"/>
              <a:pathLst>
                <a:path extrusionOk="0" h="6085" w="6371">
                  <a:moveTo>
                    <a:pt x="144" y="5739"/>
                  </a:moveTo>
                  <a:lnTo>
                    <a:pt x="1" y="6084"/>
                  </a:lnTo>
                  <a:cubicBezTo>
                    <a:pt x="1132" y="5370"/>
                    <a:pt x="3704" y="3501"/>
                    <a:pt x="6371" y="0"/>
                  </a:cubicBezTo>
                  <a:lnTo>
                    <a:pt x="6359" y="0"/>
                  </a:lnTo>
                  <a:cubicBezTo>
                    <a:pt x="4597" y="2239"/>
                    <a:pt x="2525" y="4203"/>
                    <a:pt x="144" y="5739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46"/>
            <p:cNvSpPr/>
            <p:nvPr/>
          </p:nvSpPr>
          <p:spPr>
            <a:xfrm>
              <a:off x="956050" y="3155275"/>
              <a:ext cx="10750" cy="20875"/>
            </a:xfrm>
            <a:custGeom>
              <a:rect b="b" l="l" r="r" t="t"/>
              <a:pathLst>
                <a:path extrusionOk="0" h="835" w="430">
                  <a:moveTo>
                    <a:pt x="430" y="1"/>
                  </a:moveTo>
                  <a:lnTo>
                    <a:pt x="430" y="1"/>
                  </a:lnTo>
                  <a:cubicBezTo>
                    <a:pt x="299" y="286"/>
                    <a:pt x="144" y="560"/>
                    <a:pt x="1" y="834"/>
                  </a:cubicBezTo>
                  <a:lnTo>
                    <a:pt x="120" y="834"/>
                  </a:lnTo>
                  <a:lnTo>
                    <a:pt x="299" y="405"/>
                  </a:lnTo>
                  <a:cubicBezTo>
                    <a:pt x="346" y="275"/>
                    <a:pt x="394" y="144"/>
                    <a:pt x="43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46"/>
            <p:cNvSpPr/>
            <p:nvPr/>
          </p:nvSpPr>
          <p:spPr>
            <a:xfrm>
              <a:off x="956050" y="3155275"/>
              <a:ext cx="10750" cy="20875"/>
            </a:xfrm>
            <a:custGeom>
              <a:rect b="b" l="l" r="r" t="t"/>
              <a:pathLst>
                <a:path extrusionOk="0" h="835" w="430">
                  <a:moveTo>
                    <a:pt x="299" y="405"/>
                  </a:moveTo>
                  <a:cubicBezTo>
                    <a:pt x="346" y="275"/>
                    <a:pt x="394" y="144"/>
                    <a:pt x="430" y="1"/>
                  </a:cubicBezTo>
                  <a:cubicBezTo>
                    <a:pt x="299" y="286"/>
                    <a:pt x="144" y="560"/>
                    <a:pt x="1" y="834"/>
                  </a:cubicBezTo>
                  <a:lnTo>
                    <a:pt x="120" y="834"/>
                  </a:ln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46"/>
            <p:cNvSpPr/>
            <p:nvPr/>
          </p:nvSpPr>
          <p:spPr>
            <a:xfrm>
              <a:off x="1357600" y="3873825"/>
              <a:ext cx="86650" cy="142900"/>
            </a:xfrm>
            <a:custGeom>
              <a:rect b="b" l="l" r="r" t="t"/>
              <a:pathLst>
                <a:path extrusionOk="0" h="5716" w="3466">
                  <a:moveTo>
                    <a:pt x="3465" y="0"/>
                  </a:moveTo>
                  <a:cubicBezTo>
                    <a:pt x="2477" y="1727"/>
                    <a:pt x="1310" y="3691"/>
                    <a:pt x="0" y="5715"/>
                  </a:cubicBezTo>
                  <a:cubicBezTo>
                    <a:pt x="1108" y="4060"/>
                    <a:pt x="2286" y="2155"/>
                    <a:pt x="3465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46"/>
            <p:cNvSpPr/>
            <p:nvPr/>
          </p:nvSpPr>
          <p:spPr>
            <a:xfrm>
              <a:off x="1357600" y="3873825"/>
              <a:ext cx="86650" cy="142900"/>
            </a:xfrm>
            <a:custGeom>
              <a:rect b="b" l="l" r="r" t="t"/>
              <a:pathLst>
                <a:path extrusionOk="0" h="5716" w="3466">
                  <a:moveTo>
                    <a:pt x="0" y="5715"/>
                  </a:moveTo>
                  <a:cubicBezTo>
                    <a:pt x="1108" y="4060"/>
                    <a:pt x="2286" y="2155"/>
                    <a:pt x="3465" y="0"/>
                  </a:cubicBezTo>
                  <a:cubicBezTo>
                    <a:pt x="2477" y="1727"/>
                    <a:pt x="1310" y="3691"/>
                    <a:pt x="0" y="5715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46"/>
            <p:cNvSpPr/>
            <p:nvPr/>
          </p:nvSpPr>
          <p:spPr>
            <a:xfrm>
              <a:off x="1989225" y="2248325"/>
              <a:ext cx="62525" cy="31875"/>
            </a:xfrm>
            <a:custGeom>
              <a:rect b="b" l="l" r="r" t="t"/>
              <a:pathLst>
                <a:path extrusionOk="0" h="1275" w="2501">
                  <a:moveTo>
                    <a:pt x="0" y="0"/>
                  </a:moveTo>
                  <a:lnTo>
                    <a:pt x="2501" y="1274"/>
                  </a:lnTo>
                  <a:cubicBezTo>
                    <a:pt x="2013" y="929"/>
                    <a:pt x="1524" y="572"/>
                    <a:pt x="1036" y="227"/>
                  </a:cubicBezTo>
                  <a:cubicBezTo>
                    <a:pt x="691" y="143"/>
                    <a:pt x="346" y="72"/>
                    <a:pt x="0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46"/>
            <p:cNvSpPr/>
            <p:nvPr/>
          </p:nvSpPr>
          <p:spPr>
            <a:xfrm>
              <a:off x="1989225" y="2248325"/>
              <a:ext cx="62525" cy="31875"/>
            </a:xfrm>
            <a:custGeom>
              <a:rect b="b" l="l" r="r" t="t"/>
              <a:pathLst>
                <a:path extrusionOk="0" h="1275" w="2501">
                  <a:moveTo>
                    <a:pt x="1036" y="227"/>
                  </a:moveTo>
                  <a:cubicBezTo>
                    <a:pt x="691" y="143"/>
                    <a:pt x="346" y="72"/>
                    <a:pt x="0" y="0"/>
                  </a:cubicBezTo>
                  <a:lnTo>
                    <a:pt x="2501" y="1274"/>
                  </a:lnTo>
                  <a:cubicBezTo>
                    <a:pt x="2013" y="929"/>
                    <a:pt x="1524" y="572"/>
                    <a:pt x="1036" y="227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46"/>
            <p:cNvSpPr/>
            <p:nvPr/>
          </p:nvSpPr>
          <p:spPr>
            <a:xfrm>
              <a:off x="848300" y="2960025"/>
              <a:ext cx="25325" cy="57475"/>
            </a:xfrm>
            <a:custGeom>
              <a:rect b="b" l="l" r="r" t="t"/>
              <a:pathLst>
                <a:path extrusionOk="0" h="2299" w="1013">
                  <a:moveTo>
                    <a:pt x="1013" y="0"/>
                  </a:moveTo>
                  <a:cubicBezTo>
                    <a:pt x="703" y="667"/>
                    <a:pt x="370" y="1322"/>
                    <a:pt x="1" y="1965"/>
                  </a:cubicBezTo>
                  <a:lnTo>
                    <a:pt x="1" y="2298"/>
                  </a:lnTo>
                  <a:cubicBezTo>
                    <a:pt x="394" y="1548"/>
                    <a:pt x="727" y="774"/>
                    <a:pt x="1013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46"/>
            <p:cNvSpPr/>
            <p:nvPr/>
          </p:nvSpPr>
          <p:spPr>
            <a:xfrm>
              <a:off x="848300" y="2960025"/>
              <a:ext cx="25325" cy="57475"/>
            </a:xfrm>
            <a:custGeom>
              <a:rect b="b" l="l" r="r" t="t"/>
              <a:pathLst>
                <a:path extrusionOk="0" h="2299" w="1013">
                  <a:moveTo>
                    <a:pt x="1" y="1965"/>
                  </a:moveTo>
                  <a:lnTo>
                    <a:pt x="1" y="2298"/>
                  </a:lnTo>
                  <a:cubicBezTo>
                    <a:pt x="394" y="1548"/>
                    <a:pt x="727" y="774"/>
                    <a:pt x="1013" y="0"/>
                  </a:cubicBezTo>
                  <a:cubicBezTo>
                    <a:pt x="703" y="667"/>
                    <a:pt x="370" y="1322"/>
                    <a:pt x="1" y="1965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46"/>
            <p:cNvSpPr/>
            <p:nvPr/>
          </p:nvSpPr>
          <p:spPr>
            <a:xfrm>
              <a:off x="1215025" y="1939350"/>
              <a:ext cx="111050" cy="85450"/>
            </a:xfrm>
            <a:custGeom>
              <a:rect b="b" l="l" r="r" t="t"/>
              <a:pathLst>
                <a:path extrusionOk="0" h="3418" w="4442">
                  <a:moveTo>
                    <a:pt x="0" y="1"/>
                  </a:moveTo>
                  <a:lnTo>
                    <a:pt x="0" y="1"/>
                  </a:lnTo>
                  <a:cubicBezTo>
                    <a:pt x="584" y="763"/>
                    <a:pt x="1179" y="1525"/>
                    <a:pt x="1786" y="2263"/>
                  </a:cubicBezTo>
                  <a:cubicBezTo>
                    <a:pt x="2655" y="2692"/>
                    <a:pt x="3536" y="3073"/>
                    <a:pt x="4441" y="3418"/>
                  </a:cubicBezTo>
                  <a:cubicBezTo>
                    <a:pt x="2846" y="2513"/>
                    <a:pt x="1346" y="1358"/>
                    <a:pt x="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46"/>
            <p:cNvSpPr/>
            <p:nvPr/>
          </p:nvSpPr>
          <p:spPr>
            <a:xfrm>
              <a:off x="1215025" y="1939350"/>
              <a:ext cx="111050" cy="85450"/>
            </a:xfrm>
            <a:custGeom>
              <a:rect b="b" l="l" r="r" t="t"/>
              <a:pathLst>
                <a:path extrusionOk="0" h="3418" w="4442">
                  <a:moveTo>
                    <a:pt x="4441" y="3418"/>
                  </a:moveTo>
                  <a:cubicBezTo>
                    <a:pt x="2846" y="2513"/>
                    <a:pt x="1346" y="1358"/>
                    <a:pt x="0" y="1"/>
                  </a:cubicBezTo>
                  <a:cubicBezTo>
                    <a:pt x="584" y="763"/>
                    <a:pt x="1179" y="1525"/>
                    <a:pt x="1786" y="2263"/>
                  </a:cubicBezTo>
                  <a:cubicBezTo>
                    <a:pt x="2655" y="2692"/>
                    <a:pt x="3536" y="3073"/>
                    <a:pt x="4441" y="3418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46"/>
            <p:cNvSpPr/>
            <p:nvPr/>
          </p:nvSpPr>
          <p:spPr>
            <a:xfrm>
              <a:off x="848300" y="3223450"/>
              <a:ext cx="6275" cy="16675"/>
            </a:xfrm>
            <a:custGeom>
              <a:rect b="b" l="l" r="r" t="t"/>
              <a:pathLst>
                <a:path extrusionOk="0" h="667" w="251">
                  <a:moveTo>
                    <a:pt x="251" y="0"/>
                  </a:moveTo>
                  <a:cubicBezTo>
                    <a:pt x="203" y="0"/>
                    <a:pt x="144" y="12"/>
                    <a:pt x="96" y="24"/>
                  </a:cubicBezTo>
                  <a:cubicBezTo>
                    <a:pt x="72" y="107"/>
                    <a:pt x="37" y="203"/>
                    <a:pt x="1" y="298"/>
                  </a:cubicBezTo>
                  <a:lnTo>
                    <a:pt x="1" y="667"/>
                  </a:lnTo>
                  <a:cubicBezTo>
                    <a:pt x="84" y="441"/>
                    <a:pt x="179" y="226"/>
                    <a:pt x="251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46"/>
            <p:cNvSpPr/>
            <p:nvPr/>
          </p:nvSpPr>
          <p:spPr>
            <a:xfrm>
              <a:off x="848300" y="3223450"/>
              <a:ext cx="6275" cy="16675"/>
            </a:xfrm>
            <a:custGeom>
              <a:rect b="b" l="l" r="r" t="t"/>
              <a:pathLst>
                <a:path extrusionOk="0" h="667" w="251">
                  <a:moveTo>
                    <a:pt x="96" y="24"/>
                  </a:moveTo>
                  <a:cubicBezTo>
                    <a:pt x="72" y="107"/>
                    <a:pt x="37" y="203"/>
                    <a:pt x="1" y="298"/>
                  </a:cubicBezTo>
                  <a:lnTo>
                    <a:pt x="1" y="667"/>
                  </a:lnTo>
                  <a:cubicBezTo>
                    <a:pt x="84" y="441"/>
                    <a:pt x="179" y="226"/>
                    <a:pt x="251" y="0"/>
                  </a:cubicBezTo>
                  <a:cubicBezTo>
                    <a:pt x="203" y="0"/>
                    <a:pt x="144" y="12"/>
                    <a:pt x="96" y="24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46"/>
            <p:cNvSpPr/>
            <p:nvPr/>
          </p:nvSpPr>
          <p:spPr>
            <a:xfrm>
              <a:off x="863775" y="3058850"/>
              <a:ext cx="19675" cy="119075"/>
            </a:xfrm>
            <a:custGeom>
              <a:rect b="b" l="l" r="r" t="t"/>
              <a:pathLst>
                <a:path extrusionOk="0" h="4763" w="787">
                  <a:moveTo>
                    <a:pt x="787" y="0"/>
                  </a:moveTo>
                  <a:cubicBezTo>
                    <a:pt x="644" y="1429"/>
                    <a:pt x="406" y="3084"/>
                    <a:pt x="1" y="4763"/>
                  </a:cubicBezTo>
                  <a:cubicBezTo>
                    <a:pt x="60" y="4751"/>
                    <a:pt x="120" y="4751"/>
                    <a:pt x="168" y="4751"/>
                  </a:cubicBezTo>
                  <a:cubicBezTo>
                    <a:pt x="549" y="3191"/>
                    <a:pt x="763" y="1595"/>
                    <a:pt x="787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46"/>
            <p:cNvSpPr/>
            <p:nvPr/>
          </p:nvSpPr>
          <p:spPr>
            <a:xfrm>
              <a:off x="863775" y="3058850"/>
              <a:ext cx="19675" cy="119075"/>
            </a:xfrm>
            <a:custGeom>
              <a:rect b="b" l="l" r="r" t="t"/>
              <a:pathLst>
                <a:path extrusionOk="0" h="4763" w="787">
                  <a:moveTo>
                    <a:pt x="168" y="4751"/>
                  </a:moveTo>
                  <a:cubicBezTo>
                    <a:pt x="549" y="3191"/>
                    <a:pt x="763" y="1595"/>
                    <a:pt x="787" y="0"/>
                  </a:cubicBezTo>
                  <a:cubicBezTo>
                    <a:pt x="644" y="1429"/>
                    <a:pt x="406" y="3084"/>
                    <a:pt x="1" y="4763"/>
                  </a:cubicBezTo>
                  <a:cubicBezTo>
                    <a:pt x="60" y="4751"/>
                    <a:pt x="120" y="4751"/>
                    <a:pt x="168" y="475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46"/>
            <p:cNvSpPr/>
            <p:nvPr/>
          </p:nvSpPr>
          <p:spPr>
            <a:xfrm>
              <a:off x="848600" y="1210475"/>
              <a:ext cx="1149275" cy="1931125"/>
            </a:xfrm>
            <a:custGeom>
              <a:rect b="b" l="l" r="r" t="t"/>
              <a:pathLst>
                <a:path extrusionOk="0" h="77245" w="45971">
                  <a:moveTo>
                    <a:pt x="2850" y="0"/>
                  </a:moveTo>
                  <a:cubicBezTo>
                    <a:pt x="1877" y="0"/>
                    <a:pt x="926" y="42"/>
                    <a:pt x="1" y="116"/>
                  </a:cubicBezTo>
                  <a:lnTo>
                    <a:pt x="1" y="3069"/>
                  </a:lnTo>
                  <a:cubicBezTo>
                    <a:pt x="906" y="2998"/>
                    <a:pt x="1809" y="2960"/>
                    <a:pt x="2710" y="2960"/>
                  </a:cubicBezTo>
                  <a:cubicBezTo>
                    <a:pt x="5850" y="2960"/>
                    <a:pt x="8952" y="3421"/>
                    <a:pt x="11931" y="4522"/>
                  </a:cubicBezTo>
                  <a:cubicBezTo>
                    <a:pt x="10764" y="4407"/>
                    <a:pt x="9593" y="4350"/>
                    <a:pt x="8421" y="4350"/>
                  </a:cubicBezTo>
                  <a:cubicBezTo>
                    <a:pt x="5587" y="4350"/>
                    <a:pt x="2755" y="4683"/>
                    <a:pt x="1" y="5331"/>
                  </a:cubicBezTo>
                  <a:lnTo>
                    <a:pt x="1" y="7082"/>
                  </a:lnTo>
                  <a:cubicBezTo>
                    <a:pt x="1738" y="6797"/>
                    <a:pt x="3479" y="6628"/>
                    <a:pt x="5220" y="6628"/>
                  </a:cubicBezTo>
                  <a:cubicBezTo>
                    <a:pt x="6533" y="6628"/>
                    <a:pt x="7846" y="6724"/>
                    <a:pt x="9157" y="6939"/>
                  </a:cubicBezTo>
                  <a:cubicBezTo>
                    <a:pt x="6073" y="7260"/>
                    <a:pt x="3001" y="7832"/>
                    <a:pt x="1" y="8653"/>
                  </a:cubicBezTo>
                  <a:lnTo>
                    <a:pt x="1" y="15476"/>
                  </a:lnTo>
                  <a:cubicBezTo>
                    <a:pt x="3535" y="16904"/>
                    <a:pt x="6843" y="18926"/>
                    <a:pt x="9712" y="21449"/>
                  </a:cubicBezTo>
                  <a:lnTo>
                    <a:pt x="9712" y="21449"/>
                  </a:lnTo>
                  <a:cubicBezTo>
                    <a:pt x="8057" y="16824"/>
                    <a:pt x="8522" y="12545"/>
                    <a:pt x="11050" y="9380"/>
                  </a:cubicBezTo>
                  <a:cubicBezTo>
                    <a:pt x="13419" y="6427"/>
                    <a:pt x="15657" y="4688"/>
                    <a:pt x="17574" y="3665"/>
                  </a:cubicBezTo>
                  <a:cubicBezTo>
                    <a:pt x="12550" y="931"/>
                    <a:pt x="7461" y="0"/>
                    <a:pt x="2850" y="0"/>
                  </a:cubicBezTo>
                  <a:close/>
                  <a:moveTo>
                    <a:pt x="9712" y="21449"/>
                  </a:moveTo>
                  <a:cubicBezTo>
                    <a:pt x="9712" y="21449"/>
                    <a:pt x="9712" y="21449"/>
                    <a:pt x="9712" y="21450"/>
                  </a:cubicBezTo>
                  <a:lnTo>
                    <a:pt x="9712" y="21450"/>
                  </a:lnTo>
                  <a:cubicBezTo>
                    <a:pt x="9714" y="21451"/>
                    <a:pt x="9715" y="21451"/>
                    <a:pt x="9716" y="21452"/>
                  </a:cubicBezTo>
                  <a:cubicBezTo>
                    <a:pt x="9715" y="21451"/>
                    <a:pt x="9713" y="21450"/>
                    <a:pt x="9712" y="21449"/>
                  </a:cubicBezTo>
                  <a:close/>
                  <a:moveTo>
                    <a:pt x="16515" y="57862"/>
                  </a:moveTo>
                  <a:lnTo>
                    <a:pt x="16455" y="58397"/>
                  </a:lnTo>
                  <a:cubicBezTo>
                    <a:pt x="16539" y="58505"/>
                    <a:pt x="16646" y="58588"/>
                    <a:pt x="16777" y="58600"/>
                  </a:cubicBezTo>
                  <a:cubicBezTo>
                    <a:pt x="16840" y="58600"/>
                    <a:pt x="16903" y="58600"/>
                    <a:pt x="16967" y="58583"/>
                  </a:cubicBezTo>
                  <a:lnTo>
                    <a:pt x="16967" y="58583"/>
                  </a:lnTo>
                  <a:cubicBezTo>
                    <a:pt x="16773" y="58641"/>
                    <a:pt x="16591" y="58711"/>
                    <a:pt x="16419" y="58802"/>
                  </a:cubicBezTo>
                  <a:lnTo>
                    <a:pt x="16455" y="58397"/>
                  </a:lnTo>
                  <a:cubicBezTo>
                    <a:pt x="16324" y="58207"/>
                    <a:pt x="16300" y="57945"/>
                    <a:pt x="16515" y="57862"/>
                  </a:cubicBezTo>
                  <a:close/>
                  <a:moveTo>
                    <a:pt x="1" y="17452"/>
                  </a:moveTo>
                  <a:lnTo>
                    <a:pt x="1" y="37883"/>
                  </a:lnTo>
                  <a:cubicBezTo>
                    <a:pt x="60" y="37740"/>
                    <a:pt x="132" y="37597"/>
                    <a:pt x="203" y="37454"/>
                  </a:cubicBezTo>
                  <a:lnTo>
                    <a:pt x="203" y="37454"/>
                  </a:lnTo>
                  <a:cubicBezTo>
                    <a:pt x="132" y="37764"/>
                    <a:pt x="72" y="38074"/>
                    <a:pt x="1" y="38383"/>
                  </a:cubicBezTo>
                  <a:lnTo>
                    <a:pt x="1" y="48956"/>
                  </a:lnTo>
                  <a:cubicBezTo>
                    <a:pt x="1894" y="46396"/>
                    <a:pt x="3549" y="43669"/>
                    <a:pt x="4918" y="40812"/>
                  </a:cubicBezTo>
                  <a:lnTo>
                    <a:pt x="4918" y="40812"/>
                  </a:lnTo>
                  <a:cubicBezTo>
                    <a:pt x="3358" y="44634"/>
                    <a:pt x="1787" y="48468"/>
                    <a:pt x="1" y="52182"/>
                  </a:cubicBezTo>
                  <a:lnTo>
                    <a:pt x="1" y="56492"/>
                  </a:lnTo>
                  <a:cubicBezTo>
                    <a:pt x="215" y="55766"/>
                    <a:pt x="429" y="55028"/>
                    <a:pt x="632" y="54290"/>
                  </a:cubicBezTo>
                  <a:cubicBezTo>
                    <a:pt x="1001" y="55516"/>
                    <a:pt x="1382" y="56754"/>
                    <a:pt x="1703" y="57993"/>
                  </a:cubicBezTo>
                  <a:cubicBezTo>
                    <a:pt x="1715" y="57909"/>
                    <a:pt x="1727" y="57814"/>
                    <a:pt x="1739" y="57731"/>
                  </a:cubicBezTo>
                  <a:lnTo>
                    <a:pt x="2203" y="57814"/>
                  </a:lnTo>
                  <a:cubicBezTo>
                    <a:pt x="2084" y="58469"/>
                    <a:pt x="2072" y="59148"/>
                    <a:pt x="2120" y="59826"/>
                  </a:cubicBezTo>
                  <a:cubicBezTo>
                    <a:pt x="2346" y="60981"/>
                    <a:pt x="2489" y="62160"/>
                    <a:pt x="2501" y="63327"/>
                  </a:cubicBezTo>
                  <a:cubicBezTo>
                    <a:pt x="2572" y="61600"/>
                    <a:pt x="2513" y="59862"/>
                    <a:pt x="2322" y="58136"/>
                  </a:cubicBezTo>
                  <a:lnTo>
                    <a:pt x="2322" y="58136"/>
                  </a:lnTo>
                  <a:cubicBezTo>
                    <a:pt x="4537" y="62791"/>
                    <a:pt x="4096" y="68220"/>
                    <a:pt x="3608" y="73352"/>
                  </a:cubicBezTo>
                  <a:cubicBezTo>
                    <a:pt x="7442" y="63589"/>
                    <a:pt x="9026" y="52944"/>
                    <a:pt x="8192" y="42491"/>
                  </a:cubicBezTo>
                  <a:lnTo>
                    <a:pt x="8192" y="42491"/>
                  </a:lnTo>
                  <a:cubicBezTo>
                    <a:pt x="10288" y="49789"/>
                    <a:pt x="10407" y="57659"/>
                    <a:pt x="8526" y="65017"/>
                  </a:cubicBezTo>
                  <a:cubicBezTo>
                    <a:pt x="14050" y="55040"/>
                    <a:pt x="12788" y="42526"/>
                    <a:pt x="8716" y="31870"/>
                  </a:cubicBezTo>
                  <a:lnTo>
                    <a:pt x="8716" y="31870"/>
                  </a:lnTo>
                  <a:cubicBezTo>
                    <a:pt x="12705" y="36252"/>
                    <a:pt x="15288" y="41884"/>
                    <a:pt x="16015" y="47753"/>
                  </a:cubicBezTo>
                  <a:cubicBezTo>
                    <a:pt x="16348" y="50385"/>
                    <a:pt x="16312" y="53040"/>
                    <a:pt x="16146" y="55683"/>
                  </a:cubicBezTo>
                  <a:cubicBezTo>
                    <a:pt x="15800" y="61338"/>
                    <a:pt x="14848" y="67018"/>
                    <a:pt x="12657" y="72244"/>
                  </a:cubicBezTo>
                  <a:cubicBezTo>
                    <a:pt x="14181" y="68732"/>
                    <a:pt x="15443" y="64434"/>
                    <a:pt x="16074" y="59207"/>
                  </a:cubicBezTo>
                  <a:lnTo>
                    <a:pt x="16098" y="59052"/>
                  </a:lnTo>
                  <a:lnTo>
                    <a:pt x="16241" y="59005"/>
                  </a:lnTo>
                  <a:cubicBezTo>
                    <a:pt x="16295" y="58994"/>
                    <a:pt x="16905" y="58832"/>
                    <a:pt x="17744" y="58832"/>
                  </a:cubicBezTo>
                  <a:cubicBezTo>
                    <a:pt x="18744" y="58832"/>
                    <a:pt x="20069" y="59062"/>
                    <a:pt x="21170" y="60052"/>
                  </a:cubicBezTo>
                  <a:cubicBezTo>
                    <a:pt x="21527" y="60374"/>
                    <a:pt x="21849" y="60755"/>
                    <a:pt x="22099" y="61195"/>
                  </a:cubicBezTo>
                  <a:cubicBezTo>
                    <a:pt x="22111" y="61195"/>
                    <a:pt x="22123" y="61207"/>
                    <a:pt x="22123" y="61219"/>
                  </a:cubicBezTo>
                  <a:cubicBezTo>
                    <a:pt x="22134" y="61231"/>
                    <a:pt x="22146" y="61255"/>
                    <a:pt x="22158" y="61267"/>
                  </a:cubicBezTo>
                  <a:cubicBezTo>
                    <a:pt x="21368" y="59665"/>
                    <a:pt x="19620" y="58444"/>
                    <a:pt x="17917" y="58444"/>
                  </a:cubicBezTo>
                  <a:cubicBezTo>
                    <a:pt x="17646" y="58444"/>
                    <a:pt x="17375" y="58475"/>
                    <a:pt x="17110" y="58540"/>
                  </a:cubicBezTo>
                  <a:cubicBezTo>
                    <a:pt x="17336" y="58457"/>
                    <a:pt x="17551" y="58302"/>
                    <a:pt x="17765" y="58183"/>
                  </a:cubicBezTo>
                  <a:cubicBezTo>
                    <a:pt x="18137" y="57970"/>
                    <a:pt x="18553" y="57874"/>
                    <a:pt x="18977" y="57874"/>
                  </a:cubicBezTo>
                  <a:cubicBezTo>
                    <a:pt x="19665" y="57874"/>
                    <a:pt x="20372" y="58127"/>
                    <a:pt x="20932" y="58540"/>
                  </a:cubicBezTo>
                  <a:cubicBezTo>
                    <a:pt x="21837" y="59207"/>
                    <a:pt x="22432" y="60219"/>
                    <a:pt x="22885" y="61243"/>
                  </a:cubicBezTo>
                  <a:cubicBezTo>
                    <a:pt x="24170" y="64124"/>
                    <a:pt x="24635" y="67375"/>
                    <a:pt x="24194" y="70494"/>
                  </a:cubicBezTo>
                  <a:cubicBezTo>
                    <a:pt x="25468" y="67196"/>
                    <a:pt x="26218" y="63600"/>
                    <a:pt x="25599" y="60124"/>
                  </a:cubicBezTo>
                  <a:cubicBezTo>
                    <a:pt x="24980" y="56647"/>
                    <a:pt x="22789" y="53313"/>
                    <a:pt x="19515" y="51992"/>
                  </a:cubicBezTo>
                  <a:cubicBezTo>
                    <a:pt x="19736" y="51970"/>
                    <a:pt x="19956" y="51959"/>
                    <a:pt x="20174" y="51959"/>
                  </a:cubicBezTo>
                  <a:cubicBezTo>
                    <a:pt x="22665" y="51959"/>
                    <a:pt x="24977" y="53359"/>
                    <a:pt x="26575" y="55373"/>
                  </a:cubicBezTo>
                  <a:lnTo>
                    <a:pt x="26861" y="55195"/>
                  </a:lnTo>
                  <a:cubicBezTo>
                    <a:pt x="27230" y="55790"/>
                    <a:pt x="27540" y="56397"/>
                    <a:pt x="27814" y="57016"/>
                  </a:cubicBezTo>
                  <a:cubicBezTo>
                    <a:pt x="27599" y="56421"/>
                    <a:pt x="27373" y="55826"/>
                    <a:pt x="27087" y="55242"/>
                  </a:cubicBezTo>
                  <a:cubicBezTo>
                    <a:pt x="27047" y="55160"/>
                    <a:pt x="27061" y="55125"/>
                    <a:pt x="27108" y="55125"/>
                  </a:cubicBezTo>
                  <a:cubicBezTo>
                    <a:pt x="27272" y="55125"/>
                    <a:pt x="27834" y="55542"/>
                    <a:pt x="27945" y="55838"/>
                  </a:cubicBezTo>
                  <a:cubicBezTo>
                    <a:pt x="28290" y="56742"/>
                    <a:pt x="28576" y="57647"/>
                    <a:pt x="28826" y="58564"/>
                  </a:cubicBezTo>
                  <a:lnTo>
                    <a:pt x="28945" y="56516"/>
                  </a:lnTo>
                  <a:cubicBezTo>
                    <a:pt x="29028" y="57552"/>
                    <a:pt x="29076" y="58600"/>
                    <a:pt x="29112" y="59636"/>
                  </a:cubicBezTo>
                  <a:cubicBezTo>
                    <a:pt x="30481" y="65422"/>
                    <a:pt x="30255" y="71601"/>
                    <a:pt x="28385" y="77245"/>
                  </a:cubicBezTo>
                  <a:cubicBezTo>
                    <a:pt x="32933" y="69685"/>
                    <a:pt x="32612" y="60267"/>
                    <a:pt x="32160" y="51456"/>
                  </a:cubicBezTo>
                  <a:lnTo>
                    <a:pt x="32160" y="51456"/>
                  </a:lnTo>
                  <a:cubicBezTo>
                    <a:pt x="34446" y="56302"/>
                    <a:pt x="35541" y="61707"/>
                    <a:pt x="35350" y="67065"/>
                  </a:cubicBezTo>
                  <a:cubicBezTo>
                    <a:pt x="35422" y="66089"/>
                    <a:pt x="35458" y="65148"/>
                    <a:pt x="35469" y="64243"/>
                  </a:cubicBezTo>
                  <a:cubicBezTo>
                    <a:pt x="35481" y="63803"/>
                    <a:pt x="35481" y="63386"/>
                    <a:pt x="35469" y="62958"/>
                  </a:cubicBezTo>
                  <a:cubicBezTo>
                    <a:pt x="35469" y="62707"/>
                    <a:pt x="35458" y="62457"/>
                    <a:pt x="35458" y="62207"/>
                  </a:cubicBezTo>
                  <a:cubicBezTo>
                    <a:pt x="35446" y="61957"/>
                    <a:pt x="35434" y="61707"/>
                    <a:pt x="35434" y="61457"/>
                  </a:cubicBezTo>
                  <a:cubicBezTo>
                    <a:pt x="35434" y="61386"/>
                    <a:pt x="35422" y="61314"/>
                    <a:pt x="35422" y="61243"/>
                  </a:cubicBezTo>
                  <a:cubicBezTo>
                    <a:pt x="35410" y="60886"/>
                    <a:pt x="35374" y="60529"/>
                    <a:pt x="35350" y="60171"/>
                  </a:cubicBezTo>
                  <a:cubicBezTo>
                    <a:pt x="35053" y="56266"/>
                    <a:pt x="34255" y="53313"/>
                    <a:pt x="33243" y="51087"/>
                  </a:cubicBezTo>
                  <a:cubicBezTo>
                    <a:pt x="32600" y="49670"/>
                    <a:pt x="31874" y="48551"/>
                    <a:pt x="31147" y="47670"/>
                  </a:cubicBezTo>
                  <a:cubicBezTo>
                    <a:pt x="27695" y="43467"/>
                    <a:pt x="23349" y="43408"/>
                    <a:pt x="23301" y="43408"/>
                  </a:cubicBezTo>
                  <a:lnTo>
                    <a:pt x="23301" y="42931"/>
                  </a:lnTo>
                  <a:cubicBezTo>
                    <a:pt x="23492" y="42931"/>
                    <a:pt x="27897" y="42991"/>
                    <a:pt x="31493" y="47360"/>
                  </a:cubicBezTo>
                  <a:cubicBezTo>
                    <a:pt x="32350" y="48396"/>
                    <a:pt x="33076" y="49563"/>
                    <a:pt x="33684" y="50873"/>
                  </a:cubicBezTo>
                  <a:cubicBezTo>
                    <a:pt x="33981" y="51301"/>
                    <a:pt x="35493" y="53552"/>
                    <a:pt x="37232" y="57123"/>
                  </a:cubicBezTo>
                  <a:cubicBezTo>
                    <a:pt x="36267" y="54326"/>
                    <a:pt x="35112" y="51587"/>
                    <a:pt x="33719" y="48956"/>
                  </a:cubicBezTo>
                  <a:lnTo>
                    <a:pt x="33719" y="48956"/>
                  </a:lnTo>
                  <a:cubicBezTo>
                    <a:pt x="40756" y="55373"/>
                    <a:pt x="44816" y="64886"/>
                    <a:pt x="44733" y="74399"/>
                  </a:cubicBezTo>
                  <a:cubicBezTo>
                    <a:pt x="44899" y="74947"/>
                    <a:pt x="45030" y="75495"/>
                    <a:pt x="45149" y="76066"/>
                  </a:cubicBezTo>
                  <a:cubicBezTo>
                    <a:pt x="45959" y="73447"/>
                    <a:pt x="45971" y="70601"/>
                    <a:pt x="45947" y="67839"/>
                  </a:cubicBezTo>
                  <a:cubicBezTo>
                    <a:pt x="45935" y="65863"/>
                    <a:pt x="45911" y="63886"/>
                    <a:pt x="45864" y="61922"/>
                  </a:cubicBezTo>
                  <a:cubicBezTo>
                    <a:pt x="45816" y="61541"/>
                    <a:pt x="45768" y="61100"/>
                    <a:pt x="45673" y="60588"/>
                  </a:cubicBezTo>
                  <a:cubicBezTo>
                    <a:pt x="45435" y="58874"/>
                    <a:pt x="44947" y="56421"/>
                    <a:pt x="44101" y="53528"/>
                  </a:cubicBezTo>
                  <a:cubicBezTo>
                    <a:pt x="43268" y="50623"/>
                    <a:pt x="41970" y="47301"/>
                    <a:pt x="40208" y="43860"/>
                  </a:cubicBezTo>
                  <a:cubicBezTo>
                    <a:pt x="39672" y="42836"/>
                    <a:pt x="39089" y="41800"/>
                    <a:pt x="38470" y="40764"/>
                  </a:cubicBezTo>
                  <a:cubicBezTo>
                    <a:pt x="33826" y="40538"/>
                    <a:pt x="29159" y="40455"/>
                    <a:pt x="24980" y="38514"/>
                  </a:cubicBezTo>
                  <a:cubicBezTo>
                    <a:pt x="21587" y="36942"/>
                    <a:pt x="18872" y="34323"/>
                    <a:pt x="16455" y="31418"/>
                  </a:cubicBezTo>
                  <a:cubicBezTo>
                    <a:pt x="15765" y="31073"/>
                    <a:pt x="15086" y="30704"/>
                    <a:pt x="14419" y="30311"/>
                  </a:cubicBezTo>
                  <a:cubicBezTo>
                    <a:pt x="14276" y="30037"/>
                    <a:pt x="14122" y="29763"/>
                    <a:pt x="13967" y="29477"/>
                  </a:cubicBezTo>
                  <a:lnTo>
                    <a:pt x="13371" y="27739"/>
                  </a:lnTo>
                  <a:cubicBezTo>
                    <a:pt x="11836" y="25893"/>
                    <a:pt x="10573" y="23798"/>
                    <a:pt x="9752" y="21560"/>
                  </a:cubicBezTo>
                  <a:cubicBezTo>
                    <a:pt x="9739" y="21523"/>
                    <a:pt x="9725" y="21486"/>
                    <a:pt x="9712" y="21450"/>
                  </a:cubicBezTo>
                  <a:lnTo>
                    <a:pt x="9712" y="21450"/>
                  </a:lnTo>
                  <a:cubicBezTo>
                    <a:pt x="6820" y="19415"/>
                    <a:pt x="3476" y="18071"/>
                    <a:pt x="1" y="17452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46"/>
            <p:cNvSpPr/>
            <p:nvPr/>
          </p:nvSpPr>
          <p:spPr>
            <a:xfrm>
              <a:off x="848600" y="1202650"/>
              <a:ext cx="1149275" cy="1938950"/>
            </a:xfrm>
            <a:custGeom>
              <a:rect b="b" l="l" r="r" t="t"/>
              <a:pathLst>
                <a:path extrusionOk="0" h="77558" w="45971">
                  <a:moveTo>
                    <a:pt x="1703" y="58306"/>
                  </a:moveTo>
                  <a:cubicBezTo>
                    <a:pt x="1715" y="58222"/>
                    <a:pt x="1727" y="58127"/>
                    <a:pt x="1739" y="58044"/>
                  </a:cubicBezTo>
                  <a:lnTo>
                    <a:pt x="2203" y="58127"/>
                  </a:lnTo>
                  <a:cubicBezTo>
                    <a:pt x="2084" y="58782"/>
                    <a:pt x="2072" y="59461"/>
                    <a:pt x="2120" y="60139"/>
                  </a:cubicBezTo>
                  <a:cubicBezTo>
                    <a:pt x="2346" y="61294"/>
                    <a:pt x="2489" y="62473"/>
                    <a:pt x="2501" y="63640"/>
                  </a:cubicBezTo>
                  <a:cubicBezTo>
                    <a:pt x="2572" y="61913"/>
                    <a:pt x="2513" y="60175"/>
                    <a:pt x="2322" y="58449"/>
                  </a:cubicBezTo>
                  <a:cubicBezTo>
                    <a:pt x="4537" y="63104"/>
                    <a:pt x="4096" y="68533"/>
                    <a:pt x="3608" y="73665"/>
                  </a:cubicBezTo>
                  <a:cubicBezTo>
                    <a:pt x="7442" y="63902"/>
                    <a:pt x="9026" y="53257"/>
                    <a:pt x="8192" y="42804"/>
                  </a:cubicBezTo>
                  <a:cubicBezTo>
                    <a:pt x="10288" y="50102"/>
                    <a:pt x="10407" y="57972"/>
                    <a:pt x="8526" y="65330"/>
                  </a:cubicBezTo>
                  <a:cubicBezTo>
                    <a:pt x="14050" y="55353"/>
                    <a:pt x="12788" y="42839"/>
                    <a:pt x="8716" y="32183"/>
                  </a:cubicBezTo>
                  <a:cubicBezTo>
                    <a:pt x="12705" y="36565"/>
                    <a:pt x="15288" y="42197"/>
                    <a:pt x="16015" y="48066"/>
                  </a:cubicBezTo>
                  <a:cubicBezTo>
                    <a:pt x="16348" y="50698"/>
                    <a:pt x="16312" y="53353"/>
                    <a:pt x="16146" y="55996"/>
                  </a:cubicBezTo>
                  <a:cubicBezTo>
                    <a:pt x="15800" y="61651"/>
                    <a:pt x="14848" y="67331"/>
                    <a:pt x="12657" y="72557"/>
                  </a:cubicBezTo>
                  <a:cubicBezTo>
                    <a:pt x="14181" y="69045"/>
                    <a:pt x="15443" y="64747"/>
                    <a:pt x="16074" y="59520"/>
                  </a:cubicBezTo>
                  <a:lnTo>
                    <a:pt x="16098" y="59365"/>
                  </a:lnTo>
                  <a:lnTo>
                    <a:pt x="16241" y="59318"/>
                  </a:lnTo>
                  <a:cubicBezTo>
                    <a:pt x="16360" y="59294"/>
                    <a:pt x="19146" y="58544"/>
                    <a:pt x="21170" y="60365"/>
                  </a:cubicBezTo>
                  <a:cubicBezTo>
                    <a:pt x="21527" y="60687"/>
                    <a:pt x="21849" y="61068"/>
                    <a:pt x="22099" y="61508"/>
                  </a:cubicBezTo>
                  <a:cubicBezTo>
                    <a:pt x="22111" y="61508"/>
                    <a:pt x="22123" y="61520"/>
                    <a:pt x="22123" y="61532"/>
                  </a:cubicBezTo>
                  <a:cubicBezTo>
                    <a:pt x="22134" y="61544"/>
                    <a:pt x="22146" y="61568"/>
                    <a:pt x="22158" y="61580"/>
                  </a:cubicBezTo>
                  <a:cubicBezTo>
                    <a:pt x="21241" y="59722"/>
                    <a:pt x="19039" y="58377"/>
                    <a:pt x="17110" y="58853"/>
                  </a:cubicBezTo>
                  <a:cubicBezTo>
                    <a:pt x="17336" y="58770"/>
                    <a:pt x="17551" y="58615"/>
                    <a:pt x="17765" y="58496"/>
                  </a:cubicBezTo>
                  <a:cubicBezTo>
                    <a:pt x="18741" y="57937"/>
                    <a:pt x="20027" y="58187"/>
                    <a:pt x="20932" y="58853"/>
                  </a:cubicBezTo>
                  <a:cubicBezTo>
                    <a:pt x="21837" y="59520"/>
                    <a:pt x="22432" y="60532"/>
                    <a:pt x="22885" y="61556"/>
                  </a:cubicBezTo>
                  <a:cubicBezTo>
                    <a:pt x="24170" y="64437"/>
                    <a:pt x="24635" y="67688"/>
                    <a:pt x="24194" y="70807"/>
                  </a:cubicBezTo>
                  <a:cubicBezTo>
                    <a:pt x="25468" y="67509"/>
                    <a:pt x="26218" y="63913"/>
                    <a:pt x="25599" y="60437"/>
                  </a:cubicBezTo>
                  <a:cubicBezTo>
                    <a:pt x="24980" y="56960"/>
                    <a:pt x="22789" y="53626"/>
                    <a:pt x="19515" y="52305"/>
                  </a:cubicBezTo>
                  <a:cubicBezTo>
                    <a:pt x="22254" y="52031"/>
                    <a:pt x="24837" y="53496"/>
                    <a:pt x="26575" y="55686"/>
                  </a:cubicBezTo>
                  <a:lnTo>
                    <a:pt x="26861" y="55508"/>
                  </a:lnTo>
                  <a:cubicBezTo>
                    <a:pt x="27230" y="56103"/>
                    <a:pt x="27540" y="56710"/>
                    <a:pt x="27814" y="57329"/>
                  </a:cubicBezTo>
                  <a:cubicBezTo>
                    <a:pt x="27599" y="56734"/>
                    <a:pt x="27373" y="56139"/>
                    <a:pt x="27087" y="55555"/>
                  </a:cubicBezTo>
                  <a:cubicBezTo>
                    <a:pt x="26909" y="55186"/>
                    <a:pt x="27802" y="55770"/>
                    <a:pt x="27945" y="56151"/>
                  </a:cubicBezTo>
                  <a:cubicBezTo>
                    <a:pt x="28290" y="57055"/>
                    <a:pt x="28576" y="57960"/>
                    <a:pt x="28826" y="58877"/>
                  </a:cubicBezTo>
                  <a:lnTo>
                    <a:pt x="28945" y="56829"/>
                  </a:lnTo>
                  <a:cubicBezTo>
                    <a:pt x="29028" y="57865"/>
                    <a:pt x="29076" y="58913"/>
                    <a:pt x="29112" y="59949"/>
                  </a:cubicBezTo>
                  <a:cubicBezTo>
                    <a:pt x="30481" y="65735"/>
                    <a:pt x="30255" y="71914"/>
                    <a:pt x="28385" y="77558"/>
                  </a:cubicBezTo>
                  <a:cubicBezTo>
                    <a:pt x="32933" y="69998"/>
                    <a:pt x="32612" y="60580"/>
                    <a:pt x="32160" y="51769"/>
                  </a:cubicBezTo>
                  <a:cubicBezTo>
                    <a:pt x="34446" y="56615"/>
                    <a:pt x="35541" y="62020"/>
                    <a:pt x="35350" y="67378"/>
                  </a:cubicBezTo>
                  <a:cubicBezTo>
                    <a:pt x="35422" y="66402"/>
                    <a:pt x="35458" y="65461"/>
                    <a:pt x="35469" y="64556"/>
                  </a:cubicBezTo>
                  <a:cubicBezTo>
                    <a:pt x="35481" y="64116"/>
                    <a:pt x="35481" y="63699"/>
                    <a:pt x="35469" y="63271"/>
                  </a:cubicBezTo>
                  <a:cubicBezTo>
                    <a:pt x="35469" y="63020"/>
                    <a:pt x="35458" y="62770"/>
                    <a:pt x="35458" y="62520"/>
                  </a:cubicBezTo>
                  <a:cubicBezTo>
                    <a:pt x="35446" y="62270"/>
                    <a:pt x="35434" y="62020"/>
                    <a:pt x="35434" y="61770"/>
                  </a:cubicBezTo>
                  <a:cubicBezTo>
                    <a:pt x="35434" y="61699"/>
                    <a:pt x="35422" y="61627"/>
                    <a:pt x="35422" y="61556"/>
                  </a:cubicBezTo>
                  <a:cubicBezTo>
                    <a:pt x="35410" y="61199"/>
                    <a:pt x="35374" y="60842"/>
                    <a:pt x="35350" y="60484"/>
                  </a:cubicBezTo>
                  <a:cubicBezTo>
                    <a:pt x="35053" y="56579"/>
                    <a:pt x="34255" y="53626"/>
                    <a:pt x="33243" y="51400"/>
                  </a:cubicBezTo>
                  <a:cubicBezTo>
                    <a:pt x="32600" y="49983"/>
                    <a:pt x="31874" y="48864"/>
                    <a:pt x="31147" y="47983"/>
                  </a:cubicBezTo>
                  <a:cubicBezTo>
                    <a:pt x="27695" y="43780"/>
                    <a:pt x="23349" y="43721"/>
                    <a:pt x="23301" y="43721"/>
                  </a:cubicBezTo>
                  <a:lnTo>
                    <a:pt x="23301" y="43244"/>
                  </a:lnTo>
                  <a:cubicBezTo>
                    <a:pt x="23492" y="43244"/>
                    <a:pt x="27897" y="43304"/>
                    <a:pt x="31493" y="47673"/>
                  </a:cubicBezTo>
                  <a:cubicBezTo>
                    <a:pt x="32350" y="48709"/>
                    <a:pt x="33076" y="49876"/>
                    <a:pt x="33684" y="51186"/>
                  </a:cubicBezTo>
                  <a:cubicBezTo>
                    <a:pt x="33981" y="51614"/>
                    <a:pt x="35493" y="53865"/>
                    <a:pt x="37232" y="57436"/>
                  </a:cubicBezTo>
                  <a:cubicBezTo>
                    <a:pt x="36267" y="54639"/>
                    <a:pt x="35112" y="51900"/>
                    <a:pt x="33719" y="49269"/>
                  </a:cubicBezTo>
                  <a:cubicBezTo>
                    <a:pt x="40756" y="55686"/>
                    <a:pt x="44816" y="65199"/>
                    <a:pt x="44733" y="74712"/>
                  </a:cubicBezTo>
                  <a:cubicBezTo>
                    <a:pt x="44899" y="75260"/>
                    <a:pt x="45030" y="75808"/>
                    <a:pt x="45149" y="76379"/>
                  </a:cubicBezTo>
                  <a:cubicBezTo>
                    <a:pt x="45959" y="73760"/>
                    <a:pt x="45971" y="70914"/>
                    <a:pt x="45947" y="68152"/>
                  </a:cubicBezTo>
                  <a:cubicBezTo>
                    <a:pt x="45935" y="66176"/>
                    <a:pt x="45911" y="64199"/>
                    <a:pt x="45864" y="62235"/>
                  </a:cubicBezTo>
                  <a:cubicBezTo>
                    <a:pt x="45816" y="61854"/>
                    <a:pt x="45768" y="61413"/>
                    <a:pt x="45673" y="60901"/>
                  </a:cubicBezTo>
                  <a:cubicBezTo>
                    <a:pt x="45435" y="59187"/>
                    <a:pt x="44947" y="56734"/>
                    <a:pt x="44101" y="53841"/>
                  </a:cubicBezTo>
                  <a:cubicBezTo>
                    <a:pt x="43268" y="50936"/>
                    <a:pt x="41970" y="47614"/>
                    <a:pt x="40208" y="44173"/>
                  </a:cubicBezTo>
                  <a:cubicBezTo>
                    <a:pt x="39672" y="43149"/>
                    <a:pt x="39089" y="42113"/>
                    <a:pt x="38470" y="41077"/>
                  </a:cubicBezTo>
                  <a:cubicBezTo>
                    <a:pt x="33826" y="40851"/>
                    <a:pt x="29159" y="40768"/>
                    <a:pt x="24980" y="38827"/>
                  </a:cubicBezTo>
                  <a:cubicBezTo>
                    <a:pt x="21587" y="37255"/>
                    <a:pt x="18872" y="34636"/>
                    <a:pt x="16455" y="31731"/>
                  </a:cubicBezTo>
                  <a:cubicBezTo>
                    <a:pt x="15765" y="31386"/>
                    <a:pt x="15086" y="31017"/>
                    <a:pt x="14419" y="30624"/>
                  </a:cubicBezTo>
                  <a:cubicBezTo>
                    <a:pt x="14276" y="30350"/>
                    <a:pt x="14122" y="30076"/>
                    <a:pt x="13967" y="29790"/>
                  </a:cubicBezTo>
                  <a:lnTo>
                    <a:pt x="13371" y="28052"/>
                  </a:lnTo>
                  <a:cubicBezTo>
                    <a:pt x="11836" y="26206"/>
                    <a:pt x="10573" y="24111"/>
                    <a:pt x="9752" y="21873"/>
                  </a:cubicBezTo>
                  <a:cubicBezTo>
                    <a:pt x="8049" y="17205"/>
                    <a:pt x="8502" y="12883"/>
                    <a:pt x="11050" y="9693"/>
                  </a:cubicBezTo>
                  <a:cubicBezTo>
                    <a:pt x="13419" y="6740"/>
                    <a:pt x="15657" y="5001"/>
                    <a:pt x="17574" y="3978"/>
                  </a:cubicBezTo>
                  <a:cubicBezTo>
                    <a:pt x="11490" y="668"/>
                    <a:pt x="5311" y="1"/>
                    <a:pt x="1" y="429"/>
                  </a:cubicBezTo>
                  <a:lnTo>
                    <a:pt x="1" y="3382"/>
                  </a:lnTo>
                  <a:cubicBezTo>
                    <a:pt x="4061" y="3061"/>
                    <a:pt x="8097" y="3418"/>
                    <a:pt x="11931" y="4835"/>
                  </a:cubicBezTo>
                  <a:cubicBezTo>
                    <a:pt x="7942" y="4442"/>
                    <a:pt x="3894" y="4728"/>
                    <a:pt x="1" y="5644"/>
                  </a:cubicBezTo>
                  <a:lnTo>
                    <a:pt x="1" y="7395"/>
                  </a:lnTo>
                  <a:cubicBezTo>
                    <a:pt x="3049" y="6895"/>
                    <a:pt x="6109" y="6752"/>
                    <a:pt x="9157" y="7252"/>
                  </a:cubicBezTo>
                  <a:cubicBezTo>
                    <a:pt x="6073" y="7573"/>
                    <a:pt x="3001" y="8145"/>
                    <a:pt x="1" y="8966"/>
                  </a:cubicBezTo>
                  <a:lnTo>
                    <a:pt x="1" y="15789"/>
                  </a:lnTo>
                  <a:cubicBezTo>
                    <a:pt x="3537" y="17217"/>
                    <a:pt x="6847" y="19241"/>
                    <a:pt x="9716" y="21765"/>
                  </a:cubicBezTo>
                  <a:cubicBezTo>
                    <a:pt x="6823" y="19729"/>
                    <a:pt x="3477" y="18384"/>
                    <a:pt x="1" y="17765"/>
                  </a:cubicBezTo>
                  <a:lnTo>
                    <a:pt x="1" y="38196"/>
                  </a:lnTo>
                  <a:cubicBezTo>
                    <a:pt x="60" y="38053"/>
                    <a:pt x="132" y="37910"/>
                    <a:pt x="203" y="37767"/>
                  </a:cubicBezTo>
                  <a:cubicBezTo>
                    <a:pt x="132" y="38077"/>
                    <a:pt x="72" y="38387"/>
                    <a:pt x="1" y="38696"/>
                  </a:cubicBezTo>
                  <a:lnTo>
                    <a:pt x="1" y="49269"/>
                  </a:lnTo>
                  <a:cubicBezTo>
                    <a:pt x="1894" y="46709"/>
                    <a:pt x="3549" y="43982"/>
                    <a:pt x="4918" y="41125"/>
                  </a:cubicBezTo>
                  <a:cubicBezTo>
                    <a:pt x="3358" y="44947"/>
                    <a:pt x="1787" y="48781"/>
                    <a:pt x="1" y="52495"/>
                  </a:cubicBezTo>
                  <a:lnTo>
                    <a:pt x="1" y="56805"/>
                  </a:lnTo>
                  <a:cubicBezTo>
                    <a:pt x="215" y="56079"/>
                    <a:pt x="429" y="55341"/>
                    <a:pt x="632" y="54603"/>
                  </a:cubicBezTo>
                  <a:cubicBezTo>
                    <a:pt x="1001" y="55829"/>
                    <a:pt x="1382" y="57067"/>
                    <a:pt x="1703" y="58306"/>
                  </a:cubicBezTo>
                  <a:close/>
                  <a:moveTo>
                    <a:pt x="16515" y="58175"/>
                  </a:moveTo>
                  <a:lnTo>
                    <a:pt x="16455" y="58710"/>
                  </a:lnTo>
                  <a:cubicBezTo>
                    <a:pt x="16539" y="58818"/>
                    <a:pt x="16646" y="58901"/>
                    <a:pt x="16777" y="58913"/>
                  </a:cubicBezTo>
                  <a:cubicBezTo>
                    <a:pt x="16848" y="58913"/>
                    <a:pt x="16920" y="58913"/>
                    <a:pt x="16991" y="58889"/>
                  </a:cubicBezTo>
                  <a:cubicBezTo>
                    <a:pt x="16789" y="58949"/>
                    <a:pt x="16598" y="59020"/>
                    <a:pt x="16419" y="59115"/>
                  </a:cubicBezTo>
                  <a:lnTo>
                    <a:pt x="16455" y="58710"/>
                  </a:lnTo>
                  <a:cubicBezTo>
                    <a:pt x="16324" y="58520"/>
                    <a:pt x="16300" y="58258"/>
                    <a:pt x="16515" y="58175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46"/>
            <p:cNvSpPr/>
            <p:nvPr/>
          </p:nvSpPr>
          <p:spPr>
            <a:xfrm>
              <a:off x="1958275" y="3627950"/>
              <a:ext cx="140500" cy="234575"/>
            </a:xfrm>
            <a:custGeom>
              <a:rect b="b" l="l" r="r" t="t"/>
              <a:pathLst>
                <a:path extrusionOk="0" h="9383" w="5620">
                  <a:moveTo>
                    <a:pt x="5620" y="1"/>
                  </a:moveTo>
                  <a:lnTo>
                    <a:pt x="5620" y="1"/>
                  </a:lnTo>
                  <a:cubicBezTo>
                    <a:pt x="4084" y="2787"/>
                    <a:pt x="2405" y="5513"/>
                    <a:pt x="750" y="8192"/>
                  </a:cubicBezTo>
                  <a:cubicBezTo>
                    <a:pt x="500" y="8585"/>
                    <a:pt x="250" y="8990"/>
                    <a:pt x="0" y="9383"/>
                  </a:cubicBezTo>
                  <a:cubicBezTo>
                    <a:pt x="2167" y="6478"/>
                    <a:pt x="4048" y="3335"/>
                    <a:pt x="562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46"/>
            <p:cNvSpPr/>
            <p:nvPr/>
          </p:nvSpPr>
          <p:spPr>
            <a:xfrm>
              <a:off x="1958275" y="3627950"/>
              <a:ext cx="140500" cy="234575"/>
            </a:xfrm>
            <a:custGeom>
              <a:rect b="b" l="l" r="r" t="t"/>
              <a:pathLst>
                <a:path extrusionOk="0" h="9383" w="5620">
                  <a:moveTo>
                    <a:pt x="750" y="8192"/>
                  </a:moveTo>
                  <a:cubicBezTo>
                    <a:pt x="500" y="8585"/>
                    <a:pt x="250" y="8990"/>
                    <a:pt x="0" y="9383"/>
                  </a:cubicBezTo>
                  <a:cubicBezTo>
                    <a:pt x="2167" y="6478"/>
                    <a:pt x="4048" y="3335"/>
                    <a:pt x="5620" y="1"/>
                  </a:cubicBezTo>
                  <a:cubicBezTo>
                    <a:pt x="4084" y="2787"/>
                    <a:pt x="2405" y="5513"/>
                    <a:pt x="750" y="8192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46"/>
            <p:cNvSpPr/>
            <p:nvPr/>
          </p:nvSpPr>
          <p:spPr>
            <a:xfrm>
              <a:off x="1670425" y="2072400"/>
              <a:ext cx="15500" cy="5100"/>
            </a:xfrm>
            <a:custGeom>
              <a:rect b="b" l="l" r="r" t="t"/>
              <a:pathLst>
                <a:path extrusionOk="0" h="204" w="620">
                  <a:moveTo>
                    <a:pt x="322" y="1"/>
                  </a:moveTo>
                  <a:cubicBezTo>
                    <a:pt x="215" y="37"/>
                    <a:pt x="108" y="60"/>
                    <a:pt x="1" y="84"/>
                  </a:cubicBezTo>
                  <a:lnTo>
                    <a:pt x="49" y="84"/>
                  </a:lnTo>
                  <a:cubicBezTo>
                    <a:pt x="239" y="120"/>
                    <a:pt x="430" y="156"/>
                    <a:pt x="620" y="203"/>
                  </a:cubicBezTo>
                  <a:cubicBezTo>
                    <a:pt x="525" y="132"/>
                    <a:pt x="418" y="72"/>
                    <a:pt x="322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46"/>
            <p:cNvSpPr/>
            <p:nvPr/>
          </p:nvSpPr>
          <p:spPr>
            <a:xfrm>
              <a:off x="1670425" y="2072400"/>
              <a:ext cx="15500" cy="5100"/>
            </a:xfrm>
            <a:custGeom>
              <a:rect b="b" l="l" r="r" t="t"/>
              <a:pathLst>
                <a:path extrusionOk="0" h="204" w="620">
                  <a:moveTo>
                    <a:pt x="1" y="84"/>
                  </a:moveTo>
                  <a:lnTo>
                    <a:pt x="49" y="84"/>
                  </a:lnTo>
                  <a:cubicBezTo>
                    <a:pt x="239" y="120"/>
                    <a:pt x="430" y="156"/>
                    <a:pt x="620" y="203"/>
                  </a:cubicBezTo>
                  <a:cubicBezTo>
                    <a:pt x="525" y="132"/>
                    <a:pt x="418" y="72"/>
                    <a:pt x="322" y="1"/>
                  </a:cubicBezTo>
                  <a:cubicBezTo>
                    <a:pt x="215" y="37"/>
                    <a:pt x="108" y="60"/>
                    <a:pt x="1" y="84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46"/>
            <p:cNvSpPr/>
            <p:nvPr/>
          </p:nvSpPr>
          <p:spPr>
            <a:xfrm>
              <a:off x="2088650" y="2315600"/>
              <a:ext cx="108375" cy="517650"/>
            </a:xfrm>
            <a:custGeom>
              <a:rect b="b" l="l" r="r" t="t"/>
              <a:pathLst>
                <a:path extrusionOk="0" h="20706" w="4335">
                  <a:moveTo>
                    <a:pt x="0" y="0"/>
                  </a:moveTo>
                  <a:lnTo>
                    <a:pt x="0" y="0"/>
                  </a:lnTo>
                  <a:cubicBezTo>
                    <a:pt x="3084" y="6370"/>
                    <a:pt x="3667" y="13633"/>
                    <a:pt x="4191" y="20705"/>
                  </a:cubicBezTo>
                  <a:cubicBezTo>
                    <a:pt x="4263" y="19407"/>
                    <a:pt x="4310" y="18098"/>
                    <a:pt x="4334" y="16800"/>
                  </a:cubicBezTo>
                  <a:cubicBezTo>
                    <a:pt x="3929" y="13776"/>
                    <a:pt x="3346" y="10180"/>
                    <a:pt x="2572" y="6441"/>
                  </a:cubicBezTo>
                  <a:lnTo>
                    <a:pt x="2572" y="6441"/>
                  </a:lnTo>
                  <a:cubicBezTo>
                    <a:pt x="2572" y="6442"/>
                    <a:pt x="2762" y="6930"/>
                    <a:pt x="3072" y="7846"/>
                  </a:cubicBezTo>
                  <a:cubicBezTo>
                    <a:pt x="3382" y="8751"/>
                    <a:pt x="3786" y="10073"/>
                    <a:pt x="4167" y="11740"/>
                  </a:cubicBezTo>
                  <a:cubicBezTo>
                    <a:pt x="4215" y="11954"/>
                    <a:pt x="4263" y="12156"/>
                    <a:pt x="4310" y="12371"/>
                  </a:cubicBezTo>
                  <a:cubicBezTo>
                    <a:pt x="4227" y="9525"/>
                    <a:pt x="4036" y="6680"/>
                    <a:pt x="3715" y="3846"/>
                  </a:cubicBezTo>
                  <a:cubicBezTo>
                    <a:pt x="3643" y="3548"/>
                    <a:pt x="3560" y="3251"/>
                    <a:pt x="3477" y="2941"/>
                  </a:cubicBezTo>
                  <a:cubicBezTo>
                    <a:pt x="2417" y="1858"/>
                    <a:pt x="1238" y="893"/>
                    <a:pt x="0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46"/>
            <p:cNvSpPr/>
            <p:nvPr/>
          </p:nvSpPr>
          <p:spPr>
            <a:xfrm>
              <a:off x="2088650" y="2315600"/>
              <a:ext cx="108375" cy="517650"/>
            </a:xfrm>
            <a:custGeom>
              <a:rect b="b" l="l" r="r" t="t"/>
              <a:pathLst>
                <a:path extrusionOk="0" h="20706" w="4335">
                  <a:moveTo>
                    <a:pt x="4334" y="16800"/>
                  </a:moveTo>
                  <a:cubicBezTo>
                    <a:pt x="3929" y="13776"/>
                    <a:pt x="3346" y="10180"/>
                    <a:pt x="2572" y="6441"/>
                  </a:cubicBezTo>
                  <a:cubicBezTo>
                    <a:pt x="2572" y="6441"/>
                    <a:pt x="2762" y="6930"/>
                    <a:pt x="3072" y="7846"/>
                  </a:cubicBezTo>
                  <a:cubicBezTo>
                    <a:pt x="3382" y="8751"/>
                    <a:pt x="3786" y="10073"/>
                    <a:pt x="4167" y="11740"/>
                  </a:cubicBezTo>
                  <a:cubicBezTo>
                    <a:pt x="4215" y="11954"/>
                    <a:pt x="4263" y="12156"/>
                    <a:pt x="4310" y="12371"/>
                  </a:cubicBezTo>
                  <a:cubicBezTo>
                    <a:pt x="4227" y="9525"/>
                    <a:pt x="4036" y="6680"/>
                    <a:pt x="3715" y="3846"/>
                  </a:cubicBezTo>
                  <a:cubicBezTo>
                    <a:pt x="3643" y="3548"/>
                    <a:pt x="3560" y="3251"/>
                    <a:pt x="3477" y="2941"/>
                  </a:cubicBezTo>
                  <a:cubicBezTo>
                    <a:pt x="2417" y="1858"/>
                    <a:pt x="1238" y="893"/>
                    <a:pt x="0" y="0"/>
                  </a:cubicBezTo>
                  <a:cubicBezTo>
                    <a:pt x="3084" y="6370"/>
                    <a:pt x="3667" y="13633"/>
                    <a:pt x="4191" y="20705"/>
                  </a:cubicBezTo>
                  <a:cubicBezTo>
                    <a:pt x="4263" y="19407"/>
                    <a:pt x="4310" y="18098"/>
                    <a:pt x="4334" y="1680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46"/>
            <p:cNvSpPr/>
            <p:nvPr/>
          </p:nvSpPr>
          <p:spPr>
            <a:xfrm>
              <a:off x="1897250" y="3731850"/>
              <a:ext cx="67600" cy="204500"/>
            </a:xfrm>
            <a:custGeom>
              <a:rect b="b" l="l" r="r" t="t"/>
              <a:pathLst>
                <a:path extrusionOk="0" h="8180" w="2704">
                  <a:moveTo>
                    <a:pt x="2703" y="0"/>
                  </a:moveTo>
                  <a:lnTo>
                    <a:pt x="2703" y="0"/>
                  </a:lnTo>
                  <a:cubicBezTo>
                    <a:pt x="1810" y="3286"/>
                    <a:pt x="667" y="6429"/>
                    <a:pt x="0" y="8180"/>
                  </a:cubicBezTo>
                  <a:cubicBezTo>
                    <a:pt x="1441" y="5679"/>
                    <a:pt x="2239" y="2893"/>
                    <a:pt x="2703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46"/>
            <p:cNvSpPr/>
            <p:nvPr/>
          </p:nvSpPr>
          <p:spPr>
            <a:xfrm>
              <a:off x="1897250" y="3731850"/>
              <a:ext cx="67600" cy="204500"/>
            </a:xfrm>
            <a:custGeom>
              <a:rect b="b" l="l" r="r" t="t"/>
              <a:pathLst>
                <a:path extrusionOk="0" h="8180" w="2704">
                  <a:moveTo>
                    <a:pt x="2703" y="0"/>
                  </a:moveTo>
                  <a:cubicBezTo>
                    <a:pt x="1810" y="3286"/>
                    <a:pt x="667" y="6429"/>
                    <a:pt x="0" y="8180"/>
                  </a:cubicBezTo>
                  <a:cubicBezTo>
                    <a:pt x="1441" y="5679"/>
                    <a:pt x="2239" y="2893"/>
                    <a:pt x="2703" y="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46"/>
            <p:cNvSpPr/>
            <p:nvPr/>
          </p:nvSpPr>
          <p:spPr>
            <a:xfrm>
              <a:off x="859925" y="3963700"/>
              <a:ext cx="256000" cy="195300"/>
            </a:xfrm>
            <a:custGeom>
              <a:rect b="b" l="l" r="r" t="t"/>
              <a:pathLst>
                <a:path extrusionOk="0" h="7812" w="10240">
                  <a:moveTo>
                    <a:pt x="10240" y="1"/>
                  </a:moveTo>
                  <a:lnTo>
                    <a:pt x="10240" y="1"/>
                  </a:lnTo>
                  <a:cubicBezTo>
                    <a:pt x="8108" y="2858"/>
                    <a:pt x="5775" y="5180"/>
                    <a:pt x="3227" y="6585"/>
                  </a:cubicBezTo>
                  <a:cubicBezTo>
                    <a:pt x="2167" y="7169"/>
                    <a:pt x="1084" y="7573"/>
                    <a:pt x="0" y="7811"/>
                  </a:cubicBezTo>
                  <a:cubicBezTo>
                    <a:pt x="3120" y="7169"/>
                    <a:pt x="7180" y="5252"/>
                    <a:pt x="1024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46"/>
            <p:cNvSpPr/>
            <p:nvPr/>
          </p:nvSpPr>
          <p:spPr>
            <a:xfrm>
              <a:off x="859925" y="3963700"/>
              <a:ext cx="256000" cy="195300"/>
            </a:xfrm>
            <a:custGeom>
              <a:rect b="b" l="l" r="r" t="t"/>
              <a:pathLst>
                <a:path extrusionOk="0" h="7812" w="10240">
                  <a:moveTo>
                    <a:pt x="3227" y="6585"/>
                  </a:moveTo>
                  <a:cubicBezTo>
                    <a:pt x="2167" y="7169"/>
                    <a:pt x="1084" y="7573"/>
                    <a:pt x="0" y="7811"/>
                  </a:cubicBezTo>
                  <a:cubicBezTo>
                    <a:pt x="3120" y="7169"/>
                    <a:pt x="7180" y="5252"/>
                    <a:pt x="10240" y="1"/>
                  </a:cubicBezTo>
                  <a:cubicBezTo>
                    <a:pt x="8108" y="2858"/>
                    <a:pt x="5775" y="5180"/>
                    <a:pt x="3227" y="6585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46"/>
            <p:cNvSpPr/>
            <p:nvPr/>
          </p:nvSpPr>
          <p:spPr>
            <a:xfrm>
              <a:off x="1827300" y="2230750"/>
              <a:ext cx="264650" cy="726025"/>
            </a:xfrm>
            <a:custGeom>
              <a:rect b="b" l="l" r="r" t="t"/>
              <a:pathLst>
                <a:path extrusionOk="0" h="29041" w="10586">
                  <a:moveTo>
                    <a:pt x="0" y="1"/>
                  </a:moveTo>
                  <a:lnTo>
                    <a:pt x="0" y="1"/>
                  </a:lnTo>
                  <a:cubicBezTo>
                    <a:pt x="96" y="132"/>
                    <a:pt x="179" y="275"/>
                    <a:pt x="274" y="406"/>
                  </a:cubicBezTo>
                  <a:cubicBezTo>
                    <a:pt x="1882" y="2954"/>
                    <a:pt x="3501" y="6180"/>
                    <a:pt x="4739" y="9943"/>
                  </a:cubicBezTo>
                  <a:cubicBezTo>
                    <a:pt x="5346" y="11824"/>
                    <a:pt x="5894" y="13824"/>
                    <a:pt x="6251" y="15931"/>
                  </a:cubicBezTo>
                  <a:cubicBezTo>
                    <a:pt x="6406" y="16848"/>
                    <a:pt x="6525" y="17777"/>
                    <a:pt x="6632" y="18729"/>
                  </a:cubicBezTo>
                  <a:cubicBezTo>
                    <a:pt x="6454" y="14169"/>
                    <a:pt x="6061" y="9633"/>
                    <a:pt x="5180" y="5192"/>
                  </a:cubicBezTo>
                  <a:cubicBezTo>
                    <a:pt x="4680" y="3978"/>
                    <a:pt x="4108" y="2787"/>
                    <a:pt x="3453" y="1608"/>
                  </a:cubicBezTo>
                  <a:lnTo>
                    <a:pt x="3453" y="1608"/>
                  </a:lnTo>
                  <a:cubicBezTo>
                    <a:pt x="3501" y="1668"/>
                    <a:pt x="3608" y="1823"/>
                    <a:pt x="3763" y="2061"/>
                  </a:cubicBezTo>
                  <a:cubicBezTo>
                    <a:pt x="3870" y="2227"/>
                    <a:pt x="4001" y="2430"/>
                    <a:pt x="4156" y="2668"/>
                  </a:cubicBezTo>
                  <a:cubicBezTo>
                    <a:pt x="4322" y="2894"/>
                    <a:pt x="4489" y="3180"/>
                    <a:pt x="4668" y="3501"/>
                  </a:cubicBezTo>
                  <a:cubicBezTo>
                    <a:pt x="4739" y="3620"/>
                    <a:pt x="4823" y="3751"/>
                    <a:pt x="4894" y="3894"/>
                  </a:cubicBezTo>
                  <a:cubicBezTo>
                    <a:pt x="4763" y="3311"/>
                    <a:pt x="4632" y="2739"/>
                    <a:pt x="4489" y="2168"/>
                  </a:cubicBezTo>
                  <a:lnTo>
                    <a:pt x="4489" y="2168"/>
                  </a:lnTo>
                  <a:cubicBezTo>
                    <a:pt x="8109" y="8026"/>
                    <a:pt x="9121" y="14908"/>
                    <a:pt x="9240" y="21885"/>
                  </a:cubicBezTo>
                  <a:cubicBezTo>
                    <a:pt x="9347" y="24182"/>
                    <a:pt x="9359" y="26576"/>
                    <a:pt x="9311" y="29040"/>
                  </a:cubicBezTo>
                  <a:cubicBezTo>
                    <a:pt x="10276" y="20480"/>
                    <a:pt x="10585" y="11848"/>
                    <a:pt x="10228" y="3239"/>
                  </a:cubicBezTo>
                  <a:cubicBezTo>
                    <a:pt x="8954" y="2323"/>
                    <a:pt x="7632" y="1489"/>
                    <a:pt x="6299" y="668"/>
                  </a:cubicBezTo>
                  <a:cubicBezTo>
                    <a:pt x="4239" y="275"/>
                    <a:pt x="2120" y="108"/>
                    <a:pt x="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46"/>
            <p:cNvSpPr/>
            <p:nvPr/>
          </p:nvSpPr>
          <p:spPr>
            <a:xfrm>
              <a:off x="1827300" y="2230750"/>
              <a:ext cx="264650" cy="726025"/>
            </a:xfrm>
            <a:custGeom>
              <a:rect b="b" l="l" r="r" t="t"/>
              <a:pathLst>
                <a:path extrusionOk="0" h="29041" w="10586">
                  <a:moveTo>
                    <a:pt x="4739" y="9943"/>
                  </a:moveTo>
                  <a:cubicBezTo>
                    <a:pt x="5346" y="11824"/>
                    <a:pt x="5894" y="13824"/>
                    <a:pt x="6251" y="15931"/>
                  </a:cubicBezTo>
                  <a:cubicBezTo>
                    <a:pt x="6406" y="16848"/>
                    <a:pt x="6525" y="17777"/>
                    <a:pt x="6632" y="18729"/>
                  </a:cubicBezTo>
                  <a:cubicBezTo>
                    <a:pt x="6454" y="14169"/>
                    <a:pt x="6061" y="9633"/>
                    <a:pt x="5180" y="5192"/>
                  </a:cubicBezTo>
                  <a:cubicBezTo>
                    <a:pt x="4680" y="3978"/>
                    <a:pt x="4108" y="2787"/>
                    <a:pt x="3453" y="1608"/>
                  </a:cubicBezTo>
                  <a:cubicBezTo>
                    <a:pt x="3501" y="1668"/>
                    <a:pt x="3608" y="1823"/>
                    <a:pt x="3763" y="2061"/>
                  </a:cubicBezTo>
                  <a:cubicBezTo>
                    <a:pt x="3870" y="2227"/>
                    <a:pt x="4001" y="2430"/>
                    <a:pt x="4156" y="2668"/>
                  </a:cubicBezTo>
                  <a:cubicBezTo>
                    <a:pt x="4322" y="2894"/>
                    <a:pt x="4489" y="3180"/>
                    <a:pt x="4668" y="3501"/>
                  </a:cubicBezTo>
                  <a:cubicBezTo>
                    <a:pt x="4739" y="3620"/>
                    <a:pt x="4823" y="3751"/>
                    <a:pt x="4894" y="3894"/>
                  </a:cubicBezTo>
                  <a:cubicBezTo>
                    <a:pt x="4763" y="3311"/>
                    <a:pt x="4632" y="2739"/>
                    <a:pt x="4489" y="2168"/>
                  </a:cubicBezTo>
                  <a:cubicBezTo>
                    <a:pt x="8109" y="8026"/>
                    <a:pt x="9121" y="14908"/>
                    <a:pt x="9240" y="21885"/>
                  </a:cubicBezTo>
                  <a:cubicBezTo>
                    <a:pt x="9347" y="24182"/>
                    <a:pt x="9359" y="26576"/>
                    <a:pt x="9311" y="29040"/>
                  </a:cubicBezTo>
                  <a:cubicBezTo>
                    <a:pt x="10276" y="20480"/>
                    <a:pt x="10585" y="11848"/>
                    <a:pt x="10228" y="3239"/>
                  </a:cubicBezTo>
                  <a:cubicBezTo>
                    <a:pt x="8954" y="2323"/>
                    <a:pt x="7632" y="1489"/>
                    <a:pt x="6299" y="668"/>
                  </a:cubicBezTo>
                  <a:cubicBezTo>
                    <a:pt x="4239" y="275"/>
                    <a:pt x="2120" y="108"/>
                    <a:pt x="0" y="1"/>
                  </a:cubicBezTo>
                  <a:cubicBezTo>
                    <a:pt x="96" y="132"/>
                    <a:pt x="179" y="275"/>
                    <a:pt x="274" y="406"/>
                  </a:cubicBezTo>
                  <a:cubicBezTo>
                    <a:pt x="1882" y="2954"/>
                    <a:pt x="3501" y="6180"/>
                    <a:pt x="4739" y="9943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46"/>
            <p:cNvSpPr/>
            <p:nvPr/>
          </p:nvSpPr>
          <p:spPr>
            <a:xfrm>
              <a:off x="848300" y="4196175"/>
              <a:ext cx="74750" cy="46175"/>
            </a:xfrm>
            <a:custGeom>
              <a:rect b="b" l="l" r="r" t="t"/>
              <a:pathLst>
                <a:path extrusionOk="0" h="1847" w="2990">
                  <a:moveTo>
                    <a:pt x="2989" y="1"/>
                  </a:moveTo>
                  <a:lnTo>
                    <a:pt x="2989" y="1"/>
                  </a:lnTo>
                  <a:cubicBezTo>
                    <a:pt x="2918" y="36"/>
                    <a:pt x="2846" y="84"/>
                    <a:pt x="2763" y="120"/>
                  </a:cubicBezTo>
                  <a:cubicBezTo>
                    <a:pt x="2096" y="584"/>
                    <a:pt x="1108" y="1239"/>
                    <a:pt x="1" y="1834"/>
                  </a:cubicBezTo>
                  <a:lnTo>
                    <a:pt x="1" y="1846"/>
                  </a:lnTo>
                  <a:cubicBezTo>
                    <a:pt x="918" y="1382"/>
                    <a:pt x="1977" y="775"/>
                    <a:pt x="2989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46"/>
            <p:cNvSpPr/>
            <p:nvPr/>
          </p:nvSpPr>
          <p:spPr>
            <a:xfrm>
              <a:off x="848300" y="4196175"/>
              <a:ext cx="74750" cy="46175"/>
            </a:xfrm>
            <a:custGeom>
              <a:rect b="b" l="l" r="r" t="t"/>
              <a:pathLst>
                <a:path extrusionOk="0" h="1847" w="2990">
                  <a:moveTo>
                    <a:pt x="2763" y="120"/>
                  </a:moveTo>
                  <a:cubicBezTo>
                    <a:pt x="2096" y="584"/>
                    <a:pt x="1108" y="1239"/>
                    <a:pt x="1" y="1834"/>
                  </a:cubicBezTo>
                  <a:lnTo>
                    <a:pt x="1" y="1846"/>
                  </a:lnTo>
                  <a:cubicBezTo>
                    <a:pt x="918" y="1382"/>
                    <a:pt x="1977" y="775"/>
                    <a:pt x="2989" y="1"/>
                  </a:cubicBezTo>
                  <a:cubicBezTo>
                    <a:pt x="2918" y="36"/>
                    <a:pt x="2846" y="84"/>
                    <a:pt x="2763" y="12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46"/>
            <p:cNvSpPr/>
            <p:nvPr/>
          </p:nvSpPr>
          <p:spPr>
            <a:xfrm>
              <a:off x="1288250" y="3331500"/>
              <a:ext cx="25025" cy="53300"/>
            </a:xfrm>
            <a:custGeom>
              <a:rect b="b" l="l" r="r" t="t"/>
              <a:pathLst>
                <a:path extrusionOk="0" h="2132" w="1001">
                  <a:moveTo>
                    <a:pt x="1000" y="0"/>
                  </a:moveTo>
                  <a:lnTo>
                    <a:pt x="1000" y="0"/>
                  </a:lnTo>
                  <a:cubicBezTo>
                    <a:pt x="631" y="834"/>
                    <a:pt x="298" y="1548"/>
                    <a:pt x="0" y="2131"/>
                  </a:cubicBezTo>
                  <a:cubicBezTo>
                    <a:pt x="119" y="1989"/>
                    <a:pt x="250" y="1834"/>
                    <a:pt x="381" y="1679"/>
                  </a:cubicBezTo>
                  <a:cubicBezTo>
                    <a:pt x="596" y="1131"/>
                    <a:pt x="798" y="572"/>
                    <a:pt x="1000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46"/>
            <p:cNvSpPr/>
            <p:nvPr/>
          </p:nvSpPr>
          <p:spPr>
            <a:xfrm>
              <a:off x="1288250" y="3331500"/>
              <a:ext cx="25025" cy="53300"/>
            </a:xfrm>
            <a:custGeom>
              <a:rect b="b" l="l" r="r" t="t"/>
              <a:pathLst>
                <a:path extrusionOk="0" h="2132" w="1001">
                  <a:moveTo>
                    <a:pt x="0" y="2131"/>
                  </a:moveTo>
                  <a:cubicBezTo>
                    <a:pt x="119" y="1989"/>
                    <a:pt x="250" y="1834"/>
                    <a:pt x="381" y="1679"/>
                  </a:cubicBezTo>
                  <a:cubicBezTo>
                    <a:pt x="596" y="1131"/>
                    <a:pt x="798" y="572"/>
                    <a:pt x="1000" y="0"/>
                  </a:cubicBezTo>
                  <a:cubicBezTo>
                    <a:pt x="631" y="834"/>
                    <a:pt x="298" y="1548"/>
                    <a:pt x="0" y="213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46"/>
            <p:cNvSpPr/>
            <p:nvPr/>
          </p:nvSpPr>
          <p:spPr>
            <a:xfrm>
              <a:off x="2052325" y="2919250"/>
              <a:ext cx="7775" cy="105075"/>
            </a:xfrm>
            <a:custGeom>
              <a:rect b="b" l="l" r="r" t="t"/>
              <a:pathLst>
                <a:path extrusionOk="0" h="4203" w="311">
                  <a:moveTo>
                    <a:pt x="179" y="0"/>
                  </a:moveTo>
                  <a:cubicBezTo>
                    <a:pt x="132" y="1405"/>
                    <a:pt x="72" y="2810"/>
                    <a:pt x="1" y="4203"/>
                  </a:cubicBezTo>
                  <a:cubicBezTo>
                    <a:pt x="108" y="3334"/>
                    <a:pt x="215" y="2453"/>
                    <a:pt x="310" y="1572"/>
                  </a:cubicBezTo>
                  <a:cubicBezTo>
                    <a:pt x="286" y="1381"/>
                    <a:pt x="251" y="845"/>
                    <a:pt x="179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46"/>
            <p:cNvSpPr/>
            <p:nvPr/>
          </p:nvSpPr>
          <p:spPr>
            <a:xfrm>
              <a:off x="2052325" y="2919250"/>
              <a:ext cx="7775" cy="105075"/>
            </a:xfrm>
            <a:custGeom>
              <a:rect b="b" l="l" r="r" t="t"/>
              <a:pathLst>
                <a:path extrusionOk="0" h="4203" w="311">
                  <a:moveTo>
                    <a:pt x="1" y="4203"/>
                  </a:moveTo>
                  <a:cubicBezTo>
                    <a:pt x="108" y="3334"/>
                    <a:pt x="215" y="2453"/>
                    <a:pt x="310" y="1572"/>
                  </a:cubicBezTo>
                  <a:cubicBezTo>
                    <a:pt x="286" y="1381"/>
                    <a:pt x="251" y="845"/>
                    <a:pt x="179" y="0"/>
                  </a:cubicBezTo>
                  <a:cubicBezTo>
                    <a:pt x="132" y="1405"/>
                    <a:pt x="72" y="2810"/>
                    <a:pt x="1" y="4203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46"/>
            <p:cNvSpPr/>
            <p:nvPr/>
          </p:nvSpPr>
          <p:spPr>
            <a:xfrm>
              <a:off x="1448375" y="3152600"/>
              <a:ext cx="15800" cy="27400"/>
            </a:xfrm>
            <a:custGeom>
              <a:rect b="b" l="l" r="r" t="t"/>
              <a:pathLst>
                <a:path extrusionOk="0" h="1096" w="632">
                  <a:moveTo>
                    <a:pt x="632" y="1"/>
                  </a:moveTo>
                  <a:cubicBezTo>
                    <a:pt x="418" y="370"/>
                    <a:pt x="215" y="739"/>
                    <a:pt x="1" y="1096"/>
                  </a:cubicBezTo>
                  <a:cubicBezTo>
                    <a:pt x="1" y="1096"/>
                    <a:pt x="239" y="727"/>
                    <a:pt x="596" y="84"/>
                  </a:cubicBezTo>
                  <a:cubicBezTo>
                    <a:pt x="608" y="60"/>
                    <a:pt x="620" y="24"/>
                    <a:pt x="632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46"/>
            <p:cNvSpPr/>
            <p:nvPr/>
          </p:nvSpPr>
          <p:spPr>
            <a:xfrm>
              <a:off x="1448375" y="3152600"/>
              <a:ext cx="15800" cy="27400"/>
            </a:xfrm>
            <a:custGeom>
              <a:rect b="b" l="l" r="r" t="t"/>
              <a:pathLst>
                <a:path extrusionOk="0" h="1096" w="632">
                  <a:moveTo>
                    <a:pt x="1" y="1096"/>
                  </a:moveTo>
                  <a:cubicBezTo>
                    <a:pt x="1" y="1096"/>
                    <a:pt x="239" y="727"/>
                    <a:pt x="596" y="84"/>
                  </a:cubicBezTo>
                  <a:cubicBezTo>
                    <a:pt x="608" y="60"/>
                    <a:pt x="620" y="24"/>
                    <a:pt x="632" y="1"/>
                  </a:cubicBezTo>
                  <a:cubicBezTo>
                    <a:pt x="418" y="370"/>
                    <a:pt x="215" y="739"/>
                    <a:pt x="1" y="1096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46"/>
            <p:cNvSpPr/>
            <p:nvPr/>
          </p:nvSpPr>
          <p:spPr>
            <a:xfrm>
              <a:off x="1922250" y="3540450"/>
              <a:ext cx="58375" cy="154200"/>
            </a:xfrm>
            <a:custGeom>
              <a:rect b="b" l="l" r="r" t="t"/>
              <a:pathLst>
                <a:path extrusionOk="0" h="6168" w="2335">
                  <a:moveTo>
                    <a:pt x="2334" y="0"/>
                  </a:moveTo>
                  <a:cubicBezTo>
                    <a:pt x="1679" y="2096"/>
                    <a:pt x="667" y="4620"/>
                    <a:pt x="1" y="6168"/>
                  </a:cubicBezTo>
                  <a:cubicBezTo>
                    <a:pt x="1286" y="3477"/>
                    <a:pt x="2048" y="1072"/>
                    <a:pt x="2334" y="72"/>
                  </a:cubicBezTo>
                  <a:cubicBezTo>
                    <a:pt x="2334" y="48"/>
                    <a:pt x="2334" y="24"/>
                    <a:pt x="2334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46"/>
            <p:cNvSpPr/>
            <p:nvPr/>
          </p:nvSpPr>
          <p:spPr>
            <a:xfrm>
              <a:off x="1922250" y="3540450"/>
              <a:ext cx="58375" cy="154200"/>
            </a:xfrm>
            <a:custGeom>
              <a:rect b="b" l="l" r="r" t="t"/>
              <a:pathLst>
                <a:path extrusionOk="0" h="6168" w="2335">
                  <a:moveTo>
                    <a:pt x="2334" y="72"/>
                  </a:moveTo>
                  <a:cubicBezTo>
                    <a:pt x="2334" y="48"/>
                    <a:pt x="2334" y="24"/>
                    <a:pt x="2334" y="0"/>
                  </a:cubicBezTo>
                  <a:cubicBezTo>
                    <a:pt x="1679" y="2096"/>
                    <a:pt x="667" y="4620"/>
                    <a:pt x="1" y="6168"/>
                  </a:cubicBezTo>
                  <a:cubicBezTo>
                    <a:pt x="1286" y="3477"/>
                    <a:pt x="2048" y="1072"/>
                    <a:pt x="2334" y="72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46"/>
            <p:cNvSpPr/>
            <p:nvPr/>
          </p:nvSpPr>
          <p:spPr>
            <a:xfrm>
              <a:off x="1522200" y="3730950"/>
              <a:ext cx="23250" cy="78600"/>
            </a:xfrm>
            <a:custGeom>
              <a:rect b="b" l="l" r="r" t="t"/>
              <a:pathLst>
                <a:path extrusionOk="0" h="3144" w="930">
                  <a:moveTo>
                    <a:pt x="251" y="0"/>
                  </a:moveTo>
                  <a:cubicBezTo>
                    <a:pt x="203" y="1096"/>
                    <a:pt x="108" y="2143"/>
                    <a:pt x="1" y="3144"/>
                  </a:cubicBezTo>
                  <a:cubicBezTo>
                    <a:pt x="310" y="2120"/>
                    <a:pt x="620" y="1096"/>
                    <a:pt x="929" y="72"/>
                  </a:cubicBezTo>
                  <a:cubicBezTo>
                    <a:pt x="715" y="36"/>
                    <a:pt x="489" y="12"/>
                    <a:pt x="251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46"/>
            <p:cNvSpPr/>
            <p:nvPr/>
          </p:nvSpPr>
          <p:spPr>
            <a:xfrm>
              <a:off x="1522200" y="3730950"/>
              <a:ext cx="23250" cy="78600"/>
            </a:xfrm>
            <a:custGeom>
              <a:rect b="b" l="l" r="r" t="t"/>
              <a:pathLst>
                <a:path extrusionOk="0" h="3144" w="930">
                  <a:moveTo>
                    <a:pt x="251" y="0"/>
                  </a:moveTo>
                  <a:cubicBezTo>
                    <a:pt x="203" y="1096"/>
                    <a:pt x="108" y="2143"/>
                    <a:pt x="1" y="3144"/>
                  </a:cubicBezTo>
                  <a:cubicBezTo>
                    <a:pt x="310" y="2120"/>
                    <a:pt x="620" y="1096"/>
                    <a:pt x="929" y="72"/>
                  </a:cubicBezTo>
                  <a:cubicBezTo>
                    <a:pt x="715" y="36"/>
                    <a:pt x="489" y="12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46"/>
            <p:cNvSpPr/>
            <p:nvPr/>
          </p:nvSpPr>
          <p:spPr>
            <a:xfrm>
              <a:off x="1471900" y="3765775"/>
              <a:ext cx="235175" cy="335475"/>
            </a:xfrm>
            <a:custGeom>
              <a:rect b="b" l="l" r="r" t="t"/>
              <a:pathLst>
                <a:path extrusionOk="0" h="13419" w="9407">
                  <a:moveTo>
                    <a:pt x="6358" y="0"/>
                  </a:moveTo>
                  <a:lnTo>
                    <a:pt x="6358" y="0"/>
                  </a:lnTo>
                  <a:cubicBezTo>
                    <a:pt x="4727" y="4703"/>
                    <a:pt x="2644" y="9228"/>
                    <a:pt x="0" y="13419"/>
                  </a:cubicBezTo>
                  <a:cubicBezTo>
                    <a:pt x="3644" y="9704"/>
                    <a:pt x="9406" y="2953"/>
                    <a:pt x="6358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46"/>
            <p:cNvSpPr/>
            <p:nvPr/>
          </p:nvSpPr>
          <p:spPr>
            <a:xfrm>
              <a:off x="1471900" y="3765775"/>
              <a:ext cx="235175" cy="335475"/>
            </a:xfrm>
            <a:custGeom>
              <a:rect b="b" l="l" r="r" t="t"/>
              <a:pathLst>
                <a:path extrusionOk="0" h="13419" w="9407">
                  <a:moveTo>
                    <a:pt x="6358" y="0"/>
                  </a:moveTo>
                  <a:cubicBezTo>
                    <a:pt x="4727" y="4703"/>
                    <a:pt x="2644" y="9228"/>
                    <a:pt x="0" y="13419"/>
                  </a:cubicBezTo>
                  <a:cubicBezTo>
                    <a:pt x="3644" y="9704"/>
                    <a:pt x="9406" y="2953"/>
                    <a:pt x="635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46"/>
            <p:cNvSpPr/>
            <p:nvPr/>
          </p:nvSpPr>
          <p:spPr>
            <a:xfrm>
              <a:off x="1560600" y="403515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0"/>
                  </a:moveTo>
                  <a:lnTo>
                    <a:pt x="0" y="12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46"/>
            <p:cNvSpPr/>
            <p:nvPr/>
          </p:nvSpPr>
          <p:spPr>
            <a:xfrm>
              <a:off x="1560600" y="403515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0"/>
                  </a:moveTo>
                  <a:lnTo>
                    <a:pt x="0" y="12"/>
                  </a:ln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46"/>
            <p:cNvSpPr/>
            <p:nvPr/>
          </p:nvSpPr>
          <p:spPr>
            <a:xfrm>
              <a:off x="1784150" y="2701050"/>
              <a:ext cx="75325" cy="589400"/>
            </a:xfrm>
            <a:custGeom>
              <a:rect b="b" l="l" r="r" t="t"/>
              <a:pathLst>
                <a:path extrusionOk="0" h="23576" w="3013">
                  <a:moveTo>
                    <a:pt x="441" y="1"/>
                  </a:moveTo>
                  <a:lnTo>
                    <a:pt x="441" y="1"/>
                  </a:lnTo>
                  <a:cubicBezTo>
                    <a:pt x="453" y="84"/>
                    <a:pt x="464" y="191"/>
                    <a:pt x="524" y="334"/>
                  </a:cubicBezTo>
                  <a:cubicBezTo>
                    <a:pt x="988" y="1406"/>
                    <a:pt x="524" y="334"/>
                    <a:pt x="262" y="1465"/>
                  </a:cubicBezTo>
                  <a:cubicBezTo>
                    <a:pt x="202" y="1751"/>
                    <a:pt x="131" y="2037"/>
                    <a:pt x="72" y="2311"/>
                  </a:cubicBezTo>
                  <a:cubicBezTo>
                    <a:pt x="1191" y="9347"/>
                    <a:pt x="1179" y="16562"/>
                    <a:pt x="0" y="23575"/>
                  </a:cubicBezTo>
                  <a:cubicBezTo>
                    <a:pt x="3012" y="17729"/>
                    <a:pt x="2334" y="10752"/>
                    <a:pt x="1584" y="4227"/>
                  </a:cubicBezTo>
                  <a:lnTo>
                    <a:pt x="1584" y="4227"/>
                  </a:lnTo>
                  <a:cubicBezTo>
                    <a:pt x="1703" y="4418"/>
                    <a:pt x="1810" y="4620"/>
                    <a:pt x="1929" y="4811"/>
                  </a:cubicBezTo>
                  <a:cubicBezTo>
                    <a:pt x="1643" y="3656"/>
                    <a:pt x="1345" y="2501"/>
                    <a:pt x="1024" y="1358"/>
                  </a:cubicBezTo>
                  <a:cubicBezTo>
                    <a:pt x="834" y="894"/>
                    <a:pt x="631" y="441"/>
                    <a:pt x="441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46"/>
            <p:cNvSpPr/>
            <p:nvPr/>
          </p:nvSpPr>
          <p:spPr>
            <a:xfrm>
              <a:off x="1784150" y="2701050"/>
              <a:ext cx="75325" cy="589400"/>
            </a:xfrm>
            <a:custGeom>
              <a:rect b="b" l="l" r="r" t="t"/>
              <a:pathLst>
                <a:path extrusionOk="0" h="23576" w="3013">
                  <a:moveTo>
                    <a:pt x="524" y="334"/>
                  </a:moveTo>
                  <a:cubicBezTo>
                    <a:pt x="988" y="1406"/>
                    <a:pt x="524" y="334"/>
                    <a:pt x="262" y="1465"/>
                  </a:cubicBezTo>
                  <a:cubicBezTo>
                    <a:pt x="202" y="1751"/>
                    <a:pt x="131" y="2037"/>
                    <a:pt x="72" y="2311"/>
                  </a:cubicBezTo>
                  <a:cubicBezTo>
                    <a:pt x="1191" y="9347"/>
                    <a:pt x="1179" y="16562"/>
                    <a:pt x="0" y="23575"/>
                  </a:cubicBezTo>
                  <a:cubicBezTo>
                    <a:pt x="3012" y="17729"/>
                    <a:pt x="2334" y="10752"/>
                    <a:pt x="1584" y="4227"/>
                  </a:cubicBezTo>
                  <a:cubicBezTo>
                    <a:pt x="1703" y="4418"/>
                    <a:pt x="1810" y="4620"/>
                    <a:pt x="1929" y="4811"/>
                  </a:cubicBezTo>
                  <a:cubicBezTo>
                    <a:pt x="1643" y="3656"/>
                    <a:pt x="1345" y="2501"/>
                    <a:pt x="1024" y="1358"/>
                  </a:cubicBezTo>
                  <a:cubicBezTo>
                    <a:pt x="834" y="894"/>
                    <a:pt x="631" y="441"/>
                    <a:pt x="441" y="1"/>
                  </a:cubicBezTo>
                  <a:cubicBezTo>
                    <a:pt x="453" y="84"/>
                    <a:pt x="464" y="191"/>
                    <a:pt x="524" y="334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46"/>
            <p:cNvSpPr/>
            <p:nvPr/>
          </p:nvSpPr>
          <p:spPr>
            <a:xfrm>
              <a:off x="1425475" y="3948525"/>
              <a:ext cx="296475" cy="270900"/>
            </a:xfrm>
            <a:custGeom>
              <a:rect b="b" l="l" r="r" t="t"/>
              <a:pathLst>
                <a:path extrusionOk="0" h="10836" w="11859">
                  <a:moveTo>
                    <a:pt x="11859" y="1"/>
                  </a:moveTo>
                  <a:cubicBezTo>
                    <a:pt x="11216" y="715"/>
                    <a:pt x="10561" y="1406"/>
                    <a:pt x="9918" y="2108"/>
                  </a:cubicBezTo>
                  <a:cubicBezTo>
                    <a:pt x="7418" y="4775"/>
                    <a:pt x="4846" y="7490"/>
                    <a:pt x="1726" y="9323"/>
                  </a:cubicBezTo>
                  <a:cubicBezTo>
                    <a:pt x="1119" y="9907"/>
                    <a:pt x="524" y="10407"/>
                    <a:pt x="0" y="10835"/>
                  </a:cubicBezTo>
                  <a:cubicBezTo>
                    <a:pt x="2655" y="9419"/>
                    <a:pt x="7561" y="6192"/>
                    <a:pt x="11859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46"/>
            <p:cNvSpPr/>
            <p:nvPr/>
          </p:nvSpPr>
          <p:spPr>
            <a:xfrm>
              <a:off x="1425475" y="3948525"/>
              <a:ext cx="296475" cy="270900"/>
            </a:xfrm>
            <a:custGeom>
              <a:rect b="b" l="l" r="r" t="t"/>
              <a:pathLst>
                <a:path extrusionOk="0" h="10836" w="11859">
                  <a:moveTo>
                    <a:pt x="1726" y="9323"/>
                  </a:moveTo>
                  <a:cubicBezTo>
                    <a:pt x="1119" y="9907"/>
                    <a:pt x="524" y="10407"/>
                    <a:pt x="0" y="10835"/>
                  </a:cubicBezTo>
                  <a:cubicBezTo>
                    <a:pt x="2655" y="9419"/>
                    <a:pt x="7561" y="6192"/>
                    <a:pt x="11859" y="1"/>
                  </a:cubicBezTo>
                  <a:cubicBezTo>
                    <a:pt x="11216" y="715"/>
                    <a:pt x="10561" y="1406"/>
                    <a:pt x="9918" y="2108"/>
                  </a:cubicBezTo>
                  <a:cubicBezTo>
                    <a:pt x="7418" y="4775"/>
                    <a:pt x="4846" y="7490"/>
                    <a:pt x="1726" y="9323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46"/>
            <p:cNvSpPr/>
            <p:nvPr/>
          </p:nvSpPr>
          <p:spPr>
            <a:xfrm>
              <a:off x="1421000" y="1062475"/>
              <a:ext cx="67600" cy="206300"/>
            </a:xfrm>
            <a:custGeom>
              <a:rect b="b" l="l" r="r" t="t"/>
              <a:pathLst>
                <a:path extrusionOk="0" h="8252" w="2704">
                  <a:moveTo>
                    <a:pt x="917" y="0"/>
                  </a:moveTo>
                  <a:cubicBezTo>
                    <a:pt x="370" y="2679"/>
                    <a:pt x="48" y="5441"/>
                    <a:pt x="0" y="8227"/>
                  </a:cubicBezTo>
                  <a:cubicBezTo>
                    <a:pt x="60" y="8239"/>
                    <a:pt x="120" y="8239"/>
                    <a:pt x="167" y="8251"/>
                  </a:cubicBezTo>
                  <a:cubicBezTo>
                    <a:pt x="620" y="6287"/>
                    <a:pt x="1143" y="4477"/>
                    <a:pt x="1763" y="2822"/>
                  </a:cubicBezTo>
                  <a:cubicBezTo>
                    <a:pt x="1763" y="2810"/>
                    <a:pt x="1763" y="2810"/>
                    <a:pt x="1774" y="2798"/>
                  </a:cubicBezTo>
                  <a:cubicBezTo>
                    <a:pt x="1894" y="2417"/>
                    <a:pt x="2013" y="2036"/>
                    <a:pt x="2144" y="1655"/>
                  </a:cubicBezTo>
                  <a:cubicBezTo>
                    <a:pt x="2322" y="1119"/>
                    <a:pt x="2513" y="560"/>
                    <a:pt x="2703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46"/>
            <p:cNvSpPr/>
            <p:nvPr/>
          </p:nvSpPr>
          <p:spPr>
            <a:xfrm>
              <a:off x="1421000" y="1062475"/>
              <a:ext cx="67600" cy="206300"/>
            </a:xfrm>
            <a:custGeom>
              <a:rect b="b" l="l" r="r" t="t"/>
              <a:pathLst>
                <a:path extrusionOk="0" h="8252" w="2704">
                  <a:moveTo>
                    <a:pt x="167" y="8251"/>
                  </a:moveTo>
                  <a:cubicBezTo>
                    <a:pt x="620" y="6287"/>
                    <a:pt x="1143" y="4477"/>
                    <a:pt x="1763" y="2822"/>
                  </a:cubicBezTo>
                  <a:cubicBezTo>
                    <a:pt x="1763" y="2810"/>
                    <a:pt x="1763" y="2810"/>
                    <a:pt x="1774" y="2798"/>
                  </a:cubicBezTo>
                  <a:cubicBezTo>
                    <a:pt x="1894" y="2417"/>
                    <a:pt x="2013" y="2036"/>
                    <a:pt x="2144" y="1655"/>
                  </a:cubicBezTo>
                  <a:cubicBezTo>
                    <a:pt x="2322" y="1119"/>
                    <a:pt x="2513" y="560"/>
                    <a:pt x="2703" y="0"/>
                  </a:cubicBezTo>
                  <a:lnTo>
                    <a:pt x="917" y="0"/>
                  </a:lnTo>
                  <a:cubicBezTo>
                    <a:pt x="370" y="2679"/>
                    <a:pt x="48" y="5441"/>
                    <a:pt x="0" y="8227"/>
                  </a:cubicBezTo>
                  <a:cubicBezTo>
                    <a:pt x="60" y="8239"/>
                    <a:pt x="120" y="8239"/>
                    <a:pt x="167" y="825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46"/>
            <p:cNvSpPr/>
            <p:nvPr/>
          </p:nvSpPr>
          <p:spPr>
            <a:xfrm>
              <a:off x="848300" y="3730950"/>
              <a:ext cx="680175" cy="895975"/>
            </a:xfrm>
            <a:custGeom>
              <a:rect b="b" l="l" r="r" t="t"/>
              <a:pathLst>
                <a:path extrusionOk="0" h="35839" w="27207">
                  <a:moveTo>
                    <a:pt x="27191" y="0"/>
                  </a:moveTo>
                  <a:cubicBezTo>
                    <a:pt x="26968" y="0"/>
                    <a:pt x="25745" y="2398"/>
                    <a:pt x="23837" y="5715"/>
                  </a:cubicBezTo>
                  <a:cubicBezTo>
                    <a:pt x="22658" y="7870"/>
                    <a:pt x="21492" y="9775"/>
                    <a:pt x="20372" y="11430"/>
                  </a:cubicBezTo>
                  <a:cubicBezTo>
                    <a:pt x="18360" y="14538"/>
                    <a:pt x="16015" y="17753"/>
                    <a:pt x="13526" y="20324"/>
                  </a:cubicBezTo>
                  <a:cubicBezTo>
                    <a:pt x="14491" y="19455"/>
                    <a:pt x="16527" y="17467"/>
                    <a:pt x="19027" y="14133"/>
                  </a:cubicBezTo>
                  <a:lnTo>
                    <a:pt x="19027" y="14133"/>
                  </a:lnTo>
                  <a:cubicBezTo>
                    <a:pt x="16300" y="19253"/>
                    <a:pt x="11955" y="23932"/>
                    <a:pt x="7014" y="28028"/>
                  </a:cubicBezTo>
                  <a:cubicBezTo>
                    <a:pt x="4763" y="29885"/>
                    <a:pt x="2394" y="31623"/>
                    <a:pt x="1" y="33219"/>
                  </a:cubicBezTo>
                  <a:lnTo>
                    <a:pt x="1" y="35159"/>
                  </a:lnTo>
                  <a:cubicBezTo>
                    <a:pt x="122" y="35154"/>
                    <a:pt x="244" y="35151"/>
                    <a:pt x="365" y="35151"/>
                  </a:cubicBezTo>
                  <a:cubicBezTo>
                    <a:pt x="1002" y="35151"/>
                    <a:pt x="1631" y="35233"/>
                    <a:pt x="2251" y="35433"/>
                  </a:cubicBezTo>
                  <a:cubicBezTo>
                    <a:pt x="2573" y="35528"/>
                    <a:pt x="2894" y="35659"/>
                    <a:pt x="3180" y="35838"/>
                  </a:cubicBezTo>
                  <a:lnTo>
                    <a:pt x="5537" y="35838"/>
                  </a:lnTo>
                  <a:lnTo>
                    <a:pt x="7478" y="28230"/>
                  </a:lnTo>
                  <a:cubicBezTo>
                    <a:pt x="13157" y="23503"/>
                    <a:pt x="18039" y="17991"/>
                    <a:pt x="20599" y="11930"/>
                  </a:cubicBezTo>
                  <a:cubicBezTo>
                    <a:pt x="22527" y="9109"/>
                    <a:pt x="24623" y="5549"/>
                    <a:pt x="26659" y="1179"/>
                  </a:cubicBezTo>
                  <a:lnTo>
                    <a:pt x="26659" y="1179"/>
                  </a:lnTo>
                  <a:cubicBezTo>
                    <a:pt x="26528" y="3001"/>
                    <a:pt x="26302" y="4679"/>
                    <a:pt x="26028" y="6227"/>
                  </a:cubicBezTo>
                  <a:cubicBezTo>
                    <a:pt x="26337" y="5203"/>
                    <a:pt x="26647" y="4168"/>
                    <a:pt x="26957" y="3144"/>
                  </a:cubicBezTo>
                  <a:cubicBezTo>
                    <a:pt x="27064" y="2143"/>
                    <a:pt x="27159" y="1096"/>
                    <a:pt x="27207" y="0"/>
                  </a:cubicBezTo>
                  <a:lnTo>
                    <a:pt x="27195" y="0"/>
                  </a:lnTo>
                  <a:cubicBezTo>
                    <a:pt x="27194" y="0"/>
                    <a:pt x="27193" y="0"/>
                    <a:pt x="2719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46"/>
            <p:cNvSpPr/>
            <p:nvPr/>
          </p:nvSpPr>
          <p:spPr>
            <a:xfrm>
              <a:off x="1507625" y="1062475"/>
              <a:ext cx="900" cy="1500"/>
            </a:xfrm>
            <a:custGeom>
              <a:rect b="b" l="l" r="r" t="t"/>
              <a:pathLst>
                <a:path extrusionOk="0" h="60" w="36">
                  <a:moveTo>
                    <a:pt x="36" y="0"/>
                  </a:moveTo>
                  <a:lnTo>
                    <a:pt x="36" y="0"/>
                  </a:lnTo>
                  <a:cubicBezTo>
                    <a:pt x="24" y="24"/>
                    <a:pt x="12" y="48"/>
                    <a:pt x="0" y="60"/>
                  </a:cubicBezTo>
                  <a:cubicBezTo>
                    <a:pt x="12" y="48"/>
                    <a:pt x="24" y="24"/>
                    <a:pt x="36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46"/>
            <p:cNvSpPr/>
            <p:nvPr/>
          </p:nvSpPr>
          <p:spPr>
            <a:xfrm>
              <a:off x="848300" y="1062475"/>
              <a:ext cx="659050" cy="966500"/>
            </a:xfrm>
            <a:custGeom>
              <a:rect b="b" l="l" r="r" t="t"/>
              <a:pathLst>
                <a:path extrusionOk="0" h="38660" w="26362">
                  <a:moveTo>
                    <a:pt x="22897" y="8668"/>
                  </a:moveTo>
                  <a:cubicBezTo>
                    <a:pt x="22932" y="8680"/>
                    <a:pt x="22956" y="8680"/>
                    <a:pt x="22980" y="8680"/>
                  </a:cubicBezTo>
                  <a:cubicBezTo>
                    <a:pt x="22956" y="8775"/>
                    <a:pt x="22932" y="8858"/>
                    <a:pt x="22920" y="8953"/>
                  </a:cubicBezTo>
                  <a:cubicBezTo>
                    <a:pt x="22908" y="8977"/>
                    <a:pt x="22908" y="9013"/>
                    <a:pt x="22897" y="9037"/>
                  </a:cubicBezTo>
                  <a:cubicBezTo>
                    <a:pt x="22897" y="9013"/>
                    <a:pt x="22897" y="8977"/>
                    <a:pt x="22897" y="8953"/>
                  </a:cubicBezTo>
                  <a:cubicBezTo>
                    <a:pt x="22897" y="8858"/>
                    <a:pt x="22897" y="8763"/>
                    <a:pt x="22897" y="8668"/>
                  </a:cubicBezTo>
                  <a:close/>
                  <a:moveTo>
                    <a:pt x="23551" y="0"/>
                  </a:moveTo>
                  <a:cubicBezTo>
                    <a:pt x="23289" y="1488"/>
                    <a:pt x="23111" y="2858"/>
                    <a:pt x="23004" y="4084"/>
                  </a:cubicBezTo>
                  <a:cubicBezTo>
                    <a:pt x="22885" y="5239"/>
                    <a:pt x="22861" y="6263"/>
                    <a:pt x="22837" y="7156"/>
                  </a:cubicBezTo>
                  <a:cubicBezTo>
                    <a:pt x="22825" y="7537"/>
                    <a:pt x="22825" y="7906"/>
                    <a:pt x="22837" y="8227"/>
                  </a:cubicBezTo>
                  <a:cubicBezTo>
                    <a:pt x="22751" y="8224"/>
                    <a:pt x="22658" y="8222"/>
                    <a:pt x="22557" y="8222"/>
                  </a:cubicBezTo>
                  <a:cubicBezTo>
                    <a:pt x="21628" y="8222"/>
                    <a:pt x="20051" y="8401"/>
                    <a:pt x="18086" y="9334"/>
                  </a:cubicBezTo>
                  <a:cubicBezTo>
                    <a:pt x="12883" y="6441"/>
                    <a:pt x="7598" y="5461"/>
                    <a:pt x="2820" y="5461"/>
                  </a:cubicBezTo>
                  <a:cubicBezTo>
                    <a:pt x="1858" y="5461"/>
                    <a:pt x="917" y="5500"/>
                    <a:pt x="1" y="5572"/>
                  </a:cubicBezTo>
                  <a:lnTo>
                    <a:pt x="1" y="6048"/>
                  </a:lnTo>
                  <a:cubicBezTo>
                    <a:pt x="926" y="5974"/>
                    <a:pt x="1877" y="5932"/>
                    <a:pt x="2850" y="5932"/>
                  </a:cubicBezTo>
                  <a:cubicBezTo>
                    <a:pt x="7461" y="5932"/>
                    <a:pt x="12552" y="6863"/>
                    <a:pt x="17586" y="9596"/>
                  </a:cubicBezTo>
                  <a:cubicBezTo>
                    <a:pt x="15669" y="10608"/>
                    <a:pt x="13419" y="12359"/>
                    <a:pt x="11050" y="15311"/>
                  </a:cubicBezTo>
                  <a:cubicBezTo>
                    <a:pt x="8514" y="18502"/>
                    <a:pt x="8049" y="22824"/>
                    <a:pt x="9764" y="27480"/>
                  </a:cubicBezTo>
                  <a:cubicBezTo>
                    <a:pt x="10585" y="29718"/>
                    <a:pt x="11836" y="31825"/>
                    <a:pt x="13383" y="33659"/>
                  </a:cubicBezTo>
                  <a:lnTo>
                    <a:pt x="13205" y="33147"/>
                  </a:lnTo>
                  <a:lnTo>
                    <a:pt x="13205" y="33147"/>
                  </a:lnTo>
                  <a:cubicBezTo>
                    <a:pt x="13681" y="33790"/>
                    <a:pt x="14169" y="34433"/>
                    <a:pt x="14669" y="35088"/>
                  </a:cubicBezTo>
                  <a:cubicBezTo>
                    <a:pt x="16015" y="36433"/>
                    <a:pt x="17515" y="37588"/>
                    <a:pt x="19110" y="38493"/>
                  </a:cubicBezTo>
                  <a:cubicBezTo>
                    <a:pt x="19265" y="38552"/>
                    <a:pt x="19420" y="38612"/>
                    <a:pt x="19575" y="38660"/>
                  </a:cubicBezTo>
                  <a:cubicBezTo>
                    <a:pt x="19396" y="38552"/>
                    <a:pt x="19206" y="38445"/>
                    <a:pt x="19015" y="38326"/>
                  </a:cubicBezTo>
                  <a:cubicBezTo>
                    <a:pt x="17408" y="37326"/>
                    <a:pt x="15967" y="36040"/>
                    <a:pt x="14765" y="34564"/>
                  </a:cubicBezTo>
                  <a:cubicBezTo>
                    <a:pt x="12776" y="32504"/>
                    <a:pt x="11157" y="30016"/>
                    <a:pt x="10169" y="27337"/>
                  </a:cubicBezTo>
                  <a:cubicBezTo>
                    <a:pt x="9526" y="25598"/>
                    <a:pt x="9204" y="23920"/>
                    <a:pt x="9181" y="22336"/>
                  </a:cubicBezTo>
                  <a:cubicBezTo>
                    <a:pt x="9157" y="21157"/>
                    <a:pt x="9312" y="20038"/>
                    <a:pt x="9621" y="18979"/>
                  </a:cubicBezTo>
                  <a:cubicBezTo>
                    <a:pt x="9990" y="17740"/>
                    <a:pt x="10574" y="16597"/>
                    <a:pt x="11383" y="15585"/>
                  </a:cubicBezTo>
                  <a:cubicBezTo>
                    <a:pt x="13788" y="12573"/>
                    <a:pt x="16086" y="10858"/>
                    <a:pt x="18003" y="9882"/>
                  </a:cubicBezTo>
                  <a:cubicBezTo>
                    <a:pt x="20089" y="8833"/>
                    <a:pt x="21746" y="8665"/>
                    <a:pt x="22631" y="8665"/>
                  </a:cubicBezTo>
                  <a:cubicBezTo>
                    <a:pt x="22701" y="8665"/>
                    <a:pt x="22765" y="8666"/>
                    <a:pt x="22825" y="8668"/>
                  </a:cubicBezTo>
                  <a:cubicBezTo>
                    <a:pt x="22837" y="8763"/>
                    <a:pt x="22837" y="8870"/>
                    <a:pt x="22837" y="8965"/>
                  </a:cubicBezTo>
                  <a:cubicBezTo>
                    <a:pt x="22837" y="9073"/>
                    <a:pt x="22837" y="9192"/>
                    <a:pt x="22849" y="9287"/>
                  </a:cubicBezTo>
                  <a:cubicBezTo>
                    <a:pt x="22516" y="10858"/>
                    <a:pt x="22242" y="12502"/>
                    <a:pt x="22004" y="14264"/>
                  </a:cubicBezTo>
                  <a:cubicBezTo>
                    <a:pt x="22004" y="14287"/>
                    <a:pt x="22004" y="14347"/>
                    <a:pt x="21992" y="14454"/>
                  </a:cubicBezTo>
                  <a:cubicBezTo>
                    <a:pt x="21944" y="14919"/>
                    <a:pt x="21849" y="16109"/>
                    <a:pt x="21908" y="17407"/>
                  </a:cubicBezTo>
                  <a:lnTo>
                    <a:pt x="22408" y="17836"/>
                  </a:lnTo>
                  <a:cubicBezTo>
                    <a:pt x="22277" y="16085"/>
                    <a:pt x="22468" y="14347"/>
                    <a:pt x="22468" y="14323"/>
                  </a:cubicBezTo>
                  <a:cubicBezTo>
                    <a:pt x="22611" y="13252"/>
                    <a:pt x="22766" y="12216"/>
                    <a:pt x="22944" y="11216"/>
                  </a:cubicBezTo>
                  <a:lnTo>
                    <a:pt x="22944" y="11204"/>
                  </a:lnTo>
                  <a:cubicBezTo>
                    <a:pt x="22944" y="11192"/>
                    <a:pt x="22944" y="11192"/>
                    <a:pt x="22944" y="11192"/>
                  </a:cubicBezTo>
                  <a:cubicBezTo>
                    <a:pt x="23039" y="10644"/>
                    <a:pt x="23147" y="10108"/>
                    <a:pt x="23254" y="9573"/>
                  </a:cubicBezTo>
                  <a:lnTo>
                    <a:pt x="23254" y="9573"/>
                  </a:lnTo>
                  <a:cubicBezTo>
                    <a:pt x="23206" y="10061"/>
                    <a:pt x="23194" y="10489"/>
                    <a:pt x="23182" y="10870"/>
                  </a:cubicBezTo>
                  <a:cubicBezTo>
                    <a:pt x="23182" y="11501"/>
                    <a:pt x="23194" y="11978"/>
                    <a:pt x="23218" y="12299"/>
                  </a:cubicBezTo>
                  <a:cubicBezTo>
                    <a:pt x="23242" y="12633"/>
                    <a:pt x="23254" y="12787"/>
                    <a:pt x="23254" y="12787"/>
                  </a:cubicBezTo>
                  <a:cubicBezTo>
                    <a:pt x="23158" y="11382"/>
                    <a:pt x="23254" y="9977"/>
                    <a:pt x="23456" y="8608"/>
                  </a:cubicBezTo>
                  <a:cubicBezTo>
                    <a:pt x="24171" y="5334"/>
                    <a:pt x="25135" y="2488"/>
                    <a:pt x="26361" y="0"/>
                  </a:cubicBezTo>
                  <a:lnTo>
                    <a:pt x="25611" y="0"/>
                  </a:lnTo>
                  <a:cubicBezTo>
                    <a:pt x="25409" y="560"/>
                    <a:pt x="25230" y="1119"/>
                    <a:pt x="25052" y="1655"/>
                  </a:cubicBezTo>
                  <a:cubicBezTo>
                    <a:pt x="24921" y="2036"/>
                    <a:pt x="24802" y="2417"/>
                    <a:pt x="24682" y="2798"/>
                  </a:cubicBezTo>
                  <a:cubicBezTo>
                    <a:pt x="24671" y="2810"/>
                    <a:pt x="24671" y="2810"/>
                    <a:pt x="24671" y="2822"/>
                  </a:cubicBezTo>
                  <a:cubicBezTo>
                    <a:pt x="24051" y="4477"/>
                    <a:pt x="23516" y="6287"/>
                    <a:pt x="23075" y="8251"/>
                  </a:cubicBezTo>
                  <a:cubicBezTo>
                    <a:pt x="23028" y="8239"/>
                    <a:pt x="22968" y="8239"/>
                    <a:pt x="22908" y="8227"/>
                  </a:cubicBezTo>
                  <a:cubicBezTo>
                    <a:pt x="22956" y="5441"/>
                    <a:pt x="23278" y="2679"/>
                    <a:pt x="2382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46"/>
            <p:cNvSpPr/>
            <p:nvPr/>
          </p:nvSpPr>
          <p:spPr>
            <a:xfrm>
              <a:off x="2234200" y="3199925"/>
              <a:ext cx="206600" cy="108975"/>
            </a:xfrm>
            <a:custGeom>
              <a:rect b="b" l="l" r="r" t="t"/>
              <a:pathLst>
                <a:path extrusionOk="0" h="4359" w="8264">
                  <a:moveTo>
                    <a:pt x="8263" y="1"/>
                  </a:moveTo>
                  <a:cubicBezTo>
                    <a:pt x="5156" y="1846"/>
                    <a:pt x="2334" y="3049"/>
                    <a:pt x="143" y="3811"/>
                  </a:cubicBezTo>
                  <a:cubicBezTo>
                    <a:pt x="96" y="3989"/>
                    <a:pt x="48" y="4168"/>
                    <a:pt x="0" y="4358"/>
                  </a:cubicBezTo>
                  <a:cubicBezTo>
                    <a:pt x="2203" y="3608"/>
                    <a:pt x="5084" y="2406"/>
                    <a:pt x="8263" y="548"/>
                  </a:cubicBezTo>
                  <a:lnTo>
                    <a:pt x="8263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46"/>
            <p:cNvSpPr/>
            <p:nvPr/>
          </p:nvSpPr>
          <p:spPr>
            <a:xfrm>
              <a:off x="2238375" y="3189200"/>
              <a:ext cx="195275" cy="103325"/>
            </a:xfrm>
            <a:custGeom>
              <a:rect b="b" l="l" r="r" t="t"/>
              <a:pathLst>
                <a:path extrusionOk="0" h="4133" w="7811">
                  <a:moveTo>
                    <a:pt x="7811" y="1"/>
                  </a:moveTo>
                  <a:lnTo>
                    <a:pt x="7811" y="1"/>
                  </a:lnTo>
                  <a:cubicBezTo>
                    <a:pt x="6608" y="692"/>
                    <a:pt x="5370" y="1311"/>
                    <a:pt x="4096" y="1858"/>
                  </a:cubicBezTo>
                  <a:cubicBezTo>
                    <a:pt x="3572" y="2120"/>
                    <a:pt x="3036" y="2382"/>
                    <a:pt x="2500" y="2620"/>
                  </a:cubicBezTo>
                  <a:cubicBezTo>
                    <a:pt x="1917" y="2942"/>
                    <a:pt x="1357" y="3239"/>
                    <a:pt x="869" y="3501"/>
                  </a:cubicBezTo>
                  <a:cubicBezTo>
                    <a:pt x="583" y="3656"/>
                    <a:pt x="310" y="3787"/>
                    <a:pt x="48" y="3930"/>
                  </a:cubicBezTo>
                  <a:cubicBezTo>
                    <a:pt x="36" y="3990"/>
                    <a:pt x="12" y="4061"/>
                    <a:pt x="0" y="4132"/>
                  </a:cubicBezTo>
                  <a:cubicBezTo>
                    <a:pt x="2727" y="2906"/>
                    <a:pt x="5358" y="1537"/>
                    <a:pt x="781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46"/>
            <p:cNvSpPr/>
            <p:nvPr/>
          </p:nvSpPr>
          <p:spPr>
            <a:xfrm>
              <a:off x="2263950" y="2809100"/>
              <a:ext cx="176850" cy="252450"/>
            </a:xfrm>
            <a:custGeom>
              <a:rect b="b" l="l" r="r" t="t"/>
              <a:pathLst>
                <a:path extrusionOk="0" h="10098" w="7074">
                  <a:moveTo>
                    <a:pt x="7073" y="1"/>
                  </a:moveTo>
                  <a:cubicBezTo>
                    <a:pt x="6954" y="227"/>
                    <a:pt x="6847" y="453"/>
                    <a:pt x="6728" y="667"/>
                  </a:cubicBezTo>
                  <a:cubicBezTo>
                    <a:pt x="6549" y="1096"/>
                    <a:pt x="6371" y="1501"/>
                    <a:pt x="6192" y="1930"/>
                  </a:cubicBezTo>
                  <a:lnTo>
                    <a:pt x="6061" y="1882"/>
                  </a:lnTo>
                  <a:cubicBezTo>
                    <a:pt x="5966" y="2049"/>
                    <a:pt x="5859" y="2215"/>
                    <a:pt x="5764" y="2382"/>
                  </a:cubicBezTo>
                  <a:cubicBezTo>
                    <a:pt x="5109" y="3823"/>
                    <a:pt x="4180" y="5156"/>
                    <a:pt x="3132" y="6382"/>
                  </a:cubicBezTo>
                  <a:cubicBezTo>
                    <a:pt x="2156" y="7716"/>
                    <a:pt x="1096" y="8954"/>
                    <a:pt x="1" y="10062"/>
                  </a:cubicBezTo>
                  <a:lnTo>
                    <a:pt x="1" y="10097"/>
                  </a:lnTo>
                  <a:cubicBezTo>
                    <a:pt x="1835" y="8561"/>
                    <a:pt x="3775" y="6633"/>
                    <a:pt x="5180" y="4418"/>
                  </a:cubicBezTo>
                  <a:lnTo>
                    <a:pt x="5180" y="4418"/>
                  </a:lnTo>
                  <a:cubicBezTo>
                    <a:pt x="5013" y="4894"/>
                    <a:pt x="4823" y="5418"/>
                    <a:pt x="4597" y="5966"/>
                  </a:cubicBezTo>
                  <a:cubicBezTo>
                    <a:pt x="5490" y="4144"/>
                    <a:pt x="6311" y="2287"/>
                    <a:pt x="7073" y="394"/>
                  </a:cubicBezTo>
                  <a:lnTo>
                    <a:pt x="7073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46"/>
            <p:cNvSpPr/>
            <p:nvPr/>
          </p:nvSpPr>
          <p:spPr>
            <a:xfrm>
              <a:off x="2247000" y="3037400"/>
              <a:ext cx="193800" cy="217025"/>
            </a:xfrm>
            <a:custGeom>
              <a:rect b="b" l="l" r="r" t="t"/>
              <a:pathLst>
                <a:path extrusionOk="0" h="8681" w="7752">
                  <a:moveTo>
                    <a:pt x="7751" y="1"/>
                  </a:moveTo>
                  <a:cubicBezTo>
                    <a:pt x="5965" y="1846"/>
                    <a:pt x="4060" y="3430"/>
                    <a:pt x="2393" y="4668"/>
                  </a:cubicBezTo>
                  <a:cubicBezTo>
                    <a:pt x="2072" y="4990"/>
                    <a:pt x="1762" y="5311"/>
                    <a:pt x="1453" y="5644"/>
                  </a:cubicBezTo>
                  <a:cubicBezTo>
                    <a:pt x="1524" y="5490"/>
                    <a:pt x="1608" y="5335"/>
                    <a:pt x="1691" y="5180"/>
                  </a:cubicBezTo>
                  <a:lnTo>
                    <a:pt x="1691" y="5180"/>
                  </a:lnTo>
                  <a:cubicBezTo>
                    <a:pt x="1239" y="5501"/>
                    <a:pt x="822" y="5787"/>
                    <a:pt x="429" y="6049"/>
                  </a:cubicBezTo>
                  <a:cubicBezTo>
                    <a:pt x="405" y="6252"/>
                    <a:pt x="369" y="6466"/>
                    <a:pt x="346" y="6668"/>
                  </a:cubicBezTo>
                  <a:cubicBezTo>
                    <a:pt x="2215" y="5430"/>
                    <a:pt x="4894" y="3489"/>
                    <a:pt x="7430" y="1001"/>
                  </a:cubicBezTo>
                  <a:lnTo>
                    <a:pt x="7430" y="1001"/>
                  </a:lnTo>
                  <a:cubicBezTo>
                    <a:pt x="5441" y="3501"/>
                    <a:pt x="2882" y="6323"/>
                    <a:pt x="24" y="8549"/>
                  </a:cubicBezTo>
                  <a:cubicBezTo>
                    <a:pt x="12" y="8597"/>
                    <a:pt x="0" y="8633"/>
                    <a:pt x="0" y="8680"/>
                  </a:cubicBezTo>
                  <a:cubicBezTo>
                    <a:pt x="2941" y="6537"/>
                    <a:pt x="5561" y="3954"/>
                    <a:pt x="7751" y="1060"/>
                  </a:cubicBezTo>
                  <a:lnTo>
                    <a:pt x="7751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46"/>
            <p:cNvSpPr/>
            <p:nvPr/>
          </p:nvSpPr>
          <p:spPr>
            <a:xfrm>
              <a:off x="2258000" y="3091875"/>
              <a:ext cx="55400" cy="92900"/>
            </a:xfrm>
            <a:custGeom>
              <a:rect b="b" l="l" r="r" t="t"/>
              <a:pathLst>
                <a:path extrusionOk="0" h="3716" w="2216">
                  <a:moveTo>
                    <a:pt x="2215" y="1"/>
                  </a:moveTo>
                  <a:lnTo>
                    <a:pt x="2215" y="1"/>
                  </a:lnTo>
                  <a:cubicBezTo>
                    <a:pt x="1584" y="1036"/>
                    <a:pt x="870" y="2049"/>
                    <a:pt x="84" y="2977"/>
                  </a:cubicBezTo>
                  <a:cubicBezTo>
                    <a:pt x="60" y="3215"/>
                    <a:pt x="37" y="3465"/>
                    <a:pt x="1" y="3715"/>
                  </a:cubicBezTo>
                  <a:cubicBezTo>
                    <a:pt x="846" y="2680"/>
                    <a:pt x="1561" y="1334"/>
                    <a:pt x="2215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46"/>
            <p:cNvSpPr/>
            <p:nvPr/>
          </p:nvSpPr>
          <p:spPr>
            <a:xfrm>
              <a:off x="2322000" y="2482875"/>
              <a:ext cx="3900" cy="40200"/>
            </a:xfrm>
            <a:custGeom>
              <a:rect b="b" l="l" r="r" t="t"/>
              <a:pathLst>
                <a:path extrusionOk="0" h="1608" w="156">
                  <a:moveTo>
                    <a:pt x="24" y="1"/>
                  </a:moveTo>
                  <a:cubicBezTo>
                    <a:pt x="24" y="36"/>
                    <a:pt x="13" y="60"/>
                    <a:pt x="13" y="96"/>
                  </a:cubicBezTo>
                  <a:cubicBezTo>
                    <a:pt x="24" y="429"/>
                    <a:pt x="24" y="763"/>
                    <a:pt x="1" y="1096"/>
                  </a:cubicBezTo>
                  <a:lnTo>
                    <a:pt x="155" y="1608"/>
                  </a:lnTo>
                  <a:cubicBezTo>
                    <a:pt x="155" y="1441"/>
                    <a:pt x="155" y="1263"/>
                    <a:pt x="155" y="1096"/>
                  </a:cubicBezTo>
                  <a:cubicBezTo>
                    <a:pt x="132" y="846"/>
                    <a:pt x="96" y="596"/>
                    <a:pt x="72" y="346"/>
                  </a:cubicBezTo>
                  <a:cubicBezTo>
                    <a:pt x="60" y="227"/>
                    <a:pt x="36" y="120"/>
                    <a:pt x="24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46"/>
            <p:cNvSpPr/>
            <p:nvPr/>
          </p:nvSpPr>
          <p:spPr>
            <a:xfrm>
              <a:off x="1442425" y="1062475"/>
              <a:ext cx="998375" cy="1011750"/>
            </a:xfrm>
            <a:custGeom>
              <a:rect b="b" l="l" r="r" t="t"/>
              <a:pathLst>
                <a:path extrusionOk="0" h="40470" w="39935">
                  <a:moveTo>
                    <a:pt x="5513" y="0"/>
                  </a:moveTo>
                  <a:cubicBezTo>
                    <a:pt x="3549" y="2596"/>
                    <a:pt x="2060" y="5548"/>
                    <a:pt x="1156" y="8692"/>
                  </a:cubicBezTo>
                  <a:cubicBezTo>
                    <a:pt x="513" y="10894"/>
                    <a:pt x="167" y="13204"/>
                    <a:pt x="144" y="15526"/>
                  </a:cubicBezTo>
                  <a:cubicBezTo>
                    <a:pt x="132" y="15526"/>
                    <a:pt x="132" y="15526"/>
                    <a:pt x="144" y="15538"/>
                  </a:cubicBezTo>
                  <a:cubicBezTo>
                    <a:pt x="1" y="16943"/>
                    <a:pt x="120" y="18240"/>
                    <a:pt x="298" y="19264"/>
                  </a:cubicBezTo>
                  <a:lnTo>
                    <a:pt x="1072" y="19919"/>
                  </a:lnTo>
                  <a:cubicBezTo>
                    <a:pt x="1275" y="20574"/>
                    <a:pt x="1156" y="21253"/>
                    <a:pt x="1013" y="21919"/>
                  </a:cubicBezTo>
                  <a:cubicBezTo>
                    <a:pt x="1013" y="22086"/>
                    <a:pt x="1013" y="22288"/>
                    <a:pt x="1013" y="22491"/>
                  </a:cubicBezTo>
                  <a:cubicBezTo>
                    <a:pt x="1001" y="27456"/>
                    <a:pt x="2168" y="31647"/>
                    <a:pt x="4477" y="35076"/>
                  </a:cubicBezTo>
                  <a:cubicBezTo>
                    <a:pt x="5394" y="36290"/>
                    <a:pt x="6430" y="37421"/>
                    <a:pt x="7525" y="38493"/>
                  </a:cubicBezTo>
                  <a:cubicBezTo>
                    <a:pt x="7144" y="37993"/>
                    <a:pt x="6787" y="37457"/>
                    <a:pt x="6466" y="36897"/>
                  </a:cubicBezTo>
                  <a:cubicBezTo>
                    <a:pt x="1882" y="31921"/>
                    <a:pt x="1513" y="26098"/>
                    <a:pt x="1489" y="23193"/>
                  </a:cubicBezTo>
                  <a:lnTo>
                    <a:pt x="1489" y="23193"/>
                  </a:lnTo>
                  <a:cubicBezTo>
                    <a:pt x="2430" y="25884"/>
                    <a:pt x="3930" y="28337"/>
                    <a:pt x="5811" y="30444"/>
                  </a:cubicBezTo>
                  <a:cubicBezTo>
                    <a:pt x="7692" y="32552"/>
                    <a:pt x="9907" y="34326"/>
                    <a:pt x="12264" y="35814"/>
                  </a:cubicBezTo>
                  <a:cubicBezTo>
                    <a:pt x="13145" y="36362"/>
                    <a:pt x="14038" y="36886"/>
                    <a:pt x="14955" y="37362"/>
                  </a:cubicBezTo>
                  <a:cubicBezTo>
                    <a:pt x="14645" y="37171"/>
                    <a:pt x="14336" y="36969"/>
                    <a:pt x="14038" y="36755"/>
                  </a:cubicBezTo>
                  <a:cubicBezTo>
                    <a:pt x="13741" y="36540"/>
                    <a:pt x="13443" y="36314"/>
                    <a:pt x="13157" y="36088"/>
                  </a:cubicBezTo>
                  <a:cubicBezTo>
                    <a:pt x="12907" y="35933"/>
                    <a:pt x="12645" y="35778"/>
                    <a:pt x="12395" y="35612"/>
                  </a:cubicBezTo>
                  <a:cubicBezTo>
                    <a:pt x="10097" y="34064"/>
                    <a:pt x="7954" y="32254"/>
                    <a:pt x="6180" y="30123"/>
                  </a:cubicBezTo>
                  <a:cubicBezTo>
                    <a:pt x="4406" y="28015"/>
                    <a:pt x="3013" y="25575"/>
                    <a:pt x="2180" y="22967"/>
                  </a:cubicBezTo>
                  <a:cubicBezTo>
                    <a:pt x="2096" y="22693"/>
                    <a:pt x="2013" y="22431"/>
                    <a:pt x="1941" y="22157"/>
                  </a:cubicBezTo>
                  <a:lnTo>
                    <a:pt x="1941" y="22157"/>
                  </a:lnTo>
                  <a:cubicBezTo>
                    <a:pt x="2382" y="22765"/>
                    <a:pt x="2918" y="23300"/>
                    <a:pt x="3489" y="23777"/>
                  </a:cubicBezTo>
                  <a:cubicBezTo>
                    <a:pt x="4466" y="24610"/>
                    <a:pt x="5537" y="25289"/>
                    <a:pt x="6597" y="25956"/>
                  </a:cubicBezTo>
                  <a:cubicBezTo>
                    <a:pt x="7656" y="26622"/>
                    <a:pt x="8704" y="27289"/>
                    <a:pt x="9752" y="27944"/>
                  </a:cubicBezTo>
                  <a:cubicBezTo>
                    <a:pt x="13943" y="30587"/>
                    <a:pt x="17991" y="33206"/>
                    <a:pt x="21527" y="36159"/>
                  </a:cubicBezTo>
                  <a:cubicBezTo>
                    <a:pt x="22658" y="37076"/>
                    <a:pt x="23718" y="38040"/>
                    <a:pt x="24730" y="39041"/>
                  </a:cubicBezTo>
                  <a:cubicBezTo>
                    <a:pt x="25313" y="39493"/>
                    <a:pt x="25873" y="39969"/>
                    <a:pt x="26409" y="40469"/>
                  </a:cubicBezTo>
                  <a:cubicBezTo>
                    <a:pt x="21813" y="35588"/>
                    <a:pt x="16408" y="31456"/>
                    <a:pt x="10466" y="28337"/>
                  </a:cubicBezTo>
                  <a:lnTo>
                    <a:pt x="10466" y="28337"/>
                  </a:lnTo>
                  <a:lnTo>
                    <a:pt x="12074" y="28706"/>
                  </a:lnTo>
                  <a:cubicBezTo>
                    <a:pt x="10871" y="27980"/>
                    <a:pt x="9728" y="27301"/>
                    <a:pt x="8645" y="26658"/>
                  </a:cubicBezTo>
                  <a:cubicBezTo>
                    <a:pt x="6216" y="25194"/>
                    <a:pt x="4025" y="24051"/>
                    <a:pt x="2644" y="22610"/>
                  </a:cubicBezTo>
                  <a:cubicBezTo>
                    <a:pt x="2311" y="22265"/>
                    <a:pt x="2025" y="21919"/>
                    <a:pt x="1799" y="21574"/>
                  </a:cubicBezTo>
                  <a:cubicBezTo>
                    <a:pt x="1715" y="21276"/>
                    <a:pt x="1656" y="20979"/>
                    <a:pt x="1608" y="20681"/>
                  </a:cubicBezTo>
                  <a:lnTo>
                    <a:pt x="1644" y="20669"/>
                  </a:lnTo>
                  <a:cubicBezTo>
                    <a:pt x="1596" y="20503"/>
                    <a:pt x="1560" y="20336"/>
                    <a:pt x="1525" y="20157"/>
                  </a:cubicBezTo>
                  <a:cubicBezTo>
                    <a:pt x="1406" y="19407"/>
                    <a:pt x="1346" y="18645"/>
                    <a:pt x="1334" y="17895"/>
                  </a:cubicBezTo>
                  <a:cubicBezTo>
                    <a:pt x="1406" y="17347"/>
                    <a:pt x="1560" y="16788"/>
                    <a:pt x="1775" y="16276"/>
                  </a:cubicBezTo>
                  <a:cubicBezTo>
                    <a:pt x="2287" y="15061"/>
                    <a:pt x="3156" y="13990"/>
                    <a:pt x="4227" y="13216"/>
                  </a:cubicBezTo>
                  <a:cubicBezTo>
                    <a:pt x="5299" y="12442"/>
                    <a:pt x="6621" y="12013"/>
                    <a:pt x="7954" y="11847"/>
                  </a:cubicBezTo>
                  <a:cubicBezTo>
                    <a:pt x="8331" y="11803"/>
                    <a:pt x="8710" y="11782"/>
                    <a:pt x="9091" y="11782"/>
                  </a:cubicBezTo>
                  <a:cubicBezTo>
                    <a:pt x="10057" y="11782"/>
                    <a:pt x="11030" y="11917"/>
                    <a:pt x="11978" y="12156"/>
                  </a:cubicBezTo>
                  <a:cubicBezTo>
                    <a:pt x="14633" y="12847"/>
                    <a:pt x="16979" y="14442"/>
                    <a:pt x="19027" y="16300"/>
                  </a:cubicBezTo>
                  <a:cubicBezTo>
                    <a:pt x="20051" y="17240"/>
                    <a:pt x="21015" y="18252"/>
                    <a:pt x="21956" y="19288"/>
                  </a:cubicBezTo>
                  <a:cubicBezTo>
                    <a:pt x="22849" y="20264"/>
                    <a:pt x="23706" y="21288"/>
                    <a:pt x="24516" y="22336"/>
                  </a:cubicBezTo>
                  <a:cubicBezTo>
                    <a:pt x="24301" y="21812"/>
                    <a:pt x="24087" y="21276"/>
                    <a:pt x="23908" y="20753"/>
                  </a:cubicBezTo>
                  <a:cubicBezTo>
                    <a:pt x="23408" y="20133"/>
                    <a:pt x="22896" y="19514"/>
                    <a:pt x="22373" y="18919"/>
                  </a:cubicBezTo>
                  <a:cubicBezTo>
                    <a:pt x="21444" y="17859"/>
                    <a:pt x="20479" y="16824"/>
                    <a:pt x="19444" y="15859"/>
                  </a:cubicBezTo>
                  <a:cubicBezTo>
                    <a:pt x="17384" y="13930"/>
                    <a:pt x="14979" y="12228"/>
                    <a:pt x="12169" y="11454"/>
                  </a:cubicBezTo>
                  <a:cubicBezTo>
                    <a:pt x="11126" y="11169"/>
                    <a:pt x="10043" y="11003"/>
                    <a:pt x="8955" y="11003"/>
                  </a:cubicBezTo>
                  <a:cubicBezTo>
                    <a:pt x="8590" y="11003"/>
                    <a:pt x="8224" y="11022"/>
                    <a:pt x="7859" y="11061"/>
                  </a:cubicBezTo>
                  <a:cubicBezTo>
                    <a:pt x="6418" y="11228"/>
                    <a:pt x="4966" y="11668"/>
                    <a:pt x="3739" y="12525"/>
                  </a:cubicBezTo>
                  <a:cubicBezTo>
                    <a:pt x="3215" y="12894"/>
                    <a:pt x="2727" y="13323"/>
                    <a:pt x="2299" y="13799"/>
                  </a:cubicBezTo>
                  <a:cubicBezTo>
                    <a:pt x="2680" y="12978"/>
                    <a:pt x="3132" y="12192"/>
                    <a:pt x="3632" y="11490"/>
                  </a:cubicBezTo>
                  <a:cubicBezTo>
                    <a:pt x="5573" y="8727"/>
                    <a:pt x="8371" y="7096"/>
                    <a:pt x="10895" y="6406"/>
                  </a:cubicBezTo>
                  <a:cubicBezTo>
                    <a:pt x="12358" y="5993"/>
                    <a:pt x="13722" y="5847"/>
                    <a:pt x="14900" y="5847"/>
                  </a:cubicBezTo>
                  <a:cubicBezTo>
                    <a:pt x="15764" y="5847"/>
                    <a:pt x="16528" y="5926"/>
                    <a:pt x="17158" y="6036"/>
                  </a:cubicBezTo>
                  <a:cubicBezTo>
                    <a:pt x="17527" y="6096"/>
                    <a:pt x="17860" y="6167"/>
                    <a:pt x="18146" y="6251"/>
                  </a:cubicBezTo>
                  <a:cubicBezTo>
                    <a:pt x="18443" y="6310"/>
                    <a:pt x="18682" y="6370"/>
                    <a:pt x="18872" y="6441"/>
                  </a:cubicBezTo>
                  <a:cubicBezTo>
                    <a:pt x="19205" y="6548"/>
                    <a:pt x="19408" y="6608"/>
                    <a:pt x="19456" y="6620"/>
                  </a:cubicBezTo>
                  <a:cubicBezTo>
                    <a:pt x="17733" y="5833"/>
                    <a:pt x="15857" y="5439"/>
                    <a:pt x="14027" y="5439"/>
                  </a:cubicBezTo>
                  <a:cubicBezTo>
                    <a:pt x="13947" y="5439"/>
                    <a:pt x="13868" y="5440"/>
                    <a:pt x="13788" y="5441"/>
                  </a:cubicBezTo>
                  <a:cubicBezTo>
                    <a:pt x="12836" y="5453"/>
                    <a:pt x="11907" y="5572"/>
                    <a:pt x="11002" y="5775"/>
                  </a:cubicBezTo>
                  <a:cubicBezTo>
                    <a:pt x="10097" y="5965"/>
                    <a:pt x="9240" y="6275"/>
                    <a:pt x="8430" y="6632"/>
                  </a:cubicBezTo>
                  <a:cubicBezTo>
                    <a:pt x="6799" y="7346"/>
                    <a:pt x="5418" y="8382"/>
                    <a:pt x="4335" y="9549"/>
                  </a:cubicBezTo>
                  <a:cubicBezTo>
                    <a:pt x="3239" y="10716"/>
                    <a:pt x="2477" y="12001"/>
                    <a:pt x="1930" y="13228"/>
                  </a:cubicBezTo>
                  <a:cubicBezTo>
                    <a:pt x="1882" y="13335"/>
                    <a:pt x="1846" y="13418"/>
                    <a:pt x="1799" y="13525"/>
                  </a:cubicBezTo>
                  <a:cubicBezTo>
                    <a:pt x="2180" y="11966"/>
                    <a:pt x="2763" y="10466"/>
                    <a:pt x="3513" y="9037"/>
                  </a:cubicBezTo>
                  <a:cubicBezTo>
                    <a:pt x="5954" y="6382"/>
                    <a:pt x="9835" y="4465"/>
                    <a:pt x="15098" y="3334"/>
                  </a:cubicBezTo>
                  <a:cubicBezTo>
                    <a:pt x="16486" y="3035"/>
                    <a:pt x="17894" y="2890"/>
                    <a:pt x="19304" y="2890"/>
                  </a:cubicBezTo>
                  <a:cubicBezTo>
                    <a:pt x="26337" y="2890"/>
                    <a:pt x="33444" y="6516"/>
                    <a:pt x="38601" y="12942"/>
                  </a:cubicBezTo>
                  <a:cubicBezTo>
                    <a:pt x="39065" y="13525"/>
                    <a:pt x="39506" y="14121"/>
                    <a:pt x="39934" y="14740"/>
                  </a:cubicBezTo>
                  <a:lnTo>
                    <a:pt x="39934" y="13930"/>
                  </a:lnTo>
                  <a:cubicBezTo>
                    <a:pt x="39625" y="13502"/>
                    <a:pt x="39303" y="13073"/>
                    <a:pt x="38970" y="12656"/>
                  </a:cubicBezTo>
                  <a:cubicBezTo>
                    <a:pt x="33724" y="6112"/>
                    <a:pt x="26471" y="2416"/>
                    <a:pt x="19296" y="2416"/>
                  </a:cubicBezTo>
                  <a:cubicBezTo>
                    <a:pt x="17856" y="2416"/>
                    <a:pt x="16419" y="2565"/>
                    <a:pt x="15003" y="2869"/>
                  </a:cubicBezTo>
                  <a:cubicBezTo>
                    <a:pt x="10419" y="3858"/>
                    <a:pt x="6859" y="5429"/>
                    <a:pt x="4370" y="7572"/>
                  </a:cubicBezTo>
                  <a:cubicBezTo>
                    <a:pt x="5561" y="5691"/>
                    <a:pt x="7049" y="3989"/>
                    <a:pt x="8752" y="2536"/>
                  </a:cubicBezTo>
                  <a:cubicBezTo>
                    <a:pt x="9835" y="1595"/>
                    <a:pt x="10990" y="750"/>
                    <a:pt x="12217" y="0"/>
                  </a:cubicBezTo>
                  <a:lnTo>
                    <a:pt x="10954" y="0"/>
                  </a:lnTo>
                  <a:cubicBezTo>
                    <a:pt x="10026" y="607"/>
                    <a:pt x="9133" y="1262"/>
                    <a:pt x="8276" y="1976"/>
                  </a:cubicBezTo>
                  <a:lnTo>
                    <a:pt x="7895" y="2298"/>
                  </a:lnTo>
                  <a:lnTo>
                    <a:pt x="7525" y="2631"/>
                  </a:lnTo>
                  <a:lnTo>
                    <a:pt x="6799" y="3322"/>
                  </a:lnTo>
                  <a:cubicBezTo>
                    <a:pt x="6323" y="3774"/>
                    <a:pt x="5882" y="4286"/>
                    <a:pt x="5430" y="4763"/>
                  </a:cubicBezTo>
                  <a:cubicBezTo>
                    <a:pt x="5025" y="5286"/>
                    <a:pt x="4585" y="5786"/>
                    <a:pt x="4204" y="6334"/>
                  </a:cubicBezTo>
                  <a:cubicBezTo>
                    <a:pt x="3835" y="6894"/>
                    <a:pt x="3418" y="7418"/>
                    <a:pt x="3108" y="8013"/>
                  </a:cubicBezTo>
                  <a:cubicBezTo>
                    <a:pt x="2656" y="8775"/>
                    <a:pt x="2251" y="9573"/>
                    <a:pt x="1882" y="10382"/>
                  </a:cubicBezTo>
                  <a:cubicBezTo>
                    <a:pt x="1703" y="10680"/>
                    <a:pt x="1525" y="10978"/>
                    <a:pt x="1370" y="11287"/>
                  </a:cubicBezTo>
                  <a:cubicBezTo>
                    <a:pt x="1358" y="11323"/>
                    <a:pt x="1334" y="11359"/>
                    <a:pt x="1322" y="11382"/>
                  </a:cubicBezTo>
                  <a:cubicBezTo>
                    <a:pt x="1465" y="10537"/>
                    <a:pt x="1644" y="9704"/>
                    <a:pt x="1858" y="8882"/>
                  </a:cubicBezTo>
                  <a:cubicBezTo>
                    <a:pt x="2715" y="5691"/>
                    <a:pt x="4192" y="2655"/>
                    <a:pt x="618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46"/>
            <p:cNvSpPr/>
            <p:nvPr/>
          </p:nvSpPr>
          <p:spPr>
            <a:xfrm>
              <a:off x="2170800" y="2151875"/>
              <a:ext cx="155100" cy="826325"/>
            </a:xfrm>
            <a:custGeom>
              <a:rect b="b" l="l" r="r" t="t"/>
              <a:pathLst>
                <a:path extrusionOk="0" h="33053" w="6204">
                  <a:moveTo>
                    <a:pt x="0" y="1"/>
                  </a:moveTo>
                  <a:cubicBezTo>
                    <a:pt x="5" y="8"/>
                    <a:pt x="11" y="16"/>
                    <a:pt x="17" y="23"/>
                  </a:cubicBezTo>
                  <a:lnTo>
                    <a:pt x="17" y="23"/>
                  </a:lnTo>
                  <a:cubicBezTo>
                    <a:pt x="11" y="16"/>
                    <a:pt x="6" y="8"/>
                    <a:pt x="0" y="1"/>
                  </a:cubicBezTo>
                  <a:close/>
                  <a:moveTo>
                    <a:pt x="17" y="23"/>
                  </a:moveTo>
                  <a:cubicBezTo>
                    <a:pt x="202" y="278"/>
                    <a:pt x="386" y="533"/>
                    <a:pt x="560" y="799"/>
                  </a:cubicBezTo>
                  <a:cubicBezTo>
                    <a:pt x="1417" y="1846"/>
                    <a:pt x="2191" y="2965"/>
                    <a:pt x="2834" y="4180"/>
                  </a:cubicBezTo>
                  <a:cubicBezTo>
                    <a:pt x="5501" y="9228"/>
                    <a:pt x="5715" y="15169"/>
                    <a:pt x="5870" y="20872"/>
                  </a:cubicBezTo>
                  <a:cubicBezTo>
                    <a:pt x="5834" y="20468"/>
                    <a:pt x="5775" y="20063"/>
                    <a:pt x="5715" y="19658"/>
                  </a:cubicBezTo>
                  <a:cubicBezTo>
                    <a:pt x="5691" y="20110"/>
                    <a:pt x="5680" y="20563"/>
                    <a:pt x="5644" y="21003"/>
                  </a:cubicBezTo>
                  <a:cubicBezTo>
                    <a:pt x="5596" y="20158"/>
                    <a:pt x="5501" y="19313"/>
                    <a:pt x="5346" y="18503"/>
                  </a:cubicBezTo>
                  <a:cubicBezTo>
                    <a:pt x="5322" y="19170"/>
                    <a:pt x="5275" y="19837"/>
                    <a:pt x="5215" y="20503"/>
                  </a:cubicBezTo>
                  <a:cubicBezTo>
                    <a:pt x="4953" y="17039"/>
                    <a:pt x="3644" y="13645"/>
                    <a:pt x="1477" y="10931"/>
                  </a:cubicBezTo>
                  <a:cubicBezTo>
                    <a:pt x="1286" y="10704"/>
                    <a:pt x="1096" y="10478"/>
                    <a:pt x="893" y="10264"/>
                  </a:cubicBezTo>
                  <a:lnTo>
                    <a:pt x="893" y="10264"/>
                  </a:lnTo>
                  <a:cubicBezTo>
                    <a:pt x="4620" y="14836"/>
                    <a:pt x="5858" y="19944"/>
                    <a:pt x="4858" y="25873"/>
                  </a:cubicBezTo>
                  <a:cubicBezTo>
                    <a:pt x="4858" y="25897"/>
                    <a:pt x="4858" y="26659"/>
                    <a:pt x="4691" y="27849"/>
                  </a:cubicBezTo>
                  <a:cubicBezTo>
                    <a:pt x="4691" y="27861"/>
                    <a:pt x="4679" y="27873"/>
                    <a:pt x="4679" y="27885"/>
                  </a:cubicBezTo>
                  <a:cubicBezTo>
                    <a:pt x="4525" y="28647"/>
                    <a:pt x="4370" y="29362"/>
                    <a:pt x="4203" y="30028"/>
                  </a:cubicBezTo>
                  <a:cubicBezTo>
                    <a:pt x="4013" y="30838"/>
                    <a:pt x="3834" y="31588"/>
                    <a:pt x="3644" y="32243"/>
                  </a:cubicBezTo>
                  <a:cubicBezTo>
                    <a:pt x="3620" y="32290"/>
                    <a:pt x="3608" y="32350"/>
                    <a:pt x="3596" y="32398"/>
                  </a:cubicBezTo>
                  <a:cubicBezTo>
                    <a:pt x="3751" y="25016"/>
                    <a:pt x="2846" y="17562"/>
                    <a:pt x="869" y="10228"/>
                  </a:cubicBezTo>
                  <a:cubicBezTo>
                    <a:pt x="655" y="9978"/>
                    <a:pt x="429" y="9728"/>
                    <a:pt x="191" y="9490"/>
                  </a:cubicBezTo>
                  <a:lnTo>
                    <a:pt x="191" y="9490"/>
                  </a:lnTo>
                  <a:cubicBezTo>
                    <a:pt x="274" y="9788"/>
                    <a:pt x="357" y="10097"/>
                    <a:pt x="429" y="10395"/>
                  </a:cubicBezTo>
                  <a:cubicBezTo>
                    <a:pt x="429" y="10323"/>
                    <a:pt x="417" y="10264"/>
                    <a:pt x="417" y="10193"/>
                  </a:cubicBezTo>
                  <a:lnTo>
                    <a:pt x="417" y="10193"/>
                  </a:lnTo>
                  <a:cubicBezTo>
                    <a:pt x="2548" y="16896"/>
                    <a:pt x="3013" y="24004"/>
                    <a:pt x="3477" y="31028"/>
                  </a:cubicBezTo>
                  <a:cubicBezTo>
                    <a:pt x="3513" y="31707"/>
                    <a:pt x="3560" y="32374"/>
                    <a:pt x="3596" y="33052"/>
                  </a:cubicBezTo>
                  <a:cubicBezTo>
                    <a:pt x="3822" y="32541"/>
                    <a:pt x="4025" y="32017"/>
                    <a:pt x="4227" y="31493"/>
                  </a:cubicBezTo>
                  <a:cubicBezTo>
                    <a:pt x="4751" y="29350"/>
                    <a:pt x="5108" y="27254"/>
                    <a:pt x="5322" y="25909"/>
                  </a:cubicBezTo>
                  <a:cubicBezTo>
                    <a:pt x="5846" y="22730"/>
                    <a:pt x="6144" y="19729"/>
                    <a:pt x="6203" y="16789"/>
                  </a:cubicBezTo>
                  <a:cubicBezTo>
                    <a:pt x="6084" y="15455"/>
                    <a:pt x="5882" y="14122"/>
                    <a:pt x="5596" y="12812"/>
                  </a:cubicBezTo>
                  <a:lnTo>
                    <a:pt x="5596" y="12812"/>
                  </a:lnTo>
                  <a:lnTo>
                    <a:pt x="6049" y="14324"/>
                  </a:lnTo>
                  <a:cubicBezTo>
                    <a:pt x="6061" y="13991"/>
                    <a:pt x="6061" y="13669"/>
                    <a:pt x="6072" y="13336"/>
                  </a:cubicBezTo>
                  <a:cubicBezTo>
                    <a:pt x="6061" y="13288"/>
                    <a:pt x="6061" y="13241"/>
                    <a:pt x="6061" y="13193"/>
                  </a:cubicBezTo>
                  <a:cubicBezTo>
                    <a:pt x="5942" y="12276"/>
                    <a:pt x="5775" y="11371"/>
                    <a:pt x="5572" y="10478"/>
                  </a:cubicBezTo>
                  <a:cubicBezTo>
                    <a:pt x="5287" y="9252"/>
                    <a:pt x="4918" y="8061"/>
                    <a:pt x="4477" y="6906"/>
                  </a:cubicBezTo>
                  <a:cubicBezTo>
                    <a:pt x="3358" y="4466"/>
                    <a:pt x="1786" y="2180"/>
                    <a:pt x="84" y="108"/>
                  </a:cubicBezTo>
                  <a:cubicBezTo>
                    <a:pt x="65" y="80"/>
                    <a:pt x="39" y="52"/>
                    <a:pt x="17" y="2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46"/>
            <p:cNvSpPr/>
            <p:nvPr/>
          </p:nvSpPr>
          <p:spPr>
            <a:xfrm>
              <a:off x="2152925" y="2476625"/>
              <a:ext cx="44675" cy="258975"/>
            </a:xfrm>
            <a:custGeom>
              <a:rect b="b" l="l" r="r" t="t"/>
              <a:pathLst>
                <a:path extrusionOk="0" h="10359" w="1787">
                  <a:moveTo>
                    <a:pt x="1" y="0"/>
                  </a:moveTo>
                  <a:lnTo>
                    <a:pt x="1" y="0"/>
                  </a:lnTo>
                  <a:cubicBezTo>
                    <a:pt x="775" y="3739"/>
                    <a:pt x="1358" y="7335"/>
                    <a:pt x="1763" y="10359"/>
                  </a:cubicBezTo>
                  <a:cubicBezTo>
                    <a:pt x="1787" y="8883"/>
                    <a:pt x="1775" y="7406"/>
                    <a:pt x="1739" y="5942"/>
                  </a:cubicBezTo>
                  <a:cubicBezTo>
                    <a:pt x="1692" y="5727"/>
                    <a:pt x="1644" y="5513"/>
                    <a:pt x="1596" y="5311"/>
                  </a:cubicBezTo>
                  <a:cubicBezTo>
                    <a:pt x="1215" y="3644"/>
                    <a:pt x="811" y="2310"/>
                    <a:pt x="501" y="1405"/>
                  </a:cubicBezTo>
                  <a:cubicBezTo>
                    <a:pt x="191" y="489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46"/>
            <p:cNvSpPr/>
            <p:nvPr/>
          </p:nvSpPr>
          <p:spPr>
            <a:xfrm>
              <a:off x="1859750" y="3492825"/>
              <a:ext cx="307500" cy="504850"/>
            </a:xfrm>
            <a:custGeom>
              <a:rect b="b" l="l" r="r" t="t"/>
              <a:pathLst>
                <a:path extrusionOk="0" h="20194" w="12300">
                  <a:moveTo>
                    <a:pt x="12299" y="0"/>
                  </a:moveTo>
                  <a:lnTo>
                    <a:pt x="12299" y="0"/>
                  </a:lnTo>
                  <a:cubicBezTo>
                    <a:pt x="11466" y="1834"/>
                    <a:pt x="10537" y="3632"/>
                    <a:pt x="9561" y="5406"/>
                  </a:cubicBezTo>
                  <a:cubicBezTo>
                    <a:pt x="7989" y="8740"/>
                    <a:pt x="6108" y="11883"/>
                    <a:pt x="3941" y="14788"/>
                  </a:cubicBezTo>
                  <a:cubicBezTo>
                    <a:pt x="3036" y="16205"/>
                    <a:pt x="2084" y="17574"/>
                    <a:pt x="893" y="18729"/>
                  </a:cubicBezTo>
                  <a:cubicBezTo>
                    <a:pt x="1108" y="18407"/>
                    <a:pt x="1310" y="18074"/>
                    <a:pt x="1500" y="17741"/>
                  </a:cubicBezTo>
                  <a:cubicBezTo>
                    <a:pt x="2167" y="15990"/>
                    <a:pt x="3310" y="12847"/>
                    <a:pt x="4203" y="9573"/>
                  </a:cubicBezTo>
                  <a:cubicBezTo>
                    <a:pt x="4429" y="8132"/>
                    <a:pt x="4572" y="6680"/>
                    <a:pt x="4679" y="5227"/>
                  </a:cubicBezTo>
                  <a:lnTo>
                    <a:pt x="4679" y="5227"/>
                  </a:lnTo>
                  <a:cubicBezTo>
                    <a:pt x="3691" y="11216"/>
                    <a:pt x="560" y="18872"/>
                    <a:pt x="512" y="18967"/>
                  </a:cubicBezTo>
                  <a:lnTo>
                    <a:pt x="0" y="20193"/>
                  </a:lnTo>
                  <a:lnTo>
                    <a:pt x="905" y="19217"/>
                  </a:lnTo>
                  <a:cubicBezTo>
                    <a:pt x="5918" y="13716"/>
                    <a:pt x="9740" y="7239"/>
                    <a:pt x="1229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46"/>
            <p:cNvSpPr/>
            <p:nvPr/>
          </p:nvSpPr>
          <p:spPr>
            <a:xfrm>
              <a:off x="1745150" y="3542225"/>
              <a:ext cx="235475" cy="393225"/>
            </a:xfrm>
            <a:custGeom>
              <a:rect b="b" l="l" r="r" t="t"/>
              <a:pathLst>
                <a:path extrusionOk="0" h="15729" w="9419">
                  <a:moveTo>
                    <a:pt x="9418" y="1"/>
                  </a:moveTo>
                  <a:cubicBezTo>
                    <a:pt x="9132" y="1001"/>
                    <a:pt x="8370" y="3406"/>
                    <a:pt x="7085" y="6097"/>
                  </a:cubicBezTo>
                  <a:cubicBezTo>
                    <a:pt x="4715" y="11633"/>
                    <a:pt x="1155" y="14741"/>
                    <a:pt x="0" y="15729"/>
                  </a:cubicBezTo>
                  <a:cubicBezTo>
                    <a:pt x="5084" y="12633"/>
                    <a:pt x="8109" y="5382"/>
                    <a:pt x="9347" y="1775"/>
                  </a:cubicBezTo>
                  <a:cubicBezTo>
                    <a:pt x="9371" y="1179"/>
                    <a:pt x="9394" y="596"/>
                    <a:pt x="941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46"/>
            <p:cNvSpPr/>
            <p:nvPr/>
          </p:nvSpPr>
          <p:spPr>
            <a:xfrm>
              <a:off x="2056800" y="2777850"/>
              <a:ext cx="4475" cy="180700"/>
            </a:xfrm>
            <a:custGeom>
              <a:rect b="b" l="l" r="r" t="t"/>
              <a:pathLst>
                <a:path extrusionOk="0" h="7228" w="179">
                  <a:moveTo>
                    <a:pt x="60" y="1"/>
                  </a:moveTo>
                  <a:cubicBezTo>
                    <a:pt x="95" y="1882"/>
                    <a:pt x="60" y="3775"/>
                    <a:pt x="0" y="5656"/>
                  </a:cubicBezTo>
                  <a:cubicBezTo>
                    <a:pt x="72" y="6501"/>
                    <a:pt x="107" y="7037"/>
                    <a:pt x="131" y="7228"/>
                  </a:cubicBezTo>
                  <a:cubicBezTo>
                    <a:pt x="131" y="7204"/>
                    <a:pt x="131" y="7180"/>
                    <a:pt x="143" y="7156"/>
                  </a:cubicBezTo>
                  <a:cubicBezTo>
                    <a:pt x="179" y="4692"/>
                    <a:pt x="167" y="2298"/>
                    <a:pt x="60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46"/>
            <p:cNvSpPr/>
            <p:nvPr/>
          </p:nvSpPr>
          <p:spPr>
            <a:xfrm>
              <a:off x="1913625" y="2270950"/>
              <a:ext cx="43175" cy="89625"/>
            </a:xfrm>
            <a:custGeom>
              <a:rect b="b" l="l" r="r" t="t"/>
              <a:pathLst>
                <a:path extrusionOk="0" h="3585" w="1727">
                  <a:moveTo>
                    <a:pt x="0" y="0"/>
                  </a:moveTo>
                  <a:lnTo>
                    <a:pt x="0" y="0"/>
                  </a:lnTo>
                  <a:cubicBezTo>
                    <a:pt x="655" y="1179"/>
                    <a:pt x="1227" y="2370"/>
                    <a:pt x="1727" y="3584"/>
                  </a:cubicBezTo>
                  <a:cubicBezTo>
                    <a:pt x="1631" y="3144"/>
                    <a:pt x="1548" y="2715"/>
                    <a:pt x="1441" y="2286"/>
                  </a:cubicBezTo>
                  <a:cubicBezTo>
                    <a:pt x="1370" y="2143"/>
                    <a:pt x="1286" y="2012"/>
                    <a:pt x="1215" y="1881"/>
                  </a:cubicBezTo>
                  <a:cubicBezTo>
                    <a:pt x="1048" y="1572"/>
                    <a:pt x="869" y="1286"/>
                    <a:pt x="715" y="1060"/>
                  </a:cubicBezTo>
                  <a:cubicBezTo>
                    <a:pt x="560" y="822"/>
                    <a:pt x="429" y="619"/>
                    <a:pt x="310" y="453"/>
                  </a:cubicBezTo>
                  <a:cubicBezTo>
                    <a:pt x="155" y="215"/>
                    <a:pt x="48" y="60"/>
                    <a:pt x="0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46"/>
            <p:cNvSpPr/>
            <p:nvPr/>
          </p:nvSpPr>
          <p:spPr>
            <a:xfrm>
              <a:off x="1810325" y="2229875"/>
              <a:ext cx="184575" cy="528650"/>
            </a:xfrm>
            <a:custGeom>
              <a:rect b="b" l="l" r="r" t="t"/>
              <a:pathLst>
                <a:path extrusionOk="0" h="21146" w="7383">
                  <a:moveTo>
                    <a:pt x="1" y="0"/>
                  </a:moveTo>
                  <a:lnTo>
                    <a:pt x="1" y="0"/>
                  </a:lnTo>
                  <a:cubicBezTo>
                    <a:pt x="620" y="1036"/>
                    <a:pt x="1191" y="2072"/>
                    <a:pt x="1739" y="3084"/>
                  </a:cubicBezTo>
                  <a:cubicBezTo>
                    <a:pt x="3489" y="6537"/>
                    <a:pt x="4787" y="9859"/>
                    <a:pt x="5621" y="12764"/>
                  </a:cubicBezTo>
                  <a:cubicBezTo>
                    <a:pt x="6466" y="15657"/>
                    <a:pt x="6954" y="18110"/>
                    <a:pt x="7204" y="19824"/>
                  </a:cubicBezTo>
                  <a:cubicBezTo>
                    <a:pt x="7287" y="20336"/>
                    <a:pt x="7347" y="20777"/>
                    <a:pt x="7383" y="21146"/>
                  </a:cubicBezTo>
                  <a:cubicBezTo>
                    <a:pt x="7371" y="20348"/>
                    <a:pt x="7347" y="19562"/>
                    <a:pt x="7311" y="18764"/>
                  </a:cubicBezTo>
                  <a:cubicBezTo>
                    <a:pt x="7204" y="17812"/>
                    <a:pt x="7085" y="16883"/>
                    <a:pt x="6930" y="15966"/>
                  </a:cubicBezTo>
                  <a:cubicBezTo>
                    <a:pt x="6573" y="13859"/>
                    <a:pt x="6013" y="11859"/>
                    <a:pt x="5418" y="9978"/>
                  </a:cubicBezTo>
                  <a:cubicBezTo>
                    <a:pt x="4180" y="6215"/>
                    <a:pt x="2561" y="2989"/>
                    <a:pt x="953" y="441"/>
                  </a:cubicBezTo>
                  <a:cubicBezTo>
                    <a:pt x="858" y="310"/>
                    <a:pt x="775" y="167"/>
                    <a:pt x="679" y="36"/>
                  </a:cubicBezTo>
                  <a:cubicBezTo>
                    <a:pt x="453" y="24"/>
                    <a:pt x="227" y="12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46"/>
            <p:cNvSpPr/>
            <p:nvPr/>
          </p:nvSpPr>
          <p:spPr>
            <a:xfrm>
              <a:off x="1339150" y="3908950"/>
              <a:ext cx="418225" cy="359000"/>
            </a:xfrm>
            <a:custGeom>
              <a:rect b="b" l="l" r="r" t="t"/>
              <a:pathLst>
                <a:path extrusionOk="0" h="14360" w="16729">
                  <a:moveTo>
                    <a:pt x="16729" y="0"/>
                  </a:moveTo>
                  <a:lnTo>
                    <a:pt x="16729" y="0"/>
                  </a:lnTo>
                  <a:cubicBezTo>
                    <a:pt x="16252" y="536"/>
                    <a:pt x="15788" y="1060"/>
                    <a:pt x="15312" y="1584"/>
                  </a:cubicBezTo>
                  <a:cubicBezTo>
                    <a:pt x="11014" y="7775"/>
                    <a:pt x="6108" y="11002"/>
                    <a:pt x="3453" y="12418"/>
                  </a:cubicBezTo>
                  <a:cubicBezTo>
                    <a:pt x="3977" y="11990"/>
                    <a:pt x="4572" y="11490"/>
                    <a:pt x="5179" y="10906"/>
                  </a:cubicBezTo>
                  <a:lnTo>
                    <a:pt x="5179" y="10906"/>
                  </a:lnTo>
                  <a:cubicBezTo>
                    <a:pt x="4620" y="11240"/>
                    <a:pt x="4048" y="11537"/>
                    <a:pt x="3453" y="11799"/>
                  </a:cubicBezTo>
                  <a:cubicBezTo>
                    <a:pt x="2322" y="12752"/>
                    <a:pt x="1477" y="13347"/>
                    <a:pt x="1453" y="13359"/>
                  </a:cubicBezTo>
                  <a:lnTo>
                    <a:pt x="0" y="14359"/>
                  </a:lnTo>
                  <a:lnTo>
                    <a:pt x="1667" y="13776"/>
                  </a:lnTo>
                  <a:cubicBezTo>
                    <a:pt x="1774" y="13728"/>
                    <a:pt x="9823" y="10775"/>
                    <a:pt x="16240" y="1060"/>
                  </a:cubicBezTo>
                  <a:cubicBezTo>
                    <a:pt x="16407" y="715"/>
                    <a:pt x="16562" y="357"/>
                    <a:pt x="1672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46"/>
            <p:cNvSpPr/>
            <p:nvPr/>
          </p:nvSpPr>
          <p:spPr>
            <a:xfrm>
              <a:off x="1436475" y="4035150"/>
              <a:ext cx="124150" cy="118800"/>
            </a:xfrm>
            <a:custGeom>
              <a:rect b="b" l="l" r="r" t="t"/>
              <a:pathLst>
                <a:path extrusionOk="0" h="4752" w="4966">
                  <a:moveTo>
                    <a:pt x="4965" y="0"/>
                  </a:moveTo>
                  <a:cubicBezTo>
                    <a:pt x="4964" y="6"/>
                    <a:pt x="4962" y="12"/>
                    <a:pt x="4960" y="17"/>
                  </a:cubicBezTo>
                  <a:lnTo>
                    <a:pt x="4960" y="17"/>
                  </a:lnTo>
                  <a:lnTo>
                    <a:pt x="4965" y="12"/>
                  </a:lnTo>
                  <a:lnTo>
                    <a:pt x="4965" y="0"/>
                  </a:lnTo>
                  <a:close/>
                  <a:moveTo>
                    <a:pt x="4960" y="17"/>
                  </a:moveTo>
                  <a:lnTo>
                    <a:pt x="929" y="3382"/>
                  </a:lnTo>
                  <a:cubicBezTo>
                    <a:pt x="632" y="3834"/>
                    <a:pt x="322" y="4299"/>
                    <a:pt x="1" y="4751"/>
                  </a:cubicBezTo>
                  <a:lnTo>
                    <a:pt x="4561" y="953"/>
                  </a:lnTo>
                  <a:cubicBezTo>
                    <a:pt x="4713" y="649"/>
                    <a:pt x="4853" y="333"/>
                    <a:pt x="4960" y="17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46"/>
            <p:cNvSpPr/>
            <p:nvPr/>
          </p:nvSpPr>
          <p:spPr>
            <a:xfrm>
              <a:off x="1405225" y="4096775"/>
              <a:ext cx="33050" cy="68475"/>
            </a:xfrm>
            <a:custGeom>
              <a:rect b="b" l="l" r="r" t="t"/>
              <a:pathLst>
                <a:path extrusionOk="0" h="2739" w="1322">
                  <a:moveTo>
                    <a:pt x="1322" y="0"/>
                  </a:moveTo>
                  <a:cubicBezTo>
                    <a:pt x="596" y="1762"/>
                    <a:pt x="12" y="2715"/>
                    <a:pt x="0" y="2739"/>
                  </a:cubicBezTo>
                  <a:cubicBezTo>
                    <a:pt x="0" y="2739"/>
                    <a:pt x="298" y="2477"/>
                    <a:pt x="786" y="2012"/>
                  </a:cubicBezTo>
                  <a:cubicBezTo>
                    <a:pt x="965" y="1345"/>
                    <a:pt x="1143" y="667"/>
                    <a:pt x="1322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46"/>
            <p:cNvSpPr/>
            <p:nvPr/>
          </p:nvSpPr>
          <p:spPr>
            <a:xfrm>
              <a:off x="1386175" y="4149150"/>
              <a:ext cx="38125" cy="46750"/>
            </a:xfrm>
            <a:custGeom>
              <a:rect b="b" l="l" r="r" t="t"/>
              <a:pathLst>
                <a:path extrusionOk="0" h="1870" w="1525">
                  <a:moveTo>
                    <a:pt x="1524" y="1"/>
                  </a:moveTo>
                  <a:lnTo>
                    <a:pt x="762" y="644"/>
                  </a:lnTo>
                  <a:lnTo>
                    <a:pt x="0" y="1870"/>
                  </a:lnTo>
                  <a:lnTo>
                    <a:pt x="1322" y="763"/>
                  </a:lnTo>
                  <a:cubicBezTo>
                    <a:pt x="1393" y="513"/>
                    <a:pt x="1453" y="251"/>
                    <a:pt x="152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46"/>
            <p:cNvSpPr/>
            <p:nvPr/>
          </p:nvSpPr>
          <p:spPr>
            <a:xfrm>
              <a:off x="1431125" y="2284050"/>
              <a:ext cx="378625" cy="696225"/>
            </a:xfrm>
            <a:custGeom>
              <a:rect b="b" l="l" r="r" t="t"/>
              <a:pathLst>
                <a:path extrusionOk="0" h="27849" w="15145">
                  <a:moveTo>
                    <a:pt x="11907" y="11335"/>
                  </a:moveTo>
                  <a:lnTo>
                    <a:pt x="11907" y="11335"/>
                  </a:lnTo>
                  <a:cubicBezTo>
                    <a:pt x="12526" y="12442"/>
                    <a:pt x="13252" y="13811"/>
                    <a:pt x="13990" y="15407"/>
                  </a:cubicBezTo>
                  <a:cubicBezTo>
                    <a:pt x="13347" y="14395"/>
                    <a:pt x="12561" y="12776"/>
                    <a:pt x="11907" y="11335"/>
                  </a:cubicBezTo>
                  <a:close/>
                  <a:moveTo>
                    <a:pt x="0" y="0"/>
                  </a:moveTo>
                  <a:lnTo>
                    <a:pt x="0" y="465"/>
                  </a:lnTo>
                  <a:cubicBezTo>
                    <a:pt x="48" y="465"/>
                    <a:pt x="4382" y="524"/>
                    <a:pt x="7835" y="4727"/>
                  </a:cubicBezTo>
                  <a:cubicBezTo>
                    <a:pt x="8561" y="5620"/>
                    <a:pt x="9287" y="6739"/>
                    <a:pt x="9930" y="8144"/>
                  </a:cubicBezTo>
                  <a:cubicBezTo>
                    <a:pt x="10942" y="10370"/>
                    <a:pt x="11752" y="13323"/>
                    <a:pt x="12037" y="17228"/>
                  </a:cubicBezTo>
                  <a:cubicBezTo>
                    <a:pt x="12061" y="17586"/>
                    <a:pt x="12097" y="17943"/>
                    <a:pt x="12109" y="18300"/>
                  </a:cubicBezTo>
                  <a:cubicBezTo>
                    <a:pt x="12121" y="18371"/>
                    <a:pt x="12121" y="18443"/>
                    <a:pt x="12121" y="18526"/>
                  </a:cubicBezTo>
                  <a:cubicBezTo>
                    <a:pt x="12133" y="18764"/>
                    <a:pt x="12145" y="19014"/>
                    <a:pt x="12145" y="19276"/>
                  </a:cubicBezTo>
                  <a:cubicBezTo>
                    <a:pt x="12157" y="19526"/>
                    <a:pt x="12157" y="19776"/>
                    <a:pt x="12157" y="20026"/>
                  </a:cubicBezTo>
                  <a:cubicBezTo>
                    <a:pt x="12168" y="20443"/>
                    <a:pt x="12168" y="20872"/>
                    <a:pt x="12157" y="21300"/>
                  </a:cubicBezTo>
                  <a:cubicBezTo>
                    <a:pt x="12145" y="22205"/>
                    <a:pt x="12109" y="23146"/>
                    <a:pt x="12049" y="24134"/>
                  </a:cubicBezTo>
                  <a:cubicBezTo>
                    <a:pt x="12002" y="25372"/>
                    <a:pt x="11895" y="26622"/>
                    <a:pt x="11704" y="27849"/>
                  </a:cubicBezTo>
                  <a:cubicBezTo>
                    <a:pt x="11990" y="26742"/>
                    <a:pt x="12240" y="25634"/>
                    <a:pt x="12454" y="24515"/>
                  </a:cubicBezTo>
                  <a:cubicBezTo>
                    <a:pt x="12764" y="21741"/>
                    <a:pt x="12966" y="18955"/>
                    <a:pt x="13002" y="16145"/>
                  </a:cubicBezTo>
                  <a:lnTo>
                    <a:pt x="13359" y="16133"/>
                  </a:lnTo>
                  <a:cubicBezTo>
                    <a:pt x="13371" y="15681"/>
                    <a:pt x="13383" y="15216"/>
                    <a:pt x="13383" y="14764"/>
                  </a:cubicBezTo>
                  <a:cubicBezTo>
                    <a:pt x="13478" y="15216"/>
                    <a:pt x="13573" y="15669"/>
                    <a:pt x="13669" y="16109"/>
                  </a:cubicBezTo>
                  <a:lnTo>
                    <a:pt x="14050" y="16097"/>
                  </a:lnTo>
                  <a:lnTo>
                    <a:pt x="14050" y="16097"/>
                  </a:lnTo>
                  <a:cubicBezTo>
                    <a:pt x="14026" y="16645"/>
                    <a:pt x="14002" y="17193"/>
                    <a:pt x="13978" y="17740"/>
                  </a:cubicBezTo>
                  <a:cubicBezTo>
                    <a:pt x="14050" y="18157"/>
                    <a:pt x="14121" y="18574"/>
                    <a:pt x="14193" y="18991"/>
                  </a:cubicBezTo>
                  <a:cubicBezTo>
                    <a:pt x="14252" y="18717"/>
                    <a:pt x="14323" y="18431"/>
                    <a:pt x="14383" y="18145"/>
                  </a:cubicBezTo>
                  <a:cubicBezTo>
                    <a:pt x="14645" y="17014"/>
                    <a:pt x="15109" y="18086"/>
                    <a:pt x="14645" y="17014"/>
                  </a:cubicBezTo>
                  <a:cubicBezTo>
                    <a:pt x="14585" y="16871"/>
                    <a:pt x="14574" y="16764"/>
                    <a:pt x="14562" y="16681"/>
                  </a:cubicBezTo>
                  <a:lnTo>
                    <a:pt x="14562" y="16681"/>
                  </a:lnTo>
                  <a:cubicBezTo>
                    <a:pt x="14752" y="17121"/>
                    <a:pt x="14955" y="17574"/>
                    <a:pt x="15145" y="18038"/>
                  </a:cubicBezTo>
                  <a:cubicBezTo>
                    <a:pt x="14776" y="16740"/>
                    <a:pt x="14371" y="15454"/>
                    <a:pt x="13931" y="14192"/>
                  </a:cubicBezTo>
                  <a:cubicBezTo>
                    <a:pt x="12180" y="10609"/>
                    <a:pt x="10668" y="8370"/>
                    <a:pt x="10371" y="7942"/>
                  </a:cubicBezTo>
                  <a:cubicBezTo>
                    <a:pt x="9763" y="6620"/>
                    <a:pt x="9037" y="5453"/>
                    <a:pt x="8192" y="4417"/>
                  </a:cubicBezTo>
                  <a:cubicBezTo>
                    <a:pt x="4596" y="48"/>
                    <a:pt x="191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46"/>
            <p:cNvSpPr/>
            <p:nvPr/>
          </p:nvSpPr>
          <p:spPr>
            <a:xfrm>
              <a:off x="1512975" y="2590325"/>
              <a:ext cx="39900" cy="74750"/>
            </a:xfrm>
            <a:custGeom>
              <a:rect b="b" l="l" r="r" t="t"/>
              <a:pathLst>
                <a:path extrusionOk="0" h="2990" w="1596">
                  <a:moveTo>
                    <a:pt x="274" y="1"/>
                  </a:moveTo>
                  <a:lnTo>
                    <a:pt x="0" y="179"/>
                  </a:lnTo>
                  <a:cubicBezTo>
                    <a:pt x="667" y="1025"/>
                    <a:pt x="1215" y="1977"/>
                    <a:pt x="1596" y="2989"/>
                  </a:cubicBezTo>
                  <a:cubicBezTo>
                    <a:pt x="1489" y="2596"/>
                    <a:pt x="1370" y="2215"/>
                    <a:pt x="1239" y="1822"/>
                  </a:cubicBezTo>
                  <a:cubicBezTo>
                    <a:pt x="965" y="1215"/>
                    <a:pt x="643" y="608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46"/>
            <p:cNvSpPr/>
            <p:nvPr/>
          </p:nvSpPr>
          <p:spPr>
            <a:xfrm>
              <a:off x="1365325" y="3118975"/>
              <a:ext cx="110475" cy="210450"/>
            </a:xfrm>
            <a:custGeom>
              <a:rect b="b" l="l" r="r" t="t"/>
              <a:pathLst>
                <a:path extrusionOk="0" h="8418" w="4419">
                  <a:moveTo>
                    <a:pt x="4418" y="0"/>
                  </a:moveTo>
                  <a:lnTo>
                    <a:pt x="4418" y="0"/>
                  </a:lnTo>
                  <a:cubicBezTo>
                    <a:pt x="3168" y="2608"/>
                    <a:pt x="1680" y="5108"/>
                    <a:pt x="1" y="7465"/>
                  </a:cubicBezTo>
                  <a:cubicBezTo>
                    <a:pt x="799" y="6370"/>
                    <a:pt x="1644" y="5156"/>
                    <a:pt x="2477" y="3822"/>
                  </a:cubicBezTo>
                  <a:lnTo>
                    <a:pt x="2477" y="3822"/>
                  </a:lnTo>
                  <a:cubicBezTo>
                    <a:pt x="2085" y="5251"/>
                    <a:pt x="1632" y="6799"/>
                    <a:pt x="1132" y="8418"/>
                  </a:cubicBezTo>
                  <a:cubicBezTo>
                    <a:pt x="2466" y="4846"/>
                    <a:pt x="3323" y="2441"/>
                    <a:pt x="3323" y="2441"/>
                  </a:cubicBezTo>
                  <a:cubicBezTo>
                    <a:pt x="3537" y="2084"/>
                    <a:pt x="3740" y="1715"/>
                    <a:pt x="3954" y="1346"/>
                  </a:cubicBezTo>
                  <a:cubicBezTo>
                    <a:pt x="4109" y="893"/>
                    <a:pt x="4263" y="453"/>
                    <a:pt x="4418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46"/>
            <p:cNvSpPr/>
            <p:nvPr/>
          </p:nvSpPr>
          <p:spPr>
            <a:xfrm>
              <a:off x="1398075" y="1522650"/>
              <a:ext cx="17000" cy="58950"/>
            </a:xfrm>
            <a:custGeom>
              <a:rect b="b" l="l" r="r" t="t"/>
              <a:pathLst>
                <a:path extrusionOk="0" h="2358" w="680">
                  <a:moveTo>
                    <a:pt x="1" y="0"/>
                  </a:moveTo>
                  <a:lnTo>
                    <a:pt x="1" y="0"/>
                  </a:lnTo>
                  <a:cubicBezTo>
                    <a:pt x="108" y="881"/>
                    <a:pt x="322" y="1726"/>
                    <a:pt x="679" y="2357"/>
                  </a:cubicBezTo>
                  <a:cubicBezTo>
                    <a:pt x="572" y="1560"/>
                    <a:pt x="310" y="774"/>
                    <a:pt x="1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46"/>
            <p:cNvSpPr/>
            <p:nvPr/>
          </p:nvSpPr>
          <p:spPr>
            <a:xfrm>
              <a:off x="848300" y="4183375"/>
              <a:ext cx="90525" cy="58675"/>
            </a:xfrm>
            <a:custGeom>
              <a:rect b="b" l="l" r="r" t="t"/>
              <a:pathLst>
                <a:path extrusionOk="0" h="2347" w="3621">
                  <a:moveTo>
                    <a:pt x="3620" y="1"/>
                  </a:moveTo>
                  <a:cubicBezTo>
                    <a:pt x="3620" y="1"/>
                    <a:pt x="3358" y="72"/>
                    <a:pt x="2918" y="167"/>
                  </a:cubicBezTo>
                  <a:cubicBezTo>
                    <a:pt x="2763" y="227"/>
                    <a:pt x="2620" y="298"/>
                    <a:pt x="2465" y="358"/>
                  </a:cubicBezTo>
                  <a:cubicBezTo>
                    <a:pt x="2561" y="310"/>
                    <a:pt x="2644" y="251"/>
                    <a:pt x="2727" y="203"/>
                  </a:cubicBezTo>
                  <a:lnTo>
                    <a:pt x="2727" y="203"/>
                  </a:lnTo>
                  <a:cubicBezTo>
                    <a:pt x="2394" y="263"/>
                    <a:pt x="1977" y="322"/>
                    <a:pt x="1513" y="370"/>
                  </a:cubicBezTo>
                  <a:cubicBezTo>
                    <a:pt x="1822" y="346"/>
                    <a:pt x="2132" y="322"/>
                    <a:pt x="2454" y="263"/>
                  </a:cubicBezTo>
                  <a:lnTo>
                    <a:pt x="2454" y="263"/>
                  </a:lnTo>
                  <a:cubicBezTo>
                    <a:pt x="1965" y="608"/>
                    <a:pt x="1322" y="1037"/>
                    <a:pt x="584" y="1477"/>
                  </a:cubicBezTo>
                  <a:cubicBezTo>
                    <a:pt x="394" y="1584"/>
                    <a:pt x="203" y="1691"/>
                    <a:pt x="1" y="1811"/>
                  </a:cubicBezTo>
                  <a:lnTo>
                    <a:pt x="1" y="2346"/>
                  </a:lnTo>
                  <a:cubicBezTo>
                    <a:pt x="1108" y="1751"/>
                    <a:pt x="2096" y="1096"/>
                    <a:pt x="2763" y="632"/>
                  </a:cubicBezTo>
                  <a:cubicBezTo>
                    <a:pt x="2846" y="596"/>
                    <a:pt x="2918" y="548"/>
                    <a:pt x="3001" y="513"/>
                  </a:cubicBezTo>
                  <a:cubicBezTo>
                    <a:pt x="3204" y="346"/>
                    <a:pt x="3418" y="179"/>
                    <a:pt x="362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46"/>
            <p:cNvSpPr/>
            <p:nvPr/>
          </p:nvSpPr>
          <p:spPr>
            <a:xfrm>
              <a:off x="848300" y="4114325"/>
              <a:ext cx="278925" cy="152725"/>
            </a:xfrm>
            <a:custGeom>
              <a:rect b="b" l="l" r="r" t="t"/>
              <a:pathLst>
                <a:path extrusionOk="0" h="6109" w="11157">
                  <a:moveTo>
                    <a:pt x="11157" y="1"/>
                  </a:moveTo>
                  <a:cubicBezTo>
                    <a:pt x="10684" y="405"/>
                    <a:pt x="10216" y="786"/>
                    <a:pt x="9754" y="1143"/>
                  </a:cubicBezTo>
                  <a:lnTo>
                    <a:pt x="9754" y="1143"/>
                  </a:lnTo>
                  <a:cubicBezTo>
                    <a:pt x="10235" y="771"/>
                    <a:pt x="10703" y="389"/>
                    <a:pt x="11157" y="1"/>
                  </a:cubicBezTo>
                  <a:close/>
                  <a:moveTo>
                    <a:pt x="9754" y="1143"/>
                  </a:moveTo>
                  <a:lnTo>
                    <a:pt x="9754" y="1143"/>
                  </a:lnTo>
                  <a:cubicBezTo>
                    <a:pt x="6905" y="3343"/>
                    <a:pt x="3597" y="5176"/>
                    <a:pt x="1" y="5858"/>
                  </a:cubicBezTo>
                  <a:lnTo>
                    <a:pt x="1" y="6108"/>
                  </a:lnTo>
                  <a:cubicBezTo>
                    <a:pt x="2458" y="5502"/>
                    <a:pt x="5884" y="4136"/>
                    <a:pt x="9754" y="1143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46"/>
            <p:cNvSpPr/>
            <p:nvPr/>
          </p:nvSpPr>
          <p:spPr>
            <a:xfrm>
              <a:off x="848300" y="3856850"/>
              <a:ext cx="324175" cy="304225"/>
            </a:xfrm>
            <a:custGeom>
              <a:rect b="b" l="l" r="r" t="t"/>
              <a:pathLst>
                <a:path extrusionOk="0" h="12169" w="12967">
                  <a:moveTo>
                    <a:pt x="12967" y="1"/>
                  </a:moveTo>
                  <a:lnTo>
                    <a:pt x="12967" y="1"/>
                  </a:lnTo>
                  <a:cubicBezTo>
                    <a:pt x="10228" y="4620"/>
                    <a:pt x="7061" y="8454"/>
                    <a:pt x="3466" y="10442"/>
                  </a:cubicBezTo>
                  <a:cubicBezTo>
                    <a:pt x="2323" y="11073"/>
                    <a:pt x="1168" y="11490"/>
                    <a:pt x="1" y="11693"/>
                  </a:cubicBezTo>
                  <a:lnTo>
                    <a:pt x="1" y="12169"/>
                  </a:lnTo>
                  <a:cubicBezTo>
                    <a:pt x="37" y="12157"/>
                    <a:pt x="72" y="12157"/>
                    <a:pt x="108" y="12145"/>
                  </a:cubicBezTo>
                  <a:cubicBezTo>
                    <a:pt x="227" y="12133"/>
                    <a:pt x="346" y="12109"/>
                    <a:pt x="465" y="12085"/>
                  </a:cubicBezTo>
                  <a:cubicBezTo>
                    <a:pt x="1549" y="11847"/>
                    <a:pt x="2632" y="11443"/>
                    <a:pt x="3692" y="10859"/>
                  </a:cubicBezTo>
                  <a:cubicBezTo>
                    <a:pt x="6240" y="9454"/>
                    <a:pt x="8585" y="7132"/>
                    <a:pt x="10705" y="4275"/>
                  </a:cubicBezTo>
                  <a:cubicBezTo>
                    <a:pt x="11431" y="3013"/>
                    <a:pt x="12193" y="1572"/>
                    <a:pt x="129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46"/>
            <p:cNvSpPr/>
            <p:nvPr/>
          </p:nvSpPr>
          <p:spPr>
            <a:xfrm>
              <a:off x="848300" y="3224050"/>
              <a:ext cx="2425" cy="6850"/>
            </a:xfrm>
            <a:custGeom>
              <a:rect b="b" l="l" r="r" t="t"/>
              <a:pathLst>
                <a:path extrusionOk="0" h="274" w="97">
                  <a:moveTo>
                    <a:pt x="96" y="0"/>
                  </a:moveTo>
                  <a:cubicBezTo>
                    <a:pt x="60" y="0"/>
                    <a:pt x="37" y="12"/>
                    <a:pt x="1" y="12"/>
                  </a:cubicBezTo>
                  <a:lnTo>
                    <a:pt x="1" y="274"/>
                  </a:lnTo>
                  <a:cubicBezTo>
                    <a:pt x="37" y="179"/>
                    <a:pt x="72" y="83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46"/>
            <p:cNvSpPr/>
            <p:nvPr/>
          </p:nvSpPr>
          <p:spPr>
            <a:xfrm>
              <a:off x="848300" y="3199925"/>
              <a:ext cx="224775" cy="179525"/>
            </a:xfrm>
            <a:custGeom>
              <a:rect b="b" l="l" r="r" t="t"/>
              <a:pathLst>
                <a:path extrusionOk="0" h="7181" w="8991">
                  <a:moveTo>
                    <a:pt x="8990" y="1"/>
                  </a:moveTo>
                  <a:cubicBezTo>
                    <a:pt x="8788" y="13"/>
                    <a:pt x="8585" y="24"/>
                    <a:pt x="8383" y="36"/>
                  </a:cubicBezTo>
                  <a:cubicBezTo>
                    <a:pt x="5716" y="3537"/>
                    <a:pt x="3144" y="5406"/>
                    <a:pt x="2013" y="6120"/>
                  </a:cubicBezTo>
                  <a:lnTo>
                    <a:pt x="2156" y="5775"/>
                  </a:lnTo>
                  <a:lnTo>
                    <a:pt x="2156" y="5775"/>
                  </a:lnTo>
                  <a:cubicBezTo>
                    <a:pt x="2001" y="5882"/>
                    <a:pt x="1846" y="5989"/>
                    <a:pt x="1680" y="6085"/>
                  </a:cubicBezTo>
                  <a:cubicBezTo>
                    <a:pt x="2596" y="4251"/>
                    <a:pt x="3394" y="2358"/>
                    <a:pt x="4049" y="429"/>
                  </a:cubicBezTo>
                  <a:cubicBezTo>
                    <a:pt x="3954" y="429"/>
                    <a:pt x="3858" y="441"/>
                    <a:pt x="3763" y="453"/>
                  </a:cubicBezTo>
                  <a:cubicBezTo>
                    <a:pt x="2656" y="2322"/>
                    <a:pt x="1263" y="3632"/>
                    <a:pt x="1" y="4537"/>
                  </a:cubicBezTo>
                  <a:lnTo>
                    <a:pt x="1" y="5108"/>
                  </a:lnTo>
                  <a:cubicBezTo>
                    <a:pt x="1013" y="4418"/>
                    <a:pt x="2120" y="3477"/>
                    <a:pt x="3120" y="2215"/>
                  </a:cubicBezTo>
                  <a:lnTo>
                    <a:pt x="3120" y="2215"/>
                  </a:lnTo>
                  <a:lnTo>
                    <a:pt x="1072" y="7180"/>
                  </a:lnTo>
                  <a:lnTo>
                    <a:pt x="1072" y="7180"/>
                  </a:lnTo>
                  <a:lnTo>
                    <a:pt x="1632" y="6894"/>
                  </a:lnTo>
                  <a:cubicBezTo>
                    <a:pt x="1703" y="6859"/>
                    <a:pt x="5299" y="4966"/>
                    <a:pt x="899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46"/>
            <p:cNvSpPr/>
            <p:nvPr/>
          </p:nvSpPr>
          <p:spPr>
            <a:xfrm>
              <a:off x="848300" y="2681325"/>
              <a:ext cx="580175" cy="1002925"/>
            </a:xfrm>
            <a:custGeom>
              <a:rect b="b" l="l" r="r" t="t"/>
              <a:pathLst>
                <a:path extrusionOk="0" h="40117" w="23207">
                  <a:moveTo>
                    <a:pt x="17759" y="1"/>
                  </a:moveTo>
                  <a:cubicBezTo>
                    <a:pt x="16918" y="1"/>
                    <a:pt x="16307" y="166"/>
                    <a:pt x="16253" y="183"/>
                  </a:cubicBezTo>
                  <a:lnTo>
                    <a:pt x="16098" y="218"/>
                  </a:lnTo>
                  <a:lnTo>
                    <a:pt x="16086" y="373"/>
                  </a:lnTo>
                  <a:cubicBezTo>
                    <a:pt x="15443" y="5600"/>
                    <a:pt x="14181" y="9898"/>
                    <a:pt x="12657" y="13410"/>
                  </a:cubicBezTo>
                  <a:cubicBezTo>
                    <a:pt x="12621" y="13506"/>
                    <a:pt x="12586" y="13601"/>
                    <a:pt x="12538" y="13696"/>
                  </a:cubicBezTo>
                  <a:cubicBezTo>
                    <a:pt x="11598" y="15899"/>
                    <a:pt x="10407" y="18018"/>
                    <a:pt x="8990" y="19947"/>
                  </a:cubicBezTo>
                  <a:cubicBezTo>
                    <a:pt x="9169" y="19959"/>
                    <a:pt x="9359" y="19983"/>
                    <a:pt x="9538" y="19995"/>
                  </a:cubicBezTo>
                  <a:cubicBezTo>
                    <a:pt x="10383" y="18780"/>
                    <a:pt x="11228" y="17411"/>
                    <a:pt x="12026" y="15863"/>
                  </a:cubicBezTo>
                  <a:cubicBezTo>
                    <a:pt x="13574" y="12994"/>
                    <a:pt x="14943" y="10017"/>
                    <a:pt x="16110" y="6969"/>
                  </a:cubicBezTo>
                  <a:cubicBezTo>
                    <a:pt x="16646" y="5576"/>
                    <a:pt x="17170" y="4112"/>
                    <a:pt x="18253" y="3100"/>
                  </a:cubicBezTo>
                  <a:cubicBezTo>
                    <a:pt x="18908" y="2482"/>
                    <a:pt x="19842" y="2093"/>
                    <a:pt x="20726" y="2093"/>
                  </a:cubicBezTo>
                  <a:cubicBezTo>
                    <a:pt x="20968" y="2093"/>
                    <a:pt x="21205" y="2122"/>
                    <a:pt x="21432" y="2183"/>
                  </a:cubicBezTo>
                  <a:cubicBezTo>
                    <a:pt x="22718" y="3897"/>
                    <a:pt x="23039" y="6802"/>
                    <a:pt x="22373" y="10862"/>
                  </a:cubicBezTo>
                  <a:cubicBezTo>
                    <a:pt x="20313" y="23483"/>
                    <a:pt x="16158" y="29758"/>
                    <a:pt x="16122" y="29817"/>
                  </a:cubicBezTo>
                  <a:lnTo>
                    <a:pt x="16205" y="29877"/>
                  </a:lnTo>
                  <a:cubicBezTo>
                    <a:pt x="15798" y="29905"/>
                    <a:pt x="15364" y="29919"/>
                    <a:pt x="14905" y="29919"/>
                  </a:cubicBezTo>
                  <a:cubicBezTo>
                    <a:pt x="14034" y="29919"/>
                    <a:pt x="13071" y="29871"/>
                    <a:pt x="12026" y="29793"/>
                  </a:cubicBezTo>
                  <a:cubicBezTo>
                    <a:pt x="13217" y="28996"/>
                    <a:pt x="14098" y="27722"/>
                    <a:pt x="14372" y="26317"/>
                  </a:cubicBezTo>
                  <a:lnTo>
                    <a:pt x="14372" y="26317"/>
                  </a:lnTo>
                  <a:cubicBezTo>
                    <a:pt x="13288" y="27769"/>
                    <a:pt x="11586" y="28674"/>
                    <a:pt x="9812" y="29079"/>
                  </a:cubicBezTo>
                  <a:cubicBezTo>
                    <a:pt x="9097" y="29234"/>
                    <a:pt x="8383" y="29317"/>
                    <a:pt x="7657" y="29353"/>
                  </a:cubicBezTo>
                  <a:cubicBezTo>
                    <a:pt x="7037" y="29281"/>
                    <a:pt x="6406" y="29210"/>
                    <a:pt x="5763" y="29127"/>
                  </a:cubicBezTo>
                  <a:cubicBezTo>
                    <a:pt x="5644" y="29103"/>
                    <a:pt x="5525" y="29067"/>
                    <a:pt x="5406" y="29043"/>
                  </a:cubicBezTo>
                  <a:cubicBezTo>
                    <a:pt x="7073" y="28579"/>
                    <a:pt x="8478" y="27269"/>
                    <a:pt x="9752" y="26031"/>
                  </a:cubicBezTo>
                  <a:lnTo>
                    <a:pt x="9752" y="26031"/>
                  </a:lnTo>
                  <a:cubicBezTo>
                    <a:pt x="7609" y="27412"/>
                    <a:pt x="5132" y="28257"/>
                    <a:pt x="2596" y="28507"/>
                  </a:cubicBezTo>
                  <a:cubicBezTo>
                    <a:pt x="2215" y="28448"/>
                    <a:pt x="1846" y="28377"/>
                    <a:pt x="1465" y="28329"/>
                  </a:cubicBezTo>
                  <a:cubicBezTo>
                    <a:pt x="977" y="28246"/>
                    <a:pt x="489" y="28174"/>
                    <a:pt x="1" y="28115"/>
                  </a:cubicBezTo>
                  <a:lnTo>
                    <a:pt x="1" y="28436"/>
                  </a:lnTo>
                  <a:cubicBezTo>
                    <a:pt x="465" y="28484"/>
                    <a:pt x="906" y="28531"/>
                    <a:pt x="1334" y="28579"/>
                  </a:cubicBezTo>
                  <a:lnTo>
                    <a:pt x="834" y="28579"/>
                  </a:lnTo>
                  <a:cubicBezTo>
                    <a:pt x="560" y="28555"/>
                    <a:pt x="275" y="28531"/>
                    <a:pt x="1" y="28507"/>
                  </a:cubicBezTo>
                  <a:lnTo>
                    <a:pt x="1" y="29222"/>
                  </a:lnTo>
                  <a:cubicBezTo>
                    <a:pt x="354" y="29239"/>
                    <a:pt x="706" y="29249"/>
                    <a:pt x="1059" y="29249"/>
                  </a:cubicBezTo>
                  <a:cubicBezTo>
                    <a:pt x="2181" y="29249"/>
                    <a:pt x="3298" y="29151"/>
                    <a:pt x="4394" y="28888"/>
                  </a:cubicBezTo>
                  <a:lnTo>
                    <a:pt x="4394" y="28888"/>
                  </a:lnTo>
                  <a:cubicBezTo>
                    <a:pt x="3811" y="29127"/>
                    <a:pt x="3239" y="29353"/>
                    <a:pt x="2656" y="29579"/>
                  </a:cubicBezTo>
                  <a:cubicBezTo>
                    <a:pt x="5454" y="29662"/>
                    <a:pt x="8264" y="29746"/>
                    <a:pt x="11062" y="29829"/>
                  </a:cubicBezTo>
                  <a:cubicBezTo>
                    <a:pt x="10240" y="30139"/>
                    <a:pt x="9419" y="30460"/>
                    <a:pt x="8550" y="30627"/>
                  </a:cubicBezTo>
                  <a:cubicBezTo>
                    <a:pt x="10229" y="30854"/>
                    <a:pt x="11924" y="30968"/>
                    <a:pt x="13617" y="30968"/>
                  </a:cubicBezTo>
                  <a:cubicBezTo>
                    <a:pt x="14493" y="30968"/>
                    <a:pt x="15368" y="30938"/>
                    <a:pt x="16241" y="30877"/>
                  </a:cubicBezTo>
                  <a:lnTo>
                    <a:pt x="16241" y="30877"/>
                  </a:lnTo>
                  <a:cubicBezTo>
                    <a:pt x="15355" y="31815"/>
                    <a:pt x="14037" y="32056"/>
                    <a:pt x="12705" y="32056"/>
                  </a:cubicBezTo>
                  <a:cubicBezTo>
                    <a:pt x="12228" y="32056"/>
                    <a:pt x="11749" y="32025"/>
                    <a:pt x="11288" y="31984"/>
                  </a:cubicBezTo>
                  <a:cubicBezTo>
                    <a:pt x="7526" y="31639"/>
                    <a:pt x="3775" y="31044"/>
                    <a:pt x="1" y="30889"/>
                  </a:cubicBezTo>
                  <a:lnTo>
                    <a:pt x="1" y="31865"/>
                  </a:lnTo>
                  <a:cubicBezTo>
                    <a:pt x="727" y="31865"/>
                    <a:pt x="1465" y="31877"/>
                    <a:pt x="2192" y="31901"/>
                  </a:cubicBezTo>
                  <a:cubicBezTo>
                    <a:pt x="2608" y="31913"/>
                    <a:pt x="3025" y="31925"/>
                    <a:pt x="3430" y="31936"/>
                  </a:cubicBezTo>
                  <a:cubicBezTo>
                    <a:pt x="4501" y="31972"/>
                    <a:pt x="5561" y="32020"/>
                    <a:pt x="6549" y="32067"/>
                  </a:cubicBezTo>
                  <a:cubicBezTo>
                    <a:pt x="9609" y="32234"/>
                    <a:pt x="12074" y="32460"/>
                    <a:pt x="12705" y="32663"/>
                  </a:cubicBezTo>
                  <a:cubicBezTo>
                    <a:pt x="14098" y="33127"/>
                    <a:pt x="5716" y="39926"/>
                    <a:pt x="5716" y="39926"/>
                  </a:cubicBezTo>
                  <a:cubicBezTo>
                    <a:pt x="5859" y="39878"/>
                    <a:pt x="5990" y="39830"/>
                    <a:pt x="6121" y="39771"/>
                  </a:cubicBezTo>
                  <a:lnTo>
                    <a:pt x="6121" y="39771"/>
                  </a:lnTo>
                  <a:cubicBezTo>
                    <a:pt x="5930" y="39890"/>
                    <a:pt x="5740" y="39997"/>
                    <a:pt x="5549" y="40116"/>
                  </a:cubicBezTo>
                  <a:cubicBezTo>
                    <a:pt x="5728" y="40057"/>
                    <a:pt x="5918" y="40009"/>
                    <a:pt x="6109" y="39961"/>
                  </a:cubicBezTo>
                  <a:cubicBezTo>
                    <a:pt x="7109" y="39676"/>
                    <a:pt x="8145" y="39509"/>
                    <a:pt x="9192" y="39473"/>
                  </a:cubicBezTo>
                  <a:cubicBezTo>
                    <a:pt x="8740" y="39425"/>
                    <a:pt x="8299" y="39295"/>
                    <a:pt x="7895" y="39080"/>
                  </a:cubicBezTo>
                  <a:lnTo>
                    <a:pt x="7895" y="39080"/>
                  </a:lnTo>
                  <a:cubicBezTo>
                    <a:pt x="8460" y="39137"/>
                    <a:pt x="9026" y="39167"/>
                    <a:pt x="9589" y="39167"/>
                  </a:cubicBezTo>
                  <a:cubicBezTo>
                    <a:pt x="10094" y="39167"/>
                    <a:pt x="10597" y="39143"/>
                    <a:pt x="11097" y="39092"/>
                  </a:cubicBezTo>
                  <a:cubicBezTo>
                    <a:pt x="10943" y="38818"/>
                    <a:pt x="10800" y="38521"/>
                    <a:pt x="10693" y="38211"/>
                  </a:cubicBezTo>
                  <a:cubicBezTo>
                    <a:pt x="10633" y="38080"/>
                    <a:pt x="10597" y="37937"/>
                    <a:pt x="10621" y="37794"/>
                  </a:cubicBezTo>
                  <a:cubicBezTo>
                    <a:pt x="10645" y="37616"/>
                    <a:pt x="10788" y="37485"/>
                    <a:pt x="10931" y="37354"/>
                  </a:cubicBezTo>
                  <a:cubicBezTo>
                    <a:pt x="10990" y="37294"/>
                    <a:pt x="11062" y="37235"/>
                    <a:pt x="11121" y="37175"/>
                  </a:cubicBezTo>
                  <a:cubicBezTo>
                    <a:pt x="16003" y="33794"/>
                    <a:pt x="18420" y="29448"/>
                    <a:pt x="18420" y="29448"/>
                  </a:cubicBezTo>
                  <a:lnTo>
                    <a:pt x="18420" y="29448"/>
                  </a:lnTo>
                  <a:cubicBezTo>
                    <a:pt x="17967" y="29639"/>
                    <a:pt x="17396" y="29758"/>
                    <a:pt x="16741" y="29829"/>
                  </a:cubicBezTo>
                  <a:cubicBezTo>
                    <a:pt x="16908" y="29650"/>
                    <a:pt x="17158" y="29377"/>
                    <a:pt x="17467" y="29019"/>
                  </a:cubicBezTo>
                  <a:cubicBezTo>
                    <a:pt x="17634" y="28579"/>
                    <a:pt x="17801" y="28138"/>
                    <a:pt x="17967" y="27686"/>
                  </a:cubicBezTo>
                  <a:lnTo>
                    <a:pt x="17967" y="27686"/>
                  </a:lnTo>
                  <a:cubicBezTo>
                    <a:pt x="17848" y="27841"/>
                    <a:pt x="17717" y="27996"/>
                    <a:pt x="17598" y="28138"/>
                  </a:cubicBezTo>
                  <a:cubicBezTo>
                    <a:pt x="17896" y="27555"/>
                    <a:pt x="18229" y="26853"/>
                    <a:pt x="18598" y="26019"/>
                  </a:cubicBezTo>
                  <a:cubicBezTo>
                    <a:pt x="20515" y="20637"/>
                    <a:pt x="21861" y="15053"/>
                    <a:pt x="22658" y="9398"/>
                  </a:cubicBezTo>
                  <a:cubicBezTo>
                    <a:pt x="22992" y="7076"/>
                    <a:pt x="23206" y="4600"/>
                    <a:pt x="22194" y="2492"/>
                  </a:cubicBezTo>
                  <a:cubicBezTo>
                    <a:pt x="22182" y="2469"/>
                    <a:pt x="22182" y="2457"/>
                    <a:pt x="22170" y="2445"/>
                  </a:cubicBezTo>
                  <a:cubicBezTo>
                    <a:pt x="22158" y="2421"/>
                    <a:pt x="22146" y="2409"/>
                    <a:pt x="22135" y="2385"/>
                  </a:cubicBezTo>
                  <a:cubicBezTo>
                    <a:pt x="22123" y="2373"/>
                    <a:pt x="22123" y="2361"/>
                    <a:pt x="22111" y="2361"/>
                  </a:cubicBezTo>
                  <a:cubicBezTo>
                    <a:pt x="21849" y="1921"/>
                    <a:pt x="21539" y="1540"/>
                    <a:pt x="21182" y="1230"/>
                  </a:cubicBezTo>
                  <a:cubicBezTo>
                    <a:pt x="20083" y="235"/>
                    <a:pt x="18759" y="1"/>
                    <a:pt x="1775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46"/>
            <p:cNvSpPr/>
            <p:nvPr/>
          </p:nvSpPr>
          <p:spPr>
            <a:xfrm>
              <a:off x="876300" y="2857925"/>
              <a:ext cx="29475" cy="111650"/>
            </a:xfrm>
            <a:custGeom>
              <a:rect b="b" l="l" r="r" t="t"/>
              <a:pathLst>
                <a:path extrusionOk="0" h="4466" w="1179">
                  <a:moveTo>
                    <a:pt x="1179" y="0"/>
                  </a:moveTo>
                  <a:lnTo>
                    <a:pt x="1179" y="0"/>
                  </a:lnTo>
                  <a:cubicBezTo>
                    <a:pt x="953" y="1322"/>
                    <a:pt x="536" y="2608"/>
                    <a:pt x="0" y="3834"/>
                  </a:cubicBezTo>
                  <a:lnTo>
                    <a:pt x="321" y="4465"/>
                  </a:lnTo>
                  <a:cubicBezTo>
                    <a:pt x="714" y="3001"/>
                    <a:pt x="1000" y="1512"/>
                    <a:pt x="1179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46"/>
            <p:cNvSpPr/>
            <p:nvPr/>
          </p:nvSpPr>
          <p:spPr>
            <a:xfrm>
              <a:off x="959025" y="3165400"/>
              <a:ext cx="4500" cy="10750"/>
            </a:xfrm>
            <a:custGeom>
              <a:rect b="b" l="l" r="r" t="t"/>
              <a:pathLst>
                <a:path extrusionOk="0" h="430" w="180">
                  <a:moveTo>
                    <a:pt x="180" y="0"/>
                  </a:moveTo>
                  <a:lnTo>
                    <a:pt x="1" y="429"/>
                  </a:lnTo>
                  <a:lnTo>
                    <a:pt x="49" y="429"/>
                  </a:lnTo>
                  <a:cubicBezTo>
                    <a:pt x="96" y="286"/>
                    <a:pt x="144" y="143"/>
                    <a:pt x="180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46"/>
            <p:cNvSpPr/>
            <p:nvPr/>
          </p:nvSpPr>
          <p:spPr>
            <a:xfrm>
              <a:off x="1137325" y="3856550"/>
              <a:ext cx="212550" cy="421500"/>
            </a:xfrm>
            <a:custGeom>
              <a:rect b="b" l="l" r="r" t="t"/>
              <a:pathLst>
                <a:path extrusionOk="0" h="16860" w="8502">
                  <a:moveTo>
                    <a:pt x="8502" y="1"/>
                  </a:moveTo>
                  <a:cubicBezTo>
                    <a:pt x="8502" y="1"/>
                    <a:pt x="8335" y="275"/>
                    <a:pt x="8014" y="751"/>
                  </a:cubicBezTo>
                  <a:cubicBezTo>
                    <a:pt x="6895" y="4037"/>
                    <a:pt x="4239" y="11169"/>
                    <a:pt x="1001" y="15515"/>
                  </a:cubicBezTo>
                  <a:lnTo>
                    <a:pt x="1" y="16860"/>
                  </a:lnTo>
                  <a:lnTo>
                    <a:pt x="1334" y="15836"/>
                  </a:lnTo>
                  <a:cubicBezTo>
                    <a:pt x="1334" y="15836"/>
                    <a:pt x="7418" y="5037"/>
                    <a:pt x="8502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46"/>
            <p:cNvSpPr/>
            <p:nvPr/>
          </p:nvSpPr>
          <p:spPr>
            <a:xfrm>
              <a:off x="891175" y="2653725"/>
              <a:ext cx="12525" cy="52425"/>
            </a:xfrm>
            <a:custGeom>
              <a:rect b="b" l="l" r="r" t="t"/>
              <a:pathLst>
                <a:path extrusionOk="0" h="2097" w="501">
                  <a:moveTo>
                    <a:pt x="36" y="1"/>
                  </a:moveTo>
                  <a:cubicBezTo>
                    <a:pt x="24" y="84"/>
                    <a:pt x="12" y="179"/>
                    <a:pt x="0" y="263"/>
                  </a:cubicBezTo>
                  <a:cubicBezTo>
                    <a:pt x="155" y="870"/>
                    <a:pt x="298" y="1489"/>
                    <a:pt x="417" y="2096"/>
                  </a:cubicBezTo>
                  <a:cubicBezTo>
                    <a:pt x="369" y="1418"/>
                    <a:pt x="381" y="739"/>
                    <a:pt x="500" y="84"/>
                  </a:cubicBezTo>
                  <a:lnTo>
                    <a:pt x="36" y="1"/>
                  </a:ln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46"/>
            <p:cNvSpPr/>
            <p:nvPr/>
          </p:nvSpPr>
          <p:spPr>
            <a:xfrm>
              <a:off x="848300" y="2957350"/>
              <a:ext cx="35450" cy="220875"/>
            </a:xfrm>
            <a:custGeom>
              <a:rect b="b" l="l" r="r" t="t"/>
              <a:pathLst>
                <a:path extrusionOk="0" h="8835" w="1418">
                  <a:moveTo>
                    <a:pt x="1060" y="0"/>
                  </a:moveTo>
                  <a:cubicBezTo>
                    <a:pt x="1037" y="36"/>
                    <a:pt x="1025" y="71"/>
                    <a:pt x="1013" y="107"/>
                  </a:cubicBezTo>
                  <a:cubicBezTo>
                    <a:pt x="727" y="881"/>
                    <a:pt x="394" y="1655"/>
                    <a:pt x="1" y="2405"/>
                  </a:cubicBezTo>
                  <a:lnTo>
                    <a:pt x="1" y="3381"/>
                  </a:lnTo>
                  <a:cubicBezTo>
                    <a:pt x="418" y="2655"/>
                    <a:pt x="787" y="1917"/>
                    <a:pt x="1108" y="1167"/>
                  </a:cubicBezTo>
                  <a:lnTo>
                    <a:pt x="1108" y="1167"/>
                  </a:lnTo>
                  <a:cubicBezTo>
                    <a:pt x="1060" y="2822"/>
                    <a:pt x="858" y="5822"/>
                    <a:pt x="108" y="8834"/>
                  </a:cubicBezTo>
                  <a:cubicBezTo>
                    <a:pt x="275" y="8834"/>
                    <a:pt x="453" y="8823"/>
                    <a:pt x="620" y="8823"/>
                  </a:cubicBezTo>
                  <a:cubicBezTo>
                    <a:pt x="1025" y="7144"/>
                    <a:pt x="1263" y="5477"/>
                    <a:pt x="1406" y="4060"/>
                  </a:cubicBezTo>
                  <a:cubicBezTo>
                    <a:pt x="1418" y="2691"/>
                    <a:pt x="1311" y="1334"/>
                    <a:pt x="106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46"/>
            <p:cNvSpPr/>
            <p:nvPr/>
          </p:nvSpPr>
          <p:spPr>
            <a:xfrm>
              <a:off x="848300" y="3562175"/>
              <a:ext cx="89325" cy="119150"/>
            </a:xfrm>
            <a:custGeom>
              <a:rect b="b" l="l" r="r" t="t"/>
              <a:pathLst>
                <a:path extrusionOk="0" h="4766" w="3573">
                  <a:moveTo>
                    <a:pt x="1" y="0"/>
                  </a:moveTo>
                  <a:lnTo>
                    <a:pt x="1" y="48"/>
                  </a:lnTo>
                  <a:cubicBezTo>
                    <a:pt x="37" y="143"/>
                    <a:pt x="60" y="251"/>
                    <a:pt x="72" y="346"/>
                  </a:cubicBezTo>
                  <a:cubicBezTo>
                    <a:pt x="96" y="608"/>
                    <a:pt x="72" y="846"/>
                    <a:pt x="1" y="1084"/>
                  </a:cubicBezTo>
                  <a:lnTo>
                    <a:pt x="1" y="4739"/>
                  </a:lnTo>
                  <a:cubicBezTo>
                    <a:pt x="150" y="4757"/>
                    <a:pt x="301" y="4766"/>
                    <a:pt x="453" y="4766"/>
                  </a:cubicBezTo>
                  <a:cubicBezTo>
                    <a:pt x="605" y="4766"/>
                    <a:pt x="757" y="4757"/>
                    <a:pt x="906" y="4739"/>
                  </a:cubicBezTo>
                  <a:cubicBezTo>
                    <a:pt x="2418" y="3894"/>
                    <a:pt x="3454" y="2334"/>
                    <a:pt x="3573" y="512"/>
                  </a:cubicBezTo>
                  <a:cubicBezTo>
                    <a:pt x="2406" y="203"/>
                    <a:pt x="1203" y="24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46"/>
            <p:cNvSpPr/>
            <p:nvPr/>
          </p:nvSpPr>
          <p:spPr>
            <a:xfrm>
              <a:off x="848300" y="3712500"/>
              <a:ext cx="50325" cy="10425"/>
            </a:xfrm>
            <a:custGeom>
              <a:rect b="b" l="l" r="r" t="t"/>
              <a:pathLst>
                <a:path extrusionOk="0" h="417" w="2013">
                  <a:moveTo>
                    <a:pt x="2013" y="0"/>
                  </a:moveTo>
                  <a:lnTo>
                    <a:pt x="2013" y="0"/>
                  </a:lnTo>
                  <a:cubicBezTo>
                    <a:pt x="1874" y="32"/>
                    <a:pt x="1735" y="63"/>
                    <a:pt x="1596" y="93"/>
                  </a:cubicBezTo>
                  <a:lnTo>
                    <a:pt x="1596" y="93"/>
                  </a:lnTo>
                  <a:cubicBezTo>
                    <a:pt x="1737" y="65"/>
                    <a:pt x="1876" y="34"/>
                    <a:pt x="2013" y="0"/>
                  </a:cubicBezTo>
                  <a:close/>
                  <a:moveTo>
                    <a:pt x="1596" y="93"/>
                  </a:moveTo>
                  <a:cubicBezTo>
                    <a:pt x="1140" y="187"/>
                    <a:pt x="670" y="258"/>
                    <a:pt x="215" y="322"/>
                  </a:cubicBezTo>
                  <a:cubicBezTo>
                    <a:pt x="144" y="334"/>
                    <a:pt x="72" y="345"/>
                    <a:pt x="1" y="357"/>
                  </a:cubicBezTo>
                  <a:lnTo>
                    <a:pt x="1" y="417"/>
                  </a:lnTo>
                  <a:cubicBezTo>
                    <a:pt x="215" y="369"/>
                    <a:pt x="418" y="334"/>
                    <a:pt x="632" y="298"/>
                  </a:cubicBezTo>
                  <a:cubicBezTo>
                    <a:pt x="949" y="231"/>
                    <a:pt x="1272" y="164"/>
                    <a:pt x="1596" y="93"/>
                  </a:cubicBezTo>
                  <a:close/>
                </a:path>
              </a:pathLst>
            </a:custGeom>
            <a:solidFill>
              <a:srgbClr val="FF391F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46"/>
            <p:cNvSpPr/>
            <p:nvPr/>
          </p:nvSpPr>
          <p:spPr>
            <a:xfrm>
              <a:off x="902175" y="3448625"/>
              <a:ext cx="120275" cy="168200"/>
            </a:xfrm>
            <a:custGeom>
              <a:rect b="b" l="l" r="r" t="t"/>
              <a:pathLst>
                <a:path extrusionOk="0" h="6728" w="4811">
                  <a:moveTo>
                    <a:pt x="4799" y="0"/>
                  </a:moveTo>
                  <a:cubicBezTo>
                    <a:pt x="4632" y="703"/>
                    <a:pt x="4180" y="1334"/>
                    <a:pt x="3537" y="1536"/>
                  </a:cubicBezTo>
                  <a:cubicBezTo>
                    <a:pt x="3367" y="1589"/>
                    <a:pt x="3190" y="1612"/>
                    <a:pt x="3011" y="1612"/>
                  </a:cubicBezTo>
                  <a:cubicBezTo>
                    <a:pt x="2789" y="1612"/>
                    <a:pt x="2564" y="1577"/>
                    <a:pt x="2346" y="1524"/>
                  </a:cubicBezTo>
                  <a:cubicBezTo>
                    <a:pt x="2287" y="2108"/>
                    <a:pt x="2144" y="2667"/>
                    <a:pt x="1930" y="3203"/>
                  </a:cubicBezTo>
                  <a:cubicBezTo>
                    <a:pt x="2120" y="3001"/>
                    <a:pt x="2311" y="2822"/>
                    <a:pt x="2513" y="2655"/>
                  </a:cubicBezTo>
                  <a:cubicBezTo>
                    <a:pt x="2683" y="2524"/>
                    <a:pt x="2914" y="2407"/>
                    <a:pt x="3113" y="2407"/>
                  </a:cubicBezTo>
                  <a:cubicBezTo>
                    <a:pt x="3221" y="2407"/>
                    <a:pt x="3319" y="2441"/>
                    <a:pt x="3394" y="2525"/>
                  </a:cubicBezTo>
                  <a:cubicBezTo>
                    <a:pt x="3477" y="2620"/>
                    <a:pt x="3501" y="2739"/>
                    <a:pt x="3525" y="2858"/>
                  </a:cubicBezTo>
                  <a:cubicBezTo>
                    <a:pt x="3704" y="4132"/>
                    <a:pt x="2846" y="5382"/>
                    <a:pt x="1751" y="6037"/>
                  </a:cubicBezTo>
                  <a:cubicBezTo>
                    <a:pt x="1203" y="6358"/>
                    <a:pt x="620" y="6573"/>
                    <a:pt x="1" y="6727"/>
                  </a:cubicBezTo>
                  <a:cubicBezTo>
                    <a:pt x="489" y="6620"/>
                    <a:pt x="977" y="6489"/>
                    <a:pt x="1442" y="6358"/>
                  </a:cubicBezTo>
                  <a:cubicBezTo>
                    <a:pt x="1894" y="6227"/>
                    <a:pt x="2358" y="6049"/>
                    <a:pt x="2835" y="5823"/>
                  </a:cubicBezTo>
                  <a:cubicBezTo>
                    <a:pt x="4073" y="4310"/>
                    <a:pt x="4811" y="2382"/>
                    <a:pt x="4811" y="274"/>
                  </a:cubicBezTo>
                  <a:cubicBezTo>
                    <a:pt x="4811" y="179"/>
                    <a:pt x="4811" y="96"/>
                    <a:pt x="4799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46"/>
            <p:cNvSpPr/>
            <p:nvPr/>
          </p:nvSpPr>
          <p:spPr>
            <a:xfrm>
              <a:off x="848300" y="3603525"/>
              <a:ext cx="146775" cy="117925"/>
            </a:xfrm>
            <a:custGeom>
              <a:rect b="b" l="l" r="r" t="t"/>
              <a:pathLst>
                <a:path extrusionOk="0" h="4717" w="5871">
                  <a:moveTo>
                    <a:pt x="5262" y="1"/>
                  </a:moveTo>
                  <a:cubicBezTo>
                    <a:pt x="5065" y="1"/>
                    <a:pt x="4841" y="114"/>
                    <a:pt x="4680" y="251"/>
                  </a:cubicBezTo>
                  <a:cubicBezTo>
                    <a:pt x="4466" y="418"/>
                    <a:pt x="4275" y="597"/>
                    <a:pt x="4097" y="787"/>
                  </a:cubicBezTo>
                  <a:cubicBezTo>
                    <a:pt x="4061" y="859"/>
                    <a:pt x="4037" y="930"/>
                    <a:pt x="4001" y="1002"/>
                  </a:cubicBezTo>
                  <a:cubicBezTo>
                    <a:pt x="4037" y="1002"/>
                    <a:pt x="4073" y="990"/>
                    <a:pt x="4108" y="990"/>
                  </a:cubicBezTo>
                  <a:cubicBezTo>
                    <a:pt x="4573" y="990"/>
                    <a:pt x="4942" y="1359"/>
                    <a:pt x="4942" y="1823"/>
                  </a:cubicBezTo>
                  <a:cubicBezTo>
                    <a:pt x="4942" y="2287"/>
                    <a:pt x="4573" y="2657"/>
                    <a:pt x="4108" y="2657"/>
                  </a:cubicBezTo>
                  <a:cubicBezTo>
                    <a:pt x="3763" y="2657"/>
                    <a:pt x="3466" y="2442"/>
                    <a:pt x="3346" y="2145"/>
                  </a:cubicBezTo>
                  <a:cubicBezTo>
                    <a:pt x="2537" y="3252"/>
                    <a:pt x="1358" y="4073"/>
                    <a:pt x="1" y="4454"/>
                  </a:cubicBezTo>
                  <a:lnTo>
                    <a:pt x="1" y="4716"/>
                  </a:lnTo>
                  <a:cubicBezTo>
                    <a:pt x="72" y="4704"/>
                    <a:pt x="144" y="4693"/>
                    <a:pt x="215" y="4681"/>
                  </a:cubicBezTo>
                  <a:cubicBezTo>
                    <a:pt x="810" y="4597"/>
                    <a:pt x="1418" y="4502"/>
                    <a:pt x="2013" y="4359"/>
                  </a:cubicBezTo>
                  <a:cubicBezTo>
                    <a:pt x="2061" y="4347"/>
                    <a:pt x="2120" y="4335"/>
                    <a:pt x="2168" y="4323"/>
                  </a:cubicBezTo>
                  <a:cubicBezTo>
                    <a:pt x="2775" y="4169"/>
                    <a:pt x="3358" y="3954"/>
                    <a:pt x="3906" y="3633"/>
                  </a:cubicBezTo>
                  <a:cubicBezTo>
                    <a:pt x="5013" y="2978"/>
                    <a:pt x="5871" y="1728"/>
                    <a:pt x="5680" y="454"/>
                  </a:cubicBezTo>
                  <a:cubicBezTo>
                    <a:pt x="5668" y="335"/>
                    <a:pt x="5632" y="216"/>
                    <a:pt x="5549" y="121"/>
                  </a:cubicBezTo>
                  <a:cubicBezTo>
                    <a:pt x="5473" y="35"/>
                    <a:pt x="5372" y="1"/>
                    <a:pt x="526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46"/>
            <p:cNvSpPr/>
            <p:nvPr/>
          </p:nvSpPr>
          <p:spPr>
            <a:xfrm>
              <a:off x="848300" y="3680650"/>
              <a:ext cx="22650" cy="9550"/>
            </a:xfrm>
            <a:custGeom>
              <a:rect b="b" l="l" r="r" t="t"/>
              <a:pathLst>
                <a:path extrusionOk="0" h="382" w="906">
                  <a:moveTo>
                    <a:pt x="1" y="0"/>
                  </a:moveTo>
                  <a:lnTo>
                    <a:pt x="1" y="381"/>
                  </a:lnTo>
                  <a:cubicBezTo>
                    <a:pt x="322" y="274"/>
                    <a:pt x="620" y="155"/>
                    <a:pt x="906" y="0"/>
                  </a:cubicBezTo>
                  <a:lnTo>
                    <a:pt x="906" y="0"/>
                  </a:lnTo>
                  <a:cubicBezTo>
                    <a:pt x="757" y="18"/>
                    <a:pt x="605" y="27"/>
                    <a:pt x="453" y="27"/>
                  </a:cubicBezTo>
                  <a:cubicBezTo>
                    <a:pt x="301" y="27"/>
                    <a:pt x="150" y="18"/>
                    <a:pt x="1" y="0"/>
                  </a:cubicBezTo>
                  <a:close/>
                </a:path>
              </a:pathLst>
            </a:custGeom>
            <a:solidFill>
              <a:srgbClr val="FFAB5C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46"/>
            <p:cNvSpPr/>
            <p:nvPr/>
          </p:nvSpPr>
          <p:spPr>
            <a:xfrm>
              <a:off x="848300" y="3477650"/>
              <a:ext cx="89625" cy="97350"/>
            </a:xfrm>
            <a:custGeom>
              <a:rect b="b" l="l" r="r" t="t"/>
              <a:pathLst>
                <a:path extrusionOk="0" h="3894" w="3585">
                  <a:moveTo>
                    <a:pt x="3585" y="3572"/>
                  </a:moveTo>
                  <a:cubicBezTo>
                    <a:pt x="3585" y="2215"/>
                    <a:pt x="3061" y="976"/>
                    <a:pt x="2203" y="48"/>
                  </a:cubicBezTo>
                  <a:cubicBezTo>
                    <a:pt x="1465" y="24"/>
                    <a:pt x="727" y="12"/>
                    <a:pt x="1" y="0"/>
                  </a:cubicBezTo>
                  <a:lnTo>
                    <a:pt x="1" y="3381"/>
                  </a:lnTo>
                  <a:cubicBezTo>
                    <a:pt x="1203" y="3405"/>
                    <a:pt x="2406" y="3584"/>
                    <a:pt x="3573" y="3893"/>
                  </a:cubicBezTo>
                  <a:cubicBezTo>
                    <a:pt x="3573" y="3786"/>
                    <a:pt x="3585" y="3679"/>
                    <a:pt x="3585" y="357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46"/>
            <p:cNvSpPr/>
            <p:nvPr/>
          </p:nvSpPr>
          <p:spPr>
            <a:xfrm>
              <a:off x="932371" y="3488951"/>
              <a:ext cx="91718" cy="142915"/>
            </a:xfrm>
            <a:custGeom>
              <a:rect b="b" l="l" r="r" t="t"/>
              <a:pathLst>
                <a:path extrusionOk="0" h="4204" w="3668">
                  <a:moveTo>
                    <a:pt x="2275" y="4084"/>
                  </a:moveTo>
                  <a:cubicBezTo>
                    <a:pt x="2906" y="3882"/>
                    <a:pt x="3358" y="3251"/>
                    <a:pt x="3537" y="2548"/>
                  </a:cubicBezTo>
                  <a:cubicBezTo>
                    <a:pt x="3561" y="2417"/>
                    <a:pt x="3597" y="2286"/>
                    <a:pt x="3597" y="2155"/>
                  </a:cubicBezTo>
                  <a:cubicBezTo>
                    <a:pt x="3668" y="1441"/>
                    <a:pt x="3466" y="739"/>
                    <a:pt x="3120" y="131"/>
                  </a:cubicBezTo>
                  <a:cubicBezTo>
                    <a:pt x="2132" y="84"/>
                    <a:pt x="1084" y="36"/>
                    <a:pt x="1" y="0"/>
                  </a:cubicBezTo>
                  <a:cubicBezTo>
                    <a:pt x="691" y="989"/>
                    <a:pt x="1096" y="2191"/>
                    <a:pt x="1096" y="3489"/>
                  </a:cubicBezTo>
                  <a:cubicBezTo>
                    <a:pt x="1096" y="3679"/>
                    <a:pt x="1084" y="3882"/>
                    <a:pt x="1072" y="4072"/>
                  </a:cubicBezTo>
                  <a:cubicBezTo>
                    <a:pt x="1477" y="4168"/>
                    <a:pt x="1882" y="4203"/>
                    <a:pt x="2275" y="4084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46"/>
            <p:cNvSpPr/>
            <p:nvPr/>
          </p:nvSpPr>
          <p:spPr>
            <a:xfrm>
              <a:off x="848300" y="3478825"/>
              <a:ext cx="123550" cy="236075"/>
            </a:xfrm>
            <a:custGeom>
              <a:rect b="b" l="l" r="r" t="t"/>
              <a:pathLst>
                <a:path extrusionOk="0" h="9443" w="4942">
                  <a:moveTo>
                    <a:pt x="2203" y="1"/>
                  </a:moveTo>
                  <a:cubicBezTo>
                    <a:pt x="3061" y="929"/>
                    <a:pt x="3585" y="2168"/>
                    <a:pt x="3585" y="3525"/>
                  </a:cubicBezTo>
                  <a:cubicBezTo>
                    <a:pt x="3585" y="3632"/>
                    <a:pt x="3573" y="3739"/>
                    <a:pt x="3573" y="3858"/>
                  </a:cubicBezTo>
                  <a:cubicBezTo>
                    <a:pt x="3454" y="5668"/>
                    <a:pt x="2418" y="7228"/>
                    <a:pt x="906" y="8073"/>
                  </a:cubicBezTo>
                  <a:cubicBezTo>
                    <a:pt x="620" y="8228"/>
                    <a:pt x="310" y="8359"/>
                    <a:pt x="1" y="8454"/>
                  </a:cubicBezTo>
                  <a:lnTo>
                    <a:pt x="1" y="9442"/>
                  </a:lnTo>
                  <a:cubicBezTo>
                    <a:pt x="1358" y="9061"/>
                    <a:pt x="2537" y="8240"/>
                    <a:pt x="3346" y="7133"/>
                  </a:cubicBezTo>
                  <a:cubicBezTo>
                    <a:pt x="3466" y="7430"/>
                    <a:pt x="3763" y="7645"/>
                    <a:pt x="4108" y="7645"/>
                  </a:cubicBezTo>
                  <a:cubicBezTo>
                    <a:pt x="4573" y="7645"/>
                    <a:pt x="4942" y="7275"/>
                    <a:pt x="4942" y="6811"/>
                  </a:cubicBezTo>
                  <a:cubicBezTo>
                    <a:pt x="4942" y="6359"/>
                    <a:pt x="4573" y="5978"/>
                    <a:pt x="4108" y="5978"/>
                  </a:cubicBezTo>
                  <a:cubicBezTo>
                    <a:pt x="4073" y="5978"/>
                    <a:pt x="4037" y="5990"/>
                    <a:pt x="4001" y="5990"/>
                  </a:cubicBezTo>
                  <a:cubicBezTo>
                    <a:pt x="4037" y="5918"/>
                    <a:pt x="4061" y="5847"/>
                    <a:pt x="4097" y="5787"/>
                  </a:cubicBezTo>
                  <a:cubicBezTo>
                    <a:pt x="4299" y="5251"/>
                    <a:pt x="4442" y="4692"/>
                    <a:pt x="4501" y="4108"/>
                  </a:cubicBezTo>
                  <a:cubicBezTo>
                    <a:pt x="4513" y="3918"/>
                    <a:pt x="4525" y="3727"/>
                    <a:pt x="4525" y="3525"/>
                  </a:cubicBezTo>
                  <a:cubicBezTo>
                    <a:pt x="4525" y="2227"/>
                    <a:pt x="4120" y="1025"/>
                    <a:pt x="3430" y="36"/>
                  </a:cubicBezTo>
                  <a:cubicBezTo>
                    <a:pt x="3025" y="25"/>
                    <a:pt x="2608" y="13"/>
                    <a:pt x="220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46"/>
            <p:cNvSpPr/>
            <p:nvPr/>
          </p:nvSpPr>
          <p:spPr>
            <a:xfrm>
              <a:off x="848300" y="3563375"/>
              <a:ext cx="2425" cy="25900"/>
            </a:xfrm>
            <a:custGeom>
              <a:rect b="b" l="l" r="r" t="t"/>
              <a:pathLst>
                <a:path extrusionOk="0" h="1036" w="97">
                  <a:moveTo>
                    <a:pt x="1" y="0"/>
                  </a:moveTo>
                  <a:lnTo>
                    <a:pt x="1" y="1036"/>
                  </a:lnTo>
                  <a:cubicBezTo>
                    <a:pt x="60" y="798"/>
                    <a:pt x="96" y="560"/>
                    <a:pt x="60" y="298"/>
                  </a:cubicBezTo>
                  <a:cubicBezTo>
                    <a:pt x="48" y="203"/>
                    <a:pt x="25" y="9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46"/>
            <p:cNvSpPr/>
            <p:nvPr/>
          </p:nvSpPr>
          <p:spPr>
            <a:xfrm>
              <a:off x="848300" y="3178200"/>
              <a:ext cx="2700" cy="9850"/>
            </a:xfrm>
            <a:custGeom>
              <a:rect b="b" l="l" r="r" t="t"/>
              <a:pathLst>
                <a:path extrusionOk="0" h="394" w="108">
                  <a:moveTo>
                    <a:pt x="108" y="0"/>
                  </a:moveTo>
                  <a:cubicBezTo>
                    <a:pt x="72" y="0"/>
                    <a:pt x="37" y="12"/>
                    <a:pt x="1" y="12"/>
                  </a:cubicBezTo>
                  <a:lnTo>
                    <a:pt x="1" y="393"/>
                  </a:lnTo>
                  <a:cubicBezTo>
                    <a:pt x="37" y="262"/>
                    <a:pt x="72" y="131"/>
                    <a:pt x="108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46"/>
            <p:cNvSpPr/>
            <p:nvPr/>
          </p:nvSpPr>
          <p:spPr>
            <a:xfrm>
              <a:off x="848300" y="3178200"/>
              <a:ext cx="2700" cy="9850"/>
            </a:xfrm>
            <a:custGeom>
              <a:rect b="b" l="l" r="r" t="t"/>
              <a:pathLst>
                <a:path extrusionOk="0" h="394" w="108">
                  <a:moveTo>
                    <a:pt x="1" y="12"/>
                  </a:moveTo>
                  <a:lnTo>
                    <a:pt x="1" y="393"/>
                  </a:lnTo>
                  <a:cubicBezTo>
                    <a:pt x="37" y="262"/>
                    <a:pt x="72" y="131"/>
                    <a:pt x="108" y="0"/>
                  </a:cubicBezTo>
                  <a:cubicBezTo>
                    <a:pt x="72" y="0"/>
                    <a:pt x="37" y="12"/>
                    <a:pt x="1" y="12"/>
                  </a:cubicBezTo>
                  <a:close/>
                </a:path>
              </a:pathLst>
            </a:custGeom>
            <a:solidFill>
              <a:srgbClr val="FFDCDE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46"/>
            <p:cNvSpPr/>
            <p:nvPr/>
          </p:nvSpPr>
          <p:spPr>
            <a:xfrm>
              <a:off x="848300" y="3178200"/>
              <a:ext cx="2700" cy="9850"/>
            </a:xfrm>
            <a:custGeom>
              <a:rect b="b" l="l" r="r" t="t"/>
              <a:pathLst>
                <a:path extrusionOk="0" h="394" w="108">
                  <a:moveTo>
                    <a:pt x="1" y="12"/>
                  </a:moveTo>
                  <a:lnTo>
                    <a:pt x="1" y="393"/>
                  </a:lnTo>
                  <a:cubicBezTo>
                    <a:pt x="37" y="262"/>
                    <a:pt x="72" y="131"/>
                    <a:pt x="108" y="0"/>
                  </a:cubicBezTo>
                  <a:cubicBezTo>
                    <a:pt x="72" y="0"/>
                    <a:pt x="37" y="12"/>
                    <a:pt x="1" y="12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46"/>
            <p:cNvSpPr/>
            <p:nvPr/>
          </p:nvSpPr>
          <p:spPr>
            <a:xfrm>
              <a:off x="1073050" y="3180875"/>
              <a:ext cx="188725" cy="19075"/>
            </a:xfrm>
            <a:custGeom>
              <a:rect b="b" l="l" r="r" t="t"/>
              <a:pathLst>
                <a:path extrusionOk="0" h="763" w="7549">
                  <a:moveTo>
                    <a:pt x="548" y="1"/>
                  </a:moveTo>
                  <a:cubicBezTo>
                    <a:pt x="369" y="263"/>
                    <a:pt x="179" y="513"/>
                    <a:pt x="0" y="763"/>
                  </a:cubicBezTo>
                  <a:cubicBezTo>
                    <a:pt x="1338" y="687"/>
                    <a:pt x="2679" y="648"/>
                    <a:pt x="4020" y="648"/>
                  </a:cubicBezTo>
                  <a:cubicBezTo>
                    <a:pt x="5197" y="648"/>
                    <a:pt x="6374" y="678"/>
                    <a:pt x="7549" y="739"/>
                  </a:cubicBezTo>
                  <a:cubicBezTo>
                    <a:pt x="5191" y="405"/>
                    <a:pt x="2858" y="155"/>
                    <a:pt x="548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46"/>
            <p:cNvSpPr/>
            <p:nvPr/>
          </p:nvSpPr>
          <p:spPr>
            <a:xfrm>
              <a:off x="1073050" y="3180875"/>
              <a:ext cx="188725" cy="19075"/>
            </a:xfrm>
            <a:custGeom>
              <a:rect b="b" l="l" r="r" t="t"/>
              <a:pathLst>
                <a:path extrusionOk="0" h="763" w="7549">
                  <a:moveTo>
                    <a:pt x="7549" y="739"/>
                  </a:moveTo>
                  <a:cubicBezTo>
                    <a:pt x="5191" y="405"/>
                    <a:pt x="2858" y="155"/>
                    <a:pt x="548" y="1"/>
                  </a:cubicBezTo>
                  <a:cubicBezTo>
                    <a:pt x="369" y="263"/>
                    <a:pt x="179" y="513"/>
                    <a:pt x="0" y="763"/>
                  </a:cubicBezTo>
                  <a:cubicBezTo>
                    <a:pt x="2512" y="620"/>
                    <a:pt x="5036" y="608"/>
                    <a:pt x="7549" y="739"/>
                  </a:cubicBezTo>
                  <a:close/>
                </a:path>
              </a:pathLst>
            </a:custGeom>
            <a:solidFill>
              <a:srgbClr val="FFDCDE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46"/>
            <p:cNvSpPr/>
            <p:nvPr/>
          </p:nvSpPr>
          <p:spPr>
            <a:xfrm>
              <a:off x="1073050" y="3180875"/>
              <a:ext cx="188725" cy="19075"/>
            </a:xfrm>
            <a:custGeom>
              <a:rect b="b" l="l" r="r" t="t"/>
              <a:pathLst>
                <a:path extrusionOk="0" h="763" w="7549">
                  <a:moveTo>
                    <a:pt x="7549" y="739"/>
                  </a:moveTo>
                  <a:cubicBezTo>
                    <a:pt x="5191" y="405"/>
                    <a:pt x="2858" y="155"/>
                    <a:pt x="548" y="1"/>
                  </a:cubicBezTo>
                  <a:cubicBezTo>
                    <a:pt x="369" y="263"/>
                    <a:pt x="179" y="513"/>
                    <a:pt x="0" y="763"/>
                  </a:cubicBezTo>
                  <a:cubicBezTo>
                    <a:pt x="2512" y="620"/>
                    <a:pt x="5036" y="608"/>
                    <a:pt x="7549" y="739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46"/>
            <p:cNvSpPr/>
            <p:nvPr/>
          </p:nvSpPr>
          <p:spPr>
            <a:xfrm>
              <a:off x="1057550" y="3189800"/>
              <a:ext cx="8675" cy="11050"/>
            </a:xfrm>
            <a:custGeom>
              <a:rect b="b" l="l" r="r" t="t"/>
              <a:pathLst>
                <a:path extrusionOk="0" h="442" w="347">
                  <a:moveTo>
                    <a:pt x="346" y="1"/>
                  </a:moveTo>
                  <a:lnTo>
                    <a:pt x="346" y="1"/>
                  </a:lnTo>
                  <a:cubicBezTo>
                    <a:pt x="227" y="144"/>
                    <a:pt x="108" y="299"/>
                    <a:pt x="1" y="441"/>
                  </a:cubicBezTo>
                  <a:lnTo>
                    <a:pt x="13" y="441"/>
                  </a:lnTo>
                  <a:cubicBezTo>
                    <a:pt x="120" y="299"/>
                    <a:pt x="227" y="144"/>
                    <a:pt x="346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46"/>
            <p:cNvSpPr/>
            <p:nvPr/>
          </p:nvSpPr>
          <p:spPr>
            <a:xfrm>
              <a:off x="1057550" y="3189800"/>
              <a:ext cx="8675" cy="11050"/>
            </a:xfrm>
            <a:custGeom>
              <a:rect b="b" l="l" r="r" t="t"/>
              <a:pathLst>
                <a:path extrusionOk="0" h="442" w="347">
                  <a:moveTo>
                    <a:pt x="1" y="441"/>
                  </a:moveTo>
                  <a:lnTo>
                    <a:pt x="13" y="441"/>
                  </a:lnTo>
                  <a:cubicBezTo>
                    <a:pt x="120" y="298"/>
                    <a:pt x="227" y="144"/>
                    <a:pt x="346" y="1"/>
                  </a:cubicBezTo>
                  <a:cubicBezTo>
                    <a:pt x="227" y="144"/>
                    <a:pt x="108" y="298"/>
                    <a:pt x="1" y="44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46"/>
            <p:cNvSpPr/>
            <p:nvPr/>
          </p:nvSpPr>
          <p:spPr>
            <a:xfrm>
              <a:off x="1057550" y="3189800"/>
              <a:ext cx="8675" cy="11050"/>
            </a:xfrm>
            <a:custGeom>
              <a:rect b="b" l="l" r="r" t="t"/>
              <a:pathLst>
                <a:path extrusionOk="0" h="442" w="347">
                  <a:moveTo>
                    <a:pt x="1" y="441"/>
                  </a:moveTo>
                  <a:lnTo>
                    <a:pt x="13" y="441"/>
                  </a:lnTo>
                  <a:cubicBezTo>
                    <a:pt x="120" y="298"/>
                    <a:pt x="227" y="144"/>
                    <a:pt x="346" y="1"/>
                  </a:cubicBezTo>
                  <a:cubicBezTo>
                    <a:pt x="227" y="144"/>
                    <a:pt x="108" y="298"/>
                    <a:pt x="1" y="44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46"/>
            <p:cNvSpPr/>
            <p:nvPr/>
          </p:nvSpPr>
          <p:spPr>
            <a:xfrm>
              <a:off x="934925" y="3176125"/>
              <a:ext cx="24125" cy="36025"/>
            </a:xfrm>
            <a:custGeom>
              <a:rect b="b" l="l" r="r" t="t"/>
              <a:pathLst>
                <a:path extrusionOk="0" h="1441" w="965">
                  <a:moveTo>
                    <a:pt x="846" y="0"/>
                  </a:moveTo>
                  <a:cubicBezTo>
                    <a:pt x="584" y="500"/>
                    <a:pt x="298" y="976"/>
                    <a:pt x="1" y="1441"/>
                  </a:cubicBezTo>
                  <a:cubicBezTo>
                    <a:pt x="96" y="1429"/>
                    <a:pt x="191" y="1417"/>
                    <a:pt x="298" y="1405"/>
                  </a:cubicBezTo>
                  <a:cubicBezTo>
                    <a:pt x="417" y="1203"/>
                    <a:pt x="536" y="988"/>
                    <a:pt x="655" y="762"/>
                  </a:cubicBezTo>
                  <a:lnTo>
                    <a:pt x="965" y="0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46"/>
            <p:cNvSpPr/>
            <p:nvPr/>
          </p:nvSpPr>
          <p:spPr>
            <a:xfrm>
              <a:off x="934925" y="3176125"/>
              <a:ext cx="24125" cy="36025"/>
            </a:xfrm>
            <a:custGeom>
              <a:rect b="b" l="l" r="r" t="t"/>
              <a:pathLst>
                <a:path extrusionOk="0" h="1441" w="965">
                  <a:moveTo>
                    <a:pt x="965" y="0"/>
                  </a:moveTo>
                  <a:lnTo>
                    <a:pt x="846" y="0"/>
                  </a:lnTo>
                  <a:cubicBezTo>
                    <a:pt x="584" y="500"/>
                    <a:pt x="298" y="976"/>
                    <a:pt x="1" y="1441"/>
                  </a:cubicBezTo>
                  <a:cubicBezTo>
                    <a:pt x="96" y="1429"/>
                    <a:pt x="191" y="1417"/>
                    <a:pt x="298" y="1405"/>
                  </a:cubicBezTo>
                  <a:cubicBezTo>
                    <a:pt x="417" y="1203"/>
                    <a:pt x="536" y="988"/>
                    <a:pt x="655" y="762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46"/>
            <p:cNvSpPr/>
            <p:nvPr/>
          </p:nvSpPr>
          <p:spPr>
            <a:xfrm>
              <a:off x="934925" y="3176125"/>
              <a:ext cx="24125" cy="36025"/>
            </a:xfrm>
            <a:custGeom>
              <a:rect b="b" l="l" r="r" t="t"/>
              <a:pathLst>
                <a:path extrusionOk="0" h="1441" w="965">
                  <a:moveTo>
                    <a:pt x="965" y="0"/>
                  </a:moveTo>
                  <a:lnTo>
                    <a:pt x="846" y="0"/>
                  </a:lnTo>
                  <a:cubicBezTo>
                    <a:pt x="584" y="500"/>
                    <a:pt x="298" y="976"/>
                    <a:pt x="1" y="1441"/>
                  </a:cubicBezTo>
                  <a:cubicBezTo>
                    <a:pt x="96" y="1429"/>
                    <a:pt x="191" y="1417"/>
                    <a:pt x="298" y="1405"/>
                  </a:cubicBezTo>
                  <a:cubicBezTo>
                    <a:pt x="417" y="1203"/>
                    <a:pt x="536" y="988"/>
                    <a:pt x="655" y="762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46"/>
            <p:cNvSpPr/>
            <p:nvPr/>
          </p:nvSpPr>
          <p:spPr>
            <a:xfrm>
              <a:off x="850700" y="3177600"/>
              <a:ext cx="17275" cy="46475"/>
            </a:xfrm>
            <a:custGeom>
              <a:rect b="b" l="l" r="r" t="t"/>
              <a:pathLst>
                <a:path extrusionOk="0" h="1859" w="691">
                  <a:moveTo>
                    <a:pt x="524" y="1"/>
                  </a:moveTo>
                  <a:cubicBezTo>
                    <a:pt x="369" y="620"/>
                    <a:pt x="202" y="1239"/>
                    <a:pt x="0" y="1858"/>
                  </a:cubicBezTo>
                  <a:cubicBezTo>
                    <a:pt x="48" y="1846"/>
                    <a:pt x="107" y="1834"/>
                    <a:pt x="155" y="1834"/>
                  </a:cubicBezTo>
                  <a:cubicBezTo>
                    <a:pt x="369" y="1227"/>
                    <a:pt x="548" y="620"/>
                    <a:pt x="691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46"/>
            <p:cNvSpPr/>
            <p:nvPr/>
          </p:nvSpPr>
          <p:spPr>
            <a:xfrm>
              <a:off x="850700" y="3177600"/>
              <a:ext cx="17275" cy="46475"/>
            </a:xfrm>
            <a:custGeom>
              <a:rect b="b" l="l" r="r" t="t"/>
              <a:pathLst>
                <a:path extrusionOk="0" h="1859" w="691">
                  <a:moveTo>
                    <a:pt x="0" y="1858"/>
                  </a:moveTo>
                  <a:cubicBezTo>
                    <a:pt x="48" y="1846"/>
                    <a:pt x="107" y="1834"/>
                    <a:pt x="155" y="1834"/>
                  </a:cubicBezTo>
                  <a:cubicBezTo>
                    <a:pt x="369" y="1227"/>
                    <a:pt x="548" y="620"/>
                    <a:pt x="691" y="1"/>
                  </a:cubicBezTo>
                  <a:cubicBezTo>
                    <a:pt x="643" y="1"/>
                    <a:pt x="583" y="1"/>
                    <a:pt x="524" y="1"/>
                  </a:cubicBezTo>
                  <a:cubicBezTo>
                    <a:pt x="369" y="620"/>
                    <a:pt x="202" y="1239"/>
                    <a:pt x="0" y="1858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46"/>
            <p:cNvSpPr/>
            <p:nvPr/>
          </p:nvSpPr>
          <p:spPr>
            <a:xfrm>
              <a:off x="850700" y="3177600"/>
              <a:ext cx="17275" cy="46475"/>
            </a:xfrm>
            <a:custGeom>
              <a:rect b="b" l="l" r="r" t="t"/>
              <a:pathLst>
                <a:path extrusionOk="0" h="1859" w="691">
                  <a:moveTo>
                    <a:pt x="0" y="1858"/>
                  </a:moveTo>
                  <a:cubicBezTo>
                    <a:pt x="48" y="1846"/>
                    <a:pt x="107" y="1834"/>
                    <a:pt x="155" y="1834"/>
                  </a:cubicBezTo>
                  <a:cubicBezTo>
                    <a:pt x="369" y="1227"/>
                    <a:pt x="548" y="620"/>
                    <a:pt x="691" y="1"/>
                  </a:cubicBezTo>
                  <a:cubicBezTo>
                    <a:pt x="643" y="1"/>
                    <a:pt x="583" y="1"/>
                    <a:pt x="524" y="1"/>
                  </a:cubicBezTo>
                  <a:cubicBezTo>
                    <a:pt x="369" y="620"/>
                    <a:pt x="202" y="1239"/>
                    <a:pt x="0" y="1858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46"/>
            <p:cNvSpPr/>
            <p:nvPr/>
          </p:nvSpPr>
          <p:spPr>
            <a:xfrm>
              <a:off x="848300" y="3177900"/>
              <a:ext cx="15500" cy="46450"/>
            </a:xfrm>
            <a:custGeom>
              <a:rect b="b" l="l" r="r" t="t"/>
              <a:pathLst>
                <a:path extrusionOk="0" h="1858" w="620">
                  <a:moveTo>
                    <a:pt x="620" y="1"/>
                  </a:moveTo>
                  <a:cubicBezTo>
                    <a:pt x="453" y="1"/>
                    <a:pt x="275" y="12"/>
                    <a:pt x="108" y="12"/>
                  </a:cubicBezTo>
                  <a:cubicBezTo>
                    <a:pt x="72" y="143"/>
                    <a:pt x="37" y="274"/>
                    <a:pt x="1" y="405"/>
                  </a:cubicBezTo>
                  <a:lnTo>
                    <a:pt x="1" y="1858"/>
                  </a:lnTo>
                  <a:cubicBezTo>
                    <a:pt x="37" y="1858"/>
                    <a:pt x="60" y="1846"/>
                    <a:pt x="96" y="1846"/>
                  </a:cubicBezTo>
                  <a:cubicBezTo>
                    <a:pt x="298" y="1227"/>
                    <a:pt x="465" y="608"/>
                    <a:pt x="620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46"/>
            <p:cNvSpPr/>
            <p:nvPr/>
          </p:nvSpPr>
          <p:spPr>
            <a:xfrm>
              <a:off x="848300" y="3177900"/>
              <a:ext cx="15500" cy="46450"/>
            </a:xfrm>
            <a:custGeom>
              <a:rect b="b" l="l" r="r" t="t"/>
              <a:pathLst>
                <a:path extrusionOk="0" h="1858" w="620">
                  <a:moveTo>
                    <a:pt x="620" y="1"/>
                  </a:moveTo>
                  <a:cubicBezTo>
                    <a:pt x="453" y="1"/>
                    <a:pt x="275" y="12"/>
                    <a:pt x="108" y="12"/>
                  </a:cubicBezTo>
                  <a:cubicBezTo>
                    <a:pt x="72" y="143"/>
                    <a:pt x="37" y="274"/>
                    <a:pt x="1" y="405"/>
                  </a:cubicBezTo>
                  <a:lnTo>
                    <a:pt x="1" y="1858"/>
                  </a:lnTo>
                  <a:cubicBezTo>
                    <a:pt x="37" y="1858"/>
                    <a:pt x="60" y="1846"/>
                    <a:pt x="96" y="1846"/>
                  </a:cubicBezTo>
                  <a:cubicBezTo>
                    <a:pt x="298" y="1227"/>
                    <a:pt x="465" y="608"/>
                    <a:pt x="62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46"/>
            <p:cNvSpPr/>
            <p:nvPr/>
          </p:nvSpPr>
          <p:spPr>
            <a:xfrm>
              <a:off x="942375" y="3176125"/>
              <a:ext cx="17875" cy="35150"/>
            </a:xfrm>
            <a:custGeom>
              <a:rect b="b" l="l" r="r" t="t"/>
              <a:pathLst>
                <a:path extrusionOk="0" h="1406" w="715">
                  <a:moveTo>
                    <a:pt x="667" y="0"/>
                  </a:moveTo>
                  <a:lnTo>
                    <a:pt x="357" y="762"/>
                  </a:lnTo>
                  <a:cubicBezTo>
                    <a:pt x="238" y="988"/>
                    <a:pt x="119" y="1203"/>
                    <a:pt x="0" y="1405"/>
                  </a:cubicBezTo>
                  <a:cubicBezTo>
                    <a:pt x="95" y="1393"/>
                    <a:pt x="191" y="1393"/>
                    <a:pt x="286" y="1381"/>
                  </a:cubicBezTo>
                  <a:cubicBezTo>
                    <a:pt x="441" y="929"/>
                    <a:pt x="584" y="464"/>
                    <a:pt x="715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46"/>
            <p:cNvSpPr/>
            <p:nvPr/>
          </p:nvSpPr>
          <p:spPr>
            <a:xfrm>
              <a:off x="942375" y="3176125"/>
              <a:ext cx="17875" cy="35150"/>
            </a:xfrm>
            <a:custGeom>
              <a:rect b="b" l="l" r="r" t="t"/>
              <a:pathLst>
                <a:path extrusionOk="0" h="1406" w="715">
                  <a:moveTo>
                    <a:pt x="667" y="0"/>
                  </a:moveTo>
                  <a:lnTo>
                    <a:pt x="357" y="762"/>
                  </a:lnTo>
                  <a:cubicBezTo>
                    <a:pt x="238" y="988"/>
                    <a:pt x="119" y="1203"/>
                    <a:pt x="0" y="1405"/>
                  </a:cubicBezTo>
                  <a:cubicBezTo>
                    <a:pt x="95" y="1393"/>
                    <a:pt x="191" y="1393"/>
                    <a:pt x="286" y="1381"/>
                  </a:cubicBezTo>
                  <a:cubicBezTo>
                    <a:pt x="441" y="929"/>
                    <a:pt x="584" y="464"/>
                    <a:pt x="715" y="0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46"/>
            <p:cNvSpPr/>
            <p:nvPr/>
          </p:nvSpPr>
          <p:spPr>
            <a:xfrm>
              <a:off x="1057850" y="3179975"/>
              <a:ext cx="28900" cy="20875"/>
            </a:xfrm>
            <a:custGeom>
              <a:rect b="b" l="l" r="r" t="t"/>
              <a:pathLst>
                <a:path extrusionOk="0" h="835" w="1156">
                  <a:moveTo>
                    <a:pt x="620" y="1"/>
                  </a:moveTo>
                  <a:cubicBezTo>
                    <a:pt x="525" y="132"/>
                    <a:pt x="429" y="263"/>
                    <a:pt x="334" y="394"/>
                  </a:cubicBezTo>
                  <a:cubicBezTo>
                    <a:pt x="215" y="537"/>
                    <a:pt x="108" y="691"/>
                    <a:pt x="1" y="834"/>
                  </a:cubicBezTo>
                  <a:cubicBezTo>
                    <a:pt x="203" y="822"/>
                    <a:pt x="406" y="811"/>
                    <a:pt x="608" y="799"/>
                  </a:cubicBezTo>
                  <a:cubicBezTo>
                    <a:pt x="799" y="560"/>
                    <a:pt x="977" y="299"/>
                    <a:pt x="1156" y="37"/>
                  </a:cubicBezTo>
                  <a:cubicBezTo>
                    <a:pt x="977" y="25"/>
                    <a:pt x="799" y="13"/>
                    <a:pt x="620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46"/>
            <p:cNvSpPr/>
            <p:nvPr/>
          </p:nvSpPr>
          <p:spPr>
            <a:xfrm>
              <a:off x="1057850" y="3179975"/>
              <a:ext cx="28900" cy="20875"/>
            </a:xfrm>
            <a:custGeom>
              <a:rect b="b" l="l" r="r" t="t"/>
              <a:pathLst>
                <a:path extrusionOk="0" h="835" w="1156">
                  <a:moveTo>
                    <a:pt x="1" y="834"/>
                  </a:moveTo>
                  <a:cubicBezTo>
                    <a:pt x="203" y="822"/>
                    <a:pt x="406" y="811"/>
                    <a:pt x="608" y="799"/>
                  </a:cubicBezTo>
                  <a:cubicBezTo>
                    <a:pt x="799" y="560"/>
                    <a:pt x="977" y="299"/>
                    <a:pt x="1156" y="37"/>
                  </a:cubicBezTo>
                  <a:cubicBezTo>
                    <a:pt x="977" y="25"/>
                    <a:pt x="799" y="13"/>
                    <a:pt x="620" y="1"/>
                  </a:cubicBezTo>
                  <a:cubicBezTo>
                    <a:pt x="525" y="132"/>
                    <a:pt x="429" y="263"/>
                    <a:pt x="334" y="394"/>
                  </a:cubicBezTo>
                  <a:cubicBezTo>
                    <a:pt x="215" y="537"/>
                    <a:pt x="108" y="691"/>
                    <a:pt x="1" y="83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46"/>
            <p:cNvSpPr/>
            <p:nvPr/>
          </p:nvSpPr>
          <p:spPr>
            <a:xfrm>
              <a:off x="848300" y="3403525"/>
              <a:ext cx="406025" cy="81575"/>
            </a:xfrm>
            <a:custGeom>
              <a:rect b="b" l="l" r="r" t="t"/>
              <a:pathLst>
                <a:path extrusionOk="0" h="3263" w="16241">
                  <a:moveTo>
                    <a:pt x="16241" y="1989"/>
                  </a:moveTo>
                  <a:cubicBezTo>
                    <a:pt x="13669" y="2167"/>
                    <a:pt x="11097" y="2084"/>
                    <a:pt x="8550" y="1739"/>
                  </a:cubicBezTo>
                  <a:cubicBezTo>
                    <a:pt x="9407" y="1572"/>
                    <a:pt x="10240" y="1251"/>
                    <a:pt x="11062" y="941"/>
                  </a:cubicBezTo>
                  <a:cubicBezTo>
                    <a:pt x="8264" y="858"/>
                    <a:pt x="5454" y="774"/>
                    <a:pt x="2656" y="691"/>
                  </a:cubicBezTo>
                  <a:cubicBezTo>
                    <a:pt x="3227" y="465"/>
                    <a:pt x="3811" y="239"/>
                    <a:pt x="4394" y="0"/>
                  </a:cubicBezTo>
                  <a:cubicBezTo>
                    <a:pt x="2954" y="346"/>
                    <a:pt x="1477" y="405"/>
                    <a:pt x="1" y="334"/>
                  </a:cubicBezTo>
                  <a:lnTo>
                    <a:pt x="1" y="2001"/>
                  </a:lnTo>
                  <a:cubicBezTo>
                    <a:pt x="3775" y="2156"/>
                    <a:pt x="7526" y="2751"/>
                    <a:pt x="11288" y="3096"/>
                  </a:cubicBezTo>
                  <a:cubicBezTo>
                    <a:pt x="13038" y="3251"/>
                    <a:pt x="15038" y="3263"/>
                    <a:pt x="16241" y="198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46"/>
            <p:cNvSpPr/>
            <p:nvPr/>
          </p:nvSpPr>
          <p:spPr>
            <a:xfrm>
              <a:off x="848300" y="2007225"/>
              <a:ext cx="408725" cy="1344825"/>
            </a:xfrm>
            <a:custGeom>
              <a:rect b="b" l="l" r="r" t="t"/>
              <a:pathLst>
                <a:path extrusionOk="0" h="53793" w="16349">
                  <a:moveTo>
                    <a:pt x="3466" y="48197"/>
                  </a:moveTo>
                  <a:cubicBezTo>
                    <a:pt x="3763" y="47732"/>
                    <a:pt x="4049" y="47256"/>
                    <a:pt x="4311" y="46756"/>
                  </a:cubicBezTo>
                  <a:cubicBezTo>
                    <a:pt x="4454" y="46482"/>
                    <a:pt x="4609" y="46208"/>
                    <a:pt x="4740" y="45923"/>
                  </a:cubicBezTo>
                  <a:cubicBezTo>
                    <a:pt x="4692" y="46066"/>
                    <a:pt x="4644" y="46197"/>
                    <a:pt x="4609" y="46327"/>
                  </a:cubicBezTo>
                  <a:cubicBezTo>
                    <a:pt x="4573" y="46470"/>
                    <a:pt x="4525" y="46613"/>
                    <a:pt x="4478" y="46756"/>
                  </a:cubicBezTo>
                  <a:cubicBezTo>
                    <a:pt x="4335" y="47220"/>
                    <a:pt x="4204" y="47673"/>
                    <a:pt x="4049" y="48137"/>
                  </a:cubicBezTo>
                  <a:cubicBezTo>
                    <a:pt x="3394" y="50066"/>
                    <a:pt x="2596" y="51959"/>
                    <a:pt x="1680" y="53793"/>
                  </a:cubicBezTo>
                  <a:cubicBezTo>
                    <a:pt x="1846" y="53697"/>
                    <a:pt x="2001" y="53590"/>
                    <a:pt x="2156" y="53483"/>
                  </a:cubicBezTo>
                  <a:cubicBezTo>
                    <a:pt x="4537" y="51947"/>
                    <a:pt x="6609" y="49983"/>
                    <a:pt x="8371" y="47744"/>
                  </a:cubicBezTo>
                  <a:cubicBezTo>
                    <a:pt x="8478" y="47590"/>
                    <a:pt x="8597" y="47447"/>
                    <a:pt x="8704" y="47304"/>
                  </a:cubicBezTo>
                  <a:cubicBezTo>
                    <a:pt x="8811" y="47173"/>
                    <a:pt x="8895" y="47042"/>
                    <a:pt x="8990" y="46911"/>
                  </a:cubicBezTo>
                  <a:cubicBezTo>
                    <a:pt x="10407" y="44970"/>
                    <a:pt x="11598" y="42863"/>
                    <a:pt x="12538" y="40660"/>
                  </a:cubicBezTo>
                  <a:cubicBezTo>
                    <a:pt x="12586" y="40565"/>
                    <a:pt x="12621" y="40470"/>
                    <a:pt x="12657" y="40374"/>
                  </a:cubicBezTo>
                  <a:cubicBezTo>
                    <a:pt x="14860" y="35148"/>
                    <a:pt x="15812" y="29468"/>
                    <a:pt x="16158" y="23813"/>
                  </a:cubicBezTo>
                  <a:cubicBezTo>
                    <a:pt x="16312" y="21170"/>
                    <a:pt x="16348" y="18515"/>
                    <a:pt x="16027" y="15895"/>
                  </a:cubicBezTo>
                  <a:cubicBezTo>
                    <a:pt x="15288" y="10014"/>
                    <a:pt x="12705" y="4382"/>
                    <a:pt x="8728" y="0"/>
                  </a:cubicBezTo>
                  <a:cubicBezTo>
                    <a:pt x="12788" y="10668"/>
                    <a:pt x="14062" y="23170"/>
                    <a:pt x="8526" y="33147"/>
                  </a:cubicBezTo>
                  <a:cubicBezTo>
                    <a:pt x="10419" y="25789"/>
                    <a:pt x="10300" y="17931"/>
                    <a:pt x="8192" y="10621"/>
                  </a:cubicBezTo>
                  <a:cubicBezTo>
                    <a:pt x="9026" y="21074"/>
                    <a:pt x="7454" y="31719"/>
                    <a:pt x="3608" y="41482"/>
                  </a:cubicBezTo>
                  <a:cubicBezTo>
                    <a:pt x="4097" y="36350"/>
                    <a:pt x="4549" y="30921"/>
                    <a:pt x="2323" y="26266"/>
                  </a:cubicBezTo>
                  <a:cubicBezTo>
                    <a:pt x="2525" y="27992"/>
                    <a:pt x="2573" y="29730"/>
                    <a:pt x="2501" y="31457"/>
                  </a:cubicBezTo>
                  <a:cubicBezTo>
                    <a:pt x="2489" y="30290"/>
                    <a:pt x="2346" y="29123"/>
                    <a:pt x="2120" y="27956"/>
                  </a:cubicBezTo>
                  <a:cubicBezTo>
                    <a:pt x="2001" y="27349"/>
                    <a:pt x="1870" y="26730"/>
                    <a:pt x="1715" y="26135"/>
                  </a:cubicBezTo>
                  <a:cubicBezTo>
                    <a:pt x="1394" y="24884"/>
                    <a:pt x="1013" y="23658"/>
                    <a:pt x="632" y="22432"/>
                  </a:cubicBezTo>
                  <a:cubicBezTo>
                    <a:pt x="429" y="23170"/>
                    <a:pt x="215" y="23908"/>
                    <a:pt x="1" y="24634"/>
                  </a:cubicBezTo>
                  <a:lnTo>
                    <a:pt x="1" y="40077"/>
                  </a:lnTo>
                  <a:cubicBezTo>
                    <a:pt x="358" y="39434"/>
                    <a:pt x="703" y="38779"/>
                    <a:pt x="1001" y="38112"/>
                  </a:cubicBezTo>
                  <a:cubicBezTo>
                    <a:pt x="1013" y="38076"/>
                    <a:pt x="1037" y="38041"/>
                    <a:pt x="1049" y="38005"/>
                  </a:cubicBezTo>
                  <a:cubicBezTo>
                    <a:pt x="1299" y="39339"/>
                    <a:pt x="1418" y="40696"/>
                    <a:pt x="1394" y="42065"/>
                  </a:cubicBezTo>
                  <a:cubicBezTo>
                    <a:pt x="1370" y="43660"/>
                    <a:pt x="1168" y="45256"/>
                    <a:pt x="787" y="46816"/>
                  </a:cubicBezTo>
                  <a:cubicBezTo>
                    <a:pt x="632" y="47435"/>
                    <a:pt x="453" y="48042"/>
                    <a:pt x="251" y="48649"/>
                  </a:cubicBezTo>
                  <a:cubicBezTo>
                    <a:pt x="168" y="48875"/>
                    <a:pt x="84" y="49090"/>
                    <a:pt x="1" y="49316"/>
                  </a:cubicBezTo>
                  <a:lnTo>
                    <a:pt x="1" y="52114"/>
                  </a:lnTo>
                  <a:cubicBezTo>
                    <a:pt x="1334" y="50983"/>
                    <a:pt x="2501" y="49661"/>
                    <a:pt x="3466" y="48197"/>
                  </a:cubicBezTo>
                  <a:close/>
                  <a:moveTo>
                    <a:pt x="1120" y="37862"/>
                  </a:moveTo>
                  <a:cubicBezTo>
                    <a:pt x="1656" y="36636"/>
                    <a:pt x="2073" y="35350"/>
                    <a:pt x="2299" y="34028"/>
                  </a:cubicBezTo>
                  <a:cubicBezTo>
                    <a:pt x="2120" y="35540"/>
                    <a:pt x="1834" y="37029"/>
                    <a:pt x="1441" y="3849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46"/>
            <p:cNvSpPr/>
            <p:nvPr/>
          </p:nvSpPr>
          <p:spPr>
            <a:xfrm>
              <a:off x="848300" y="2146825"/>
              <a:ext cx="5100" cy="23525"/>
            </a:xfrm>
            <a:custGeom>
              <a:rect b="b" l="l" r="r" t="t"/>
              <a:pathLst>
                <a:path extrusionOk="0" h="941" w="204">
                  <a:moveTo>
                    <a:pt x="1" y="441"/>
                  </a:moveTo>
                  <a:lnTo>
                    <a:pt x="1" y="941"/>
                  </a:lnTo>
                  <a:cubicBezTo>
                    <a:pt x="72" y="631"/>
                    <a:pt x="144" y="322"/>
                    <a:pt x="203" y="0"/>
                  </a:cubicBezTo>
                  <a:cubicBezTo>
                    <a:pt x="144" y="155"/>
                    <a:pt x="72" y="298"/>
                    <a:pt x="1" y="441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46"/>
            <p:cNvSpPr/>
            <p:nvPr/>
          </p:nvSpPr>
          <p:spPr>
            <a:xfrm>
              <a:off x="848300" y="2231050"/>
              <a:ext cx="123250" cy="284300"/>
            </a:xfrm>
            <a:custGeom>
              <a:rect b="b" l="l" r="r" t="t"/>
              <a:pathLst>
                <a:path extrusionOk="0" h="11372" w="4930">
                  <a:moveTo>
                    <a:pt x="1" y="8145"/>
                  </a:moveTo>
                  <a:lnTo>
                    <a:pt x="1" y="11371"/>
                  </a:lnTo>
                  <a:cubicBezTo>
                    <a:pt x="1787" y="7657"/>
                    <a:pt x="3358" y="3823"/>
                    <a:pt x="4930" y="1"/>
                  </a:cubicBezTo>
                  <a:cubicBezTo>
                    <a:pt x="3549" y="2858"/>
                    <a:pt x="1894" y="5585"/>
                    <a:pt x="1" y="814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46"/>
            <p:cNvSpPr/>
            <p:nvPr/>
          </p:nvSpPr>
          <p:spPr>
            <a:xfrm>
              <a:off x="1256100" y="2657000"/>
              <a:ext cx="5375" cy="13425"/>
            </a:xfrm>
            <a:custGeom>
              <a:rect b="b" l="l" r="r" t="t"/>
              <a:pathLst>
                <a:path extrusionOk="0" h="537" w="215">
                  <a:moveTo>
                    <a:pt x="215" y="1"/>
                  </a:moveTo>
                  <a:cubicBezTo>
                    <a:pt x="0" y="84"/>
                    <a:pt x="24" y="346"/>
                    <a:pt x="155" y="536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46"/>
            <p:cNvSpPr/>
            <p:nvPr/>
          </p:nvSpPr>
          <p:spPr>
            <a:xfrm>
              <a:off x="1259075" y="2670400"/>
              <a:ext cx="14300" cy="10150"/>
            </a:xfrm>
            <a:custGeom>
              <a:rect b="b" l="l" r="r" t="t"/>
              <a:pathLst>
                <a:path extrusionOk="0" h="406" w="572">
                  <a:moveTo>
                    <a:pt x="572" y="179"/>
                  </a:moveTo>
                  <a:cubicBezTo>
                    <a:pt x="501" y="191"/>
                    <a:pt x="429" y="203"/>
                    <a:pt x="358" y="203"/>
                  </a:cubicBezTo>
                  <a:cubicBezTo>
                    <a:pt x="227" y="191"/>
                    <a:pt x="120" y="108"/>
                    <a:pt x="36" y="0"/>
                  </a:cubicBezTo>
                  <a:lnTo>
                    <a:pt x="0" y="405"/>
                  </a:lnTo>
                  <a:cubicBezTo>
                    <a:pt x="179" y="310"/>
                    <a:pt x="370" y="239"/>
                    <a:pt x="572" y="179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46"/>
            <p:cNvSpPr/>
            <p:nvPr/>
          </p:nvSpPr>
          <p:spPr>
            <a:xfrm>
              <a:off x="1276350" y="2503425"/>
              <a:ext cx="292900" cy="903400"/>
            </a:xfrm>
            <a:custGeom>
              <a:rect b="b" l="l" r="r" t="t"/>
              <a:pathLst>
                <a:path extrusionOk="0" h="36136" w="11716">
                  <a:moveTo>
                    <a:pt x="11240" y="15300"/>
                  </a:moveTo>
                  <a:lnTo>
                    <a:pt x="11716" y="6858"/>
                  </a:lnTo>
                  <a:cubicBezTo>
                    <a:pt x="11466" y="5929"/>
                    <a:pt x="11168" y="5024"/>
                    <a:pt x="10835" y="4132"/>
                  </a:cubicBezTo>
                  <a:cubicBezTo>
                    <a:pt x="10692" y="3751"/>
                    <a:pt x="9799" y="3155"/>
                    <a:pt x="9977" y="3524"/>
                  </a:cubicBezTo>
                  <a:cubicBezTo>
                    <a:pt x="10251" y="4108"/>
                    <a:pt x="10489" y="4703"/>
                    <a:pt x="10692" y="5298"/>
                  </a:cubicBezTo>
                  <a:cubicBezTo>
                    <a:pt x="10835" y="5691"/>
                    <a:pt x="10954" y="6072"/>
                    <a:pt x="11061" y="6465"/>
                  </a:cubicBezTo>
                  <a:cubicBezTo>
                    <a:pt x="10680" y="5453"/>
                    <a:pt x="10132" y="4501"/>
                    <a:pt x="9465" y="3655"/>
                  </a:cubicBezTo>
                  <a:cubicBezTo>
                    <a:pt x="7727" y="1476"/>
                    <a:pt x="5144" y="0"/>
                    <a:pt x="2405" y="274"/>
                  </a:cubicBezTo>
                  <a:cubicBezTo>
                    <a:pt x="5679" y="1607"/>
                    <a:pt x="7870" y="4929"/>
                    <a:pt x="8489" y="8406"/>
                  </a:cubicBezTo>
                  <a:cubicBezTo>
                    <a:pt x="9108" y="11882"/>
                    <a:pt x="8346" y="15478"/>
                    <a:pt x="7084" y="18776"/>
                  </a:cubicBezTo>
                  <a:cubicBezTo>
                    <a:pt x="7525" y="15657"/>
                    <a:pt x="7060" y="12418"/>
                    <a:pt x="5775" y="9537"/>
                  </a:cubicBezTo>
                  <a:cubicBezTo>
                    <a:pt x="5310" y="8513"/>
                    <a:pt x="4727" y="7501"/>
                    <a:pt x="3822" y="6834"/>
                  </a:cubicBezTo>
                  <a:cubicBezTo>
                    <a:pt x="2917" y="6167"/>
                    <a:pt x="1631" y="5917"/>
                    <a:pt x="655" y="6465"/>
                  </a:cubicBezTo>
                  <a:cubicBezTo>
                    <a:pt x="441" y="6584"/>
                    <a:pt x="226" y="6751"/>
                    <a:pt x="0" y="6822"/>
                  </a:cubicBezTo>
                  <a:cubicBezTo>
                    <a:pt x="1929" y="6346"/>
                    <a:pt x="4131" y="7703"/>
                    <a:pt x="5048" y="9561"/>
                  </a:cubicBezTo>
                  <a:cubicBezTo>
                    <a:pt x="5060" y="9573"/>
                    <a:pt x="5072" y="9585"/>
                    <a:pt x="5072" y="9608"/>
                  </a:cubicBezTo>
                  <a:cubicBezTo>
                    <a:pt x="6084" y="11716"/>
                    <a:pt x="5870" y="14192"/>
                    <a:pt x="5548" y="16502"/>
                  </a:cubicBezTo>
                  <a:cubicBezTo>
                    <a:pt x="4751" y="22169"/>
                    <a:pt x="3393" y="27742"/>
                    <a:pt x="1476" y="33123"/>
                  </a:cubicBezTo>
                  <a:cubicBezTo>
                    <a:pt x="1274" y="33695"/>
                    <a:pt x="1072" y="34254"/>
                    <a:pt x="857" y="34802"/>
                  </a:cubicBezTo>
                  <a:cubicBezTo>
                    <a:pt x="679" y="35254"/>
                    <a:pt x="524" y="35695"/>
                    <a:pt x="345" y="36135"/>
                  </a:cubicBezTo>
                  <a:lnTo>
                    <a:pt x="345" y="36135"/>
                  </a:lnTo>
                  <a:cubicBezTo>
                    <a:pt x="1488" y="34838"/>
                    <a:pt x="2560" y="33492"/>
                    <a:pt x="3560" y="32075"/>
                  </a:cubicBezTo>
                  <a:cubicBezTo>
                    <a:pt x="5239" y="29730"/>
                    <a:pt x="6727" y="27230"/>
                    <a:pt x="7977" y="24622"/>
                  </a:cubicBezTo>
                  <a:cubicBezTo>
                    <a:pt x="9073" y="21515"/>
                    <a:pt x="10156" y="18407"/>
                    <a:pt x="11240" y="1530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46"/>
            <p:cNvSpPr/>
            <p:nvPr/>
          </p:nvSpPr>
          <p:spPr>
            <a:xfrm>
              <a:off x="1882075" y="2284925"/>
              <a:ext cx="382200" cy="1676125"/>
            </a:xfrm>
            <a:custGeom>
              <a:rect b="b" l="l" r="r" t="t"/>
              <a:pathLst>
                <a:path extrusionOk="0" h="67045" w="15288">
                  <a:moveTo>
                    <a:pt x="11966" y="4871"/>
                  </a:moveTo>
                  <a:cubicBezTo>
                    <a:pt x="11966" y="4942"/>
                    <a:pt x="11978" y="5001"/>
                    <a:pt x="11978" y="5073"/>
                  </a:cubicBezTo>
                  <a:cubicBezTo>
                    <a:pt x="12299" y="7907"/>
                    <a:pt x="12490" y="10752"/>
                    <a:pt x="12573" y="13610"/>
                  </a:cubicBezTo>
                  <a:cubicBezTo>
                    <a:pt x="12609" y="15074"/>
                    <a:pt x="12621" y="16551"/>
                    <a:pt x="12597" y="18027"/>
                  </a:cubicBezTo>
                  <a:cubicBezTo>
                    <a:pt x="12573" y="19325"/>
                    <a:pt x="12526" y="20634"/>
                    <a:pt x="12454" y="21932"/>
                  </a:cubicBezTo>
                  <a:cubicBezTo>
                    <a:pt x="11930" y="14860"/>
                    <a:pt x="11347" y="7597"/>
                    <a:pt x="8263" y="1227"/>
                  </a:cubicBezTo>
                  <a:cubicBezTo>
                    <a:pt x="8192" y="1168"/>
                    <a:pt x="8120" y="1120"/>
                    <a:pt x="8049" y="1072"/>
                  </a:cubicBezTo>
                  <a:cubicBezTo>
                    <a:pt x="8394" y="9681"/>
                    <a:pt x="8085" y="18313"/>
                    <a:pt x="7132" y="26873"/>
                  </a:cubicBezTo>
                  <a:cubicBezTo>
                    <a:pt x="7120" y="26897"/>
                    <a:pt x="7120" y="26921"/>
                    <a:pt x="7120" y="26945"/>
                  </a:cubicBezTo>
                  <a:cubicBezTo>
                    <a:pt x="7025" y="27826"/>
                    <a:pt x="6918" y="28695"/>
                    <a:pt x="6811" y="29576"/>
                  </a:cubicBezTo>
                  <a:cubicBezTo>
                    <a:pt x="6882" y="28183"/>
                    <a:pt x="6942" y="26778"/>
                    <a:pt x="6989" y="25373"/>
                  </a:cubicBezTo>
                  <a:cubicBezTo>
                    <a:pt x="7049" y="23492"/>
                    <a:pt x="7084" y="21599"/>
                    <a:pt x="7049" y="19718"/>
                  </a:cubicBezTo>
                  <a:cubicBezTo>
                    <a:pt x="6930" y="12741"/>
                    <a:pt x="5918" y="5859"/>
                    <a:pt x="2298" y="1"/>
                  </a:cubicBezTo>
                  <a:cubicBezTo>
                    <a:pt x="2441" y="572"/>
                    <a:pt x="2584" y="1144"/>
                    <a:pt x="2703" y="1727"/>
                  </a:cubicBezTo>
                  <a:cubicBezTo>
                    <a:pt x="2810" y="2156"/>
                    <a:pt x="2893" y="2585"/>
                    <a:pt x="2989" y="3025"/>
                  </a:cubicBezTo>
                  <a:cubicBezTo>
                    <a:pt x="3870" y="7466"/>
                    <a:pt x="4263" y="12002"/>
                    <a:pt x="4441" y="16562"/>
                  </a:cubicBezTo>
                  <a:cubicBezTo>
                    <a:pt x="4477" y="17348"/>
                    <a:pt x="4501" y="18146"/>
                    <a:pt x="4513" y="18944"/>
                  </a:cubicBezTo>
                  <a:cubicBezTo>
                    <a:pt x="4572" y="20920"/>
                    <a:pt x="4584" y="22897"/>
                    <a:pt x="4608" y="24861"/>
                  </a:cubicBezTo>
                  <a:cubicBezTo>
                    <a:pt x="4620" y="27623"/>
                    <a:pt x="4608" y="30481"/>
                    <a:pt x="3798" y="33088"/>
                  </a:cubicBezTo>
                  <a:cubicBezTo>
                    <a:pt x="4560" y="36732"/>
                    <a:pt x="4489" y="40696"/>
                    <a:pt x="4310" y="44423"/>
                  </a:cubicBezTo>
                  <a:cubicBezTo>
                    <a:pt x="4239" y="45959"/>
                    <a:pt x="4787" y="46804"/>
                    <a:pt x="4465" y="48304"/>
                  </a:cubicBezTo>
                  <a:cubicBezTo>
                    <a:pt x="4358" y="48864"/>
                    <a:pt x="4167" y="49519"/>
                    <a:pt x="3941" y="50221"/>
                  </a:cubicBezTo>
                  <a:cubicBezTo>
                    <a:pt x="3941" y="50245"/>
                    <a:pt x="3941" y="50269"/>
                    <a:pt x="3941" y="50293"/>
                  </a:cubicBezTo>
                  <a:cubicBezTo>
                    <a:pt x="3917" y="50888"/>
                    <a:pt x="3894" y="51471"/>
                    <a:pt x="3870" y="52055"/>
                  </a:cubicBezTo>
                  <a:cubicBezTo>
                    <a:pt x="3846" y="52555"/>
                    <a:pt x="3822" y="53043"/>
                    <a:pt x="3786" y="53531"/>
                  </a:cubicBezTo>
                  <a:cubicBezTo>
                    <a:pt x="3679" y="54996"/>
                    <a:pt x="3536" y="56448"/>
                    <a:pt x="3310" y="57877"/>
                  </a:cubicBezTo>
                  <a:cubicBezTo>
                    <a:pt x="2846" y="60770"/>
                    <a:pt x="2048" y="63556"/>
                    <a:pt x="607" y="66057"/>
                  </a:cubicBezTo>
                  <a:cubicBezTo>
                    <a:pt x="417" y="66390"/>
                    <a:pt x="215" y="66723"/>
                    <a:pt x="0" y="67045"/>
                  </a:cubicBezTo>
                  <a:cubicBezTo>
                    <a:pt x="1191" y="65878"/>
                    <a:pt x="2143" y="64509"/>
                    <a:pt x="3048" y="63104"/>
                  </a:cubicBezTo>
                  <a:cubicBezTo>
                    <a:pt x="3298" y="62711"/>
                    <a:pt x="3548" y="62306"/>
                    <a:pt x="3786" y="61913"/>
                  </a:cubicBezTo>
                  <a:cubicBezTo>
                    <a:pt x="5453" y="59222"/>
                    <a:pt x="7132" y="56508"/>
                    <a:pt x="8668" y="53710"/>
                  </a:cubicBezTo>
                  <a:cubicBezTo>
                    <a:pt x="9644" y="51936"/>
                    <a:pt x="10573" y="50138"/>
                    <a:pt x="11395" y="48304"/>
                  </a:cubicBezTo>
                  <a:cubicBezTo>
                    <a:pt x="12490" y="45911"/>
                    <a:pt x="13407" y="43459"/>
                    <a:pt x="14085" y="40946"/>
                  </a:cubicBezTo>
                  <a:cubicBezTo>
                    <a:pt x="14133" y="40768"/>
                    <a:pt x="14181" y="40589"/>
                    <a:pt x="14228" y="40399"/>
                  </a:cubicBezTo>
                  <a:cubicBezTo>
                    <a:pt x="14228" y="40375"/>
                    <a:pt x="14240" y="40339"/>
                    <a:pt x="14252" y="40303"/>
                  </a:cubicBezTo>
                  <a:cubicBezTo>
                    <a:pt x="14264" y="40232"/>
                    <a:pt x="14288" y="40161"/>
                    <a:pt x="14300" y="40089"/>
                  </a:cubicBezTo>
                  <a:cubicBezTo>
                    <a:pt x="14323" y="39994"/>
                    <a:pt x="14347" y="39887"/>
                    <a:pt x="14371" y="39791"/>
                  </a:cubicBezTo>
                  <a:cubicBezTo>
                    <a:pt x="13395" y="40172"/>
                    <a:pt x="12418" y="40530"/>
                    <a:pt x="11418" y="40851"/>
                  </a:cubicBezTo>
                  <a:cubicBezTo>
                    <a:pt x="12002" y="40506"/>
                    <a:pt x="12585" y="40149"/>
                    <a:pt x="13157" y="39780"/>
                  </a:cubicBezTo>
                  <a:cubicBezTo>
                    <a:pt x="12526" y="39922"/>
                    <a:pt x="11906" y="40065"/>
                    <a:pt x="11275" y="40184"/>
                  </a:cubicBezTo>
                  <a:cubicBezTo>
                    <a:pt x="12061" y="40006"/>
                    <a:pt x="12847" y="39768"/>
                    <a:pt x="13597" y="39482"/>
                  </a:cubicBezTo>
                  <a:cubicBezTo>
                    <a:pt x="13931" y="39244"/>
                    <a:pt x="14264" y="39018"/>
                    <a:pt x="14597" y="38779"/>
                  </a:cubicBezTo>
                  <a:cubicBezTo>
                    <a:pt x="14597" y="38732"/>
                    <a:pt x="14609" y="38684"/>
                    <a:pt x="14621" y="38648"/>
                  </a:cubicBezTo>
                  <a:cubicBezTo>
                    <a:pt x="14740" y="38017"/>
                    <a:pt x="14859" y="37398"/>
                    <a:pt x="14943" y="36767"/>
                  </a:cubicBezTo>
                  <a:cubicBezTo>
                    <a:pt x="14966" y="36565"/>
                    <a:pt x="15002" y="36351"/>
                    <a:pt x="15026" y="36148"/>
                  </a:cubicBezTo>
                  <a:cubicBezTo>
                    <a:pt x="15026" y="36148"/>
                    <a:pt x="15026" y="36136"/>
                    <a:pt x="15026" y="36136"/>
                  </a:cubicBezTo>
                  <a:cubicBezTo>
                    <a:pt x="14776" y="36362"/>
                    <a:pt x="14526" y="36577"/>
                    <a:pt x="14288" y="36803"/>
                  </a:cubicBezTo>
                  <a:cubicBezTo>
                    <a:pt x="14550" y="36565"/>
                    <a:pt x="14800" y="36291"/>
                    <a:pt x="15038" y="35981"/>
                  </a:cubicBezTo>
                  <a:cubicBezTo>
                    <a:pt x="15074" y="35743"/>
                    <a:pt x="15097" y="35493"/>
                    <a:pt x="15121" y="35243"/>
                  </a:cubicBezTo>
                  <a:cubicBezTo>
                    <a:pt x="15133" y="35089"/>
                    <a:pt x="15157" y="34934"/>
                    <a:pt x="15169" y="34767"/>
                  </a:cubicBezTo>
                  <a:cubicBezTo>
                    <a:pt x="15264" y="33541"/>
                    <a:pt x="15288" y="32291"/>
                    <a:pt x="15276" y="31052"/>
                  </a:cubicBezTo>
                  <a:lnTo>
                    <a:pt x="15276" y="31017"/>
                  </a:lnTo>
                  <a:cubicBezTo>
                    <a:pt x="14371" y="31910"/>
                    <a:pt x="13442" y="32707"/>
                    <a:pt x="12478" y="33386"/>
                  </a:cubicBezTo>
                  <a:cubicBezTo>
                    <a:pt x="12228" y="33600"/>
                    <a:pt x="11966" y="33779"/>
                    <a:pt x="11692" y="33898"/>
                  </a:cubicBezTo>
                  <a:cubicBezTo>
                    <a:pt x="11966" y="33731"/>
                    <a:pt x="12216" y="33565"/>
                    <a:pt x="12478" y="33386"/>
                  </a:cubicBezTo>
                  <a:cubicBezTo>
                    <a:pt x="13014" y="32910"/>
                    <a:pt x="13490" y="32243"/>
                    <a:pt x="13907" y="31457"/>
                  </a:cubicBezTo>
                  <a:cubicBezTo>
                    <a:pt x="13490" y="31814"/>
                    <a:pt x="13049" y="32171"/>
                    <a:pt x="12597" y="32505"/>
                  </a:cubicBezTo>
                  <a:cubicBezTo>
                    <a:pt x="13585" y="30993"/>
                    <a:pt x="14431" y="29385"/>
                    <a:pt x="15145" y="27730"/>
                  </a:cubicBezTo>
                  <a:cubicBezTo>
                    <a:pt x="15109" y="27052"/>
                    <a:pt x="15062" y="26373"/>
                    <a:pt x="15014" y="25706"/>
                  </a:cubicBezTo>
                  <a:cubicBezTo>
                    <a:pt x="14562" y="18682"/>
                    <a:pt x="14097" y="11574"/>
                    <a:pt x="11966" y="487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46"/>
            <p:cNvSpPr/>
            <p:nvPr/>
          </p:nvSpPr>
          <p:spPr>
            <a:xfrm>
              <a:off x="1421000" y="2434650"/>
              <a:ext cx="547700" cy="1771375"/>
            </a:xfrm>
            <a:custGeom>
              <a:rect b="b" l="l" r="r" t="t"/>
              <a:pathLst>
                <a:path extrusionOk="0" h="70855" w="21908">
                  <a:moveTo>
                    <a:pt x="10097" y="62663"/>
                  </a:moveTo>
                  <a:cubicBezTo>
                    <a:pt x="10740" y="61961"/>
                    <a:pt x="11395" y="61270"/>
                    <a:pt x="12038" y="60556"/>
                  </a:cubicBezTo>
                  <a:cubicBezTo>
                    <a:pt x="12514" y="60032"/>
                    <a:pt x="12978" y="59508"/>
                    <a:pt x="13455" y="58972"/>
                  </a:cubicBezTo>
                  <a:cubicBezTo>
                    <a:pt x="19074" y="46578"/>
                    <a:pt x="21241" y="32552"/>
                    <a:pt x="18372" y="19241"/>
                  </a:cubicBezTo>
                  <a:cubicBezTo>
                    <a:pt x="20062" y="21003"/>
                    <a:pt x="21146" y="23123"/>
                    <a:pt x="21825" y="25432"/>
                  </a:cubicBezTo>
                  <a:cubicBezTo>
                    <a:pt x="21908" y="15931"/>
                    <a:pt x="17848" y="6418"/>
                    <a:pt x="10811" y="1"/>
                  </a:cubicBezTo>
                  <a:cubicBezTo>
                    <a:pt x="12204" y="2632"/>
                    <a:pt x="13359" y="5370"/>
                    <a:pt x="14324" y="8168"/>
                  </a:cubicBezTo>
                  <a:cubicBezTo>
                    <a:pt x="14764" y="9430"/>
                    <a:pt x="15169" y="10716"/>
                    <a:pt x="15538" y="12014"/>
                  </a:cubicBezTo>
                  <a:cubicBezTo>
                    <a:pt x="15871" y="13157"/>
                    <a:pt x="16169" y="14312"/>
                    <a:pt x="16443" y="15467"/>
                  </a:cubicBezTo>
                  <a:cubicBezTo>
                    <a:pt x="16336" y="15276"/>
                    <a:pt x="16229" y="15074"/>
                    <a:pt x="16110" y="14883"/>
                  </a:cubicBezTo>
                  <a:cubicBezTo>
                    <a:pt x="16860" y="21408"/>
                    <a:pt x="17538" y="28385"/>
                    <a:pt x="14526" y="34231"/>
                  </a:cubicBezTo>
                  <a:cubicBezTo>
                    <a:pt x="15693" y="27206"/>
                    <a:pt x="15717" y="20003"/>
                    <a:pt x="14598" y="12967"/>
                  </a:cubicBezTo>
                  <a:cubicBezTo>
                    <a:pt x="14526" y="12550"/>
                    <a:pt x="14455" y="12133"/>
                    <a:pt x="14383" y="11705"/>
                  </a:cubicBezTo>
                  <a:cubicBezTo>
                    <a:pt x="13990" y="21599"/>
                    <a:pt x="13490" y="31516"/>
                    <a:pt x="11597" y="41232"/>
                  </a:cubicBezTo>
                  <a:cubicBezTo>
                    <a:pt x="10799" y="45292"/>
                    <a:pt x="9752" y="49328"/>
                    <a:pt x="8394" y="53245"/>
                  </a:cubicBezTo>
                  <a:cubicBezTo>
                    <a:pt x="11430" y="56198"/>
                    <a:pt x="5668" y="62949"/>
                    <a:pt x="2025" y="66664"/>
                  </a:cubicBezTo>
                  <a:cubicBezTo>
                    <a:pt x="1870" y="66902"/>
                    <a:pt x="1703" y="67152"/>
                    <a:pt x="1548" y="67390"/>
                  </a:cubicBezTo>
                  <a:lnTo>
                    <a:pt x="5584" y="64020"/>
                  </a:lnTo>
                  <a:lnTo>
                    <a:pt x="5584" y="64020"/>
                  </a:lnTo>
                  <a:lnTo>
                    <a:pt x="5584" y="64020"/>
                  </a:lnTo>
                  <a:cubicBezTo>
                    <a:pt x="5477" y="64342"/>
                    <a:pt x="5334" y="64663"/>
                    <a:pt x="5180" y="64973"/>
                  </a:cubicBezTo>
                  <a:cubicBezTo>
                    <a:pt x="4037" y="67235"/>
                    <a:pt x="1965" y="69057"/>
                    <a:pt x="1965" y="69057"/>
                  </a:cubicBezTo>
                  <a:cubicBezTo>
                    <a:pt x="1310" y="69652"/>
                    <a:pt x="655" y="70259"/>
                    <a:pt x="0" y="70855"/>
                  </a:cubicBezTo>
                  <a:cubicBezTo>
                    <a:pt x="60" y="70831"/>
                    <a:pt x="120" y="70795"/>
                    <a:pt x="179" y="70771"/>
                  </a:cubicBezTo>
                  <a:cubicBezTo>
                    <a:pt x="774" y="70509"/>
                    <a:pt x="1346" y="70212"/>
                    <a:pt x="1905" y="69878"/>
                  </a:cubicBezTo>
                  <a:cubicBezTo>
                    <a:pt x="5025" y="68045"/>
                    <a:pt x="7597" y="65330"/>
                    <a:pt x="10097" y="6266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46"/>
            <p:cNvSpPr/>
            <p:nvPr/>
          </p:nvSpPr>
          <p:spPr>
            <a:xfrm>
              <a:off x="848300" y="2496875"/>
              <a:ext cx="894200" cy="1929725"/>
            </a:xfrm>
            <a:custGeom>
              <a:rect b="b" l="l" r="r" t="t"/>
              <a:pathLst>
                <a:path extrusionOk="0" h="77189" w="35768">
                  <a:moveTo>
                    <a:pt x="11181" y="64675"/>
                  </a:moveTo>
                  <a:cubicBezTo>
                    <a:pt x="11455" y="64437"/>
                    <a:pt x="11717" y="64198"/>
                    <a:pt x="11990" y="63960"/>
                  </a:cubicBezTo>
                  <a:cubicBezTo>
                    <a:pt x="15812" y="60496"/>
                    <a:pt x="18527" y="56709"/>
                    <a:pt x="19575" y="55138"/>
                  </a:cubicBezTo>
                  <a:cubicBezTo>
                    <a:pt x="19896" y="54662"/>
                    <a:pt x="20063" y="54388"/>
                    <a:pt x="20063" y="54388"/>
                  </a:cubicBezTo>
                  <a:cubicBezTo>
                    <a:pt x="18979" y="59424"/>
                    <a:pt x="12895" y="70223"/>
                    <a:pt x="12895" y="70223"/>
                  </a:cubicBezTo>
                  <a:cubicBezTo>
                    <a:pt x="12895" y="70223"/>
                    <a:pt x="6252" y="77188"/>
                    <a:pt x="13514" y="69699"/>
                  </a:cubicBezTo>
                  <a:cubicBezTo>
                    <a:pt x="13514" y="69699"/>
                    <a:pt x="13514" y="69687"/>
                    <a:pt x="13514" y="69687"/>
                  </a:cubicBezTo>
                  <a:cubicBezTo>
                    <a:pt x="16015" y="67116"/>
                    <a:pt x="18348" y="63901"/>
                    <a:pt x="20361" y="60793"/>
                  </a:cubicBezTo>
                  <a:cubicBezTo>
                    <a:pt x="21670" y="58769"/>
                    <a:pt x="22849" y="56805"/>
                    <a:pt x="23837" y="55078"/>
                  </a:cubicBezTo>
                  <a:cubicBezTo>
                    <a:pt x="25754" y="51745"/>
                    <a:pt x="26980" y="49340"/>
                    <a:pt x="27195" y="49363"/>
                  </a:cubicBezTo>
                  <a:cubicBezTo>
                    <a:pt x="27195" y="49363"/>
                    <a:pt x="27195" y="49363"/>
                    <a:pt x="27207" y="49363"/>
                  </a:cubicBezTo>
                  <a:cubicBezTo>
                    <a:pt x="27445" y="49375"/>
                    <a:pt x="27659" y="49399"/>
                    <a:pt x="27885" y="49435"/>
                  </a:cubicBezTo>
                  <a:cubicBezTo>
                    <a:pt x="31231" y="38386"/>
                    <a:pt x="34493" y="27325"/>
                    <a:pt x="35767" y="16002"/>
                  </a:cubicBezTo>
                  <a:cubicBezTo>
                    <a:pt x="35553" y="17121"/>
                    <a:pt x="35303" y="18240"/>
                    <a:pt x="35017" y="19336"/>
                  </a:cubicBezTo>
                  <a:cubicBezTo>
                    <a:pt x="35196" y="18109"/>
                    <a:pt x="35315" y="16871"/>
                    <a:pt x="35362" y="15621"/>
                  </a:cubicBezTo>
                  <a:cubicBezTo>
                    <a:pt x="35541" y="10263"/>
                    <a:pt x="34458" y="4858"/>
                    <a:pt x="32160" y="0"/>
                  </a:cubicBezTo>
                  <a:cubicBezTo>
                    <a:pt x="32624" y="8823"/>
                    <a:pt x="32934" y="18229"/>
                    <a:pt x="28385" y="25801"/>
                  </a:cubicBezTo>
                  <a:cubicBezTo>
                    <a:pt x="30255" y="20145"/>
                    <a:pt x="30493" y="13978"/>
                    <a:pt x="29112" y="8192"/>
                  </a:cubicBezTo>
                  <a:cubicBezTo>
                    <a:pt x="29647" y="25837"/>
                    <a:pt x="23730" y="43505"/>
                    <a:pt x="13455" y="57912"/>
                  </a:cubicBezTo>
                  <a:cubicBezTo>
                    <a:pt x="10645" y="61853"/>
                    <a:pt x="7335" y="65699"/>
                    <a:pt x="2906" y="67627"/>
                  </a:cubicBezTo>
                  <a:cubicBezTo>
                    <a:pt x="3346" y="67544"/>
                    <a:pt x="3620" y="67461"/>
                    <a:pt x="3620" y="67461"/>
                  </a:cubicBezTo>
                  <a:cubicBezTo>
                    <a:pt x="3418" y="67639"/>
                    <a:pt x="3204" y="67806"/>
                    <a:pt x="2989" y="67973"/>
                  </a:cubicBezTo>
                  <a:cubicBezTo>
                    <a:pt x="1977" y="68759"/>
                    <a:pt x="918" y="69366"/>
                    <a:pt x="1" y="69818"/>
                  </a:cubicBezTo>
                  <a:lnTo>
                    <a:pt x="1" y="70556"/>
                  </a:lnTo>
                  <a:cubicBezTo>
                    <a:pt x="4192" y="69759"/>
                    <a:pt x="8002" y="67389"/>
                    <a:pt x="11145" y="64699"/>
                  </a:cubicBezTo>
                  <a:cubicBezTo>
                    <a:pt x="11169" y="64687"/>
                    <a:pt x="11169" y="64675"/>
                    <a:pt x="11181" y="6467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46"/>
            <p:cNvSpPr/>
            <p:nvPr/>
          </p:nvSpPr>
          <p:spPr>
            <a:xfrm>
              <a:off x="1765100" y="2653125"/>
              <a:ext cx="7750" cy="34275"/>
            </a:xfrm>
            <a:custGeom>
              <a:rect b="b" l="l" r="r" t="t"/>
              <a:pathLst>
                <a:path extrusionOk="0" h="1371" w="310">
                  <a:moveTo>
                    <a:pt x="0" y="1370"/>
                  </a:moveTo>
                  <a:lnTo>
                    <a:pt x="310" y="1346"/>
                  </a:lnTo>
                  <a:cubicBezTo>
                    <a:pt x="214" y="906"/>
                    <a:pt x="119" y="453"/>
                    <a:pt x="24" y="1"/>
                  </a:cubicBezTo>
                  <a:cubicBezTo>
                    <a:pt x="24" y="453"/>
                    <a:pt x="12" y="918"/>
                    <a:pt x="0" y="137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46"/>
            <p:cNvSpPr/>
            <p:nvPr/>
          </p:nvSpPr>
          <p:spPr>
            <a:xfrm>
              <a:off x="1405225" y="4147075"/>
              <a:ext cx="19675" cy="18175"/>
            </a:xfrm>
            <a:custGeom>
              <a:rect b="b" l="l" r="r" t="t"/>
              <a:pathLst>
                <a:path extrusionOk="0" h="727" w="787">
                  <a:moveTo>
                    <a:pt x="786" y="0"/>
                  </a:moveTo>
                  <a:cubicBezTo>
                    <a:pt x="298" y="465"/>
                    <a:pt x="0" y="727"/>
                    <a:pt x="0" y="727"/>
                  </a:cubicBezTo>
                  <a:lnTo>
                    <a:pt x="762" y="84"/>
                  </a:lnTo>
                  <a:cubicBezTo>
                    <a:pt x="762" y="60"/>
                    <a:pt x="774" y="36"/>
                    <a:pt x="7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46"/>
            <p:cNvSpPr/>
            <p:nvPr/>
          </p:nvSpPr>
          <p:spPr>
            <a:xfrm>
              <a:off x="848300" y="3154675"/>
              <a:ext cx="615000" cy="1039750"/>
            </a:xfrm>
            <a:custGeom>
              <a:rect b="b" l="l" r="r" t="t"/>
              <a:pathLst>
                <a:path extrusionOk="0" h="41590" w="24600">
                  <a:moveTo>
                    <a:pt x="1513" y="41518"/>
                  </a:moveTo>
                  <a:cubicBezTo>
                    <a:pt x="1977" y="41470"/>
                    <a:pt x="2394" y="41411"/>
                    <a:pt x="2727" y="41351"/>
                  </a:cubicBezTo>
                  <a:cubicBezTo>
                    <a:pt x="8109" y="38232"/>
                    <a:pt x="11574" y="32636"/>
                    <a:pt x="14276" y="27016"/>
                  </a:cubicBezTo>
                  <a:cubicBezTo>
                    <a:pt x="17479" y="20337"/>
                    <a:pt x="19932" y="13324"/>
                    <a:pt x="22385" y="6335"/>
                  </a:cubicBezTo>
                  <a:cubicBezTo>
                    <a:pt x="23123" y="4216"/>
                    <a:pt x="23861" y="2108"/>
                    <a:pt x="24599" y="1"/>
                  </a:cubicBezTo>
                  <a:cubicBezTo>
                    <a:pt x="24242" y="644"/>
                    <a:pt x="24004" y="1013"/>
                    <a:pt x="24004" y="1013"/>
                  </a:cubicBezTo>
                  <a:cubicBezTo>
                    <a:pt x="24004" y="1013"/>
                    <a:pt x="23147" y="3418"/>
                    <a:pt x="21813" y="6990"/>
                  </a:cubicBezTo>
                  <a:cubicBezTo>
                    <a:pt x="19646" y="12741"/>
                    <a:pt x="16205" y="21492"/>
                    <a:pt x="12967" y="28088"/>
                  </a:cubicBezTo>
                  <a:cubicBezTo>
                    <a:pt x="12193" y="29659"/>
                    <a:pt x="11431" y="31100"/>
                    <a:pt x="10705" y="32362"/>
                  </a:cubicBezTo>
                  <a:cubicBezTo>
                    <a:pt x="10705" y="32362"/>
                    <a:pt x="10705" y="32362"/>
                    <a:pt x="10705" y="32374"/>
                  </a:cubicBezTo>
                  <a:cubicBezTo>
                    <a:pt x="7645" y="37613"/>
                    <a:pt x="3585" y="39530"/>
                    <a:pt x="465" y="40172"/>
                  </a:cubicBezTo>
                  <a:cubicBezTo>
                    <a:pt x="346" y="40196"/>
                    <a:pt x="227" y="40220"/>
                    <a:pt x="108" y="40244"/>
                  </a:cubicBezTo>
                  <a:cubicBezTo>
                    <a:pt x="72" y="40244"/>
                    <a:pt x="37" y="40256"/>
                    <a:pt x="1" y="40256"/>
                  </a:cubicBezTo>
                  <a:lnTo>
                    <a:pt x="1" y="41589"/>
                  </a:lnTo>
                  <a:cubicBezTo>
                    <a:pt x="537" y="41589"/>
                    <a:pt x="1049" y="41566"/>
                    <a:pt x="1513" y="4151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46"/>
            <p:cNvSpPr/>
            <p:nvPr/>
          </p:nvSpPr>
          <p:spPr>
            <a:xfrm>
              <a:off x="1546600" y="1767900"/>
              <a:ext cx="657850" cy="551575"/>
            </a:xfrm>
            <a:custGeom>
              <a:rect b="b" l="l" r="r" t="t"/>
              <a:pathLst>
                <a:path extrusionOk="0" h="22063" w="26314">
                  <a:moveTo>
                    <a:pt x="5275" y="12181"/>
                  </a:moveTo>
                  <a:cubicBezTo>
                    <a:pt x="5371" y="12252"/>
                    <a:pt x="5478" y="12312"/>
                    <a:pt x="5573" y="12383"/>
                  </a:cubicBezTo>
                  <a:cubicBezTo>
                    <a:pt x="6145" y="12514"/>
                    <a:pt x="6692" y="12717"/>
                    <a:pt x="7240" y="12919"/>
                  </a:cubicBezTo>
                  <a:cubicBezTo>
                    <a:pt x="9526" y="13788"/>
                    <a:pt x="11740" y="14812"/>
                    <a:pt x="13895" y="15967"/>
                  </a:cubicBezTo>
                  <a:lnTo>
                    <a:pt x="11431" y="14193"/>
                  </a:lnTo>
                  <a:cubicBezTo>
                    <a:pt x="17027" y="15265"/>
                    <a:pt x="22277" y="18039"/>
                    <a:pt x="26314" y="22063"/>
                  </a:cubicBezTo>
                  <a:cubicBezTo>
                    <a:pt x="24563" y="18336"/>
                    <a:pt x="22563" y="14729"/>
                    <a:pt x="20325" y="11264"/>
                  </a:cubicBezTo>
                  <a:cubicBezTo>
                    <a:pt x="19110" y="10335"/>
                    <a:pt x="17836" y="9478"/>
                    <a:pt x="16551" y="8657"/>
                  </a:cubicBezTo>
                  <a:cubicBezTo>
                    <a:pt x="12086" y="5835"/>
                    <a:pt x="7335" y="3418"/>
                    <a:pt x="3311" y="1"/>
                  </a:cubicBezTo>
                  <a:cubicBezTo>
                    <a:pt x="4228" y="3168"/>
                    <a:pt x="6395" y="5823"/>
                    <a:pt x="8990" y="7871"/>
                  </a:cubicBezTo>
                  <a:cubicBezTo>
                    <a:pt x="9276" y="8097"/>
                    <a:pt x="9574" y="8323"/>
                    <a:pt x="9871" y="8538"/>
                  </a:cubicBezTo>
                  <a:cubicBezTo>
                    <a:pt x="10169" y="8740"/>
                    <a:pt x="10478" y="8942"/>
                    <a:pt x="10788" y="9145"/>
                  </a:cubicBezTo>
                  <a:cubicBezTo>
                    <a:pt x="13538" y="10931"/>
                    <a:pt x="16598" y="12205"/>
                    <a:pt x="19634" y="13467"/>
                  </a:cubicBezTo>
                  <a:cubicBezTo>
                    <a:pt x="12002" y="13205"/>
                    <a:pt x="4728" y="9085"/>
                    <a:pt x="1" y="3096"/>
                  </a:cubicBezTo>
                  <a:cubicBezTo>
                    <a:pt x="596" y="4966"/>
                    <a:pt x="1322" y="6942"/>
                    <a:pt x="2299" y="8680"/>
                  </a:cubicBezTo>
                  <a:cubicBezTo>
                    <a:pt x="2620" y="9240"/>
                    <a:pt x="2966" y="9776"/>
                    <a:pt x="3358" y="10276"/>
                  </a:cubicBezTo>
                  <a:cubicBezTo>
                    <a:pt x="4013" y="10919"/>
                    <a:pt x="4692" y="11550"/>
                    <a:pt x="5394" y="12145"/>
                  </a:cubicBezTo>
                  <a:cubicBezTo>
                    <a:pt x="5359" y="12169"/>
                    <a:pt x="5311" y="12169"/>
                    <a:pt x="5275" y="1218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46"/>
            <p:cNvSpPr/>
            <p:nvPr/>
          </p:nvSpPr>
          <p:spPr>
            <a:xfrm>
              <a:off x="2184775" y="2171825"/>
              <a:ext cx="132800" cy="501875"/>
            </a:xfrm>
            <a:custGeom>
              <a:rect b="b" l="l" r="r" t="t"/>
              <a:pathLst>
                <a:path extrusionOk="0" h="20075" w="5312">
                  <a:moveTo>
                    <a:pt x="5311" y="20074"/>
                  </a:moveTo>
                  <a:cubicBezTo>
                    <a:pt x="5156" y="14371"/>
                    <a:pt x="4942" y="8430"/>
                    <a:pt x="2275" y="3382"/>
                  </a:cubicBezTo>
                  <a:cubicBezTo>
                    <a:pt x="1632" y="2167"/>
                    <a:pt x="858" y="1048"/>
                    <a:pt x="1" y="1"/>
                  </a:cubicBezTo>
                  <a:cubicBezTo>
                    <a:pt x="3335" y="4930"/>
                    <a:pt x="4930" y="11133"/>
                    <a:pt x="4799" y="17193"/>
                  </a:cubicBezTo>
                  <a:cubicBezTo>
                    <a:pt x="4942" y="17741"/>
                    <a:pt x="5061" y="18300"/>
                    <a:pt x="5156" y="18860"/>
                  </a:cubicBezTo>
                  <a:cubicBezTo>
                    <a:pt x="5216" y="19265"/>
                    <a:pt x="5275" y="19670"/>
                    <a:pt x="5311" y="2007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46"/>
            <p:cNvSpPr/>
            <p:nvPr/>
          </p:nvSpPr>
          <p:spPr>
            <a:xfrm>
              <a:off x="2322000" y="2485250"/>
              <a:ext cx="625" cy="25025"/>
            </a:xfrm>
            <a:custGeom>
              <a:rect b="b" l="l" r="r" t="t"/>
              <a:pathLst>
                <a:path extrusionOk="0" h="1001" w="25">
                  <a:moveTo>
                    <a:pt x="1" y="989"/>
                  </a:moveTo>
                  <a:lnTo>
                    <a:pt x="13" y="1001"/>
                  </a:lnTo>
                  <a:cubicBezTo>
                    <a:pt x="24" y="668"/>
                    <a:pt x="24" y="334"/>
                    <a:pt x="24" y="1"/>
                  </a:cubicBezTo>
                  <a:cubicBezTo>
                    <a:pt x="13" y="334"/>
                    <a:pt x="13" y="668"/>
                    <a:pt x="1" y="989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46"/>
            <p:cNvSpPr/>
            <p:nvPr/>
          </p:nvSpPr>
          <p:spPr>
            <a:xfrm>
              <a:off x="1564475" y="1420250"/>
              <a:ext cx="758150" cy="1065025"/>
            </a:xfrm>
            <a:custGeom>
              <a:rect b="b" l="l" r="r" t="t"/>
              <a:pathLst>
                <a:path extrusionOk="0" h="42601" w="30326">
                  <a:moveTo>
                    <a:pt x="24253" y="29266"/>
                  </a:moveTo>
                  <a:cubicBezTo>
                    <a:pt x="24277" y="29302"/>
                    <a:pt x="24313" y="29337"/>
                    <a:pt x="24337" y="29373"/>
                  </a:cubicBezTo>
                  <a:cubicBezTo>
                    <a:pt x="26039" y="31445"/>
                    <a:pt x="27611" y="33731"/>
                    <a:pt x="28730" y="36171"/>
                  </a:cubicBezTo>
                  <a:cubicBezTo>
                    <a:pt x="29254" y="37326"/>
                    <a:pt x="29671" y="38505"/>
                    <a:pt x="29944" y="39719"/>
                  </a:cubicBezTo>
                  <a:cubicBezTo>
                    <a:pt x="30159" y="40612"/>
                    <a:pt x="30278" y="41529"/>
                    <a:pt x="30314" y="42458"/>
                  </a:cubicBezTo>
                  <a:cubicBezTo>
                    <a:pt x="30314" y="42506"/>
                    <a:pt x="30314" y="42553"/>
                    <a:pt x="30325" y="42601"/>
                  </a:cubicBezTo>
                  <a:cubicBezTo>
                    <a:pt x="30325" y="42577"/>
                    <a:pt x="30325" y="42541"/>
                    <a:pt x="30325" y="42506"/>
                  </a:cubicBezTo>
                  <a:cubicBezTo>
                    <a:pt x="30325" y="41946"/>
                    <a:pt x="30325" y="41386"/>
                    <a:pt x="30314" y="40827"/>
                  </a:cubicBezTo>
                  <a:cubicBezTo>
                    <a:pt x="30004" y="36719"/>
                    <a:pt x="29230" y="32635"/>
                    <a:pt x="27968" y="28242"/>
                  </a:cubicBezTo>
                  <a:cubicBezTo>
                    <a:pt x="26849" y="24360"/>
                    <a:pt x="25456" y="20550"/>
                    <a:pt x="23884" y="16836"/>
                  </a:cubicBezTo>
                  <a:cubicBezTo>
                    <a:pt x="23051" y="14859"/>
                    <a:pt x="21991" y="12919"/>
                    <a:pt x="21003" y="10954"/>
                  </a:cubicBezTo>
                  <a:cubicBezTo>
                    <a:pt x="18038" y="6906"/>
                    <a:pt x="14371" y="3382"/>
                    <a:pt x="10109" y="738"/>
                  </a:cubicBezTo>
                  <a:cubicBezTo>
                    <a:pt x="9513" y="369"/>
                    <a:pt x="8847" y="0"/>
                    <a:pt x="8156" y="72"/>
                  </a:cubicBezTo>
                  <a:cubicBezTo>
                    <a:pt x="13633" y="6001"/>
                    <a:pt x="17610" y="13133"/>
                    <a:pt x="21527" y="20181"/>
                  </a:cubicBezTo>
                  <a:cubicBezTo>
                    <a:pt x="17062" y="12954"/>
                    <a:pt x="8501" y="8442"/>
                    <a:pt x="0" y="8870"/>
                  </a:cubicBezTo>
                  <a:cubicBezTo>
                    <a:pt x="2620" y="10454"/>
                    <a:pt x="5060" y="12311"/>
                    <a:pt x="7287" y="14419"/>
                  </a:cubicBezTo>
                  <a:lnTo>
                    <a:pt x="7192" y="14407"/>
                  </a:lnTo>
                  <a:lnTo>
                    <a:pt x="5584" y="14026"/>
                  </a:lnTo>
                  <a:cubicBezTo>
                    <a:pt x="11526" y="17157"/>
                    <a:pt x="16931" y="21277"/>
                    <a:pt x="21527" y="26170"/>
                  </a:cubicBezTo>
                  <a:cubicBezTo>
                    <a:pt x="22527" y="27111"/>
                    <a:pt x="23444" y="28159"/>
                    <a:pt x="24253" y="29266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46"/>
            <p:cNvSpPr/>
            <p:nvPr/>
          </p:nvSpPr>
          <p:spPr>
            <a:xfrm>
              <a:off x="2039525" y="1326475"/>
              <a:ext cx="401275" cy="1103150"/>
            </a:xfrm>
            <a:custGeom>
              <a:rect b="b" l="l" r="r" t="t"/>
              <a:pathLst>
                <a:path extrusionOk="0" h="44126" w="16051">
                  <a:moveTo>
                    <a:pt x="4061" y="1"/>
                  </a:moveTo>
                  <a:lnTo>
                    <a:pt x="4061" y="1"/>
                  </a:lnTo>
                  <a:cubicBezTo>
                    <a:pt x="8883" y="9014"/>
                    <a:pt x="11585" y="19158"/>
                    <a:pt x="11883" y="29385"/>
                  </a:cubicBezTo>
                  <a:cubicBezTo>
                    <a:pt x="11776" y="25861"/>
                    <a:pt x="8966" y="21301"/>
                    <a:pt x="7180" y="18384"/>
                  </a:cubicBezTo>
                  <a:cubicBezTo>
                    <a:pt x="5656" y="15908"/>
                    <a:pt x="2941" y="11014"/>
                    <a:pt x="1" y="10145"/>
                  </a:cubicBezTo>
                  <a:lnTo>
                    <a:pt x="1" y="10145"/>
                  </a:lnTo>
                  <a:cubicBezTo>
                    <a:pt x="13" y="10157"/>
                    <a:pt x="13" y="10181"/>
                    <a:pt x="24" y="10193"/>
                  </a:cubicBezTo>
                  <a:cubicBezTo>
                    <a:pt x="405" y="10669"/>
                    <a:pt x="786" y="11145"/>
                    <a:pt x="1156" y="11645"/>
                  </a:cubicBezTo>
                  <a:cubicBezTo>
                    <a:pt x="2001" y="12776"/>
                    <a:pt x="2799" y="13943"/>
                    <a:pt x="3537" y="15146"/>
                  </a:cubicBezTo>
                  <a:cubicBezTo>
                    <a:pt x="4263" y="16348"/>
                    <a:pt x="4930" y="17598"/>
                    <a:pt x="5549" y="18860"/>
                  </a:cubicBezTo>
                  <a:cubicBezTo>
                    <a:pt x="6704" y="21265"/>
                    <a:pt x="7633" y="23778"/>
                    <a:pt x="8430" y="26314"/>
                  </a:cubicBezTo>
                  <a:cubicBezTo>
                    <a:pt x="8252" y="25635"/>
                    <a:pt x="8073" y="24956"/>
                    <a:pt x="7894" y="24290"/>
                  </a:cubicBezTo>
                  <a:lnTo>
                    <a:pt x="7894" y="24290"/>
                  </a:lnTo>
                  <a:cubicBezTo>
                    <a:pt x="11585" y="30386"/>
                    <a:pt x="14931" y="37136"/>
                    <a:pt x="15514" y="44125"/>
                  </a:cubicBezTo>
                  <a:cubicBezTo>
                    <a:pt x="15514" y="43899"/>
                    <a:pt x="15514" y="43673"/>
                    <a:pt x="15526" y="43459"/>
                  </a:cubicBezTo>
                  <a:cubicBezTo>
                    <a:pt x="15538" y="42768"/>
                    <a:pt x="15562" y="42077"/>
                    <a:pt x="15514" y="41375"/>
                  </a:cubicBezTo>
                  <a:cubicBezTo>
                    <a:pt x="15479" y="40673"/>
                    <a:pt x="15467" y="39958"/>
                    <a:pt x="15431" y="39244"/>
                  </a:cubicBezTo>
                  <a:cubicBezTo>
                    <a:pt x="15360" y="38529"/>
                    <a:pt x="15288" y="37815"/>
                    <a:pt x="15217" y="37089"/>
                  </a:cubicBezTo>
                  <a:cubicBezTo>
                    <a:pt x="14884" y="34211"/>
                    <a:pt x="14301" y="31273"/>
                    <a:pt x="13410" y="28348"/>
                  </a:cubicBezTo>
                  <a:lnTo>
                    <a:pt x="13410" y="28348"/>
                  </a:lnTo>
                  <a:cubicBezTo>
                    <a:pt x="13449" y="28473"/>
                    <a:pt x="13554" y="28755"/>
                    <a:pt x="13705" y="29195"/>
                  </a:cubicBezTo>
                  <a:cubicBezTo>
                    <a:pt x="13812" y="29493"/>
                    <a:pt x="13931" y="29874"/>
                    <a:pt x="14086" y="30302"/>
                  </a:cubicBezTo>
                  <a:cubicBezTo>
                    <a:pt x="14157" y="30528"/>
                    <a:pt x="14252" y="30755"/>
                    <a:pt x="14324" y="31017"/>
                  </a:cubicBezTo>
                  <a:cubicBezTo>
                    <a:pt x="14395" y="31267"/>
                    <a:pt x="14467" y="31540"/>
                    <a:pt x="14550" y="31838"/>
                  </a:cubicBezTo>
                  <a:cubicBezTo>
                    <a:pt x="14705" y="32421"/>
                    <a:pt x="14872" y="33064"/>
                    <a:pt x="15062" y="33767"/>
                  </a:cubicBezTo>
                  <a:cubicBezTo>
                    <a:pt x="15205" y="34481"/>
                    <a:pt x="15360" y="35255"/>
                    <a:pt x="15514" y="36077"/>
                  </a:cubicBezTo>
                  <a:cubicBezTo>
                    <a:pt x="15681" y="36910"/>
                    <a:pt x="15765" y="37803"/>
                    <a:pt x="15895" y="38756"/>
                  </a:cubicBezTo>
                  <a:cubicBezTo>
                    <a:pt x="15967" y="39232"/>
                    <a:pt x="15991" y="39720"/>
                    <a:pt x="16026" y="40220"/>
                  </a:cubicBezTo>
                  <a:cubicBezTo>
                    <a:pt x="16038" y="40375"/>
                    <a:pt x="16038" y="40530"/>
                    <a:pt x="16050" y="40696"/>
                  </a:cubicBezTo>
                  <a:lnTo>
                    <a:pt x="16050" y="13062"/>
                  </a:lnTo>
                  <a:cubicBezTo>
                    <a:pt x="13109" y="7871"/>
                    <a:pt x="9002" y="3346"/>
                    <a:pt x="4061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46"/>
            <p:cNvSpPr/>
            <p:nvPr/>
          </p:nvSpPr>
          <p:spPr>
            <a:xfrm>
              <a:off x="2039525" y="1326475"/>
              <a:ext cx="401275" cy="1103150"/>
            </a:xfrm>
            <a:custGeom>
              <a:rect b="b" l="l" r="r" t="t"/>
              <a:pathLst>
                <a:path extrusionOk="0" h="44126" w="16051">
                  <a:moveTo>
                    <a:pt x="4061" y="1"/>
                  </a:moveTo>
                  <a:cubicBezTo>
                    <a:pt x="8883" y="9014"/>
                    <a:pt x="11585" y="19158"/>
                    <a:pt x="11883" y="29385"/>
                  </a:cubicBezTo>
                  <a:cubicBezTo>
                    <a:pt x="11776" y="25861"/>
                    <a:pt x="8966" y="21301"/>
                    <a:pt x="7180" y="18384"/>
                  </a:cubicBezTo>
                  <a:cubicBezTo>
                    <a:pt x="5656" y="15908"/>
                    <a:pt x="2941" y="11014"/>
                    <a:pt x="1" y="10145"/>
                  </a:cubicBezTo>
                  <a:cubicBezTo>
                    <a:pt x="13" y="10157"/>
                    <a:pt x="13" y="10181"/>
                    <a:pt x="24" y="10193"/>
                  </a:cubicBezTo>
                  <a:cubicBezTo>
                    <a:pt x="405" y="10669"/>
                    <a:pt x="786" y="11145"/>
                    <a:pt x="1156" y="11645"/>
                  </a:cubicBezTo>
                  <a:cubicBezTo>
                    <a:pt x="2001" y="12776"/>
                    <a:pt x="2799" y="13943"/>
                    <a:pt x="3537" y="15146"/>
                  </a:cubicBezTo>
                  <a:cubicBezTo>
                    <a:pt x="4263" y="16348"/>
                    <a:pt x="4930" y="17598"/>
                    <a:pt x="5549" y="18860"/>
                  </a:cubicBezTo>
                  <a:cubicBezTo>
                    <a:pt x="6704" y="21265"/>
                    <a:pt x="7633" y="23778"/>
                    <a:pt x="8430" y="26314"/>
                  </a:cubicBezTo>
                  <a:cubicBezTo>
                    <a:pt x="8252" y="25635"/>
                    <a:pt x="8073" y="24956"/>
                    <a:pt x="7894" y="24290"/>
                  </a:cubicBezTo>
                  <a:cubicBezTo>
                    <a:pt x="11585" y="30386"/>
                    <a:pt x="14931" y="37136"/>
                    <a:pt x="15514" y="44125"/>
                  </a:cubicBezTo>
                  <a:cubicBezTo>
                    <a:pt x="15514" y="43899"/>
                    <a:pt x="15514" y="43673"/>
                    <a:pt x="15526" y="43459"/>
                  </a:cubicBezTo>
                  <a:cubicBezTo>
                    <a:pt x="15538" y="42768"/>
                    <a:pt x="15562" y="42077"/>
                    <a:pt x="15514" y="41375"/>
                  </a:cubicBezTo>
                  <a:cubicBezTo>
                    <a:pt x="15479" y="40673"/>
                    <a:pt x="15467" y="39958"/>
                    <a:pt x="15431" y="39244"/>
                  </a:cubicBezTo>
                  <a:cubicBezTo>
                    <a:pt x="15360" y="38529"/>
                    <a:pt x="15288" y="37815"/>
                    <a:pt x="15217" y="37089"/>
                  </a:cubicBezTo>
                  <a:cubicBezTo>
                    <a:pt x="14883" y="34207"/>
                    <a:pt x="14300" y="31267"/>
                    <a:pt x="13407" y="28338"/>
                  </a:cubicBezTo>
                  <a:cubicBezTo>
                    <a:pt x="13443" y="28457"/>
                    <a:pt x="13550" y="28742"/>
                    <a:pt x="13705" y="29195"/>
                  </a:cubicBezTo>
                  <a:cubicBezTo>
                    <a:pt x="13812" y="29493"/>
                    <a:pt x="13931" y="29874"/>
                    <a:pt x="14086" y="30302"/>
                  </a:cubicBezTo>
                  <a:cubicBezTo>
                    <a:pt x="14157" y="30528"/>
                    <a:pt x="14252" y="30755"/>
                    <a:pt x="14324" y="31017"/>
                  </a:cubicBezTo>
                  <a:cubicBezTo>
                    <a:pt x="14395" y="31267"/>
                    <a:pt x="14467" y="31540"/>
                    <a:pt x="14550" y="31838"/>
                  </a:cubicBezTo>
                  <a:cubicBezTo>
                    <a:pt x="14705" y="32421"/>
                    <a:pt x="14872" y="33064"/>
                    <a:pt x="15062" y="33767"/>
                  </a:cubicBezTo>
                  <a:cubicBezTo>
                    <a:pt x="15205" y="34481"/>
                    <a:pt x="15360" y="35255"/>
                    <a:pt x="15514" y="36077"/>
                  </a:cubicBezTo>
                  <a:cubicBezTo>
                    <a:pt x="15681" y="36910"/>
                    <a:pt x="15765" y="37803"/>
                    <a:pt x="15895" y="38756"/>
                  </a:cubicBezTo>
                  <a:cubicBezTo>
                    <a:pt x="15967" y="39232"/>
                    <a:pt x="15991" y="39720"/>
                    <a:pt x="16026" y="40220"/>
                  </a:cubicBezTo>
                  <a:cubicBezTo>
                    <a:pt x="16038" y="40375"/>
                    <a:pt x="16038" y="40530"/>
                    <a:pt x="16050" y="40696"/>
                  </a:cubicBezTo>
                  <a:lnTo>
                    <a:pt x="16050" y="13062"/>
                  </a:lnTo>
                  <a:cubicBezTo>
                    <a:pt x="13109" y="7871"/>
                    <a:pt x="9002" y="3346"/>
                    <a:pt x="4061" y="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46"/>
            <p:cNvSpPr/>
            <p:nvPr/>
          </p:nvSpPr>
          <p:spPr>
            <a:xfrm>
              <a:off x="2039525" y="1326475"/>
              <a:ext cx="401275" cy="1103150"/>
            </a:xfrm>
            <a:custGeom>
              <a:rect b="b" l="l" r="r" t="t"/>
              <a:pathLst>
                <a:path extrusionOk="0" h="44126" w="16051">
                  <a:moveTo>
                    <a:pt x="4061" y="1"/>
                  </a:moveTo>
                  <a:cubicBezTo>
                    <a:pt x="8883" y="9014"/>
                    <a:pt x="11585" y="19158"/>
                    <a:pt x="11883" y="29385"/>
                  </a:cubicBezTo>
                  <a:cubicBezTo>
                    <a:pt x="11776" y="25861"/>
                    <a:pt x="8966" y="21301"/>
                    <a:pt x="7180" y="18384"/>
                  </a:cubicBezTo>
                  <a:cubicBezTo>
                    <a:pt x="5656" y="15908"/>
                    <a:pt x="2941" y="11014"/>
                    <a:pt x="1" y="10145"/>
                  </a:cubicBezTo>
                  <a:cubicBezTo>
                    <a:pt x="13" y="10157"/>
                    <a:pt x="13" y="10181"/>
                    <a:pt x="24" y="10193"/>
                  </a:cubicBezTo>
                  <a:cubicBezTo>
                    <a:pt x="405" y="10669"/>
                    <a:pt x="786" y="11145"/>
                    <a:pt x="1156" y="11645"/>
                  </a:cubicBezTo>
                  <a:cubicBezTo>
                    <a:pt x="2001" y="12776"/>
                    <a:pt x="2799" y="13943"/>
                    <a:pt x="3537" y="15146"/>
                  </a:cubicBezTo>
                  <a:cubicBezTo>
                    <a:pt x="4263" y="16348"/>
                    <a:pt x="4930" y="17598"/>
                    <a:pt x="5549" y="18860"/>
                  </a:cubicBezTo>
                  <a:cubicBezTo>
                    <a:pt x="6704" y="21265"/>
                    <a:pt x="7633" y="23778"/>
                    <a:pt x="8430" y="26314"/>
                  </a:cubicBezTo>
                  <a:cubicBezTo>
                    <a:pt x="8252" y="25635"/>
                    <a:pt x="8073" y="24956"/>
                    <a:pt x="7894" y="24290"/>
                  </a:cubicBezTo>
                  <a:cubicBezTo>
                    <a:pt x="11585" y="30386"/>
                    <a:pt x="14931" y="37136"/>
                    <a:pt x="15514" y="44125"/>
                  </a:cubicBezTo>
                  <a:cubicBezTo>
                    <a:pt x="15514" y="43899"/>
                    <a:pt x="15514" y="43673"/>
                    <a:pt x="15526" y="43459"/>
                  </a:cubicBezTo>
                  <a:cubicBezTo>
                    <a:pt x="15538" y="42768"/>
                    <a:pt x="15562" y="42077"/>
                    <a:pt x="15514" y="41375"/>
                  </a:cubicBezTo>
                  <a:cubicBezTo>
                    <a:pt x="15479" y="40673"/>
                    <a:pt x="15467" y="39958"/>
                    <a:pt x="15431" y="39244"/>
                  </a:cubicBezTo>
                  <a:cubicBezTo>
                    <a:pt x="15360" y="38529"/>
                    <a:pt x="15288" y="37815"/>
                    <a:pt x="15217" y="37089"/>
                  </a:cubicBezTo>
                  <a:cubicBezTo>
                    <a:pt x="14883" y="34207"/>
                    <a:pt x="14300" y="31267"/>
                    <a:pt x="13407" y="28338"/>
                  </a:cubicBezTo>
                  <a:cubicBezTo>
                    <a:pt x="13443" y="28457"/>
                    <a:pt x="13550" y="28742"/>
                    <a:pt x="13705" y="29195"/>
                  </a:cubicBezTo>
                  <a:cubicBezTo>
                    <a:pt x="13812" y="29493"/>
                    <a:pt x="13931" y="29874"/>
                    <a:pt x="14086" y="30302"/>
                  </a:cubicBezTo>
                  <a:cubicBezTo>
                    <a:pt x="14157" y="30528"/>
                    <a:pt x="14252" y="30755"/>
                    <a:pt x="14324" y="31017"/>
                  </a:cubicBezTo>
                  <a:cubicBezTo>
                    <a:pt x="14395" y="31267"/>
                    <a:pt x="14467" y="31540"/>
                    <a:pt x="14550" y="31838"/>
                  </a:cubicBezTo>
                  <a:cubicBezTo>
                    <a:pt x="14705" y="32421"/>
                    <a:pt x="14872" y="33064"/>
                    <a:pt x="15062" y="33767"/>
                  </a:cubicBezTo>
                  <a:cubicBezTo>
                    <a:pt x="15205" y="34481"/>
                    <a:pt x="15360" y="35255"/>
                    <a:pt x="15514" y="36077"/>
                  </a:cubicBezTo>
                  <a:cubicBezTo>
                    <a:pt x="15681" y="36910"/>
                    <a:pt x="15765" y="37803"/>
                    <a:pt x="15895" y="38756"/>
                  </a:cubicBezTo>
                  <a:cubicBezTo>
                    <a:pt x="15967" y="39232"/>
                    <a:pt x="15991" y="39720"/>
                    <a:pt x="16026" y="40220"/>
                  </a:cubicBezTo>
                  <a:cubicBezTo>
                    <a:pt x="16038" y="40375"/>
                    <a:pt x="16038" y="40530"/>
                    <a:pt x="16050" y="40696"/>
                  </a:cubicBezTo>
                  <a:lnTo>
                    <a:pt x="16050" y="13062"/>
                  </a:lnTo>
                  <a:cubicBezTo>
                    <a:pt x="13109" y="7871"/>
                    <a:pt x="9002" y="3346"/>
                    <a:pt x="406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46"/>
            <p:cNvSpPr/>
            <p:nvPr/>
          </p:nvSpPr>
          <p:spPr>
            <a:xfrm>
              <a:off x="2263675" y="2777550"/>
              <a:ext cx="177125" cy="268800"/>
            </a:xfrm>
            <a:custGeom>
              <a:rect b="b" l="l" r="r" t="t"/>
              <a:pathLst>
                <a:path extrusionOk="0" h="10752" w="7085">
                  <a:moveTo>
                    <a:pt x="7084" y="1"/>
                  </a:moveTo>
                  <a:cubicBezTo>
                    <a:pt x="5322" y="3942"/>
                    <a:pt x="3036" y="7573"/>
                    <a:pt x="0" y="10526"/>
                  </a:cubicBezTo>
                  <a:cubicBezTo>
                    <a:pt x="0" y="10597"/>
                    <a:pt x="0" y="10681"/>
                    <a:pt x="0" y="10752"/>
                  </a:cubicBezTo>
                  <a:cubicBezTo>
                    <a:pt x="1072" y="9847"/>
                    <a:pt x="2155" y="8799"/>
                    <a:pt x="3143" y="7644"/>
                  </a:cubicBezTo>
                  <a:cubicBezTo>
                    <a:pt x="4084" y="6371"/>
                    <a:pt x="4965" y="5025"/>
                    <a:pt x="5775" y="3644"/>
                  </a:cubicBezTo>
                  <a:cubicBezTo>
                    <a:pt x="5858" y="3477"/>
                    <a:pt x="5929" y="3299"/>
                    <a:pt x="6001" y="3120"/>
                  </a:cubicBezTo>
                  <a:lnTo>
                    <a:pt x="6072" y="3144"/>
                  </a:lnTo>
                  <a:cubicBezTo>
                    <a:pt x="6298" y="2739"/>
                    <a:pt x="6525" y="2334"/>
                    <a:pt x="6739" y="1941"/>
                  </a:cubicBezTo>
                  <a:cubicBezTo>
                    <a:pt x="6858" y="1656"/>
                    <a:pt x="6965" y="1382"/>
                    <a:pt x="7084" y="1108"/>
                  </a:cubicBezTo>
                  <a:lnTo>
                    <a:pt x="7084" y="1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46"/>
            <p:cNvSpPr/>
            <p:nvPr/>
          </p:nvSpPr>
          <p:spPr>
            <a:xfrm>
              <a:off x="2263675" y="2777550"/>
              <a:ext cx="177125" cy="268800"/>
            </a:xfrm>
            <a:custGeom>
              <a:rect b="b" l="l" r="r" t="t"/>
              <a:pathLst>
                <a:path extrusionOk="0" h="10752" w="7085">
                  <a:moveTo>
                    <a:pt x="0" y="10752"/>
                  </a:moveTo>
                  <a:cubicBezTo>
                    <a:pt x="1072" y="9847"/>
                    <a:pt x="2155" y="8799"/>
                    <a:pt x="3143" y="7644"/>
                  </a:cubicBezTo>
                  <a:cubicBezTo>
                    <a:pt x="4084" y="6371"/>
                    <a:pt x="4965" y="5025"/>
                    <a:pt x="5775" y="3644"/>
                  </a:cubicBezTo>
                  <a:cubicBezTo>
                    <a:pt x="5858" y="3477"/>
                    <a:pt x="5929" y="3299"/>
                    <a:pt x="6001" y="3120"/>
                  </a:cubicBezTo>
                  <a:lnTo>
                    <a:pt x="6072" y="3144"/>
                  </a:lnTo>
                  <a:cubicBezTo>
                    <a:pt x="6298" y="2739"/>
                    <a:pt x="6525" y="2334"/>
                    <a:pt x="6739" y="1941"/>
                  </a:cubicBezTo>
                  <a:cubicBezTo>
                    <a:pt x="6858" y="1656"/>
                    <a:pt x="6965" y="1382"/>
                    <a:pt x="7084" y="1108"/>
                  </a:cubicBezTo>
                  <a:lnTo>
                    <a:pt x="7084" y="1"/>
                  </a:lnTo>
                  <a:cubicBezTo>
                    <a:pt x="5322" y="3942"/>
                    <a:pt x="3036" y="7573"/>
                    <a:pt x="0" y="10526"/>
                  </a:cubicBezTo>
                  <a:cubicBezTo>
                    <a:pt x="0" y="10597"/>
                    <a:pt x="0" y="10681"/>
                    <a:pt x="0" y="10752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46"/>
            <p:cNvSpPr/>
            <p:nvPr/>
          </p:nvSpPr>
          <p:spPr>
            <a:xfrm>
              <a:off x="2263675" y="2777550"/>
              <a:ext cx="177125" cy="268800"/>
            </a:xfrm>
            <a:custGeom>
              <a:rect b="b" l="l" r="r" t="t"/>
              <a:pathLst>
                <a:path extrusionOk="0" h="10752" w="7085">
                  <a:moveTo>
                    <a:pt x="0" y="10752"/>
                  </a:moveTo>
                  <a:cubicBezTo>
                    <a:pt x="1072" y="9847"/>
                    <a:pt x="2155" y="8799"/>
                    <a:pt x="3143" y="7644"/>
                  </a:cubicBezTo>
                  <a:cubicBezTo>
                    <a:pt x="4084" y="6371"/>
                    <a:pt x="4965" y="5025"/>
                    <a:pt x="5775" y="3644"/>
                  </a:cubicBezTo>
                  <a:cubicBezTo>
                    <a:pt x="5858" y="3477"/>
                    <a:pt x="5929" y="3299"/>
                    <a:pt x="6001" y="3120"/>
                  </a:cubicBezTo>
                  <a:lnTo>
                    <a:pt x="6072" y="3144"/>
                  </a:lnTo>
                  <a:cubicBezTo>
                    <a:pt x="6298" y="2739"/>
                    <a:pt x="6525" y="2334"/>
                    <a:pt x="6739" y="1941"/>
                  </a:cubicBezTo>
                  <a:cubicBezTo>
                    <a:pt x="6858" y="1656"/>
                    <a:pt x="6965" y="1382"/>
                    <a:pt x="7084" y="1108"/>
                  </a:cubicBezTo>
                  <a:lnTo>
                    <a:pt x="7084" y="1"/>
                  </a:lnTo>
                  <a:cubicBezTo>
                    <a:pt x="5322" y="3942"/>
                    <a:pt x="3036" y="7573"/>
                    <a:pt x="0" y="10526"/>
                  </a:cubicBezTo>
                  <a:cubicBezTo>
                    <a:pt x="0" y="10597"/>
                    <a:pt x="0" y="10681"/>
                    <a:pt x="0" y="1075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46"/>
            <p:cNvSpPr/>
            <p:nvPr/>
          </p:nvSpPr>
          <p:spPr>
            <a:xfrm>
              <a:off x="2438100" y="2490025"/>
              <a:ext cx="2700" cy="34250"/>
            </a:xfrm>
            <a:custGeom>
              <a:rect b="b" l="l" r="r" t="t"/>
              <a:pathLst>
                <a:path extrusionOk="0" h="1370" w="108">
                  <a:moveTo>
                    <a:pt x="107" y="0"/>
                  </a:moveTo>
                  <a:cubicBezTo>
                    <a:pt x="72" y="453"/>
                    <a:pt x="36" y="905"/>
                    <a:pt x="0" y="1369"/>
                  </a:cubicBezTo>
                  <a:cubicBezTo>
                    <a:pt x="36" y="1274"/>
                    <a:pt x="72" y="1179"/>
                    <a:pt x="107" y="1084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46"/>
            <p:cNvSpPr/>
            <p:nvPr/>
          </p:nvSpPr>
          <p:spPr>
            <a:xfrm>
              <a:off x="2438100" y="2490025"/>
              <a:ext cx="2700" cy="34250"/>
            </a:xfrm>
            <a:custGeom>
              <a:rect b="b" l="l" r="r" t="t"/>
              <a:pathLst>
                <a:path extrusionOk="0" h="1370" w="108">
                  <a:moveTo>
                    <a:pt x="107" y="1084"/>
                  </a:moveTo>
                  <a:lnTo>
                    <a:pt x="107" y="0"/>
                  </a:lnTo>
                  <a:cubicBezTo>
                    <a:pt x="72" y="453"/>
                    <a:pt x="36" y="905"/>
                    <a:pt x="0" y="1369"/>
                  </a:cubicBezTo>
                  <a:cubicBezTo>
                    <a:pt x="36" y="1274"/>
                    <a:pt x="72" y="1179"/>
                    <a:pt x="107" y="1084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46"/>
            <p:cNvSpPr/>
            <p:nvPr/>
          </p:nvSpPr>
          <p:spPr>
            <a:xfrm>
              <a:off x="2438100" y="2490025"/>
              <a:ext cx="2700" cy="34250"/>
            </a:xfrm>
            <a:custGeom>
              <a:rect b="b" l="l" r="r" t="t"/>
              <a:pathLst>
                <a:path extrusionOk="0" h="1370" w="108">
                  <a:moveTo>
                    <a:pt x="107" y="1084"/>
                  </a:moveTo>
                  <a:lnTo>
                    <a:pt x="107" y="0"/>
                  </a:lnTo>
                  <a:cubicBezTo>
                    <a:pt x="72" y="453"/>
                    <a:pt x="36" y="905"/>
                    <a:pt x="0" y="1369"/>
                  </a:cubicBezTo>
                  <a:cubicBezTo>
                    <a:pt x="36" y="1274"/>
                    <a:pt x="72" y="1179"/>
                    <a:pt x="107" y="1084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46"/>
            <p:cNvSpPr/>
            <p:nvPr/>
          </p:nvSpPr>
          <p:spPr>
            <a:xfrm>
              <a:off x="2291650" y="2621875"/>
              <a:ext cx="39900" cy="272375"/>
            </a:xfrm>
            <a:custGeom>
              <a:rect b="b" l="l" r="r" t="t"/>
              <a:pathLst>
                <a:path extrusionOk="0" h="10895" w="1596">
                  <a:moveTo>
                    <a:pt x="1489" y="1"/>
                  </a:moveTo>
                  <a:cubicBezTo>
                    <a:pt x="1465" y="763"/>
                    <a:pt x="1417" y="1525"/>
                    <a:pt x="1346" y="2287"/>
                  </a:cubicBezTo>
                  <a:cubicBezTo>
                    <a:pt x="1167" y="4204"/>
                    <a:pt x="857" y="6132"/>
                    <a:pt x="441" y="8049"/>
                  </a:cubicBezTo>
                  <a:lnTo>
                    <a:pt x="441" y="8061"/>
                  </a:lnTo>
                  <a:cubicBezTo>
                    <a:pt x="381" y="8740"/>
                    <a:pt x="250" y="9740"/>
                    <a:pt x="0" y="10895"/>
                  </a:cubicBezTo>
                  <a:cubicBezTo>
                    <a:pt x="1096" y="7383"/>
                    <a:pt x="1596" y="3680"/>
                    <a:pt x="1489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46"/>
            <p:cNvSpPr/>
            <p:nvPr/>
          </p:nvSpPr>
          <p:spPr>
            <a:xfrm>
              <a:off x="2291650" y="2621875"/>
              <a:ext cx="39900" cy="272375"/>
            </a:xfrm>
            <a:custGeom>
              <a:rect b="b" l="l" r="r" t="t"/>
              <a:pathLst>
                <a:path extrusionOk="0" h="10895" w="1596">
                  <a:moveTo>
                    <a:pt x="441" y="8049"/>
                  </a:moveTo>
                  <a:lnTo>
                    <a:pt x="441" y="8061"/>
                  </a:lnTo>
                  <a:cubicBezTo>
                    <a:pt x="381" y="8740"/>
                    <a:pt x="250" y="9740"/>
                    <a:pt x="0" y="10895"/>
                  </a:cubicBezTo>
                  <a:cubicBezTo>
                    <a:pt x="1096" y="7383"/>
                    <a:pt x="1596" y="3680"/>
                    <a:pt x="1489" y="1"/>
                  </a:cubicBezTo>
                  <a:cubicBezTo>
                    <a:pt x="1465" y="763"/>
                    <a:pt x="1417" y="1525"/>
                    <a:pt x="1346" y="2287"/>
                  </a:cubicBezTo>
                  <a:cubicBezTo>
                    <a:pt x="1167" y="4204"/>
                    <a:pt x="857" y="6132"/>
                    <a:pt x="441" y="8049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46"/>
            <p:cNvSpPr/>
            <p:nvPr/>
          </p:nvSpPr>
          <p:spPr>
            <a:xfrm>
              <a:off x="2291650" y="2621875"/>
              <a:ext cx="39900" cy="272375"/>
            </a:xfrm>
            <a:custGeom>
              <a:rect b="b" l="l" r="r" t="t"/>
              <a:pathLst>
                <a:path extrusionOk="0" h="10895" w="1596">
                  <a:moveTo>
                    <a:pt x="441" y="8049"/>
                  </a:moveTo>
                  <a:lnTo>
                    <a:pt x="441" y="8061"/>
                  </a:lnTo>
                  <a:cubicBezTo>
                    <a:pt x="381" y="8740"/>
                    <a:pt x="250" y="9740"/>
                    <a:pt x="0" y="10895"/>
                  </a:cubicBezTo>
                  <a:cubicBezTo>
                    <a:pt x="1096" y="7383"/>
                    <a:pt x="1596" y="3680"/>
                    <a:pt x="1489" y="1"/>
                  </a:cubicBezTo>
                  <a:cubicBezTo>
                    <a:pt x="1465" y="763"/>
                    <a:pt x="1417" y="1525"/>
                    <a:pt x="1346" y="2287"/>
                  </a:cubicBezTo>
                  <a:cubicBezTo>
                    <a:pt x="1167" y="4204"/>
                    <a:pt x="857" y="6132"/>
                    <a:pt x="441" y="8049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46"/>
            <p:cNvSpPr/>
            <p:nvPr/>
          </p:nvSpPr>
          <p:spPr>
            <a:xfrm>
              <a:off x="2321400" y="2409950"/>
              <a:ext cx="16400" cy="152125"/>
            </a:xfrm>
            <a:custGeom>
              <a:rect b="b" l="l" r="r" t="t"/>
              <a:pathLst>
                <a:path extrusionOk="0" h="6085" w="656">
                  <a:moveTo>
                    <a:pt x="215" y="0"/>
                  </a:moveTo>
                  <a:lnTo>
                    <a:pt x="1" y="48"/>
                  </a:lnTo>
                  <a:cubicBezTo>
                    <a:pt x="13" y="441"/>
                    <a:pt x="25" y="846"/>
                    <a:pt x="37" y="1239"/>
                  </a:cubicBezTo>
                  <a:cubicBezTo>
                    <a:pt x="108" y="2167"/>
                    <a:pt x="156" y="3084"/>
                    <a:pt x="179" y="4013"/>
                  </a:cubicBezTo>
                  <a:cubicBezTo>
                    <a:pt x="191" y="4239"/>
                    <a:pt x="215" y="4465"/>
                    <a:pt x="227" y="4680"/>
                  </a:cubicBezTo>
                  <a:lnTo>
                    <a:pt x="656" y="6085"/>
                  </a:lnTo>
                  <a:cubicBezTo>
                    <a:pt x="572" y="4061"/>
                    <a:pt x="418" y="2025"/>
                    <a:pt x="215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46"/>
            <p:cNvSpPr/>
            <p:nvPr/>
          </p:nvSpPr>
          <p:spPr>
            <a:xfrm>
              <a:off x="2321400" y="2409950"/>
              <a:ext cx="16400" cy="152125"/>
            </a:xfrm>
            <a:custGeom>
              <a:rect b="b" l="l" r="r" t="t"/>
              <a:pathLst>
                <a:path extrusionOk="0" h="6085" w="656">
                  <a:moveTo>
                    <a:pt x="37" y="1239"/>
                  </a:moveTo>
                  <a:cubicBezTo>
                    <a:pt x="108" y="2167"/>
                    <a:pt x="156" y="3084"/>
                    <a:pt x="179" y="4013"/>
                  </a:cubicBezTo>
                  <a:cubicBezTo>
                    <a:pt x="191" y="4239"/>
                    <a:pt x="215" y="4465"/>
                    <a:pt x="227" y="4680"/>
                  </a:cubicBezTo>
                  <a:lnTo>
                    <a:pt x="656" y="6085"/>
                  </a:lnTo>
                  <a:cubicBezTo>
                    <a:pt x="572" y="4061"/>
                    <a:pt x="418" y="2025"/>
                    <a:pt x="215" y="0"/>
                  </a:cubicBezTo>
                  <a:lnTo>
                    <a:pt x="1" y="48"/>
                  </a:lnTo>
                  <a:cubicBezTo>
                    <a:pt x="13" y="441"/>
                    <a:pt x="25" y="846"/>
                    <a:pt x="37" y="1239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46"/>
            <p:cNvSpPr/>
            <p:nvPr/>
          </p:nvSpPr>
          <p:spPr>
            <a:xfrm>
              <a:off x="2321400" y="2409950"/>
              <a:ext cx="16400" cy="152125"/>
            </a:xfrm>
            <a:custGeom>
              <a:rect b="b" l="l" r="r" t="t"/>
              <a:pathLst>
                <a:path extrusionOk="0" h="6085" w="656">
                  <a:moveTo>
                    <a:pt x="37" y="1239"/>
                  </a:moveTo>
                  <a:cubicBezTo>
                    <a:pt x="108" y="2167"/>
                    <a:pt x="156" y="3084"/>
                    <a:pt x="179" y="4013"/>
                  </a:cubicBezTo>
                  <a:cubicBezTo>
                    <a:pt x="191" y="4239"/>
                    <a:pt x="215" y="4465"/>
                    <a:pt x="227" y="4680"/>
                  </a:cubicBezTo>
                  <a:lnTo>
                    <a:pt x="656" y="6085"/>
                  </a:lnTo>
                  <a:cubicBezTo>
                    <a:pt x="572" y="4061"/>
                    <a:pt x="418" y="2025"/>
                    <a:pt x="215" y="0"/>
                  </a:cubicBezTo>
                  <a:lnTo>
                    <a:pt x="1" y="48"/>
                  </a:lnTo>
                  <a:cubicBezTo>
                    <a:pt x="13" y="441"/>
                    <a:pt x="25" y="846"/>
                    <a:pt x="37" y="1239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46"/>
            <p:cNvSpPr/>
            <p:nvPr/>
          </p:nvSpPr>
          <p:spPr>
            <a:xfrm>
              <a:off x="2313375" y="2298625"/>
              <a:ext cx="13425" cy="112550"/>
            </a:xfrm>
            <a:custGeom>
              <a:rect b="b" l="l" r="r" t="t"/>
              <a:pathLst>
                <a:path extrusionOk="0" h="4502" w="537">
                  <a:moveTo>
                    <a:pt x="0" y="1"/>
                  </a:moveTo>
                  <a:cubicBezTo>
                    <a:pt x="155" y="1501"/>
                    <a:pt x="262" y="3001"/>
                    <a:pt x="322" y="4501"/>
                  </a:cubicBezTo>
                  <a:lnTo>
                    <a:pt x="536" y="4453"/>
                  </a:lnTo>
                  <a:cubicBezTo>
                    <a:pt x="393" y="2965"/>
                    <a:pt x="203" y="1489"/>
                    <a:pt x="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46"/>
            <p:cNvSpPr/>
            <p:nvPr/>
          </p:nvSpPr>
          <p:spPr>
            <a:xfrm>
              <a:off x="2313375" y="2298625"/>
              <a:ext cx="13425" cy="112550"/>
            </a:xfrm>
            <a:custGeom>
              <a:rect b="b" l="l" r="r" t="t"/>
              <a:pathLst>
                <a:path extrusionOk="0" h="4502" w="537">
                  <a:moveTo>
                    <a:pt x="536" y="4453"/>
                  </a:moveTo>
                  <a:cubicBezTo>
                    <a:pt x="393" y="2965"/>
                    <a:pt x="203" y="1489"/>
                    <a:pt x="0" y="1"/>
                  </a:cubicBezTo>
                  <a:cubicBezTo>
                    <a:pt x="155" y="1501"/>
                    <a:pt x="262" y="3001"/>
                    <a:pt x="322" y="4501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46"/>
            <p:cNvSpPr/>
            <p:nvPr/>
          </p:nvSpPr>
          <p:spPr>
            <a:xfrm>
              <a:off x="2313375" y="2298625"/>
              <a:ext cx="13425" cy="112550"/>
            </a:xfrm>
            <a:custGeom>
              <a:rect b="b" l="l" r="r" t="t"/>
              <a:pathLst>
                <a:path extrusionOk="0" h="4502" w="537">
                  <a:moveTo>
                    <a:pt x="536" y="4453"/>
                  </a:moveTo>
                  <a:cubicBezTo>
                    <a:pt x="393" y="2965"/>
                    <a:pt x="203" y="1489"/>
                    <a:pt x="0" y="1"/>
                  </a:cubicBezTo>
                  <a:cubicBezTo>
                    <a:pt x="155" y="1501"/>
                    <a:pt x="262" y="3001"/>
                    <a:pt x="322" y="4501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46"/>
            <p:cNvSpPr/>
            <p:nvPr/>
          </p:nvSpPr>
          <p:spPr>
            <a:xfrm>
              <a:off x="2055300" y="1620875"/>
              <a:ext cx="208675" cy="428650"/>
            </a:xfrm>
            <a:custGeom>
              <a:rect b="b" l="l" r="r" t="t"/>
              <a:pathLst>
                <a:path extrusionOk="0" h="17146" w="8347">
                  <a:moveTo>
                    <a:pt x="1" y="0"/>
                  </a:moveTo>
                  <a:lnTo>
                    <a:pt x="1" y="0"/>
                  </a:lnTo>
                  <a:cubicBezTo>
                    <a:pt x="417" y="976"/>
                    <a:pt x="882" y="1953"/>
                    <a:pt x="1370" y="2929"/>
                  </a:cubicBezTo>
                  <a:cubicBezTo>
                    <a:pt x="3323" y="5584"/>
                    <a:pt x="4966" y="8477"/>
                    <a:pt x="6287" y="11502"/>
                  </a:cubicBezTo>
                  <a:cubicBezTo>
                    <a:pt x="7046" y="13220"/>
                    <a:pt x="7690" y="14990"/>
                    <a:pt x="8238" y="16784"/>
                  </a:cubicBezTo>
                  <a:lnTo>
                    <a:pt x="8238" y="16784"/>
                  </a:lnTo>
                  <a:cubicBezTo>
                    <a:pt x="8063" y="16199"/>
                    <a:pt x="7892" y="15608"/>
                    <a:pt x="7704" y="15026"/>
                  </a:cubicBezTo>
                  <a:cubicBezTo>
                    <a:pt x="6847" y="12359"/>
                    <a:pt x="5835" y="9739"/>
                    <a:pt x="4585" y="7239"/>
                  </a:cubicBezTo>
                  <a:cubicBezTo>
                    <a:pt x="3954" y="5989"/>
                    <a:pt x="3275" y="4763"/>
                    <a:pt x="2537" y="3584"/>
                  </a:cubicBezTo>
                  <a:cubicBezTo>
                    <a:pt x="1799" y="2405"/>
                    <a:pt x="989" y="1262"/>
                    <a:pt x="132" y="155"/>
                  </a:cubicBezTo>
                  <a:cubicBezTo>
                    <a:pt x="96" y="107"/>
                    <a:pt x="48" y="48"/>
                    <a:pt x="1" y="0"/>
                  </a:cubicBezTo>
                  <a:close/>
                  <a:moveTo>
                    <a:pt x="8238" y="16784"/>
                  </a:moveTo>
                  <a:cubicBezTo>
                    <a:pt x="8274" y="16905"/>
                    <a:pt x="8310" y="17025"/>
                    <a:pt x="8347" y="17145"/>
                  </a:cubicBezTo>
                  <a:cubicBezTo>
                    <a:pt x="8311" y="17025"/>
                    <a:pt x="8275" y="16904"/>
                    <a:pt x="8238" y="16784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46"/>
            <p:cNvSpPr/>
            <p:nvPr/>
          </p:nvSpPr>
          <p:spPr>
            <a:xfrm>
              <a:off x="2055300" y="1620875"/>
              <a:ext cx="208675" cy="428650"/>
            </a:xfrm>
            <a:custGeom>
              <a:rect b="b" l="l" r="r" t="t"/>
              <a:pathLst>
                <a:path extrusionOk="0" h="17146" w="8347">
                  <a:moveTo>
                    <a:pt x="6287" y="11502"/>
                  </a:moveTo>
                  <a:cubicBezTo>
                    <a:pt x="7097" y="13335"/>
                    <a:pt x="7775" y="15228"/>
                    <a:pt x="8347" y="17145"/>
                  </a:cubicBezTo>
                  <a:cubicBezTo>
                    <a:pt x="8133" y="16443"/>
                    <a:pt x="7930" y="15728"/>
                    <a:pt x="7704" y="15026"/>
                  </a:cubicBezTo>
                  <a:cubicBezTo>
                    <a:pt x="6847" y="12359"/>
                    <a:pt x="5835" y="9739"/>
                    <a:pt x="4585" y="7239"/>
                  </a:cubicBezTo>
                  <a:cubicBezTo>
                    <a:pt x="3954" y="5989"/>
                    <a:pt x="3275" y="4763"/>
                    <a:pt x="2537" y="3584"/>
                  </a:cubicBezTo>
                  <a:cubicBezTo>
                    <a:pt x="1799" y="2405"/>
                    <a:pt x="989" y="1262"/>
                    <a:pt x="132" y="155"/>
                  </a:cubicBezTo>
                  <a:cubicBezTo>
                    <a:pt x="96" y="107"/>
                    <a:pt x="48" y="48"/>
                    <a:pt x="1" y="0"/>
                  </a:cubicBezTo>
                  <a:cubicBezTo>
                    <a:pt x="417" y="976"/>
                    <a:pt x="882" y="1953"/>
                    <a:pt x="1370" y="2929"/>
                  </a:cubicBezTo>
                  <a:cubicBezTo>
                    <a:pt x="3323" y="5584"/>
                    <a:pt x="4966" y="8477"/>
                    <a:pt x="6287" y="11502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46"/>
            <p:cNvSpPr/>
            <p:nvPr/>
          </p:nvSpPr>
          <p:spPr>
            <a:xfrm>
              <a:off x="2055300" y="1620875"/>
              <a:ext cx="208675" cy="428650"/>
            </a:xfrm>
            <a:custGeom>
              <a:rect b="b" l="l" r="r" t="t"/>
              <a:pathLst>
                <a:path extrusionOk="0" h="17146" w="8347">
                  <a:moveTo>
                    <a:pt x="6287" y="11502"/>
                  </a:moveTo>
                  <a:cubicBezTo>
                    <a:pt x="7097" y="13335"/>
                    <a:pt x="7775" y="15228"/>
                    <a:pt x="8347" y="17145"/>
                  </a:cubicBezTo>
                  <a:cubicBezTo>
                    <a:pt x="8133" y="16443"/>
                    <a:pt x="7930" y="15728"/>
                    <a:pt x="7704" y="15026"/>
                  </a:cubicBezTo>
                  <a:cubicBezTo>
                    <a:pt x="6847" y="12359"/>
                    <a:pt x="5835" y="9739"/>
                    <a:pt x="4585" y="7239"/>
                  </a:cubicBezTo>
                  <a:cubicBezTo>
                    <a:pt x="3954" y="5989"/>
                    <a:pt x="3275" y="4763"/>
                    <a:pt x="2537" y="3584"/>
                  </a:cubicBezTo>
                  <a:cubicBezTo>
                    <a:pt x="1799" y="2405"/>
                    <a:pt x="989" y="1262"/>
                    <a:pt x="132" y="155"/>
                  </a:cubicBezTo>
                  <a:cubicBezTo>
                    <a:pt x="96" y="107"/>
                    <a:pt x="48" y="48"/>
                    <a:pt x="1" y="0"/>
                  </a:cubicBezTo>
                  <a:cubicBezTo>
                    <a:pt x="417" y="976"/>
                    <a:pt x="882" y="1953"/>
                    <a:pt x="1370" y="2929"/>
                  </a:cubicBezTo>
                  <a:cubicBezTo>
                    <a:pt x="3323" y="5584"/>
                    <a:pt x="4966" y="8477"/>
                    <a:pt x="6287" y="1150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46"/>
            <p:cNvSpPr/>
            <p:nvPr/>
          </p:nvSpPr>
          <p:spPr>
            <a:xfrm>
              <a:off x="2432125" y="2805225"/>
              <a:ext cx="8675" cy="20875"/>
            </a:xfrm>
            <a:custGeom>
              <a:rect b="b" l="l" r="r" t="t"/>
              <a:pathLst>
                <a:path extrusionOk="0" h="835" w="347">
                  <a:moveTo>
                    <a:pt x="346" y="1"/>
                  </a:moveTo>
                  <a:cubicBezTo>
                    <a:pt x="227" y="275"/>
                    <a:pt x="120" y="549"/>
                    <a:pt x="1" y="834"/>
                  </a:cubicBezTo>
                  <a:cubicBezTo>
                    <a:pt x="120" y="608"/>
                    <a:pt x="227" y="382"/>
                    <a:pt x="346" y="156"/>
                  </a:cubicBezTo>
                  <a:lnTo>
                    <a:pt x="346" y="1"/>
                  </a:ln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46"/>
            <p:cNvSpPr/>
            <p:nvPr/>
          </p:nvSpPr>
          <p:spPr>
            <a:xfrm>
              <a:off x="2432125" y="2805225"/>
              <a:ext cx="8675" cy="20875"/>
            </a:xfrm>
            <a:custGeom>
              <a:rect b="b" l="l" r="r" t="t"/>
              <a:pathLst>
                <a:path extrusionOk="0" h="835" w="347">
                  <a:moveTo>
                    <a:pt x="346" y="156"/>
                  </a:moveTo>
                  <a:lnTo>
                    <a:pt x="346" y="1"/>
                  </a:lnTo>
                  <a:cubicBezTo>
                    <a:pt x="227" y="275"/>
                    <a:pt x="120" y="549"/>
                    <a:pt x="1" y="834"/>
                  </a:cubicBezTo>
                  <a:cubicBezTo>
                    <a:pt x="120" y="608"/>
                    <a:pt x="227" y="382"/>
                    <a:pt x="346" y="156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46"/>
            <p:cNvSpPr/>
            <p:nvPr/>
          </p:nvSpPr>
          <p:spPr>
            <a:xfrm>
              <a:off x="2408025" y="2855550"/>
              <a:ext cx="7475" cy="13100"/>
            </a:xfrm>
            <a:custGeom>
              <a:rect b="b" l="l" r="r" t="t"/>
              <a:pathLst>
                <a:path extrusionOk="0" h="524" w="299">
                  <a:moveTo>
                    <a:pt x="227" y="0"/>
                  </a:moveTo>
                  <a:cubicBezTo>
                    <a:pt x="155" y="179"/>
                    <a:pt x="84" y="357"/>
                    <a:pt x="1" y="524"/>
                  </a:cubicBezTo>
                  <a:cubicBezTo>
                    <a:pt x="96" y="357"/>
                    <a:pt x="203" y="191"/>
                    <a:pt x="298" y="24"/>
                  </a:cubicBezTo>
                  <a:lnTo>
                    <a:pt x="227" y="0"/>
                  </a:ln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46"/>
            <p:cNvSpPr/>
            <p:nvPr/>
          </p:nvSpPr>
          <p:spPr>
            <a:xfrm>
              <a:off x="2408025" y="2855550"/>
              <a:ext cx="7475" cy="13100"/>
            </a:xfrm>
            <a:custGeom>
              <a:rect b="b" l="l" r="r" t="t"/>
              <a:pathLst>
                <a:path extrusionOk="0" h="524" w="299">
                  <a:moveTo>
                    <a:pt x="227" y="0"/>
                  </a:moveTo>
                  <a:cubicBezTo>
                    <a:pt x="155" y="179"/>
                    <a:pt x="84" y="357"/>
                    <a:pt x="1" y="524"/>
                  </a:cubicBezTo>
                  <a:cubicBezTo>
                    <a:pt x="96" y="357"/>
                    <a:pt x="203" y="191"/>
                    <a:pt x="298" y="2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46"/>
            <p:cNvSpPr/>
            <p:nvPr/>
          </p:nvSpPr>
          <p:spPr>
            <a:xfrm>
              <a:off x="2263675" y="2968650"/>
              <a:ext cx="78600" cy="92000"/>
            </a:xfrm>
            <a:custGeom>
              <a:rect b="b" l="l" r="r" t="t"/>
              <a:pathLst>
                <a:path extrusionOk="0" h="3680" w="3144">
                  <a:moveTo>
                    <a:pt x="3143" y="0"/>
                  </a:moveTo>
                  <a:lnTo>
                    <a:pt x="3143" y="0"/>
                  </a:lnTo>
                  <a:cubicBezTo>
                    <a:pt x="2155" y="1155"/>
                    <a:pt x="1072" y="2203"/>
                    <a:pt x="0" y="3108"/>
                  </a:cubicBezTo>
                  <a:cubicBezTo>
                    <a:pt x="0" y="3299"/>
                    <a:pt x="0" y="3489"/>
                    <a:pt x="12" y="3680"/>
                  </a:cubicBezTo>
                  <a:cubicBezTo>
                    <a:pt x="1119" y="2572"/>
                    <a:pt x="2167" y="1334"/>
                    <a:pt x="3143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46"/>
            <p:cNvSpPr/>
            <p:nvPr/>
          </p:nvSpPr>
          <p:spPr>
            <a:xfrm>
              <a:off x="2263675" y="2968650"/>
              <a:ext cx="78600" cy="92000"/>
            </a:xfrm>
            <a:custGeom>
              <a:rect b="b" l="l" r="r" t="t"/>
              <a:pathLst>
                <a:path extrusionOk="0" h="3680" w="3144">
                  <a:moveTo>
                    <a:pt x="3143" y="0"/>
                  </a:moveTo>
                  <a:cubicBezTo>
                    <a:pt x="2155" y="1155"/>
                    <a:pt x="1072" y="2203"/>
                    <a:pt x="0" y="3108"/>
                  </a:cubicBezTo>
                  <a:cubicBezTo>
                    <a:pt x="0" y="3299"/>
                    <a:pt x="0" y="3489"/>
                    <a:pt x="12" y="3680"/>
                  </a:cubicBezTo>
                  <a:cubicBezTo>
                    <a:pt x="1119" y="2572"/>
                    <a:pt x="2167" y="1334"/>
                    <a:pt x="314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46"/>
            <p:cNvSpPr/>
            <p:nvPr/>
          </p:nvSpPr>
          <p:spPr>
            <a:xfrm>
              <a:off x="2374400" y="2034900"/>
              <a:ext cx="66400" cy="522425"/>
            </a:xfrm>
            <a:custGeom>
              <a:rect b="b" l="l" r="r" t="t"/>
              <a:pathLst>
                <a:path extrusionOk="0" h="20897" w="2656">
                  <a:moveTo>
                    <a:pt x="0" y="1"/>
                  </a:moveTo>
                  <a:cubicBezTo>
                    <a:pt x="893" y="2941"/>
                    <a:pt x="1488" y="5870"/>
                    <a:pt x="1822" y="8752"/>
                  </a:cubicBezTo>
                  <a:cubicBezTo>
                    <a:pt x="1893" y="9478"/>
                    <a:pt x="1965" y="10192"/>
                    <a:pt x="2024" y="10907"/>
                  </a:cubicBezTo>
                  <a:cubicBezTo>
                    <a:pt x="2072" y="11621"/>
                    <a:pt x="2084" y="12336"/>
                    <a:pt x="2119" y="13038"/>
                  </a:cubicBezTo>
                  <a:cubicBezTo>
                    <a:pt x="2167" y="13740"/>
                    <a:pt x="2143" y="14431"/>
                    <a:pt x="2119" y="15122"/>
                  </a:cubicBezTo>
                  <a:cubicBezTo>
                    <a:pt x="2119" y="15348"/>
                    <a:pt x="2119" y="15562"/>
                    <a:pt x="2108" y="15788"/>
                  </a:cubicBezTo>
                  <a:cubicBezTo>
                    <a:pt x="2250" y="17479"/>
                    <a:pt x="2227" y="19182"/>
                    <a:pt x="2012" y="20896"/>
                  </a:cubicBezTo>
                  <a:cubicBezTo>
                    <a:pt x="2191" y="20456"/>
                    <a:pt x="2370" y="20015"/>
                    <a:pt x="2548" y="19574"/>
                  </a:cubicBezTo>
                  <a:cubicBezTo>
                    <a:pt x="2584" y="19122"/>
                    <a:pt x="2620" y="18658"/>
                    <a:pt x="2655" y="18205"/>
                  </a:cubicBezTo>
                  <a:lnTo>
                    <a:pt x="2655" y="12359"/>
                  </a:lnTo>
                  <a:cubicBezTo>
                    <a:pt x="2643" y="12205"/>
                    <a:pt x="2631" y="12038"/>
                    <a:pt x="2620" y="11883"/>
                  </a:cubicBezTo>
                  <a:cubicBezTo>
                    <a:pt x="2596" y="11383"/>
                    <a:pt x="2560" y="10895"/>
                    <a:pt x="2489" y="10419"/>
                  </a:cubicBezTo>
                  <a:cubicBezTo>
                    <a:pt x="2370" y="9478"/>
                    <a:pt x="2286" y="8573"/>
                    <a:pt x="2119" y="7740"/>
                  </a:cubicBezTo>
                  <a:cubicBezTo>
                    <a:pt x="1965" y="6918"/>
                    <a:pt x="1810" y="6144"/>
                    <a:pt x="1667" y="5430"/>
                  </a:cubicBezTo>
                  <a:cubicBezTo>
                    <a:pt x="1477" y="4727"/>
                    <a:pt x="1310" y="4084"/>
                    <a:pt x="1155" y="3501"/>
                  </a:cubicBezTo>
                  <a:cubicBezTo>
                    <a:pt x="1072" y="3203"/>
                    <a:pt x="1000" y="2941"/>
                    <a:pt x="929" y="2680"/>
                  </a:cubicBezTo>
                  <a:cubicBezTo>
                    <a:pt x="857" y="2430"/>
                    <a:pt x="762" y="2191"/>
                    <a:pt x="691" y="1965"/>
                  </a:cubicBezTo>
                  <a:cubicBezTo>
                    <a:pt x="536" y="1537"/>
                    <a:pt x="405" y="1156"/>
                    <a:pt x="310" y="858"/>
                  </a:cubicBezTo>
                  <a:cubicBezTo>
                    <a:pt x="143" y="405"/>
                    <a:pt x="48" y="120"/>
                    <a:pt x="0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46"/>
            <p:cNvSpPr/>
            <p:nvPr/>
          </p:nvSpPr>
          <p:spPr>
            <a:xfrm>
              <a:off x="2374400" y="2034900"/>
              <a:ext cx="66400" cy="522425"/>
            </a:xfrm>
            <a:custGeom>
              <a:rect b="b" l="l" r="r" t="t"/>
              <a:pathLst>
                <a:path extrusionOk="0" h="20897" w="2656">
                  <a:moveTo>
                    <a:pt x="2489" y="10419"/>
                  </a:moveTo>
                  <a:cubicBezTo>
                    <a:pt x="2370" y="9478"/>
                    <a:pt x="2286" y="8573"/>
                    <a:pt x="2119" y="7740"/>
                  </a:cubicBezTo>
                  <a:cubicBezTo>
                    <a:pt x="1965" y="6918"/>
                    <a:pt x="1810" y="6144"/>
                    <a:pt x="1667" y="5430"/>
                  </a:cubicBezTo>
                  <a:cubicBezTo>
                    <a:pt x="1477" y="4727"/>
                    <a:pt x="1310" y="4084"/>
                    <a:pt x="1155" y="3501"/>
                  </a:cubicBezTo>
                  <a:cubicBezTo>
                    <a:pt x="1072" y="3203"/>
                    <a:pt x="1000" y="2941"/>
                    <a:pt x="929" y="2680"/>
                  </a:cubicBezTo>
                  <a:cubicBezTo>
                    <a:pt x="857" y="2430"/>
                    <a:pt x="762" y="2191"/>
                    <a:pt x="691" y="1965"/>
                  </a:cubicBezTo>
                  <a:cubicBezTo>
                    <a:pt x="536" y="1537"/>
                    <a:pt x="405" y="1156"/>
                    <a:pt x="310" y="858"/>
                  </a:cubicBezTo>
                  <a:cubicBezTo>
                    <a:pt x="143" y="405"/>
                    <a:pt x="48" y="120"/>
                    <a:pt x="0" y="1"/>
                  </a:cubicBezTo>
                  <a:cubicBezTo>
                    <a:pt x="893" y="2941"/>
                    <a:pt x="1488" y="5870"/>
                    <a:pt x="1822" y="8752"/>
                  </a:cubicBezTo>
                  <a:cubicBezTo>
                    <a:pt x="1893" y="9478"/>
                    <a:pt x="1965" y="10192"/>
                    <a:pt x="2024" y="10907"/>
                  </a:cubicBezTo>
                  <a:cubicBezTo>
                    <a:pt x="2072" y="11621"/>
                    <a:pt x="2084" y="12336"/>
                    <a:pt x="2119" y="13038"/>
                  </a:cubicBezTo>
                  <a:cubicBezTo>
                    <a:pt x="2167" y="13740"/>
                    <a:pt x="2143" y="14431"/>
                    <a:pt x="2119" y="15122"/>
                  </a:cubicBezTo>
                  <a:cubicBezTo>
                    <a:pt x="2119" y="15348"/>
                    <a:pt x="2119" y="15562"/>
                    <a:pt x="2108" y="15788"/>
                  </a:cubicBezTo>
                  <a:cubicBezTo>
                    <a:pt x="2250" y="17479"/>
                    <a:pt x="2227" y="19182"/>
                    <a:pt x="2012" y="20896"/>
                  </a:cubicBezTo>
                  <a:cubicBezTo>
                    <a:pt x="2191" y="20456"/>
                    <a:pt x="2370" y="20015"/>
                    <a:pt x="2548" y="19574"/>
                  </a:cubicBezTo>
                  <a:cubicBezTo>
                    <a:pt x="2584" y="19122"/>
                    <a:pt x="2620" y="18658"/>
                    <a:pt x="2655" y="18205"/>
                  </a:cubicBezTo>
                  <a:lnTo>
                    <a:pt x="2655" y="12359"/>
                  </a:lnTo>
                  <a:cubicBezTo>
                    <a:pt x="2643" y="12205"/>
                    <a:pt x="2631" y="12038"/>
                    <a:pt x="2620" y="11883"/>
                  </a:cubicBezTo>
                  <a:cubicBezTo>
                    <a:pt x="2596" y="11383"/>
                    <a:pt x="2560" y="10895"/>
                    <a:pt x="2489" y="10419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46"/>
            <p:cNvSpPr/>
            <p:nvPr/>
          </p:nvSpPr>
          <p:spPr>
            <a:xfrm>
              <a:off x="2325875" y="2510250"/>
              <a:ext cx="1225" cy="16700"/>
            </a:xfrm>
            <a:custGeom>
              <a:rect b="b" l="l" r="r" t="t"/>
              <a:pathLst>
                <a:path extrusionOk="0" h="668" w="49">
                  <a:moveTo>
                    <a:pt x="0" y="1"/>
                  </a:moveTo>
                  <a:cubicBezTo>
                    <a:pt x="0" y="168"/>
                    <a:pt x="0" y="346"/>
                    <a:pt x="0" y="513"/>
                  </a:cubicBezTo>
                  <a:lnTo>
                    <a:pt x="48" y="668"/>
                  </a:lnTo>
                  <a:cubicBezTo>
                    <a:pt x="36" y="441"/>
                    <a:pt x="12" y="227"/>
                    <a:pt x="0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46"/>
            <p:cNvSpPr/>
            <p:nvPr/>
          </p:nvSpPr>
          <p:spPr>
            <a:xfrm>
              <a:off x="2325875" y="2510250"/>
              <a:ext cx="1225" cy="16700"/>
            </a:xfrm>
            <a:custGeom>
              <a:rect b="b" l="l" r="r" t="t"/>
              <a:pathLst>
                <a:path extrusionOk="0" h="668" w="49">
                  <a:moveTo>
                    <a:pt x="0" y="513"/>
                  </a:moveTo>
                  <a:lnTo>
                    <a:pt x="48" y="668"/>
                  </a:lnTo>
                  <a:cubicBezTo>
                    <a:pt x="36" y="441"/>
                    <a:pt x="12" y="227"/>
                    <a:pt x="0" y="1"/>
                  </a:cubicBezTo>
                  <a:cubicBezTo>
                    <a:pt x="0" y="168"/>
                    <a:pt x="0" y="346"/>
                    <a:pt x="0" y="513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46"/>
            <p:cNvSpPr/>
            <p:nvPr/>
          </p:nvSpPr>
          <p:spPr>
            <a:xfrm>
              <a:off x="2040125" y="1581275"/>
              <a:ext cx="239050" cy="524500"/>
            </a:xfrm>
            <a:custGeom>
              <a:rect b="b" l="l" r="r" t="t"/>
              <a:pathLst>
                <a:path extrusionOk="0" h="20980" w="9562">
                  <a:moveTo>
                    <a:pt x="0" y="1"/>
                  </a:moveTo>
                  <a:cubicBezTo>
                    <a:pt x="179" y="524"/>
                    <a:pt x="393" y="1060"/>
                    <a:pt x="608" y="1584"/>
                  </a:cubicBezTo>
                  <a:cubicBezTo>
                    <a:pt x="655" y="1644"/>
                    <a:pt x="703" y="1691"/>
                    <a:pt x="739" y="1751"/>
                  </a:cubicBezTo>
                  <a:cubicBezTo>
                    <a:pt x="1596" y="2846"/>
                    <a:pt x="2394" y="3989"/>
                    <a:pt x="3144" y="5168"/>
                  </a:cubicBezTo>
                  <a:cubicBezTo>
                    <a:pt x="3882" y="6358"/>
                    <a:pt x="4561" y="7585"/>
                    <a:pt x="5192" y="8823"/>
                  </a:cubicBezTo>
                  <a:cubicBezTo>
                    <a:pt x="6442" y="11323"/>
                    <a:pt x="7454" y="13955"/>
                    <a:pt x="8311" y="16622"/>
                  </a:cubicBezTo>
                  <a:cubicBezTo>
                    <a:pt x="8537" y="17324"/>
                    <a:pt x="8752" y="18027"/>
                    <a:pt x="8954" y="18729"/>
                  </a:cubicBezTo>
                  <a:cubicBezTo>
                    <a:pt x="9168" y="19479"/>
                    <a:pt x="9371" y="20229"/>
                    <a:pt x="9561" y="20979"/>
                  </a:cubicBezTo>
                  <a:cubicBezTo>
                    <a:pt x="9216" y="19348"/>
                    <a:pt x="8823" y="17729"/>
                    <a:pt x="8406" y="16122"/>
                  </a:cubicBezTo>
                  <a:cubicBezTo>
                    <a:pt x="7609" y="13574"/>
                    <a:pt x="6680" y="11073"/>
                    <a:pt x="5525" y="8668"/>
                  </a:cubicBezTo>
                  <a:cubicBezTo>
                    <a:pt x="4906" y="7406"/>
                    <a:pt x="4239" y="6156"/>
                    <a:pt x="3501" y="4954"/>
                  </a:cubicBezTo>
                  <a:cubicBezTo>
                    <a:pt x="2775" y="3751"/>
                    <a:pt x="1977" y="2584"/>
                    <a:pt x="1132" y="1453"/>
                  </a:cubicBezTo>
                  <a:cubicBezTo>
                    <a:pt x="762" y="953"/>
                    <a:pt x="381" y="477"/>
                    <a:pt x="0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46"/>
            <p:cNvSpPr/>
            <p:nvPr/>
          </p:nvSpPr>
          <p:spPr>
            <a:xfrm>
              <a:off x="2040125" y="1581275"/>
              <a:ext cx="239050" cy="524500"/>
            </a:xfrm>
            <a:custGeom>
              <a:rect b="b" l="l" r="r" t="t"/>
              <a:pathLst>
                <a:path extrusionOk="0" h="20980" w="9562">
                  <a:moveTo>
                    <a:pt x="3144" y="5168"/>
                  </a:moveTo>
                  <a:cubicBezTo>
                    <a:pt x="3882" y="6358"/>
                    <a:pt x="4561" y="7585"/>
                    <a:pt x="5192" y="8823"/>
                  </a:cubicBezTo>
                  <a:cubicBezTo>
                    <a:pt x="6442" y="11323"/>
                    <a:pt x="7454" y="13955"/>
                    <a:pt x="8311" y="16622"/>
                  </a:cubicBezTo>
                  <a:cubicBezTo>
                    <a:pt x="8537" y="17324"/>
                    <a:pt x="8752" y="18027"/>
                    <a:pt x="8954" y="18729"/>
                  </a:cubicBezTo>
                  <a:cubicBezTo>
                    <a:pt x="9168" y="19479"/>
                    <a:pt x="9371" y="20229"/>
                    <a:pt x="9561" y="20979"/>
                  </a:cubicBezTo>
                  <a:cubicBezTo>
                    <a:pt x="9216" y="19348"/>
                    <a:pt x="8823" y="17729"/>
                    <a:pt x="8406" y="16122"/>
                  </a:cubicBezTo>
                  <a:cubicBezTo>
                    <a:pt x="7609" y="13574"/>
                    <a:pt x="6680" y="11073"/>
                    <a:pt x="5525" y="8668"/>
                  </a:cubicBezTo>
                  <a:cubicBezTo>
                    <a:pt x="4906" y="7406"/>
                    <a:pt x="4239" y="6156"/>
                    <a:pt x="3501" y="4954"/>
                  </a:cubicBezTo>
                  <a:cubicBezTo>
                    <a:pt x="2775" y="3751"/>
                    <a:pt x="1977" y="2584"/>
                    <a:pt x="1132" y="1453"/>
                  </a:cubicBezTo>
                  <a:cubicBezTo>
                    <a:pt x="762" y="953"/>
                    <a:pt x="381" y="477"/>
                    <a:pt x="0" y="1"/>
                  </a:cubicBezTo>
                  <a:cubicBezTo>
                    <a:pt x="179" y="524"/>
                    <a:pt x="393" y="1060"/>
                    <a:pt x="608" y="1584"/>
                  </a:cubicBezTo>
                  <a:cubicBezTo>
                    <a:pt x="655" y="1644"/>
                    <a:pt x="703" y="1691"/>
                    <a:pt x="739" y="1751"/>
                  </a:cubicBezTo>
                  <a:cubicBezTo>
                    <a:pt x="1596" y="2846"/>
                    <a:pt x="2394" y="3989"/>
                    <a:pt x="3144" y="5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46"/>
            <p:cNvSpPr/>
            <p:nvPr/>
          </p:nvSpPr>
          <p:spPr>
            <a:xfrm>
              <a:off x="2276475" y="2571575"/>
              <a:ext cx="52400" cy="367625"/>
            </a:xfrm>
            <a:custGeom>
              <a:rect b="b" l="l" r="r" t="t"/>
              <a:pathLst>
                <a:path extrusionOk="0" h="14705" w="2096">
                  <a:moveTo>
                    <a:pt x="1976" y="1"/>
                  </a:moveTo>
                  <a:cubicBezTo>
                    <a:pt x="1917" y="2941"/>
                    <a:pt x="1619" y="5942"/>
                    <a:pt x="1095" y="9121"/>
                  </a:cubicBezTo>
                  <a:cubicBezTo>
                    <a:pt x="881" y="10466"/>
                    <a:pt x="524" y="12562"/>
                    <a:pt x="0" y="14705"/>
                  </a:cubicBezTo>
                  <a:cubicBezTo>
                    <a:pt x="214" y="14109"/>
                    <a:pt x="417" y="13514"/>
                    <a:pt x="607" y="12907"/>
                  </a:cubicBezTo>
                  <a:cubicBezTo>
                    <a:pt x="857" y="11740"/>
                    <a:pt x="988" y="10752"/>
                    <a:pt x="1048" y="10073"/>
                  </a:cubicBezTo>
                  <a:lnTo>
                    <a:pt x="1048" y="10061"/>
                  </a:lnTo>
                  <a:cubicBezTo>
                    <a:pt x="1464" y="8133"/>
                    <a:pt x="1774" y="6216"/>
                    <a:pt x="1953" y="4299"/>
                  </a:cubicBezTo>
                  <a:cubicBezTo>
                    <a:pt x="2024" y="3537"/>
                    <a:pt x="2072" y="2775"/>
                    <a:pt x="2096" y="2013"/>
                  </a:cubicBezTo>
                  <a:cubicBezTo>
                    <a:pt x="2084" y="1346"/>
                    <a:pt x="2036" y="667"/>
                    <a:pt x="1976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46"/>
            <p:cNvSpPr/>
            <p:nvPr/>
          </p:nvSpPr>
          <p:spPr>
            <a:xfrm>
              <a:off x="2276475" y="2571575"/>
              <a:ext cx="52400" cy="367625"/>
            </a:xfrm>
            <a:custGeom>
              <a:rect b="b" l="l" r="r" t="t"/>
              <a:pathLst>
                <a:path extrusionOk="0" h="14705" w="2096">
                  <a:moveTo>
                    <a:pt x="0" y="14705"/>
                  </a:moveTo>
                  <a:cubicBezTo>
                    <a:pt x="214" y="14109"/>
                    <a:pt x="417" y="13514"/>
                    <a:pt x="607" y="12907"/>
                  </a:cubicBezTo>
                  <a:cubicBezTo>
                    <a:pt x="857" y="11740"/>
                    <a:pt x="988" y="10752"/>
                    <a:pt x="1048" y="10073"/>
                  </a:cubicBezTo>
                  <a:lnTo>
                    <a:pt x="1048" y="10061"/>
                  </a:lnTo>
                  <a:cubicBezTo>
                    <a:pt x="1464" y="8133"/>
                    <a:pt x="1774" y="6216"/>
                    <a:pt x="1953" y="4299"/>
                  </a:cubicBezTo>
                  <a:cubicBezTo>
                    <a:pt x="2024" y="3537"/>
                    <a:pt x="2072" y="2775"/>
                    <a:pt x="2096" y="2013"/>
                  </a:cubicBezTo>
                  <a:cubicBezTo>
                    <a:pt x="2084" y="1346"/>
                    <a:pt x="2036" y="667"/>
                    <a:pt x="1976" y="1"/>
                  </a:cubicBezTo>
                  <a:cubicBezTo>
                    <a:pt x="1917" y="2941"/>
                    <a:pt x="1619" y="5942"/>
                    <a:pt x="1095" y="9121"/>
                  </a:cubicBezTo>
                  <a:cubicBezTo>
                    <a:pt x="881" y="10466"/>
                    <a:pt x="524" y="12562"/>
                    <a:pt x="0" y="1470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46"/>
            <p:cNvSpPr/>
            <p:nvPr/>
          </p:nvSpPr>
          <p:spPr>
            <a:xfrm>
              <a:off x="2194000" y="3040675"/>
              <a:ext cx="69975" cy="78900"/>
            </a:xfrm>
            <a:custGeom>
              <a:rect b="b" l="l" r="r" t="t"/>
              <a:pathLst>
                <a:path extrusionOk="0" h="3156" w="2799">
                  <a:moveTo>
                    <a:pt x="1" y="3156"/>
                  </a:moveTo>
                  <a:cubicBezTo>
                    <a:pt x="965" y="2489"/>
                    <a:pt x="1894" y="1691"/>
                    <a:pt x="2799" y="799"/>
                  </a:cubicBezTo>
                  <a:cubicBezTo>
                    <a:pt x="2799" y="608"/>
                    <a:pt x="2787" y="418"/>
                    <a:pt x="2787" y="227"/>
                  </a:cubicBezTo>
                  <a:cubicBezTo>
                    <a:pt x="2787" y="156"/>
                    <a:pt x="2787" y="72"/>
                    <a:pt x="2787" y="1"/>
                  </a:cubicBezTo>
                  <a:cubicBezTo>
                    <a:pt x="2347" y="429"/>
                    <a:pt x="1906" y="834"/>
                    <a:pt x="1442" y="1227"/>
                  </a:cubicBezTo>
                  <a:cubicBezTo>
                    <a:pt x="1013" y="2025"/>
                    <a:pt x="537" y="2692"/>
                    <a:pt x="1" y="3156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46"/>
            <p:cNvSpPr/>
            <p:nvPr/>
          </p:nvSpPr>
          <p:spPr>
            <a:xfrm>
              <a:off x="2194000" y="3040675"/>
              <a:ext cx="69975" cy="78900"/>
            </a:xfrm>
            <a:custGeom>
              <a:rect b="b" l="l" r="r" t="t"/>
              <a:pathLst>
                <a:path extrusionOk="0" h="3156" w="2799">
                  <a:moveTo>
                    <a:pt x="1" y="3156"/>
                  </a:moveTo>
                  <a:cubicBezTo>
                    <a:pt x="965" y="2489"/>
                    <a:pt x="1894" y="1691"/>
                    <a:pt x="2799" y="799"/>
                  </a:cubicBezTo>
                  <a:cubicBezTo>
                    <a:pt x="2799" y="608"/>
                    <a:pt x="2787" y="418"/>
                    <a:pt x="2787" y="227"/>
                  </a:cubicBezTo>
                  <a:cubicBezTo>
                    <a:pt x="2787" y="156"/>
                    <a:pt x="2787" y="72"/>
                    <a:pt x="2787" y="1"/>
                  </a:cubicBezTo>
                  <a:cubicBezTo>
                    <a:pt x="2347" y="429"/>
                    <a:pt x="1906" y="834"/>
                    <a:pt x="1442" y="1227"/>
                  </a:cubicBezTo>
                  <a:cubicBezTo>
                    <a:pt x="1013" y="2025"/>
                    <a:pt x="537" y="2692"/>
                    <a:pt x="1" y="3156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46"/>
            <p:cNvSpPr/>
            <p:nvPr/>
          </p:nvSpPr>
          <p:spPr>
            <a:xfrm>
              <a:off x="2174375" y="3119550"/>
              <a:ext cx="19650" cy="12825"/>
            </a:xfrm>
            <a:custGeom>
              <a:rect b="b" l="l" r="r" t="t"/>
              <a:pathLst>
                <a:path extrusionOk="0" h="513" w="786">
                  <a:moveTo>
                    <a:pt x="786" y="1"/>
                  </a:moveTo>
                  <a:cubicBezTo>
                    <a:pt x="536" y="180"/>
                    <a:pt x="274" y="358"/>
                    <a:pt x="0" y="513"/>
                  </a:cubicBezTo>
                  <a:cubicBezTo>
                    <a:pt x="286" y="394"/>
                    <a:pt x="536" y="215"/>
                    <a:pt x="786" y="1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46"/>
            <p:cNvSpPr/>
            <p:nvPr/>
          </p:nvSpPr>
          <p:spPr>
            <a:xfrm>
              <a:off x="2174375" y="3119550"/>
              <a:ext cx="19650" cy="12825"/>
            </a:xfrm>
            <a:custGeom>
              <a:rect b="b" l="l" r="r" t="t"/>
              <a:pathLst>
                <a:path extrusionOk="0" h="513" w="786">
                  <a:moveTo>
                    <a:pt x="786" y="1"/>
                  </a:moveTo>
                  <a:cubicBezTo>
                    <a:pt x="536" y="180"/>
                    <a:pt x="274" y="358"/>
                    <a:pt x="0" y="513"/>
                  </a:cubicBezTo>
                  <a:cubicBezTo>
                    <a:pt x="286" y="394"/>
                    <a:pt x="536" y="215"/>
                    <a:pt x="78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46"/>
            <p:cNvSpPr/>
            <p:nvPr/>
          </p:nvSpPr>
          <p:spPr>
            <a:xfrm>
              <a:off x="2089525" y="1694100"/>
              <a:ext cx="232800" cy="746825"/>
            </a:xfrm>
            <a:custGeom>
              <a:rect b="b" l="l" r="r" t="t"/>
              <a:pathLst>
                <a:path extrusionOk="0" h="29873" w="9312">
                  <a:moveTo>
                    <a:pt x="4918" y="8573"/>
                  </a:moveTo>
                  <a:cubicBezTo>
                    <a:pt x="3608" y="5548"/>
                    <a:pt x="1954" y="2655"/>
                    <a:pt x="1" y="0"/>
                  </a:cubicBezTo>
                  <a:cubicBezTo>
                    <a:pt x="989" y="1953"/>
                    <a:pt x="2049" y="3905"/>
                    <a:pt x="2882" y="5882"/>
                  </a:cubicBezTo>
                  <a:cubicBezTo>
                    <a:pt x="4454" y="9596"/>
                    <a:pt x="5847" y="13406"/>
                    <a:pt x="6966" y="17288"/>
                  </a:cubicBezTo>
                  <a:cubicBezTo>
                    <a:pt x="8228" y="21681"/>
                    <a:pt x="9002" y="25765"/>
                    <a:pt x="9312" y="29873"/>
                  </a:cubicBezTo>
                  <a:cubicBezTo>
                    <a:pt x="9300" y="29468"/>
                    <a:pt x="9288" y="29075"/>
                    <a:pt x="9276" y="28682"/>
                  </a:cubicBezTo>
                  <a:cubicBezTo>
                    <a:pt x="9216" y="27182"/>
                    <a:pt x="9109" y="25682"/>
                    <a:pt x="8954" y="24182"/>
                  </a:cubicBezTo>
                  <a:cubicBezTo>
                    <a:pt x="8585" y="21598"/>
                    <a:pt x="8133" y="19014"/>
                    <a:pt x="7585" y="16466"/>
                  </a:cubicBezTo>
                  <a:cubicBezTo>
                    <a:pt x="7395" y="15704"/>
                    <a:pt x="7192" y="14966"/>
                    <a:pt x="6966" y="14216"/>
                  </a:cubicBezTo>
                  <a:cubicBezTo>
                    <a:pt x="6406" y="12299"/>
                    <a:pt x="5728" y="10406"/>
                    <a:pt x="4918" y="8573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46"/>
            <p:cNvSpPr/>
            <p:nvPr/>
          </p:nvSpPr>
          <p:spPr>
            <a:xfrm>
              <a:off x="2089525" y="1694100"/>
              <a:ext cx="232800" cy="746825"/>
            </a:xfrm>
            <a:custGeom>
              <a:rect b="b" l="l" r="r" t="t"/>
              <a:pathLst>
                <a:path extrusionOk="0" h="29873" w="9312">
                  <a:moveTo>
                    <a:pt x="4918" y="8573"/>
                  </a:moveTo>
                  <a:cubicBezTo>
                    <a:pt x="3608" y="5548"/>
                    <a:pt x="1954" y="2655"/>
                    <a:pt x="1" y="0"/>
                  </a:cubicBezTo>
                  <a:cubicBezTo>
                    <a:pt x="989" y="1953"/>
                    <a:pt x="2049" y="3905"/>
                    <a:pt x="2882" y="5882"/>
                  </a:cubicBezTo>
                  <a:cubicBezTo>
                    <a:pt x="4454" y="9596"/>
                    <a:pt x="5847" y="13406"/>
                    <a:pt x="6966" y="17288"/>
                  </a:cubicBezTo>
                  <a:cubicBezTo>
                    <a:pt x="8228" y="21681"/>
                    <a:pt x="9002" y="25765"/>
                    <a:pt x="9312" y="29873"/>
                  </a:cubicBezTo>
                  <a:cubicBezTo>
                    <a:pt x="9300" y="29468"/>
                    <a:pt x="9288" y="29075"/>
                    <a:pt x="9276" y="28682"/>
                  </a:cubicBezTo>
                  <a:cubicBezTo>
                    <a:pt x="9216" y="27182"/>
                    <a:pt x="9109" y="25682"/>
                    <a:pt x="8954" y="24182"/>
                  </a:cubicBezTo>
                  <a:cubicBezTo>
                    <a:pt x="8585" y="21598"/>
                    <a:pt x="8133" y="19014"/>
                    <a:pt x="7585" y="16466"/>
                  </a:cubicBezTo>
                  <a:cubicBezTo>
                    <a:pt x="7395" y="15704"/>
                    <a:pt x="7192" y="14966"/>
                    <a:pt x="6966" y="14216"/>
                  </a:cubicBezTo>
                  <a:cubicBezTo>
                    <a:pt x="6406" y="12299"/>
                    <a:pt x="5728" y="10406"/>
                    <a:pt x="4918" y="857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46"/>
            <p:cNvSpPr/>
            <p:nvPr/>
          </p:nvSpPr>
          <p:spPr>
            <a:xfrm>
              <a:off x="2313375" y="2958225"/>
              <a:ext cx="65500" cy="133675"/>
            </a:xfrm>
            <a:custGeom>
              <a:rect b="b" l="l" r="r" t="t"/>
              <a:pathLst>
                <a:path extrusionOk="0" h="5347" w="2620">
                  <a:moveTo>
                    <a:pt x="2620" y="1"/>
                  </a:moveTo>
                  <a:cubicBezTo>
                    <a:pt x="2251" y="787"/>
                    <a:pt x="1870" y="1549"/>
                    <a:pt x="1465" y="2322"/>
                  </a:cubicBezTo>
                  <a:cubicBezTo>
                    <a:pt x="1012" y="3192"/>
                    <a:pt x="524" y="4263"/>
                    <a:pt x="0" y="5347"/>
                  </a:cubicBezTo>
                  <a:cubicBezTo>
                    <a:pt x="1108" y="3513"/>
                    <a:pt x="1989" y="1620"/>
                    <a:pt x="262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46"/>
            <p:cNvSpPr/>
            <p:nvPr/>
          </p:nvSpPr>
          <p:spPr>
            <a:xfrm>
              <a:off x="2313375" y="2958225"/>
              <a:ext cx="65500" cy="133675"/>
            </a:xfrm>
            <a:custGeom>
              <a:rect b="b" l="l" r="r" t="t"/>
              <a:pathLst>
                <a:path extrusionOk="0" h="5347" w="2620">
                  <a:moveTo>
                    <a:pt x="0" y="5347"/>
                  </a:moveTo>
                  <a:cubicBezTo>
                    <a:pt x="1108" y="3513"/>
                    <a:pt x="1989" y="1620"/>
                    <a:pt x="2620" y="1"/>
                  </a:cubicBezTo>
                  <a:cubicBezTo>
                    <a:pt x="2251" y="787"/>
                    <a:pt x="1870" y="1549"/>
                    <a:pt x="1465" y="2322"/>
                  </a:cubicBezTo>
                  <a:cubicBezTo>
                    <a:pt x="1012" y="3192"/>
                    <a:pt x="524" y="4263"/>
                    <a:pt x="0" y="5347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46"/>
            <p:cNvSpPr/>
            <p:nvPr/>
          </p:nvSpPr>
          <p:spPr>
            <a:xfrm>
              <a:off x="2307425" y="1152650"/>
              <a:ext cx="133375" cy="177725"/>
            </a:xfrm>
            <a:custGeom>
              <a:rect b="b" l="l" r="r" t="t"/>
              <a:pathLst>
                <a:path extrusionOk="0" h="7109" w="5335">
                  <a:moveTo>
                    <a:pt x="0" y="1"/>
                  </a:moveTo>
                  <a:cubicBezTo>
                    <a:pt x="2155" y="2203"/>
                    <a:pt x="3894" y="4573"/>
                    <a:pt x="5334" y="7109"/>
                  </a:cubicBezTo>
                  <a:lnTo>
                    <a:pt x="5334" y="2906"/>
                  </a:lnTo>
                  <a:cubicBezTo>
                    <a:pt x="3667" y="1763"/>
                    <a:pt x="1881" y="775"/>
                    <a:pt x="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46"/>
            <p:cNvSpPr/>
            <p:nvPr/>
          </p:nvSpPr>
          <p:spPr>
            <a:xfrm>
              <a:off x="2307425" y="1152650"/>
              <a:ext cx="133375" cy="177725"/>
            </a:xfrm>
            <a:custGeom>
              <a:rect b="b" l="l" r="r" t="t"/>
              <a:pathLst>
                <a:path extrusionOk="0" h="7109" w="5335">
                  <a:moveTo>
                    <a:pt x="5334" y="7109"/>
                  </a:moveTo>
                  <a:lnTo>
                    <a:pt x="5334" y="2906"/>
                  </a:lnTo>
                  <a:cubicBezTo>
                    <a:pt x="3667" y="1763"/>
                    <a:pt x="1881" y="775"/>
                    <a:pt x="0" y="1"/>
                  </a:cubicBezTo>
                  <a:cubicBezTo>
                    <a:pt x="2155" y="2203"/>
                    <a:pt x="3894" y="4573"/>
                    <a:pt x="5334" y="7109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46"/>
            <p:cNvSpPr/>
            <p:nvPr/>
          </p:nvSpPr>
          <p:spPr>
            <a:xfrm>
              <a:off x="2307425" y="1152650"/>
              <a:ext cx="133375" cy="177725"/>
            </a:xfrm>
            <a:custGeom>
              <a:rect b="b" l="l" r="r" t="t"/>
              <a:pathLst>
                <a:path extrusionOk="0" h="7109" w="5335">
                  <a:moveTo>
                    <a:pt x="5334" y="7109"/>
                  </a:moveTo>
                  <a:lnTo>
                    <a:pt x="5334" y="2906"/>
                  </a:lnTo>
                  <a:cubicBezTo>
                    <a:pt x="3667" y="1763"/>
                    <a:pt x="1881" y="775"/>
                    <a:pt x="0" y="1"/>
                  </a:cubicBezTo>
                  <a:cubicBezTo>
                    <a:pt x="2155" y="2203"/>
                    <a:pt x="3894" y="4573"/>
                    <a:pt x="5334" y="7109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46"/>
            <p:cNvSpPr/>
            <p:nvPr/>
          </p:nvSpPr>
          <p:spPr>
            <a:xfrm>
              <a:off x="2433625" y="3184450"/>
              <a:ext cx="7175" cy="4775"/>
            </a:xfrm>
            <a:custGeom>
              <a:rect b="b" l="l" r="r" t="t"/>
              <a:pathLst>
                <a:path extrusionOk="0" h="191" w="287">
                  <a:moveTo>
                    <a:pt x="286" y="0"/>
                  </a:moveTo>
                  <a:cubicBezTo>
                    <a:pt x="191" y="60"/>
                    <a:pt x="96" y="131"/>
                    <a:pt x="1" y="191"/>
                  </a:cubicBezTo>
                  <a:cubicBezTo>
                    <a:pt x="96" y="131"/>
                    <a:pt x="191" y="72"/>
                    <a:pt x="286" y="24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46"/>
            <p:cNvSpPr/>
            <p:nvPr/>
          </p:nvSpPr>
          <p:spPr>
            <a:xfrm>
              <a:off x="2433625" y="3184450"/>
              <a:ext cx="7175" cy="4775"/>
            </a:xfrm>
            <a:custGeom>
              <a:rect b="b" l="l" r="r" t="t"/>
              <a:pathLst>
                <a:path extrusionOk="0" h="191" w="287">
                  <a:moveTo>
                    <a:pt x="286" y="24"/>
                  </a:moveTo>
                  <a:lnTo>
                    <a:pt x="286" y="0"/>
                  </a:lnTo>
                  <a:cubicBezTo>
                    <a:pt x="191" y="60"/>
                    <a:pt x="96" y="131"/>
                    <a:pt x="1" y="191"/>
                  </a:cubicBezTo>
                  <a:cubicBezTo>
                    <a:pt x="96" y="131"/>
                    <a:pt x="191" y="72"/>
                    <a:pt x="286" y="24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46"/>
            <p:cNvSpPr/>
            <p:nvPr/>
          </p:nvSpPr>
          <p:spPr>
            <a:xfrm>
              <a:off x="2433625" y="3184450"/>
              <a:ext cx="7175" cy="4775"/>
            </a:xfrm>
            <a:custGeom>
              <a:rect b="b" l="l" r="r" t="t"/>
              <a:pathLst>
                <a:path extrusionOk="0" h="191" w="287">
                  <a:moveTo>
                    <a:pt x="286" y="24"/>
                  </a:moveTo>
                  <a:lnTo>
                    <a:pt x="286" y="0"/>
                  </a:lnTo>
                  <a:cubicBezTo>
                    <a:pt x="191" y="60"/>
                    <a:pt x="96" y="131"/>
                    <a:pt x="1" y="191"/>
                  </a:cubicBezTo>
                  <a:cubicBezTo>
                    <a:pt x="96" y="131"/>
                    <a:pt x="191" y="72"/>
                    <a:pt x="286" y="24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46"/>
            <p:cNvSpPr/>
            <p:nvPr/>
          </p:nvSpPr>
          <p:spPr>
            <a:xfrm>
              <a:off x="2335700" y="1085250"/>
              <a:ext cx="105100" cy="44200"/>
            </a:xfrm>
            <a:custGeom>
              <a:rect b="b" l="l" r="r" t="t"/>
              <a:pathLst>
                <a:path extrusionOk="0" h="1768" w="4204">
                  <a:moveTo>
                    <a:pt x="461" y="0"/>
                  </a:moveTo>
                  <a:cubicBezTo>
                    <a:pt x="307" y="0"/>
                    <a:pt x="154" y="2"/>
                    <a:pt x="0" y="6"/>
                  </a:cubicBezTo>
                  <a:cubicBezTo>
                    <a:pt x="1465" y="434"/>
                    <a:pt x="2870" y="1030"/>
                    <a:pt x="4203" y="1768"/>
                  </a:cubicBezTo>
                  <a:lnTo>
                    <a:pt x="4203" y="363"/>
                  </a:lnTo>
                  <a:cubicBezTo>
                    <a:pt x="2972" y="129"/>
                    <a:pt x="1722" y="0"/>
                    <a:pt x="461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46"/>
            <p:cNvSpPr/>
            <p:nvPr/>
          </p:nvSpPr>
          <p:spPr>
            <a:xfrm>
              <a:off x="2335700" y="1084500"/>
              <a:ext cx="105100" cy="44950"/>
            </a:xfrm>
            <a:custGeom>
              <a:rect b="b" l="l" r="r" t="t"/>
              <a:pathLst>
                <a:path extrusionOk="0" h="1798" w="4204">
                  <a:moveTo>
                    <a:pt x="4203" y="1798"/>
                  </a:moveTo>
                  <a:lnTo>
                    <a:pt x="4203" y="393"/>
                  </a:lnTo>
                  <a:cubicBezTo>
                    <a:pt x="2822" y="131"/>
                    <a:pt x="1417" y="0"/>
                    <a:pt x="0" y="36"/>
                  </a:cubicBezTo>
                  <a:cubicBezTo>
                    <a:pt x="1465" y="464"/>
                    <a:pt x="2870" y="1060"/>
                    <a:pt x="4203" y="1798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46"/>
            <p:cNvSpPr/>
            <p:nvPr/>
          </p:nvSpPr>
          <p:spPr>
            <a:xfrm>
              <a:off x="2335700" y="1084500"/>
              <a:ext cx="105100" cy="44950"/>
            </a:xfrm>
            <a:custGeom>
              <a:rect b="b" l="l" r="r" t="t"/>
              <a:pathLst>
                <a:path extrusionOk="0" h="1798" w="4204">
                  <a:moveTo>
                    <a:pt x="4203" y="1798"/>
                  </a:moveTo>
                  <a:lnTo>
                    <a:pt x="4203" y="393"/>
                  </a:lnTo>
                  <a:cubicBezTo>
                    <a:pt x="2822" y="131"/>
                    <a:pt x="1417" y="0"/>
                    <a:pt x="0" y="36"/>
                  </a:cubicBezTo>
                  <a:cubicBezTo>
                    <a:pt x="1465" y="464"/>
                    <a:pt x="2870" y="1060"/>
                    <a:pt x="4203" y="179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46"/>
            <p:cNvSpPr/>
            <p:nvPr/>
          </p:nvSpPr>
          <p:spPr>
            <a:xfrm>
              <a:off x="2393450" y="2835600"/>
              <a:ext cx="47350" cy="117300"/>
            </a:xfrm>
            <a:custGeom>
              <a:rect b="b" l="l" r="r" t="t"/>
              <a:pathLst>
                <a:path extrusionOk="0" h="4692" w="1894">
                  <a:moveTo>
                    <a:pt x="1893" y="0"/>
                  </a:moveTo>
                  <a:cubicBezTo>
                    <a:pt x="1548" y="798"/>
                    <a:pt x="1191" y="1596"/>
                    <a:pt x="822" y="2394"/>
                  </a:cubicBezTo>
                  <a:cubicBezTo>
                    <a:pt x="619" y="3013"/>
                    <a:pt x="345" y="3810"/>
                    <a:pt x="0" y="4691"/>
                  </a:cubicBezTo>
                  <a:cubicBezTo>
                    <a:pt x="667" y="3215"/>
                    <a:pt x="1286" y="1715"/>
                    <a:pt x="1893" y="203"/>
                  </a:cubicBezTo>
                  <a:lnTo>
                    <a:pt x="1893" y="0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46"/>
            <p:cNvSpPr/>
            <p:nvPr/>
          </p:nvSpPr>
          <p:spPr>
            <a:xfrm>
              <a:off x="2393450" y="2835600"/>
              <a:ext cx="47350" cy="117300"/>
            </a:xfrm>
            <a:custGeom>
              <a:rect b="b" l="l" r="r" t="t"/>
              <a:pathLst>
                <a:path extrusionOk="0" h="4692" w="1894">
                  <a:moveTo>
                    <a:pt x="822" y="2394"/>
                  </a:moveTo>
                  <a:cubicBezTo>
                    <a:pt x="619" y="3013"/>
                    <a:pt x="345" y="3810"/>
                    <a:pt x="0" y="4691"/>
                  </a:cubicBezTo>
                  <a:cubicBezTo>
                    <a:pt x="667" y="3215"/>
                    <a:pt x="1286" y="1715"/>
                    <a:pt x="1893" y="203"/>
                  </a:cubicBezTo>
                  <a:lnTo>
                    <a:pt x="1893" y="0"/>
                  </a:lnTo>
                  <a:cubicBezTo>
                    <a:pt x="1548" y="798"/>
                    <a:pt x="1191" y="1596"/>
                    <a:pt x="822" y="2394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46"/>
            <p:cNvSpPr/>
            <p:nvPr/>
          </p:nvSpPr>
          <p:spPr>
            <a:xfrm>
              <a:off x="2393450" y="2835600"/>
              <a:ext cx="47350" cy="117300"/>
            </a:xfrm>
            <a:custGeom>
              <a:rect b="b" l="l" r="r" t="t"/>
              <a:pathLst>
                <a:path extrusionOk="0" h="4692" w="1894">
                  <a:moveTo>
                    <a:pt x="822" y="2394"/>
                  </a:moveTo>
                  <a:cubicBezTo>
                    <a:pt x="619" y="3013"/>
                    <a:pt x="345" y="3810"/>
                    <a:pt x="0" y="4691"/>
                  </a:cubicBezTo>
                  <a:cubicBezTo>
                    <a:pt x="667" y="3215"/>
                    <a:pt x="1286" y="1715"/>
                    <a:pt x="1893" y="203"/>
                  </a:cubicBezTo>
                  <a:lnTo>
                    <a:pt x="1893" y="0"/>
                  </a:lnTo>
                  <a:cubicBezTo>
                    <a:pt x="1548" y="798"/>
                    <a:pt x="1191" y="1596"/>
                    <a:pt x="822" y="2394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46"/>
            <p:cNvSpPr/>
            <p:nvPr/>
          </p:nvSpPr>
          <p:spPr>
            <a:xfrm>
              <a:off x="2257700" y="3079375"/>
              <a:ext cx="76525" cy="108975"/>
            </a:xfrm>
            <a:custGeom>
              <a:rect b="b" l="l" r="r" t="t"/>
              <a:pathLst>
                <a:path extrusionOk="0" h="4359" w="3061">
                  <a:moveTo>
                    <a:pt x="3061" y="1"/>
                  </a:moveTo>
                  <a:lnTo>
                    <a:pt x="3061" y="1"/>
                  </a:lnTo>
                  <a:cubicBezTo>
                    <a:pt x="2204" y="1501"/>
                    <a:pt x="1192" y="2989"/>
                    <a:pt x="13" y="4263"/>
                  </a:cubicBezTo>
                  <a:cubicBezTo>
                    <a:pt x="13" y="4299"/>
                    <a:pt x="1" y="4334"/>
                    <a:pt x="1" y="4358"/>
                  </a:cubicBezTo>
                  <a:cubicBezTo>
                    <a:pt x="513" y="3894"/>
                    <a:pt x="1025" y="3441"/>
                    <a:pt x="1537" y="2977"/>
                  </a:cubicBezTo>
                  <a:cubicBezTo>
                    <a:pt x="2061" y="1989"/>
                    <a:pt x="2561" y="1001"/>
                    <a:pt x="3061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46"/>
            <p:cNvSpPr/>
            <p:nvPr/>
          </p:nvSpPr>
          <p:spPr>
            <a:xfrm>
              <a:off x="2257700" y="3079375"/>
              <a:ext cx="76525" cy="108975"/>
            </a:xfrm>
            <a:custGeom>
              <a:rect b="b" l="l" r="r" t="t"/>
              <a:pathLst>
                <a:path extrusionOk="0" h="4359" w="3061">
                  <a:moveTo>
                    <a:pt x="1537" y="2977"/>
                  </a:moveTo>
                  <a:cubicBezTo>
                    <a:pt x="2061" y="1989"/>
                    <a:pt x="2561" y="1001"/>
                    <a:pt x="3061" y="1"/>
                  </a:cubicBezTo>
                  <a:cubicBezTo>
                    <a:pt x="2204" y="1501"/>
                    <a:pt x="1192" y="2989"/>
                    <a:pt x="13" y="4263"/>
                  </a:cubicBezTo>
                  <a:cubicBezTo>
                    <a:pt x="13" y="4299"/>
                    <a:pt x="1" y="4334"/>
                    <a:pt x="1" y="4358"/>
                  </a:cubicBezTo>
                  <a:cubicBezTo>
                    <a:pt x="513" y="3894"/>
                    <a:pt x="1025" y="3441"/>
                    <a:pt x="1537" y="2977"/>
                  </a:cubicBezTo>
                  <a:close/>
                </a:path>
              </a:pathLst>
            </a:custGeom>
            <a:solidFill>
              <a:srgbClr val="6151F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46"/>
            <p:cNvSpPr/>
            <p:nvPr/>
          </p:nvSpPr>
          <p:spPr>
            <a:xfrm>
              <a:off x="2257700" y="3079375"/>
              <a:ext cx="76525" cy="108975"/>
            </a:xfrm>
            <a:custGeom>
              <a:rect b="b" l="l" r="r" t="t"/>
              <a:pathLst>
                <a:path extrusionOk="0" h="4359" w="3061">
                  <a:moveTo>
                    <a:pt x="1537" y="2977"/>
                  </a:moveTo>
                  <a:cubicBezTo>
                    <a:pt x="2061" y="1989"/>
                    <a:pt x="2561" y="1001"/>
                    <a:pt x="3061" y="1"/>
                  </a:cubicBezTo>
                  <a:cubicBezTo>
                    <a:pt x="2204" y="1501"/>
                    <a:pt x="1192" y="2989"/>
                    <a:pt x="13" y="4263"/>
                  </a:cubicBezTo>
                  <a:cubicBezTo>
                    <a:pt x="13" y="4299"/>
                    <a:pt x="1" y="4334"/>
                    <a:pt x="1" y="4358"/>
                  </a:cubicBezTo>
                  <a:cubicBezTo>
                    <a:pt x="513" y="3894"/>
                    <a:pt x="1025" y="3441"/>
                    <a:pt x="1537" y="2977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46"/>
            <p:cNvSpPr/>
            <p:nvPr/>
          </p:nvSpPr>
          <p:spPr>
            <a:xfrm>
              <a:off x="2340750" y="3179975"/>
              <a:ext cx="100050" cy="55700"/>
            </a:xfrm>
            <a:custGeom>
              <a:rect b="b" l="l" r="r" t="t"/>
              <a:pathLst>
                <a:path extrusionOk="0" h="2228" w="4002">
                  <a:moveTo>
                    <a:pt x="4001" y="1"/>
                  </a:moveTo>
                  <a:cubicBezTo>
                    <a:pt x="2703" y="799"/>
                    <a:pt x="1370" y="1549"/>
                    <a:pt x="1" y="2227"/>
                  </a:cubicBezTo>
                  <a:cubicBezTo>
                    <a:pt x="1275" y="1680"/>
                    <a:pt x="2513" y="1049"/>
                    <a:pt x="3716" y="370"/>
                  </a:cubicBezTo>
                  <a:cubicBezTo>
                    <a:pt x="3811" y="310"/>
                    <a:pt x="3906" y="239"/>
                    <a:pt x="4001" y="179"/>
                  </a:cubicBezTo>
                  <a:lnTo>
                    <a:pt x="4001" y="1"/>
                  </a:ln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46"/>
            <p:cNvSpPr/>
            <p:nvPr/>
          </p:nvSpPr>
          <p:spPr>
            <a:xfrm>
              <a:off x="2340750" y="3179975"/>
              <a:ext cx="100050" cy="55700"/>
            </a:xfrm>
            <a:custGeom>
              <a:rect b="b" l="l" r="r" t="t"/>
              <a:pathLst>
                <a:path extrusionOk="0" h="2228" w="4002">
                  <a:moveTo>
                    <a:pt x="3716" y="370"/>
                  </a:moveTo>
                  <a:cubicBezTo>
                    <a:pt x="3811" y="310"/>
                    <a:pt x="3906" y="239"/>
                    <a:pt x="4001" y="179"/>
                  </a:cubicBezTo>
                  <a:lnTo>
                    <a:pt x="4001" y="1"/>
                  </a:lnTo>
                  <a:cubicBezTo>
                    <a:pt x="2703" y="799"/>
                    <a:pt x="1370" y="1549"/>
                    <a:pt x="1" y="2227"/>
                  </a:cubicBezTo>
                  <a:cubicBezTo>
                    <a:pt x="1275" y="1680"/>
                    <a:pt x="2513" y="1049"/>
                    <a:pt x="3716" y="370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46"/>
            <p:cNvSpPr/>
            <p:nvPr/>
          </p:nvSpPr>
          <p:spPr>
            <a:xfrm>
              <a:off x="2258000" y="2818925"/>
              <a:ext cx="182800" cy="367050"/>
            </a:xfrm>
            <a:custGeom>
              <a:rect b="b" l="l" r="r" t="t"/>
              <a:pathLst>
                <a:path extrusionOk="0" h="14682" w="7312">
                  <a:moveTo>
                    <a:pt x="7311" y="1"/>
                  </a:moveTo>
                  <a:cubicBezTo>
                    <a:pt x="6549" y="1882"/>
                    <a:pt x="5728" y="3739"/>
                    <a:pt x="4835" y="5573"/>
                  </a:cubicBezTo>
                  <a:cubicBezTo>
                    <a:pt x="4204" y="7192"/>
                    <a:pt x="3323" y="9085"/>
                    <a:pt x="2215" y="10919"/>
                  </a:cubicBezTo>
                  <a:cubicBezTo>
                    <a:pt x="1561" y="12252"/>
                    <a:pt x="846" y="13598"/>
                    <a:pt x="1" y="14633"/>
                  </a:cubicBezTo>
                  <a:cubicBezTo>
                    <a:pt x="1" y="14645"/>
                    <a:pt x="1" y="14669"/>
                    <a:pt x="1" y="14681"/>
                  </a:cubicBezTo>
                  <a:cubicBezTo>
                    <a:pt x="1180" y="13395"/>
                    <a:pt x="2192" y="11919"/>
                    <a:pt x="3049" y="10419"/>
                  </a:cubicBezTo>
                  <a:cubicBezTo>
                    <a:pt x="3870" y="8752"/>
                    <a:pt x="4668" y="7061"/>
                    <a:pt x="5418" y="5358"/>
                  </a:cubicBezTo>
                  <a:cubicBezTo>
                    <a:pt x="5763" y="4477"/>
                    <a:pt x="6037" y="3680"/>
                    <a:pt x="6240" y="3061"/>
                  </a:cubicBezTo>
                  <a:cubicBezTo>
                    <a:pt x="6609" y="2263"/>
                    <a:pt x="6966" y="1465"/>
                    <a:pt x="7311" y="667"/>
                  </a:cubicBezTo>
                  <a:lnTo>
                    <a:pt x="7311" y="1"/>
                  </a:ln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46"/>
            <p:cNvSpPr/>
            <p:nvPr/>
          </p:nvSpPr>
          <p:spPr>
            <a:xfrm>
              <a:off x="2258000" y="2818925"/>
              <a:ext cx="182800" cy="367050"/>
            </a:xfrm>
            <a:custGeom>
              <a:rect b="b" l="l" r="r" t="t"/>
              <a:pathLst>
                <a:path extrusionOk="0" h="14682" w="7312">
                  <a:moveTo>
                    <a:pt x="2215" y="10919"/>
                  </a:moveTo>
                  <a:cubicBezTo>
                    <a:pt x="1561" y="12252"/>
                    <a:pt x="846" y="13598"/>
                    <a:pt x="1" y="14633"/>
                  </a:cubicBezTo>
                  <a:cubicBezTo>
                    <a:pt x="1" y="14645"/>
                    <a:pt x="1" y="14669"/>
                    <a:pt x="1" y="14681"/>
                  </a:cubicBezTo>
                  <a:cubicBezTo>
                    <a:pt x="1180" y="13395"/>
                    <a:pt x="2192" y="11919"/>
                    <a:pt x="3049" y="10419"/>
                  </a:cubicBezTo>
                  <a:cubicBezTo>
                    <a:pt x="3870" y="8752"/>
                    <a:pt x="4668" y="7061"/>
                    <a:pt x="5418" y="5358"/>
                  </a:cubicBezTo>
                  <a:cubicBezTo>
                    <a:pt x="5763" y="4477"/>
                    <a:pt x="6037" y="3680"/>
                    <a:pt x="6240" y="3061"/>
                  </a:cubicBezTo>
                  <a:lnTo>
                    <a:pt x="6240" y="3061"/>
                  </a:lnTo>
                  <a:cubicBezTo>
                    <a:pt x="6609" y="2263"/>
                    <a:pt x="6966" y="1465"/>
                    <a:pt x="7311" y="667"/>
                  </a:cubicBezTo>
                  <a:lnTo>
                    <a:pt x="7311" y="1"/>
                  </a:lnTo>
                  <a:cubicBezTo>
                    <a:pt x="6549" y="1882"/>
                    <a:pt x="5728" y="3739"/>
                    <a:pt x="4835" y="5573"/>
                  </a:cubicBezTo>
                  <a:cubicBezTo>
                    <a:pt x="4204" y="7192"/>
                    <a:pt x="3323" y="9085"/>
                    <a:pt x="2215" y="10919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46"/>
            <p:cNvSpPr/>
            <p:nvPr/>
          </p:nvSpPr>
          <p:spPr>
            <a:xfrm>
              <a:off x="2239250" y="3184750"/>
              <a:ext cx="18775" cy="20275"/>
            </a:xfrm>
            <a:custGeom>
              <a:rect b="b" l="l" r="r" t="t"/>
              <a:pathLst>
                <a:path extrusionOk="0" h="811" w="751">
                  <a:moveTo>
                    <a:pt x="1" y="810"/>
                  </a:moveTo>
                  <a:cubicBezTo>
                    <a:pt x="239" y="584"/>
                    <a:pt x="489" y="369"/>
                    <a:pt x="739" y="143"/>
                  </a:cubicBezTo>
                  <a:cubicBezTo>
                    <a:pt x="739" y="108"/>
                    <a:pt x="739" y="84"/>
                    <a:pt x="751" y="48"/>
                  </a:cubicBezTo>
                  <a:cubicBezTo>
                    <a:pt x="751" y="36"/>
                    <a:pt x="751" y="12"/>
                    <a:pt x="751" y="0"/>
                  </a:cubicBezTo>
                  <a:cubicBezTo>
                    <a:pt x="513" y="298"/>
                    <a:pt x="263" y="572"/>
                    <a:pt x="1" y="810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46"/>
            <p:cNvSpPr/>
            <p:nvPr/>
          </p:nvSpPr>
          <p:spPr>
            <a:xfrm>
              <a:off x="2239250" y="3184750"/>
              <a:ext cx="18775" cy="20275"/>
            </a:xfrm>
            <a:custGeom>
              <a:rect b="b" l="l" r="r" t="t"/>
              <a:pathLst>
                <a:path extrusionOk="0" h="811" w="751">
                  <a:moveTo>
                    <a:pt x="1" y="810"/>
                  </a:moveTo>
                  <a:cubicBezTo>
                    <a:pt x="239" y="584"/>
                    <a:pt x="489" y="369"/>
                    <a:pt x="739" y="143"/>
                  </a:cubicBezTo>
                  <a:cubicBezTo>
                    <a:pt x="739" y="108"/>
                    <a:pt x="739" y="84"/>
                    <a:pt x="751" y="48"/>
                  </a:cubicBezTo>
                  <a:cubicBezTo>
                    <a:pt x="751" y="36"/>
                    <a:pt x="751" y="12"/>
                    <a:pt x="751" y="0"/>
                  </a:cubicBezTo>
                  <a:cubicBezTo>
                    <a:pt x="513" y="298"/>
                    <a:pt x="263" y="572"/>
                    <a:pt x="1" y="81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46"/>
            <p:cNvSpPr/>
            <p:nvPr/>
          </p:nvSpPr>
          <p:spPr>
            <a:xfrm>
              <a:off x="2163950" y="3271950"/>
              <a:ext cx="58075" cy="17600"/>
            </a:xfrm>
            <a:custGeom>
              <a:rect b="b" l="l" r="r" t="t"/>
              <a:pathLst>
                <a:path extrusionOk="0" h="704" w="2323">
                  <a:moveTo>
                    <a:pt x="1882" y="299"/>
                  </a:moveTo>
                  <a:cubicBezTo>
                    <a:pt x="2025" y="203"/>
                    <a:pt x="2179" y="96"/>
                    <a:pt x="2322" y="1"/>
                  </a:cubicBezTo>
                  <a:cubicBezTo>
                    <a:pt x="1572" y="287"/>
                    <a:pt x="786" y="537"/>
                    <a:pt x="0" y="703"/>
                  </a:cubicBezTo>
                  <a:cubicBezTo>
                    <a:pt x="631" y="584"/>
                    <a:pt x="1263" y="453"/>
                    <a:pt x="1882" y="299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46"/>
            <p:cNvSpPr/>
            <p:nvPr/>
          </p:nvSpPr>
          <p:spPr>
            <a:xfrm>
              <a:off x="2163950" y="3271950"/>
              <a:ext cx="58075" cy="17600"/>
            </a:xfrm>
            <a:custGeom>
              <a:rect b="b" l="l" r="r" t="t"/>
              <a:pathLst>
                <a:path extrusionOk="0" h="704" w="2323">
                  <a:moveTo>
                    <a:pt x="1882" y="299"/>
                  </a:moveTo>
                  <a:cubicBezTo>
                    <a:pt x="2025" y="203"/>
                    <a:pt x="2179" y="96"/>
                    <a:pt x="2322" y="1"/>
                  </a:cubicBezTo>
                  <a:cubicBezTo>
                    <a:pt x="1572" y="287"/>
                    <a:pt x="786" y="537"/>
                    <a:pt x="0" y="703"/>
                  </a:cubicBezTo>
                  <a:cubicBezTo>
                    <a:pt x="631" y="584"/>
                    <a:pt x="1263" y="453"/>
                    <a:pt x="1882" y="299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46"/>
            <p:cNvSpPr/>
            <p:nvPr/>
          </p:nvSpPr>
          <p:spPr>
            <a:xfrm>
              <a:off x="1122150" y="1486025"/>
              <a:ext cx="559325" cy="589975"/>
            </a:xfrm>
            <a:custGeom>
              <a:rect b="b" l="l" r="r" t="t"/>
              <a:pathLst>
                <a:path extrusionOk="0" h="23599" w="22373">
                  <a:moveTo>
                    <a:pt x="19598" y="23503"/>
                  </a:moveTo>
                  <a:cubicBezTo>
                    <a:pt x="20384" y="23492"/>
                    <a:pt x="21158" y="23444"/>
                    <a:pt x="21932" y="23539"/>
                  </a:cubicBezTo>
                  <a:cubicBezTo>
                    <a:pt x="22039" y="23515"/>
                    <a:pt x="22146" y="23492"/>
                    <a:pt x="22253" y="23456"/>
                  </a:cubicBezTo>
                  <a:cubicBezTo>
                    <a:pt x="22289" y="23444"/>
                    <a:pt x="22337" y="23444"/>
                    <a:pt x="22372" y="23432"/>
                  </a:cubicBezTo>
                  <a:cubicBezTo>
                    <a:pt x="21670" y="22825"/>
                    <a:pt x="20991" y="22194"/>
                    <a:pt x="20336" y="21551"/>
                  </a:cubicBezTo>
                  <a:cubicBezTo>
                    <a:pt x="19241" y="20479"/>
                    <a:pt x="18205" y="19348"/>
                    <a:pt x="17288" y="18134"/>
                  </a:cubicBezTo>
                  <a:cubicBezTo>
                    <a:pt x="16657" y="17312"/>
                    <a:pt x="16086" y="16455"/>
                    <a:pt x="15586" y="15562"/>
                  </a:cubicBezTo>
                  <a:cubicBezTo>
                    <a:pt x="13883" y="12514"/>
                    <a:pt x="13014" y="8918"/>
                    <a:pt x="13717" y="5501"/>
                  </a:cubicBezTo>
                  <a:cubicBezTo>
                    <a:pt x="13752" y="5335"/>
                    <a:pt x="13788" y="5156"/>
                    <a:pt x="13824" y="4977"/>
                  </a:cubicBezTo>
                  <a:cubicBezTo>
                    <a:pt x="13967" y="4311"/>
                    <a:pt x="14086" y="3632"/>
                    <a:pt x="13883" y="2977"/>
                  </a:cubicBezTo>
                  <a:lnTo>
                    <a:pt x="13109" y="2322"/>
                  </a:lnTo>
                  <a:lnTo>
                    <a:pt x="11454" y="894"/>
                  </a:lnTo>
                  <a:lnTo>
                    <a:pt x="10966" y="465"/>
                  </a:lnTo>
                  <a:lnTo>
                    <a:pt x="10419" y="1"/>
                  </a:lnTo>
                  <a:cubicBezTo>
                    <a:pt x="10633" y="489"/>
                    <a:pt x="10847" y="965"/>
                    <a:pt x="11050" y="1465"/>
                  </a:cubicBezTo>
                  <a:cubicBezTo>
                    <a:pt x="11347" y="2227"/>
                    <a:pt x="11609" y="3025"/>
                    <a:pt x="11728" y="3822"/>
                  </a:cubicBezTo>
                  <a:cubicBezTo>
                    <a:pt x="11788" y="4275"/>
                    <a:pt x="11812" y="4739"/>
                    <a:pt x="11776" y="5192"/>
                  </a:cubicBezTo>
                  <a:cubicBezTo>
                    <a:pt x="11609" y="7001"/>
                    <a:pt x="10180" y="8823"/>
                    <a:pt x="8371" y="8740"/>
                  </a:cubicBezTo>
                  <a:cubicBezTo>
                    <a:pt x="6990" y="8680"/>
                    <a:pt x="5894" y="7561"/>
                    <a:pt x="5144" y="6394"/>
                  </a:cubicBezTo>
                  <a:cubicBezTo>
                    <a:pt x="4394" y="5227"/>
                    <a:pt x="3822" y="3918"/>
                    <a:pt x="2787" y="2989"/>
                  </a:cubicBezTo>
                  <a:cubicBezTo>
                    <a:pt x="3453" y="5227"/>
                    <a:pt x="4120" y="7490"/>
                    <a:pt x="5263" y="9526"/>
                  </a:cubicBezTo>
                  <a:cubicBezTo>
                    <a:pt x="6418" y="11562"/>
                    <a:pt x="8097" y="13371"/>
                    <a:pt x="10276" y="14205"/>
                  </a:cubicBezTo>
                  <a:cubicBezTo>
                    <a:pt x="11014" y="14490"/>
                    <a:pt x="11895" y="14752"/>
                    <a:pt x="12169" y="15491"/>
                  </a:cubicBezTo>
                  <a:cubicBezTo>
                    <a:pt x="7371" y="16431"/>
                    <a:pt x="2120" y="13800"/>
                    <a:pt x="1" y="9395"/>
                  </a:cubicBezTo>
                  <a:cubicBezTo>
                    <a:pt x="524" y="12407"/>
                    <a:pt x="1870" y="15264"/>
                    <a:pt x="3811" y="17622"/>
                  </a:cubicBezTo>
                  <a:cubicBezTo>
                    <a:pt x="5025" y="19098"/>
                    <a:pt x="6454" y="20372"/>
                    <a:pt x="8061" y="21384"/>
                  </a:cubicBezTo>
                  <a:cubicBezTo>
                    <a:pt x="8252" y="21503"/>
                    <a:pt x="8442" y="21610"/>
                    <a:pt x="8621" y="21718"/>
                  </a:cubicBezTo>
                  <a:cubicBezTo>
                    <a:pt x="12133" y="22980"/>
                    <a:pt x="15872" y="23599"/>
                    <a:pt x="19598" y="2350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46"/>
            <p:cNvSpPr/>
            <p:nvPr/>
          </p:nvSpPr>
          <p:spPr>
            <a:xfrm>
              <a:off x="1178400" y="1890850"/>
              <a:ext cx="81300" cy="105075"/>
            </a:xfrm>
            <a:custGeom>
              <a:rect b="b" l="l" r="r" t="t"/>
              <a:pathLst>
                <a:path extrusionOk="0" h="4203" w="3252">
                  <a:moveTo>
                    <a:pt x="1227" y="3108"/>
                  </a:moveTo>
                  <a:cubicBezTo>
                    <a:pt x="1882" y="3500"/>
                    <a:pt x="2561" y="3858"/>
                    <a:pt x="3251" y="4203"/>
                  </a:cubicBezTo>
                  <a:cubicBezTo>
                    <a:pt x="2644" y="3465"/>
                    <a:pt x="2049" y="2703"/>
                    <a:pt x="1465" y="1941"/>
                  </a:cubicBezTo>
                  <a:cubicBezTo>
                    <a:pt x="965" y="1298"/>
                    <a:pt x="477" y="655"/>
                    <a:pt x="1" y="0"/>
                  </a:cubicBezTo>
                  <a:lnTo>
                    <a:pt x="179" y="524"/>
                  </a:lnTo>
                  <a:lnTo>
                    <a:pt x="763" y="2274"/>
                  </a:lnTo>
                  <a:cubicBezTo>
                    <a:pt x="918" y="2548"/>
                    <a:pt x="1072" y="2822"/>
                    <a:pt x="1227" y="310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46"/>
            <p:cNvSpPr/>
            <p:nvPr/>
          </p:nvSpPr>
          <p:spPr>
            <a:xfrm>
              <a:off x="1259675" y="1995900"/>
              <a:ext cx="1048650" cy="668575"/>
            </a:xfrm>
            <a:custGeom>
              <a:rect b="b" l="l" r="r" t="t"/>
              <a:pathLst>
                <a:path extrusionOk="0" h="26743" w="41946">
                  <a:moveTo>
                    <a:pt x="8537" y="7109"/>
                  </a:moveTo>
                  <a:cubicBezTo>
                    <a:pt x="12716" y="9038"/>
                    <a:pt x="17371" y="9133"/>
                    <a:pt x="22027" y="9359"/>
                  </a:cubicBezTo>
                  <a:cubicBezTo>
                    <a:pt x="22253" y="9371"/>
                    <a:pt x="22479" y="9383"/>
                    <a:pt x="22705" y="9395"/>
                  </a:cubicBezTo>
                  <a:cubicBezTo>
                    <a:pt x="24825" y="9502"/>
                    <a:pt x="26944" y="9669"/>
                    <a:pt x="29004" y="10062"/>
                  </a:cubicBezTo>
                  <a:cubicBezTo>
                    <a:pt x="30337" y="10883"/>
                    <a:pt x="31659" y="11717"/>
                    <a:pt x="32933" y="12633"/>
                  </a:cubicBezTo>
                  <a:cubicBezTo>
                    <a:pt x="33016" y="12681"/>
                    <a:pt x="33088" y="12729"/>
                    <a:pt x="33159" y="12788"/>
                  </a:cubicBezTo>
                  <a:cubicBezTo>
                    <a:pt x="34397" y="13681"/>
                    <a:pt x="35576" y="14646"/>
                    <a:pt x="36636" y="15729"/>
                  </a:cubicBezTo>
                  <a:cubicBezTo>
                    <a:pt x="36874" y="15967"/>
                    <a:pt x="37088" y="16217"/>
                    <a:pt x="37314" y="16467"/>
                  </a:cubicBezTo>
                  <a:cubicBezTo>
                    <a:pt x="37326" y="16479"/>
                    <a:pt x="37338" y="16491"/>
                    <a:pt x="37338" y="16503"/>
                  </a:cubicBezTo>
                  <a:cubicBezTo>
                    <a:pt x="37541" y="16717"/>
                    <a:pt x="37731" y="16932"/>
                    <a:pt x="37922" y="17170"/>
                  </a:cubicBezTo>
                  <a:cubicBezTo>
                    <a:pt x="40089" y="19884"/>
                    <a:pt x="41398" y="23266"/>
                    <a:pt x="41660" y="26742"/>
                  </a:cubicBezTo>
                  <a:cubicBezTo>
                    <a:pt x="41720" y="26076"/>
                    <a:pt x="41767" y="25409"/>
                    <a:pt x="41791" y="24730"/>
                  </a:cubicBezTo>
                  <a:cubicBezTo>
                    <a:pt x="41803" y="24563"/>
                    <a:pt x="41803" y="24397"/>
                    <a:pt x="41803" y="24230"/>
                  </a:cubicBezTo>
                  <a:cubicBezTo>
                    <a:pt x="41946" y="18170"/>
                    <a:pt x="40339" y="11967"/>
                    <a:pt x="37005" y="7026"/>
                  </a:cubicBezTo>
                  <a:cubicBezTo>
                    <a:pt x="36826" y="6764"/>
                    <a:pt x="36636" y="6502"/>
                    <a:pt x="36445" y="6240"/>
                  </a:cubicBezTo>
                  <a:cubicBezTo>
                    <a:pt x="35636" y="5121"/>
                    <a:pt x="34719" y="4085"/>
                    <a:pt x="33719" y="3132"/>
                  </a:cubicBezTo>
                  <a:cubicBezTo>
                    <a:pt x="33183" y="2632"/>
                    <a:pt x="32623" y="2156"/>
                    <a:pt x="32040" y="1704"/>
                  </a:cubicBezTo>
                  <a:cubicBezTo>
                    <a:pt x="31719" y="1442"/>
                    <a:pt x="31385" y="1203"/>
                    <a:pt x="31040" y="965"/>
                  </a:cubicBezTo>
                  <a:cubicBezTo>
                    <a:pt x="31302" y="1358"/>
                    <a:pt x="31552" y="1751"/>
                    <a:pt x="31802" y="2144"/>
                  </a:cubicBezTo>
                  <a:cubicBezTo>
                    <a:pt x="34040" y="5597"/>
                    <a:pt x="36040" y="9216"/>
                    <a:pt x="37791" y="12943"/>
                  </a:cubicBezTo>
                  <a:cubicBezTo>
                    <a:pt x="33754" y="8919"/>
                    <a:pt x="28504" y="6145"/>
                    <a:pt x="22908" y="5073"/>
                  </a:cubicBezTo>
                  <a:lnTo>
                    <a:pt x="25372" y="6847"/>
                  </a:lnTo>
                  <a:cubicBezTo>
                    <a:pt x="23217" y="5692"/>
                    <a:pt x="21003" y="4668"/>
                    <a:pt x="18717" y="3799"/>
                  </a:cubicBezTo>
                  <a:cubicBezTo>
                    <a:pt x="18169" y="3597"/>
                    <a:pt x="17622" y="3394"/>
                    <a:pt x="17050" y="3263"/>
                  </a:cubicBezTo>
                  <a:cubicBezTo>
                    <a:pt x="16860" y="3216"/>
                    <a:pt x="16669" y="3180"/>
                    <a:pt x="16479" y="3144"/>
                  </a:cubicBezTo>
                  <a:cubicBezTo>
                    <a:pt x="16467" y="3144"/>
                    <a:pt x="16443" y="3144"/>
                    <a:pt x="16431" y="3144"/>
                  </a:cubicBezTo>
                  <a:cubicBezTo>
                    <a:pt x="15657" y="3037"/>
                    <a:pt x="14883" y="3085"/>
                    <a:pt x="14097" y="3108"/>
                  </a:cubicBezTo>
                  <a:cubicBezTo>
                    <a:pt x="10371" y="3204"/>
                    <a:pt x="6632" y="2585"/>
                    <a:pt x="3120" y="1323"/>
                  </a:cubicBezTo>
                  <a:cubicBezTo>
                    <a:pt x="2965" y="1263"/>
                    <a:pt x="2810" y="1215"/>
                    <a:pt x="2655" y="1156"/>
                  </a:cubicBezTo>
                  <a:cubicBezTo>
                    <a:pt x="1750" y="811"/>
                    <a:pt x="869" y="430"/>
                    <a:pt x="0" y="1"/>
                  </a:cubicBezTo>
                  <a:cubicBezTo>
                    <a:pt x="2429" y="2906"/>
                    <a:pt x="5132" y="5537"/>
                    <a:pt x="8537" y="7109"/>
                  </a:cubicBezTo>
                  <a:close/>
                  <a:moveTo>
                    <a:pt x="30218" y="10324"/>
                  </a:moveTo>
                  <a:cubicBezTo>
                    <a:pt x="30706" y="10669"/>
                    <a:pt x="31195" y="11026"/>
                    <a:pt x="31683" y="11371"/>
                  </a:cubicBezTo>
                  <a:lnTo>
                    <a:pt x="29182" y="10097"/>
                  </a:lnTo>
                  <a:cubicBezTo>
                    <a:pt x="29528" y="10169"/>
                    <a:pt x="29873" y="10240"/>
                    <a:pt x="30218" y="1032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46"/>
            <p:cNvSpPr/>
            <p:nvPr/>
          </p:nvSpPr>
          <p:spPr>
            <a:xfrm>
              <a:off x="909925" y="2623375"/>
              <a:ext cx="679575" cy="1568950"/>
            </a:xfrm>
            <a:custGeom>
              <a:rect b="b" l="l" r="r" t="t"/>
              <a:pathLst>
                <a:path extrusionOk="0" h="62758" w="27183">
                  <a:moveTo>
                    <a:pt x="26373" y="2060"/>
                  </a:moveTo>
                  <a:lnTo>
                    <a:pt x="25897" y="10502"/>
                  </a:lnTo>
                  <a:lnTo>
                    <a:pt x="22634" y="19824"/>
                  </a:lnTo>
                  <a:cubicBezTo>
                    <a:pt x="22479" y="20277"/>
                    <a:pt x="22325" y="20717"/>
                    <a:pt x="22158" y="21170"/>
                  </a:cubicBezTo>
                  <a:cubicBezTo>
                    <a:pt x="22158" y="21193"/>
                    <a:pt x="22146" y="21229"/>
                    <a:pt x="22134" y="21253"/>
                  </a:cubicBezTo>
                  <a:cubicBezTo>
                    <a:pt x="21396" y="23360"/>
                    <a:pt x="20658" y="25480"/>
                    <a:pt x="19920" y="27587"/>
                  </a:cubicBezTo>
                  <a:cubicBezTo>
                    <a:pt x="17467" y="34576"/>
                    <a:pt x="15014" y="41589"/>
                    <a:pt x="11800" y="48268"/>
                  </a:cubicBezTo>
                  <a:cubicBezTo>
                    <a:pt x="9109" y="53888"/>
                    <a:pt x="5644" y="59484"/>
                    <a:pt x="262" y="62603"/>
                  </a:cubicBezTo>
                  <a:cubicBezTo>
                    <a:pt x="179" y="62651"/>
                    <a:pt x="84" y="62710"/>
                    <a:pt x="0" y="62758"/>
                  </a:cubicBezTo>
                  <a:cubicBezTo>
                    <a:pt x="155" y="62698"/>
                    <a:pt x="298" y="62627"/>
                    <a:pt x="441" y="62567"/>
                  </a:cubicBezTo>
                  <a:cubicBezTo>
                    <a:pt x="4870" y="60639"/>
                    <a:pt x="8180" y="56793"/>
                    <a:pt x="11002" y="52840"/>
                  </a:cubicBezTo>
                  <a:cubicBezTo>
                    <a:pt x="21265" y="38445"/>
                    <a:pt x="27182" y="20777"/>
                    <a:pt x="26647" y="3132"/>
                  </a:cubicBezTo>
                  <a:cubicBezTo>
                    <a:pt x="26611" y="2084"/>
                    <a:pt x="26563" y="1048"/>
                    <a:pt x="2649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46"/>
            <p:cNvSpPr/>
            <p:nvPr/>
          </p:nvSpPr>
          <p:spPr>
            <a:xfrm>
              <a:off x="1415050" y="2686475"/>
              <a:ext cx="367325" cy="1497525"/>
            </a:xfrm>
            <a:custGeom>
              <a:rect b="b" l="l" r="r" t="t"/>
              <a:pathLst>
                <a:path extrusionOk="0" h="59901" w="14693">
                  <a:moveTo>
                    <a:pt x="2274" y="56591"/>
                  </a:moveTo>
                  <a:cubicBezTo>
                    <a:pt x="4918" y="52400"/>
                    <a:pt x="7001" y="47875"/>
                    <a:pt x="8632" y="43172"/>
                  </a:cubicBezTo>
                  <a:cubicBezTo>
                    <a:pt x="10002" y="39255"/>
                    <a:pt x="11049" y="35231"/>
                    <a:pt x="11835" y="31171"/>
                  </a:cubicBezTo>
                  <a:cubicBezTo>
                    <a:pt x="13728" y="21455"/>
                    <a:pt x="14228" y="11538"/>
                    <a:pt x="14621" y="1643"/>
                  </a:cubicBezTo>
                  <a:cubicBezTo>
                    <a:pt x="14645" y="1096"/>
                    <a:pt x="14669" y="548"/>
                    <a:pt x="14693" y="0"/>
                  </a:cubicBezTo>
                  <a:lnTo>
                    <a:pt x="14312" y="12"/>
                  </a:lnTo>
                  <a:lnTo>
                    <a:pt x="14002" y="36"/>
                  </a:lnTo>
                  <a:lnTo>
                    <a:pt x="13645" y="48"/>
                  </a:lnTo>
                  <a:cubicBezTo>
                    <a:pt x="13609" y="2858"/>
                    <a:pt x="13407" y="5644"/>
                    <a:pt x="13097" y="8418"/>
                  </a:cubicBezTo>
                  <a:cubicBezTo>
                    <a:pt x="11823" y="19741"/>
                    <a:pt x="8561" y="30802"/>
                    <a:pt x="5215" y="41851"/>
                  </a:cubicBezTo>
                  <a:cubicBezTo>
                    <a:pt x="4906" y="42875"/>
                    <a:pt x="4596" y="43899"/>
                    <a:pt x="4287" y="44923"/>
                  </a:cubicBezTo>
                  <a:cubicBezTo>
                    <a:pt x="3977" y="45947"/>
                    <a:pt x="3667" y="46982"/>
                    <a:pt x="3358" y="48006"/>
                  </a:cubicBezTo>
                  <a:cubicBezTo>
                    <a:pt x="2524" y="50804"/>
                    <a:pt x="1703" y="53602"/>
                    <a:pt x="929" y="56412"/>
                  </a:cubicBezTo>
                  <a:cubicBezTo>
                    <a:pt x="750" y="57079"/>
                    <a:pt x="572" y="57757"/>
                    <a:pt x="393" y="58424"/>
                  </a:cubicBezTo>
                  <a:cubicBezTo>
                    <a:pt x="381" y="58460"/>
                    <a:pt x="369" y="58484"/>
                    <a:pt x="369" y="58508"/>
                  </a:cubicBezTo>
                  <a:cubicBezTo>
                    <a:pt x="298" y="58770"/>
                    <a:pt x="238" y="59020"/>
                    <a:pt x="167" y="59281"/>
                  </a:cubicBezTo>
                  <a:cubicBezTo>
                    <a:pt x="107" y="59484"/>
                    <a:pt x="60" y="59686"/>
                    <a:pt x="0" y="59901"/>
                  </a:cubicBezTo>
                  <a:cubicBezTo>
                    <a:pt x="298" y="59508"/>
                    <a:pt x="572" y="59103"/>
                    <a:pt x="858" y="58698"/>
                  </a:cubicBezTo>
                  <a:cubicBezTo>
                    <a:pt x="1179" y="58246"/>
                    <a:pt x="1489" y="57793"/>
                    <a:pt x="1786" y="57329"/>
                  </a:cubicBezTo>
                  <a:cubicBezTo>
                    <a:pt x="1953" y="57079"/>
                    <a:pt x="2108" y="56841"/>
                    <a:pt x="2274" y="5659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46"/>
            <p:cNvSpPr/>
            <p:nvPr/>
          </p:nvSpPr>
          <p:spPr>
            <a:xfrm>
              <a:off x="1745150" y="2915675"/>
              <a:ext cx="256600" cy="1019775"/>
            </a:xfrm>
            <a:custGeom>
              <a:rect b="b" l="l" r="r" t="t"/>
              <a:pathLst>
                <a:path extrusionOk="0" h="40791" w="10264">
                  <a:moveTo>
                    <a:pt x="7085" y="31159"/>
                  </a:moveTo>
                  <a:cubicBezTo>
                    <a:pt x="7085" y="31159"/>
                    <a:pt x="7085" y="31159"/>
                    <a:pt x="7085" y="31159"/>
                  </a:cubicBezTo>
                  <a:cubicBezTo>
                    <a:pt x="7751" y="29611"/>
                    <a:pt x="8763" y="27087"/>
                    <a:pt x="9418" y="24991"/>
                  </a:cubicBezTo>
                  <a:cubicBezTo>
                    <a:pt x="9644" y="24289"/>
                    <a:pt x="9835" y="23634"/>
                    <a:pt x="9942" y="23074"/>
                  </a:cubicBezTo>
                  <a:cubicBezTo>
                    <a:pt x="10264" y="21574"/>
                    <a:pt x="9716" y="20729"/>
                    <a:pt x="9787" y="19205"/>
                  </a:cubicBezTo>
                  <a:cubicBezTo>
                    <a:pt x="9966" y="15466"/>
                    <a:pt x="10037" y="11502"/>
                    <a:pt x="9275" y="7858"/>
                  </a:cubicBezTo>
                  <a:cubicBezTo>
                    <a:pt x="9168" y="7299"/>
                    <a:pt x="9025" y="6739"/>
                    <a:pt x="8859" y="6191"/>
                  </a:cubicBezTo>
                  <a:cubicBezTo>
                    <a:pt x="8180" y="3894"/>
                    <a:pt x="7108" y="1774"/>
                    <a:pt x="5418" y="0"/>
                  </a:cubicBezTo>
                  <a:cubicBezTo>
                    <a:pt x="8275" y="13311"/>
                    <a:pt x="6108" y="27337"/>
                    <a:pt x="489" y="39731"/>
                  </a:cubicBezTo>
                  <a:cubicBezTo>
                    <a:pt x="334" y="40088"/>
                    <a:pt x="167" y="40446"/>
                    <a:pt x="0" y="40791"/>
                  </a:cubicBezTo>
                  <a:cubicBezTo>
                    <a:pt x="1155" y="39803"/>
                    <a:pt x="4715" y="36695"/>
                    <a:pt x="7085" y="31159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46"/>
            <p:cNvSpPr/>
            <p:nvPr/>
          </p:nvSpPr>
          <p:spPr>
            <a:xfrm>
              <a:off x="2197000" y="1933700"/>
              <a:ext cx="243800" cy="1163850"/>
            </a:xfrm>
            <a:custGeom>
              <a:rect b="b" l="l" r="r" t="t"/>
              <a:pathLst>
                <a:path extrusionOk="0" h="46554" w="9752">
                  <a:moveTo>
                    <a:pt x="9108" y="24944"/>
                  </a:moveTo>
                  <a:cubicBezTo>
                    <a:pt x="9323" y="23230"/>
                    <a:pt x="9346" y="21527"/>
                    <a:pt x="9204" y="19836"/>
                  </a:cubicBezTo>
                  <a:cubicBezTo>
                    <a:pt x="8632" y="12847"/>
                    <a:pt x="5286" y="6097"/>
                    <a:pt x="1584" y="1"/>
                  </a:cubicBezTo>
                  <a:cubicBezTo>
                    <a:pt x="1774" y="667"/>
                    <a:pt x="1953" y="1346"/>
                    <a:pt x="2131" y="2025"/>
                  </a:cubicBezTo>
                  <a:cubicBezTo>
                    <a:pt x="2548" y="3632"/>
                    <a:pt x="2941" y="5251"/>
                    <a:pt x="3286" y="6882"/>
                  </a:cubicBezTo>
                  <a:cubicBezTo>
                    <a:pt x="3834" y="9442"/>
                    <a:pt x="4286" y="12014"/>
                    <a:pt x="4655" y="14598"/>
                  </a:cubicBezTo>
                  <a:cubicBezTo>
                    <a:pt x="4858" y="16086"/>
                    <a:pt x="5048" y="17562"/>
                    <a:pt x="5191" y="19050"/>
                  </a:cubicBezTo>
                  <a:cubicBezTo>
                    <a:pt x="5394" y="21075"/>
                    <a:pt x="5548" y="23111"/>
                    <a:pt x="5632" y="25135"/>
                  </a:cubicBezTo>
                  <a:lnTo>
                    <a:pt x="5203" y="23730"/>
                  </a:lnTo>
                  <a:lnTo>
                    <a:pt x="5155" y="23575"/>
                  </a:lnTo>
                  <a:lnTo>
                    <a:pt x="5013" y="23063"/>
                  </a:lnTo>
                  <a:lnTo>
                    <a:pt x="5001" y="23051"/>
                  </a:lnTo>
                  <a:lnTo>
                    <a:pt x="4548" y="21539"/>
                  </a:lnTo>
                  <a:cubicBezTo>
                    <a:pt x="4834" y="22849"/>
                    <a:pt x="5036" y="24182"/>
                    <a:pt x="5155" y="25516"/>
                  </a:cubicBezTo>
                  <a:cubicBezTo>
                    <a:pt x="5215" y="26182"/>
                    <a:pt x="5263" y="26861"/>
                    <a:pt x="5275" y="27528"/>
                  </a:cubicBezTo>
                  <a:cubicBezTo>
                    <a:pt x="5382" y="31207"/>
                    <a:pt x="4882" y="34910"/>
                    <a:pt x="3786" y="38422"/>
                  </a:cubicBezTo>
                  <a:cubicBezTo>
                    <a:pt x="3596" y="39029"/>
                    <a:pt x="3393" y="39624"/>
                    <a:pt x="3179" y="40220"/>
                  </a:cubicBezTo>
                  <a:cubicBezTo>
                    <a:pt x="2977" y="40744"/>
                    <a:pt x="2774" y="41268"/>
                    <a:pt x="2548" y="41779"/>
                  </a:cubicBezTo>
                  <a:cubicBezTo>
                    <a:pt x="1834" y="43434"/>
                    <a:pt x="988" y="45042"/>
                    <a:pt x="0" y="46554"/>
                  </a:cubicBezTo>
                  <a:cubicBezTo>
                    <a:pt x="452" y="46220"/>
                    <a:pt x="881" y="45863"/>
                    <a:pt x="1310" y="45506"/>
                  </a:cubicBezTo>
                  <a:cubicBezTo>
                    <a:pt x="1774" y="45113"/>
                    <a:pt x="2227" y="44697"/>
                    <a:pt x="2655" y="44280"/>
                  </a:cubicBezTo>
                  <a:cubicBezTo>
                    <a:pt x="5691" y="41315"/>
                    <a:pt x="7989" y="37696"/>
                    <a:pt x="9751" y="33755"/>
                  </a:cubicBezTo>
                  <a:lnTo>
                    <a:pt x="9751" y="23325"/>
                  </a:lnTo>
                  <a:cubicBezTo>
                    <a:pt x="9716" y="23432"/>
                    <a:pt x="9680" y="23527"/>
                    <a:pt x="9644" y="23622"/>
                  </a:cubicBezTo>
                  <a:cubicBezTo>
                    <a:pt x="9466" y="24063"/>
                    <a:pt x="9287" y="24504"/>
                    <a:pt x="9108" y="2494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46"/>
            <p:cNvSpPr/>
            <p:nvPr/>
          </p:nvSpPr>
          <p:spPr>
            <a:xfrm>
              <a:off x="2283300" y="2840650"/>
              <a:ext cx="157500" cy="337875"/>
            </a:xfrm>
            <a:custGeom>
              <a:rect b="b" l="l" r="r" t="t"/>
              <a:pathLst>
                <a:path extrusionOk="0" h="13515" w="6300">
                  <a:moveTo>
                    <a:pt x="2037" y="9550"/>
                  </a:moveTo>
                  <a:cubicBezTo>
                    <a:pt x="1537" y="10550"/>
                    <a:pt x="1037" y="11538"/>
                    <a:pt x="513" y="12526"/>
                  </a:cubicBezTo>
                  <a:cubicBezTo>
                    <a:pt x="418" y="12705"/>
                    <a:pt x="334" y="12871"/>
                    <a:pt x="239" y="13050"/>
                  </a:cubicBezTo>
                  <a:cubicBezTo>
                    <a:pt x="156" y="13205"/>
                    <a:pt x="72" y="13360"/>
                    <a:pt x="1" y="13514"/>
                  </a:cubicBezTo>
                  <a:cubicBezTo>
                    <a:pt x="310" y="13181"/>
                    <a:pt x="620" y="12860"/>
                    <a:pt x="941" y="12538"/>
                  </a:cubicBezTo>
                  <a:cubicBezTo>
                    <a:pt x="2620" y="10847"/>
                    <a:pt x="4418" y="9276"/>
                    <a:pt x="6299" y="7823"/>
                  </a:cubicBezTo>
                  <a:lnTo>
                    <a:pt x="6299" y="1"/>
                  </a:lnTo>
                  <a:cubicBezTo>
                    <a:pt x="5704" y="1513"/>
                    <a:pt x="5073" y="3013"/>
                    <a:pt x="4406" y="4489"/>
                  </a:cubicBezTo>
                  <a:cubicBezTo>
                    <a:pt x="3656" y="6192"/>
                    <a:pt x="2858" y="7883"/>
                    <a:pt x="2037" y="955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46"/>
            <p:cNvSpPr/>
            <p:nvPr/>
          </p:nvSpPr>
          <p:spPr>
            <a:xfrm>
              <a:off x="2167525" y="3063900"/>
              <a:ext cx="273275" cy="242325"/>
            </a:xfrm>
            <a:custGeom>
              <a:rect b="b" l="l" r="r" t="t"/>
              <a:pathLst>
                <a:path extrusionOk="0" h="9693" w="10931">
                  <a:moveTo>
                    <a:pt x="3179" y="7620"/>
                  </a:moveTo>
                  <a:cubicBezTo>
                    <a:pt x="2846" y="7859"/>
                    <a:pt x="2513" y="8097"/>
                    <a:pt x="2179" y="8323"/>
                  </a:cubicBezTo>
                  <a:cubicBezTo>
                    <a:pt x="2036" y="8418"/>
                    <a:pt x="1882" y="8525"/>
                    <a:pt x="1739" y="8621"/>
                  </a:cubicBezTo>
                  <a:cubicBezTo>
                    <a:pt x="1167" y="8990"/>
                    <a:pt x="584" y="9347"/>
                    <a:pt x="0" y="9692"/>
                  </a:cubicBezTo>
                  <a:cubicBezTo>
                    <a:pt x="1000" y="9371"/>
                    <a:pt x="1977" y="9013"/>
                    <a:pt x="2953" y="8632"/>
                  </a:cubicBezTo>
                  <a:cubicBezTo>
                    <a:pt x="3751" y="8323"/>
                    <a:pt x="4549" y="7990"/>
                    <a:pt x="5334" y="7632"/>
                  </a:cubicBezTo>
                  <a:cubicBezTo>
                    <a:pt x="5870" y="7394"/>
                    <a:pt x="6406" y="7132"/>
                    <a:pt x="6930" y="6870"/>
                  </a:cubicBezTo>
                  <a:cubicBezTo>
                    <a:pt x="8299" y="6192"/>
                    <a:pt x="9632" y="5442"/>
                    <a:pt x="10930" y="4644"/>
                  </a:cubicBezTo>
                  <a:lnTo>
                    <a:pt x="10930" y="0"/>
                  </a:lnTo>
                  <a:cubicBezTo>
                    <a:pt x="8740" y="2906"/>
                    <a:pt x="6120" y="5477"/>
                    <a:pt x="3179" y="762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46"/>
            <p:cNvSpPr/>
            <p:nvPr/>
          </p:nvSpPr>
          <p:spPr>
            <a:xfrm>
              <a:off x="848300" y="1597650"/>
              <a:ext cx="242925" cy="149150"/>
            </a:xfrm>
            <a:custGeom>
              <a:rect b="b" l="l" r="r" t="t"/>
              <a:pathLst>
                <a:path extrusionOk="0" h="5966" w="9717">
                  <a:moveTo>
                    <a:pt x="1" y="0"/>
                  </a:moveTo>
                  <a:lnTo>
                    <a:pt x="1" y="1977"/>
                  </a:lnTo>
                  <a:cubicBezTo>
                    <a:pt x="3477" y="2596"/>
                    <a:pt x="6823" y="3941"/>
                    <a:pt x="9716" y="5965"/>
                  </a:cubicBezTo>
                  <a:cubicBezTo>
                    <a:pt x="6847" y="3441"/>
                    <a:pt x="3549" y="1429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46"/>
            <p:cNvSpPr/>
            <p:nvPr/>
          </p:nvSpPr>
          <p:spPr>
            <a:xfrm>
              <a:off x="848300" y="1371725"/>
              <a:ext cx="229225" cy="55100"/>
            </a:xfrm>
            <a:custGeom>
              <a:rect b="b" l="l" r="r" t="t"/>
              <a:pathLst>
                <a:path extrusionOk="0" h="2204" w="9169">
                  <a:moveTo>
                    <a:pt x="1" y="632"/>
                  </a:moveTo>
                  <a:lnTo>
                    <a:pt x="1" y="2203"/>
                  </a:lnTo>
                  <a:cubicBezTo>
                    <a:pt x="3001" y="1394"/>
                    <a:pt x="6073" y="810"/>
                    <a:pt x="9169" y="501"/>
                  </a:cubicBezTo>
                  <a:cubicBezTo>
                    <a:pt x="6121" y="1"/>
                    <a:pt x="3049" y="143"/>
                    <a:pt x="1" y="63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46"/>
            <p:cNvSpPr/>
            <p:nvPr/>
          </p:nvSpPr>
          <p:spPr>
            <a:xfrm>
              <a:off x="848300" y="1279450"/>
              <a:ext cx="298575" cy="64625"/>
            </a:xfrm>
            <a:custGeom>
              <a:rect b="b" l="l" r="r" t="t"/>
              <a:pathLst>
                <a:path extrusionOk="0" h="2585" w="11943">
                  <a:moveTo>
                    <a:pt x="11943" y="1763"/>
                  </a:moveTo>
                  <a:cubicBezTo>
                    <a:pt x="8097" y="358"/>
                    <a:pt x="4061" y="1"/>
                    <a:pt x="1" y="322"/>
                  </a:cubicBezTo>
                  <a:lnTo>
                    <a:pt x="1" y="2584"/>
                  </a:lnTo>
                  <a:cubicBezTo>
                    <a:pt x="3906" y="1668"/>
                    <a:pt x="7954" y="1382"/>
                    <a:pt x="11943" y="176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4" name="Google Shape;2304;p46"/>
          <p:cNvGrpSpPr/>
          <p:nvPr/>
        </p:nvGrpSpPr>
        <p:grpSpPr>
          <a:xfrm>
            <a:off x="6382913" y="3422041"/>
            <a:ext cx="903526" cy="1723754"/>
            <a:chOff x="1377550" y="1021675"/>
            <a:chExt cx="2014550" cy="3843375"/>
          </a:xfrm>
        </p:grpSpPr>
        <p:sp>
          <p:nvSpPr>
            <p:cNvPr id="2305" name="Google Shape;2305;p46"/>
            <p:cNvSpPr/>
            <p:nvPr/>
          </p:nvSpPr>
          <p:spPr>
            <a:xfrm>
              <a:off x="2316050" y="3487750"/>
              <a:ext cx="20575" cy="97975"/>
            </a:xfrm>
            <a:custGeom>
              <a:rect b="b" l="l" r="r" t="t"/>
              <a:pathLst>
                <a:path extrusionOk="0" h="3919" w="823">
                  <a:moveTo>
                    <a:pt x="822" y="1"/>
                  </a:moveTo>
                  <a:cubicBezTo>
                    <a:pt x="429" y="1275"/>
                    <a:pt x="155" y="2585"/>
                    <a:pt x="1" y="3918"/>
                  </a:cubicBezTo>
                  <a:cubicBezTo>
                    <a:pt x="215" y="2847"/>
                    <a:pt x="501" y="1501"/>
                    <a:pt x="822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46"/>
            <p:cNvSpPr/>
            <p:nvPr/>
          </p:nvSpPr>
          <p:spPr>
            <a:xfrm>
              <a:off x="1377550" y="1181825"/>
              <a:ext cx="1252550" cy="2615825"/>
            </a:xfrm>
            <a:custGeom>
              <a:rect b="b" l="l" r="r" t="t"/>
              <a:pathLst>
                <a:path extrusionOk="0" h="104633" w="50102">
                  <a:moveTo>
                    <a:pt x="0" y="0"/>
                  </a:moveTo>
                  <a:lnTo>
                    <a:pt x="0" y="5513"/>
                  </a:lnTo>
                  <a:lnTo>
                    <a:pt x="607" y="6073"/>
                  </a:lnTo>
                  <a:lnTo>
                    <a:pt x="607" y="6073"/>
                  </a:lnTo>
                  <a:lnTo>
                    <a:pt x="0" y="5775"/>
                  </a:lnTo>
                  <a:lnTo>
                    <a:pt x="0" y="11276"/>
                  </a:lnTo>
                  <a:cubicBezTo>
                    <a:pt x="1012" y="11919"/>
                    <a:pt x="1667" y="12216"/>
                    <a:pt x="1703" y="12240"/>
                  </a:cubicBezTo>
                  <a:lnTo>
                    <a:pt x="2989" y="12800"/>
                  </a:lnTo>
                  <a:lnTo>
                    <a:pt x="1584" y="12919"/>
                  </a:lnTo>
                  <a:cubicBezTo>
                    <a:pt x="1048" y="12966"/>
                    <a:pt x="512" y="12978"/>
                    <a:pt x="0" y="12978"/>
                  </a:cubicBezTo>
                  <a:lnTo>
                    <a:pt x="0" y="18610"/>
                  </a:lnTo>
                  <a:lnTo>
                    <a:pt x="738" y="18943"/>
                  </a:lnTo>
                  <a:lnTo>
                    <a:pt x="0" y="18931"/>
                  </a:lnTo>
                  <a:lnTo>
                    <a:pt x="0" y="104632"/>
                  </a:lnTo>
                  <a:cubicBezTo>
                    <a:pt x="15169" y="98715"/>
                    <a:pt x="32099" y="93107"/>
                    <a:pt x="37255" y="91416"/>
                  </a:cubicBezTo>
                  <a:cubicBezTo>
                    <a:pt x="37731" y="91202"/>
                    <a:pt x="38207" y="90976"/>
                    <a:pt x="38672" y="90762"/>
                  </a:cubicBezTo>
                  <a:cubicBezTo>
                    <a:pt x="39910" y="84975"/>
                    <a:pt x="41517" y="77808"/>
                    <a:pt x="42267" y="75915"/>
                  </a:cubicBezTo>
                  <a:cubicBezTo>
                    <a:pt x="43471" y="72899"/>
                    <a:pt x="48021" y="72699"/>
                    <a:pt x="49196" y="72699"/>
                  </a:cubicBezTo>
                  <a:cubicBezTo>
                    <a:pt x="49241" y="72699"/>
                    <a:pt x="49281" y="72699"/>
                    <a:pt x="49316" y="72700"/>
                  </a:cubicBezTo>
                  <a:lnTo>
                    <a:pt x="50102" y="59353"/>
                  </a:lnTo>
                  <a:cubicBezTo>
                    <a:pt x="37279" y="51769"/>
                    <a:pt x="9037" y="30742"/>
                    <a:pt x="5906" y="19741"/>
                  </a:cubicBezTo>
                  <a:cubicBezTo>
                    <a:pt x="5167" y="17122"/>
                    <a:pt x="4465" y="13693"/>
                    <a:pt x="3810" y="9787"/>
                  </a:cubicBezTo>
                  <a:cubicBezTo>
                    <a:pt x="3203" y="6251"/>
                    <a:pt x="2643" y="5192"/>
                    <a:pt x="2131" y="1108"/>
                  </a:cubicBezTo>
                  <a:cubicBezTo>
                    <a:pt x="1393" y="798"/>
                    <a:pt x="679" y="41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46"/>
            <p:cNvSpPr/>
            <p:nvPr/>
          </p:nvSpPr>
          <p:spPr>
            <a:xfrm>
              <a:off x="1377550" y="4790600"/>
              <a:ext cx="2014550" cy="74450"/>
            </a:xfrm>
            <a:custGeom>
              <a:rect b="b" l="l" r="r" t="t"/>
              <a:pathLst>
                <a:path extrusionOk="0" h="2978" w="80582">
                  <a:moveTo>
                    <a:pt x="80582" y="0"/>
                  </a:moveTo>
                  <a:lnTo>
                    <a:pt x="0" y="679"/>
                  </a:lnTo>
                  <a:lnTo>
                    <a:pt x="0" y="2977"/>
                  </a:lnTo>
                  <a:lnTo>
                    <a:pt x="80582" y="2977"/>
                  </a:lnTo>
                  <a:lnTo>
                    <a:pt x="80582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46"/>
            <p:cNvSpPr/>
            <p:nvPr/>
          </p:nvSpPr>
          <p:spPr>
            <a:xfrm>
              <a:off x="1377550" y="3802450"/>
              <a:ext cx="2014550" cy="987275"/>
            </a:xfrm>
            <a:custGeom>
              <a:rect b="b" l="l" r="r" t="t"/>
              <a:pathLst>
                <a:path extrusionOk="0" h="39491" w="80582">
                  <a:moveTo>
                    <a:pt x="24373" y="1"/>
                  </a:moveTo>
                  <a:cubicBezTo>
                    <a:pt x="20771" y="1"/>
                    <a:pt x="17169" y="186"/>
                    <a:pt x="13585" y="557"/>
                  </a:cubicBezTo>
                  <a:cubicBezTo>
                    <a:pt x="9478" y="974"/>
                    <a:pt x="5370" y="1653"/>
                    <a:pt x="1369" y="2701"/>
                  </a:cubicBezTo>
                  <a:cubicBezTo>
                    <a:pt x="905" y="2820"/>
                    <a:pt x="453" y="2962"/>
                    <a:pt x="0" y="3093"/>
                  </a:cubicBezTo>
                  <a:lnTo>
                    <a:pt x="0" y="39491"/>
                  </a:lnTo>
                  <a:lnTo>
                    <a:pt x="80582" y="38800"/>
                  </a:lnTo>
                  <a:lnTo>
                    <a:pt x="80582" y="7427"/>
                  </a:lnTo>
                  <a:cubicBezTo>
                    <a:pt x="79129" y="6665"/>
                    <a:pt x="77569" y="6141"/>
                    <a:pt x="75902" y="5915"/>
                  </a:cubicBezTo>
                  <a:cubicBezTo>
                    <a:pt x="73878" y="6094"/>
                    <a:pt x="71795" y="6201"/>
                    <a:pt x="69664" y="6225"/>
                  </a:cubicBezTo>
                  <a:lnTo>
                    <a:pt x="68997" y="6225"/>
                  </a:lnTo>
                  <a:cubicBezTo>
                    <a:pt x="68771" y="6225"/>
                    <a:pt x="68556" y="6213"/>
                    <a:pt x="68330" y="6213"/>
                  </a:cubicBezTo>
                  <a:cubicBezTo>
                    <a:pt x="67794" y="6272"/>
                    <a:pt x="67259" y="6320"/>
                    <a:pt x="66711" y="6344"/>
                  </a:cubicBezTo>
                  <a:cubicBezTo>
                    <a:pt x="66326" y="6367"/>
                    <a:pt x="65936" y="6380"/>
                    <a:pt x="65545" y="6380"/>
                  </a:cubicBezTo>
                  <a:cubicBezTo>
                    <a:pt x="64134" y="6380"/>
                    <a:pt x="62703" y="6216"/>
                    <a:pt x="61389" y="5796"/>
                  </a:cubicBezTo>
                  <a:cubicBezTo>
                    <a:pt x="60079" y="5641"/>
                    <a:pt x="58829" y="5451"/>
                    <a:pt x="57650" y="5225"/>
                  </a:cubicBezTo>
                  <a:lnTo>
                    <a:pt x="57650" y="5225"/>
                  </a:lnTo>
                  <a:lnTo>
                    <a:pt x="57781" y="5403"/>
                  </a:lnTo>
                  <a:cubicBezTo>
                    <a:pt x="57376" y="5272"/>
                    <a:pt x="56972" y="5141"/>
                    <a:pt x="56555" y="5010"/>
                  </a:cubicBezTo>
                  <a:cubicBezTo>
                    <a:pt x="55221" y="4736"/>
                    <a:pt x="53947" y="4415"/>
                    <a:pt x="52769" y="4070"/>
                  </a:cubicBezTo>
                  <a:cubicBezTo>
                    <a:pt x="51911" y="3820"/>
                    <a:pt x="51090" y="3546"/>
                    <a:pt x="50316" y="3260"/>
                  </a:cubicBezTo>
                  <a:cubicBezTo>
                    <a:pt x="50209" y="3224"/>
                    <a:pt x="50114" y="3189"/>
                    <a:pt x="50006" y="3153"/>
                  </a:cubicBezTo>
                  <a:cubicBezTo>
                    <a:pt x="41632" y="1061"/>
                    <a:pt x="33002" y="1"/>
                    <a:pt x="24373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46"/>
            <p:cNvSpPr/>
            <p:nvPr/>
          </p:nvSpPr>
          <p:spPr>
            <a:xfrm>
              <a:off x="1377550" y="3784825"/>
              <a:ext cx="2014550" cy="1004900"/>
            </a:xfrm>
            <a:custGeom>
              <a:rect b="b" l="l" r="r" t="t"/>
              <a:pathLst>
                <a:path extrusionOk="0" h="40196" w="80582">
                  <a:moveTo>
                    <a:pt x="80582" y="8132"/>
                  </a:moveTo>
                  <a:cubicBezTo>
                    <a:pt x="79129" y="7370"/>
                    <a:pt x="77569" y="6846"/>
                    <a:pt x="75902" y="6620"/>
                  </a:cubicBezTo>
                  <a:cubicBezTo>
                    <a:pt x="73878" y="6799"/>
                    <a:pt x="71795" y="6906"/>
                    <a:pt x="69664" y="6930"/>
                  </a:cubicBezTo>
                  <a:lnTo>
                    <a:pt x="68997" y="6930"/>
                  </a:lnTo>
                  <a:cubicBezTo>
                    <a:pt x="68771" y="6930"/>
                    <a:pt x="68556" y="6918"/>
                    <a:pt x="68330" y="6918"/>
                  </a:cubicBezTo>
                  <a:cubicBezTo>
                    <a:pt x="67794" y="6977"/>
                    <a:pt x="67259" y="7025"/>
                    <a:pt x="66711" y="7049"/>
                  </a:cubicBezTo>
                  <a:cubicBezTo>
                    <a:pt x="64937" y="7156"/>
                    <a:pt x="63068" y="7037"/>
                    <a:pt x="61389" y="6501"/>
                  </a:cubicBezTo>
                  <a:cubicBezTo>
                    <a:pt x="60079" y="6346"/>
                    <a:pt x="58829" y="6156"/>
                    <a:pt x="57650" y="5930"/>
                  </a:cubicBezTo>
                  <a:lnTo>
                    <a:pt x="57781" y="6108"/>
                  </a:lnTo>
                  <a:cubicBezTo>
                    <a:pt x="57376" y="5977"/>
                    <a:pt x="56972" y="5846"/>
                    <a:pt x="56555" y="5715"/>
                  </a:cubicBezTo>
                  <a:cubicBezTo>
                    <a:pt x="55221" y="5441"/>
                    <a:pt x="53947" y="5120"/>
                    <a:pt x="52769" y="4775"/>
                  </a:cubicBezTo>
                  <a:cubicBezTo>
                    <a:pt x="51911" y="4525"/>
                    <a:pt x="51090" y="4251"/>
                    <a:pt x="50316" y="3965"/>
                  </a:cubicBezTo>
                  <a:cubicBezTo>
                    <a:pt x="50209" y="3929"/>
                    <a:pt x="50114" y="3894"/>
                    <a:pt x="50006" y="3858"/>
                  </a:cubicBezTo>
                  <a:cubicBezTo>
                    <a:pt x="38136" y="893"/>
                    <a:pt x="25753" y="0"/>
                    <a:pt x="13585" y="1262"/>
                  </a:cubicBezTo>
                  <a:cubicBezTo>
                    <a:pt x="9478" y="1679"/>
                    <a:pt x="5370" y="2358"/>
                    <a:pt x="1369" y="3406"/>
                  </a:cubicBezTo>
                  <a:cubicBezTo>
                    <a:pt x="905" y="3525"/>
                    <a:pt x="453" y="3667"/>
                    <a:pt x="0" y="3798"/>
                  </a:cubicBezTo>
                  <a:lnTo>
                    <a:pt x="0" y="40196"/>
                  </a:lnTo>
                  <a:lnTo>
                    <a:pt x="80582" y="39505"/>
                  </a:lnTo>
                  <a:lnTo>
                    <a:pt x="80582" y="8132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46"/>
            <p:cNvSpPr/>
            <p:nvPr/>
          </p:nvSpPr>
          <p:spPr>
            <a:xfrm>
              <a:off x="1591850" y="3512775"/>
              <a:ext cx="640275" cy="222650"/>
            </a:xfrm>
            <a:custGeom>
              <a:rect b="b" l="l" r="r" t="t"/>
              <a:pathLst>
                <a:path extrusionOk="0" h="8906" w="25611">
                  <a:moveTo>
                    <a:pt x="25444" y="0"/>
                  </a:moveTo>
                  <a:cubicBezTo>
                    <a:pt x="23432" y="679"/>
                    <a:pt x="20896" y="1524"/>
                    <a:pt x="18015" y="2512"/>
                  </a:cubicBezTo>
                  <a:cubicBezTo>
                    <a:pt x="16860" y="2905"/>
                    <a:pt x="15645" y="3322"/>
                    <a:pt x="14395" y="3762"/>
                  </a:cubicBezTo>
                  <a:cubicBezTo>
                    <a:pt x="9990" y="5286"/>
                    <a:pt x="5037" y="7049"/>
                    <a:pt x="1" y="8906"/>
                  </a:cubicBezTo>
                  <a:cubicBezTo>
                    <a:pt x="8395" y="6084"/>
                    <a:pt x="16038" y="3358"/>
                    <a:pt x="25611" y="24"/>
                  </a:cubicBezTo>
                  <a:cubicBezTo>
                    <a:pt x="25551" y="24"/>
                    <a:pt x="25504" y="12"/>
                    <a:pt x="25444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46"/>
            <p:cNvSpPr/>
            <p:nvPr/>
          </p:nvSpPr>
          <p:spPr>
            <a:xfrm>
              <a:off x="1591850" y="3512775"/>
              <a:ext cx="640275" cy="222650"/>
            </a:xfrm>
            <a:custGeom>
              <a:rect b="b" l="l" r="r" t="t"/>
              <a:pathLst>
                <a:path extrusionOk="0" h="8906" w="25611">
                  <a:moveTo>
                    <a:pt x="18015" y="2512"/>
                  </a:moveTo>
                  <a:cubicBezTo>
                    <a:pt x="16860" y="2905"/>
                    <a:pt x="15645" y="3322"/>
                    <a:pt x="14395" y="3762"/>
                  </a:cubicBezTo>
                  <a:cubicBezTo>
                    <a:pt x="9990" y="5286"/>
                    <a:pt x="5037" y="7049"/>
                    <a:pt x="1" y="8906"/>
                  </a:cubicBezTo>
                  <a:cubicBezTo>
                    <a:pt x="8395" y="6084"/>
                    <a:pt x="16038" y="3358"/>
                    <a:pt x="25611" y="24"/>
                  </a:cubicBezTo>
                  <a:cubicBezTo>
                    <a:pt x="25551" y="24"/>
                    <a:pt x="25504" y="12"/>
                    <a:pt x="25444" y="0"/>
                  </a:cubicBezTo>
                  <a:cubicBezTo>
                    <a:pt x="23432" y="679"/>
                    <a:pt x="20896" y="1524"/>
                    <a:pt x="18015" y="2512"/>
                  </a:cubicBezTo>
                  <a:close/>
                </a:path>
              </a:pathLst>
            </a:custGeom>
            <a:solidFill>
              <a:srgbClr val="FF870B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46"/>
            <p:cNvSpPr/>
            <p:nvPr/>
          </p:nvSpPr>
          <p:spPr>
            <a:xfrm>
              <a:off x="2591675" y="3017175"/>
              <a:ext cx="17900" cy="60750"/>
            </a:xfrm>
            <a:custGeom>
              <a:rect b="b" l="l" r="r" t="t"/>
              <a:pathLst>
                <a:path extrusionOk="0" h="2430" w="716">
                  <a:moveTo>
                    <a:pt x="715" y="0"/>
                  </a:moveTo>
                  <a:cubicBezTo>
                    <a:pt x="632" y="0"/>
                    <a:pt x="525" y="12"/>
                    <a:pt x="406" y="12"/>
                  </a:cubicBezTo>
                  <a:cubicBezTo>
                    <a:pt x="1" y="738"/>
                    <a:pt x="132" y="1679"/>
                    <a:pt x="572" y="2429"/>
                  </a:cubicBezTo>
                  <a:lnTo>
                    <a:pt x="715" y="0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46"/>
            <p:cNvSpPr/>
            <p:nvPr/>
          </p:nvSpPr>
          <p:spPr>
            <a:xfrm>
              <a:off x="2591675" y="3017175"/>
              <a:ext cx="17900" cy="60750"/>
            </a:xfrm>
            <a:custGeom>
              <a:rect b="b" l="l" r="r" t="t"/>
              <a:pathLst>
                <a:path extrusionOk="0" h="2430" w="716">
                  <a:moveTo>
                    <a:pt x="572" y="2429"/>
                  </a:moveTo>
                  <a:lnTo>
                    <a:pt x="715" y="0"/>
                  </a:lnTo>
                  <a:cubicBezTo>
                    <a:pt x="632" y="0"/>
                    <a:pt x="525" y="12"/>
                    <a:pt x="406" y="12"/>
                  </a:cubicBezTo>
                  <a:cubicBezTo>
                    <a:pt x="1" y="738"/>
                    <a:pt x="132" y="1679"/>
                    <a:pt x="572" y="2429"/>
                  </a:cubicBezTo>
                  <a:close/>
                </a:path>
              </a:pathLst>
            </a:custGeom>
            <a:solidFill>
              <a:srgbClr val="FF870B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46"/>
            <p:cNvSpPr/>
            <p:nvPr/>
          </p:nvSpPr>
          <p:spPr>
            <a:xfrm>
              <a:off x="2464875" y="3020150"/>
              <a:ext cx="101525" cy="52100"/>
            </a:xfrm>
            <a:custGeom>
              <a:rect b="b" l="l" r="r" t="t"/>
              <a:pathLst>
                <a:path extrusionOk="0" h="2084" w="4061">
                  <a:moveTo>
                    <a:pt x="4061" y="0"/>
                  </a:moveTo>
                  <a:lnTo>
                    <a:pt x="4061" y="0"/>
                  </a:lnTo>
                  <a:cubicBezTo>
                    <a:pt x="3013" y="143"/>
                    <a:pt x="1727" y="453"/>
                    <a:pt x="751" y="1119"/>
                  </a:cubicBezTo>
                  <a:cubicBezTo>
                    <a:pt x="525" y="1262"/>
                    <a:pt x="310" y="1441"/>
                    <a:pt x="132" y="1631"/>
                  </a:cubicBezTo>
                  <a:cubicBezTo>
                    <a:pt x="84" y="1786"/>
                    <a:pt x="36" y="1929"/>
                    <a:pt x="1" y="2084"/>
                  </a:cubicBezTo>
                  <a:cubicBezTo>
                    <a:pt x="120" y="1953"/>
                    <a:pt x="251" y="1834"/>
                    <a:pt x="394" y="1727"/>
                  </a:cubicBezTo>
                  <a:cubicBezTo>
                    <a:pt x="1477" y="893"/>
                    <a:pt x="2739" y="310"/>
                    <a:pt x="4061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46"/>
            <p:cNvSpPr/>
            <p:nvPr/>
          </p:nvSpPr>
          <p:spPr>
            <a:xfrm>
              <a:off x="2464875" y="3020150"/>
              <a:ext cx="101525" cy="52100"/>
            </a:xfrm>
            <a:custGeom>
              <a:rect b="b" l="l" r="r" t="t"/>
              <a:pathLst>
                <a:path extrusionOk="0" h="2084" w="4061">
                  <a:moveTo>
                    <a:pt x="394" y="1727"/>
                  </a:moveTo>
                  <a:cubicBezTo>
                    <a:pt x="1477" y="893"/>
                    <a:pt x="2739" y="310"/>
                    <a:pt x="4061" y="0"/>
                  </a:cubicBezTo>
                  <a:cubicBezTo>
                    <a:pt x="3013" y="143"/>
                    <a:pt x="1727" y="453"/>
                    <a:pt x="751" y="1119"/>
                  </a:cubicBezTo>
                  <a:cubicBezTo>
                    <a:pt x="525" y="1262"/>
                    <a:pt x="310" y="1441"/>
                    <a:pt x="132" y="1631"/>
                  </a:cubicBezTo>
                  <a:cubicBezTo>
                    <a:pt x="84" y="1786"/>
                    <a:pt x="36" y="1929"/>
                    <a:pt x="1" y="2084"/>
                  </a:cubicBezTo>
                  <a:cubicBezTo>
                    <a:pt x="120" y="1953"/>
                    <a:pt x="251" y="1834"/>
                    <a:pt x="394" y="1727"/>
                  </a:cubicBezTo>
                  <a:close/>
                </a:path>
              </a:pathLst>
            </a:custGeom>
            <a:solidFill>
              <a:srgbClr val="FF870B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46"/>
            <p:cNvSpPr/>
            <p:nvPr/>
          </p:nvSpPr>
          <p:spPr>
            <a:xfrm>
              <a:off x="2641400" y="3110625"/>
              <a:ext cx="97350" cy="24450"/>
            </a:xfrm>
            <a:custGeom>
              <a:rect b="b" l="l" r="r" t="t"/>
              <a:pathLst>
                <a:path extrusionOk="0" h="978" w="3894">
                  <a:moveTo>
                    <a:pt x="0" y="1"/>
                  </a:moveTo>
                  <a:lnTo>
                    <a:pt x="0" y="1"/>
                  </a:lnTo>
                  <a:cubicBezTo>
                    <a:pt x="881" y="465"/>
                    <a:pt x="1917" y="656"/>
                    <a:pt x="2917" y="822"/>
                  </a:cubicBezTo>
                  <a:cubicBezTo>
                    <a:pt x="3239" y="882"/>
                    <a:pt x="3572" y="929"/>
                    <a:pt x="3893" y="977"/>
                  </a:cubicBezTo>
                  <a:cubicBezTo>
                    <a:pt x="2608" y="691"/>
                    <a:pt x="1310" y="358"/>
                    <a:pt x="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46"/>
            <p:cNvSpPr/>
            <p:nvPr/>
          </p:nvSpPr>
          <p:spPr>
            <a:xfrm>
              <a:off x="2641400" y="3110625"/>
              <a:ext cx="97350" cy="24450"/>
            </a:xfrm>
            <a:custGeom>
              <a:rect b="b" l="l" r="r" t="t"/>
              <a:pathLst>
                <a:path extrusionOk="0" h="978" w="3894">
                  <a:moveTo>
                    <a:pt x="3893" y="977"/>
                  </a:moveTo>
                  <a:cubicBezTo>
                    <a:pt x="2608" y="691"/>
                    <a:pt x="1310" y="358"/>
                    <a:pt x="0" y="1"/>
                  </a:cubicBezTo>
                  <a:cubicBezTo>
                    <a:pt x="881" y="465"/>
                    <a:pt x="1917" y="656"/>
                    <a:pt x="2917" y="822"/>
                  </a:cubicBezTo>
                  <a:cubicBezTo>
                    <a:pt x="3239" y="882"/>
                    <a:pt x="3572" y="929"/>
                    <a:pt x="3893" y="977"/>
                  </a:cubicBezTo>
                  <a:close/>
                </a:path>
              </a:pathLst>
            </a:custGeom>
            <a:solidFill>
              <a:srgbClr val="FF870B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46"/>
            <p:cNvSpPr/>
            <p:nvPr/>
          </p:nvSpPr>
          <p:spPr>
            <a:xfrm>
              <a:off x="2323500" y="3103475"/>
              <a:ext cx="954000" cy="817400"/>
            </a:xfrm>
            <a:custGeom>
              <a:rect b="b" l="l" r="r" t="t"/>
              <a:pathLst>
                <a:path extrusionOk="0" h="32696" w="38160">
                  <a:moveTo>
                    <a:pt x="5310" y="1"/>
                  </a:moveTo>
                  <a:cubicBezTo>
                    <a:pt x="5239" y="751"/>
                    <a:pt x="5179" y="1501"/>
                    <a:pt x="5168" y="2263"/>
                  </a:cubicBezTo>
                  <a:cubicBezTo>
                    <a:pt x="5084" y="5942"/>
                    <a:pt x="5715" y="9645"/>
                    <a:pt x="5263" y="13300"/>
                  </a:cubicBezTo>
                  <a:cubicBezTo>
                    <a:pt x="4834" y="16765"/>
                    <a:pt x="3120" y="20373"/>
                    <a:pt x="0" y="21849"/>
                  </a:cubicBezTo>
                  <a:cubicBezTo>
                    <a:pt x="95" y="22099"/>
                    <a:pt x="215" y="22325"/>
                    <a:pt x="357" y="22528"/>
                  </a:cubicBezTo>
                  <a:cubicBezTo>
                    <a:pt x="596" y="22861"/>
                    <a:pt x="857" y="23171"/>
                    <a:pt x="1119" y="23468"/>
                  </a:cubicBezTo>
                  <a:cubicBezTo>
                    <a:pt x="1322" y="23694"/>
                    <a:pt x="1548" y="23897"/>
                    <a:pt x="1762" y="24099"/>
                  </a:cubicBezTo>
                  <a:cubicBezTo>
                    <a:pt x="2060" y="24385"/>
                    <a:pt x="2370" y="24659"/>
                    <a:pt x="2691" y="24921"/>
                  </a:cubicBezTo>
                  <a:cubicBezTo>
                    <a:pt x="2917" y="25111"/>
                    <a:pt x="3143" y="25302"/>
                    <a:pt x="3382" y="25480"/>
                  </a:cubicBezTo>
                  <a:cubicBezTo>
                    <a:pt x="4072" y="25992"/>
                    <a:pt x="4787" y="26469"/>
                    <a:pt x="5501" y="26921"/>
                  </a:cubicBezTo>
                  <a:cubicBezTo>
                    <a:pt x="6287" y="27421"/>
                    <a:pt x="7073" y="27897"/>
                    <a:pt x="7870" y="28362"/>
                  </a:cubicBezTo>
                  <a:cubicBezTo>
                    <a:pt x="11192" y="30112"/>
                    <a:pt x="15621" y="31767"/>
                    <a:pt x="21324" y="32695"/>
                  </a:cubicBezTo>
                  <a:cubicBezTo>
                    <a:pt x="21015" y="32481"/>
                    <a:pt x="20717" y="32243"/>
                    <a:pt x="20431" y="31981"/>
                  </a:cubicBezTo>
                  <a:lnTo>
                    <a:pt x="20431" y="31981"/>
                  </a:lnTo>
                  <a:cubicBezTo>
                    <a:pt x="20462" y="31982"/>
                    <a:pt x="20492" y="31982"/>
                    <a:pt x="20523" y="31982"/>
                  </a:cubicBezTo>
                  <a:cubicBezTo>
                    <a:pt x="23146" y="31982"/>
                    <a:pt x="25720" y="30466"/>
                    <a:pt x="26980" y="28159"/>
                  </a:cubicBezTo>
                  <a:cubicBezTo>
                    <a:pt x="28801" y="24825"/>
                    <a:pt x="27813" y="20754"/>
                    <a:pt x="27432" y="16967"/>
                  </a:cubicBezTo>
                  <a:cubicBezTo>
                    <a:pt x="27051" y="13193"/>
                    <a:pt x="27897" y="8550"/>
                    <a:pt x="31433" y="7180"/>
                  </a:cubicBezTo>
                  <a:cubicBezTo>
                    <a:pt x="32456" y="6787"/>
                    <a:pt x="33549" y="6736"/>
                    <a:pt x="34650" y="6736"/>
                  </a:cubicBezTo>
                  <a:cubicBezTo>
                    <a:pt x="35039" y="6736"/>
                    <a:pt x="35428" y="6743"/>
                    <a:pt x="35816" y="6743"/>
                  </a:cubicBezTo>
                  <a:cubicBezTo>
                    <a:pt x="36094" y="6743"/>
                    <a:pt x="36372" y="6739"/>
                    <a:pt x="36648" y="6728"/>
                  </a:cubicBezTo>
                  <a:cubicBezTo>
                    <a:pt x="36660" y="6728"/>
                    <a:pt x="36683" y="6728"/>
                    <a:pt x="36695" y="6716"/>
                  </a:cubicBezTo>
                  <a:cubicBezTo>
                    <a:pt x="37398" y="6692"/>
                    <a:pt x="37886" y="6335"/>
                    <a:pt x="38160" y="5859"/>
                  </a:cubicBezTo>
                  <a:lnTo>
                    <a:pt x="38160" y="5859"/>
                  </a:lnTo>
                  <a:cubicBezTo>
                    <a:pt x="36143" y="5998"/>
                    <a:pt x="34126" y="6072"/>
                    <a:pt x="32115" y="6072"/>
                  </a:cubicBezTo>
                  <a:cubicBezTo>
                    <a:pt x="23488" y="6072"/>
                    <a:pt x="14967" y="4718"/>
                    <a:pt x="7001" y="1406"/>
                  </a:cubicBezTo>
                  <a:cubicBezTo>
                    <a:pt x="6322" y="1120"/>
                    <a:pt x="5537" y="632"/>
                    <a:pt x="5310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46"/>
            <p:cNvSpPr/>
            <p:nvPr/>
          </p:nvSpPr>
          <p:spPr>
            <a:xfrm>
              <a:off x="2323500" y="3103475"/>
              <a:ext cx="954000" cy="817400"/>
            </a:xfrm>
            <a:custGeom>
              <a:rect b="b" l="l" r="r" t="t"/>
              <a:pathLst>
                <a:path extrusionOk="0" h="32696" w="38160">
                  <a:moveTo>
                    <a:pt x="20431" y="31981"/>
                  </a:moveTo>
                  <a:cubicBezTo>
                    <a:pt x="23086" y="32017"/>
                    <a:pt x="25706" y="30493"/>
                    <a:pt x="26980" y="28159"/>
                  </a:cubicBezTo>
                  <a:cubicBezTo>
                    <a:pt x="28801" y="24825"/>
                    <a:pt x="27813" y="20754"/>
                    <a:pt x="27432" y="16967"/>
                  </a:cubicBezTo>
                  <a:cubicBezTo>
                    <a:pt x="27051" y="13193"/>
                    <a:pt x="27897" y="8550"/>
                    <a:pt x="31433" y="7180"/>
                  </a:cubicBezTo>
                  <a:cubicBezTo>
                    <a:pt x="33076" y="6549"/>
                    <a:pt x="34897" y="6799"/>
                    <a:pt x="36648" y="6728"/>
                  </a:cubicBezTo>
                  <a:cubicBezTo>
                    <a:pt x="36660" y="6728"/>
                    <a:pt x="36683" y="6728"/>
                    <a:pt x="36695" y="6716"/>
                  </a:cubicBezTo>
                  <a:cubicBezTo>
                    <a:pt x="37398" y="6692"/>
                    <a:pt x="37886" y="6335"/>
                    <a:pt x="38160" y="5859"/>
                  </a:cubicBezTo>
                  <a:cubicBezTo>
                    <a:pt x="27492" y="6597"/>
                    <a:pt x="16824" y="5490"/>
                    <a:pt x="7001" y="1406"/>
                  </a:cubicBezTo>
                  <a:cubicBezTo>
                    <a:pt x="6322" y="1120"/>
                    <a:pt x="5537" y="632"/>
                    <a:pt x="5310" y="1"/>
                  </a:cubicBezTo>
                  <a:cubicBezTo>
                    <a:pt x="5239" y="751"/>
                    <a:pt x="5179" y="1501"/>
                    <a:pt x="5168" y="2263"/>
                  </a:cubicBezTo>
                  <a:cubicBezTo>
                    <a:pt x="5084" y="5942"/>
                    <a:pt x="5715" y="9645"/>
                    <a:pt x="5263" y="13300"/>
                  </a:cubicBezTo>
                  <a:cubicBezTo>
                    <a:pt x="4834" y="16765"/>
                    <a:pt x="3120" y="20373"/>
                    <a:pt x="0" y="21849"/>
                  </a:cubicBezTo>
                  <a:cubicBezTo>
                    <a:pt x="95" y="22099"/>
                    <a:pt x="215" y="22325"/>
                    <a:pt x="357" y="22528"/>
                  </a:cubicBezTo>
                  <a:cubicBezTo>
                    <a:pt x="596" y="22861"/>
                    <a:pt x="857" y="23171"/>
                    <a:pt x="1119" y="23468"/>
                  </a:cubicBezTo>
                  <a:cubicBezTo>
                    <a:pt x="1322" y="23694"/>
                    <a:pt x="1548" y="23897"/>
                    <a:pt x="1762" y="24099"/>
                  </a:cubicBezTo>
                  <a:cubicBezTo>
                    <a:pt x="2060" y="24385"/>
                    <a:pt x="2370" y="24659"/>
                    <a:pt x="2691" y="24921"/>
                  </a:cubicBezTo>
                  <a:cubicBezTo>
                    <a:pt x="2917" y="25111"/>
                    <a:pt x="3143" y="25302"/>
                    <a:pt x="3382" y="25480"/>
                  </a:cubicBezTo>
                  <a:cubicBezTo>
                    <a:pt x="4072" y="25992"/>
                    <a:pt x="4787" y="26469"/>
                    <a:pt x="5501" y="26921"/>
                  </a:cubicBezTo>
                  <a:cubicBezTo>
                    <a:pt x="6287" y="27421"/>
                    <a:pt x="7073" y="27897"/>
                    <a:pt x="7870" y="28362"/>
                  </a:cubicBezTo>
                  <a:cubicBezTo>
                    <a:pt x="11192" y="30112"/>
                    <a:pt x="15621" y="31767"/>
                    <a:pt x="21324" y="32695"/>
                  </a:cubicBezTo>
                  <a:cubicBezTo>
                    <a:pt x="21015" y="32481"/>
                    <a:pt x="20717" y="32243"/>
                    <a:pt x="20431" y="3198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46"/>
            <p:cNvSpPr/>
            <p:nvPr/>
          </p:nvSpPr>
          <p:spPr>
            <a:xfrm>
              <a:off x="2372600" y="3068650"/>
              <a:ext cx="88725" cy="335800"/>
            </a:xfrm>
            <a:custGeom>
              <a:rect b="b" l="l" r="r" t="t"/>
              <a:pathLst>
                <a:path extrusionOk="0" h="13432" w="3549">
                  <a:moveTo>
                    <a:pt x="3549" y="1"/>
                  </a:moveTo>
                  <a:cubicBezTo>
                    <a:pt x="3382" y="227"/>
                    <a:pt x="3239" y="453"/>
                    <a:pt x="3132" y="715"/>
                  </a:cubicBezTo>
                  <a:cubicBezTo>
                    <a:pt x="2549" y="2168"/>
                    <a:pt x="1453" y="6823"/>
                    <a:pt x="417" y="11538"/>
                  </a:cubicBezTo>
                  <a:cubicBezTo>
                    <a:pt x="275" y="12169"/>
                    <a:pt x="144" y="12800"/>
                    <a:pt x="1" y="13431"/>
                  </a:cubicBezTo>
                  <a:cubicBezTo>
                    <a:pt x="1048" y="9383"/>
                    <a:pt x="2168" y="5347"/>
                    <a:pt x="3334" y="1334"/>
                  </a:cubicBezTo>
                  <a:cubicBezTo>
                    <a:pt x="3287" y="1156"/>
                    <a:pt x="3263" y="965"/>
                    <a:pt x="3311" y="751"/>
                  </a:cubicBezTo>
                  <a:cubicBezTo>
                    <a:pt x="3346" y="632"/>
                    <a:pt x="3406" y="513"/>
                    <a:pt x="3477" y="406"/>
                  </a:cubicBezTo>
                  <a:cubicBezTo>
                    <a:pt x="3501" y="263"/>
                    <a:pt x="3525" y="132"/>
                    <a:pt x="3549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46"/>
            <p:cNvSpPr/>
            <p:nvPr/>
          </p:nvSpPr>
          <p:spPr>
            <a:xfrm>
              <a:off x="2372600" y="3068650"/>
              <a:ext cx="88725" cy="335800"/>
            </a:xfrm>
            <a:custGeom>
              <a:rect b="b" l="l" r="r" t="t"/>
              <a:pathLst>
                <a:path extrusionOk="0" h="13432" w="3549">
                  <a:moveTo>
                    <a:pt x="3311" y="751"/>
                  </a:moveTo>
                  <a:cubicBezTo>
                    <a:pt x="3346" y="632"/>
                    <a:pt x="3406" y="513"/>
                    <a:pt x="3477" y="406"/>
                  </a:cubicBezTo>
                  <a:cubicBezTo>
                    <a:pt x="3501" y="263"/>
                    <a:pt x="3525" y="132"/>
                    <a:pt x="3549" y="1"/>
                  </a:cubicBezTo>
                  <a:cubicBezTo>
                    <a:pt x="3382" y="227"/>
                    <a:pt x="3239" y="453"/>
                    <a:pt x="3132" y="715"/>
                  </a:cubicBezTo>
                  <a:cubicBezTo>
                    <a:pt x="2549" y="2168"/>
                    <a:pt x="1453" y="6823"/>
                    <a:pt x="417" y="11538"/>
                  </a:cubicBezTo>
                  <a:cubicBezTo>
                    <a:pt x="275" y="12169"/>
                    <a:pt x="144" y="12800"/>
                    <a:pt x="1" y="13431"/>
                  </a:cubicBezTo>
                  <a:cubicBezTo>
                    <a:pt x="1048" y="9383"/>
                    <a:pt x="2168" y="5347"/>
                    <a:pt x="3334" y="1334"/>
                  </a:cubicBezTo>
                  <a:cubicBezTo>
                    <a:pt x="3287" y="1156"/>
                    <a:pt x="3263" y="965"/>
                    <a:pt x="3311" y="751"/>
                  </a:cubicBezTo>
                  <a:close/>
                </a:path>
              </a:pathLst>
            </a:custGeom>
            <a:solidFill>
              <a:srgbClr val="FF870B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46"/>
            <p:cNvSpPr/>
            <p:nvPr/>
          </p:nvSpPr>
          <p:spPr>
            <a:xfrm>
              <a:off x="1431125" y="1021675"/>
              <a:ext cx="1960975" cy="1715025"/>
            </a:xfrm>
            <a:custGeom>
              <a:rect b="b" l="l" r="r" t="t"/>
              <a:pathLst>
                <a:path extrusionOk="0" h="68601" w="78439">
                  <a:moveTo>
                    <a:pt x="49542" y="930"/>
                  </a:moveTo>
                  <a:cubicBezTo>
                    <a:pt x="50292" y="2287"/>
                    <a:pt x="51042" y="3632"/>
                    <a:pt x="51792" y="4978"/>
                  </a:cubicBezTo>
                  <a:cubicBezTo>
                    <a:pt x="52209" y="5716"/>
                    <a:pt x="52626" y="6478"/>
                    <a:pt x="52721" y="7323"/>
                  </a:cubicBezTo>
                  <a:cubicBezTo>
                    <a:pt x="52959" y="9466"/>
                    <a:pt x="51054" y="11312"/>
                    <a:pt x="50947" y="13467"/>
                  </a:cubicBezTo>
                  <a:cubicBezTo>
                    <a:pt x="49709" y="12645"/>
                    <a:pt x="48542" y="11693"/>
                    <a:pt x="47506" y="10621"/>
                  </a:cubicBezTo>
                  <a:cubicBezTo>
                    <a:pt x="47149" y="10264"/>
                    <a:pt x="46804" y="9883"/>
                    <a:pt x="46625" y="9407"/>
                  </a:cubicBezTo>
                  <a:cubicBezTo>
                    <a:pt x="46304" y="8526"/>
                    <a:pt x="46649" y="7561"/>
                    <a:pt x="46982" y="6680"/>
                  </a:cubicBezTo>
                  <a:cubicBezTo>
                    <a:pt x="47649" y="4966"/>
                    <a:pt x="48304" y="3251"/>
                    <a:pt x="48971" y="1537"/>
                  </a:cubicBezTo>
                  <a:cubicBezTo>
                    <a:pt x="49447" y="1180"/>
                    <a:pt x="49066" y="1287"/>
                    <a:pt x="49542" y="930"/>
                  </a:cubicBezTo>
                  <a:close/>
                  <a:moveTo>
                    <a:pt x="71509" y="28897"/>
                  </a:moveTo>
                  <a:cubicBezTo>
                    <a:pt x="71509" y="28897"/>
                    <a:pt x="71235" y="29135"/>
                    <a:pt x="70711" y="29516"/>
                  </a:cubicBezTo>
                  <a:cubicBezTo>
                    <a:pt x="70664" y="29540"/>
                    <a:pt x="70604" y="29588"/>
                    <a:pt x="70557" y="29624"/>
                  </a:cubicBezTo>
                  <a:cubicBezTo>
                    <a:pt x="68485" y="32743"/>
                    <a:pt x="65556" y="35053"/>
                    <a:pt x="60127" y="36065"/>
                  </a:cubicBezTo>
                  <a:cubicBezTo>
                    <a:pt x="59172" y="36246"/>
                    <a:pt x="58216" y="36347"/>
                    <a:pt x="57272" y="36347"/>
                  </a:cubicBezTo>
                  <a:cubicBezTo>
                    <a:pt x="54367" y="36347"/>
                    <a:pt x="51584" y="35390"/>
                    <a:pt x="49364" y="32874"/>
                  </a:cubicBezTo>
                  <a:cubicBezTo>
                    <a:pt x="49923" y="32826"/>
                    <a:pt x="50471" y="32767"/>
                    <a:pt x="51019" y="32719"/>
                  </a:cubicBezTo>
                  <a:cubicBezTo>
                    <a:pt x="50923" y="32683"/>
                    <a:pt x="50816" y="32660"/>
                    <a:pt x="50721" y="32612"/>
                  </a:cubicBezTo>
                  <a:cubicBezTo>
                    <a:pt x="50721" y="32612"/>
                    <a:pt x="51495" y="32362"/>
                    <a:pt x="52685" y="32219"/>
                  </a:cubicBezTo>
                  <a:cubicBezTo>
                    <a:pt x="53221" y="32147"/>
                    <a:pt x="53849" y="32095"/>
                    <a:pt x="54547" y="32095"/>
                  </a:cubicBezTo>
                  <a:cubicBezTo>
                    <a:pt x="55338" y="32095"/>
                    <a:pt x="56220" y="32161"/>
                    <a:pt x="57162" y="32338"/>
                  </a:cubicBezTo>
                  <a:cubicBezTo>
                    <a:pt x="58234" y="32243"/>
                    <a:pt x="59293" y="32136"/>
                    <a:pt x="60353" y="32005"/>
                  </a:cubicBezTo>
                  <a:cubicBezTo>
                    <a:pt x="60282" y="31993"/>
                    <a:pt x="60198" y="31993"/>
                    <a:pt x="60127" y="31981"/>
                  </a:cubicBezTo>
                  <a:cubicBezTo>
                    <a:pt x="60127" y="31981"/>
                    <a:pt x="60460" y="31910"/>
                    <a:pt x="61067" y="31779"/>
                  </a:cubicBezTo>
                  <a:cubicBezTo>
                    <a:pt x="61663" y="31660"/>
                    <a:pt x="62520" y="31469"/>
                    <a:pt x="63556" y="31231"/>
                  </a:cubicBezTo>
                  <a:cubicBezTo>
                    <a:pt x="65651" y="30743"/>
                    <a:pt x="68414" y="29969"/>
                    <a:pt x="71509" y="28897"/>
                  </a:cubicBezTo>
                  <a:close/>
                  <a:moveTo>
                    <a:pt x="0" y="1"/>
                  </a:moveTo>
                  <a:cubicBezTo>
                    <a:pt x="1167" y="9931"/>
                    <a:pt x="2679" y="19670"/>
                    <a:pt x="4465" y="25945"/>
                  </a:cubicBezTo>
                  <a:cubicBezTo>
                    <a:pt x="8013" y="38482"/>
                    <a:pt x="47542" y="65140"/>
                    <a:pt x="54186" y="68462"/>
                  </a:cubicBezTo>
                  <a:cubicBezTo>
                    <a:pt x="54367" y="68552"/>
                    <a:pt x="54662" y="68600"/>
                    <a:pt x="55068" y="68600"/>
                  </a:cubicBezTo>
                  <a:cubicBezTo>
                    <a:pt x="56790" y="68600"/>
                    <a:pt x="60519" y="67736"/>
                    <a:pt x="66128" y="65616"/>
                  </a:cubicBezTo>
                  <a:cubicBezTo>
                    <a:pt x="69616" y="64294"/>
                    <a:pt x="73831" y="62473"/>
                    <a:pt x="78439" y="60199"/>
                  </a:cubicBezTo>
                  <a:lnTo>
                    <a:pt x="78439" y="1"/>
                  </a:lnTo>
                  <a:lnTo>
                    <a:pt x="34195" y="1"/>
                  </a:lnTo>
                  <a:cubicBezTo>
                    <a:pt x="34052" y="81"/>
                    <a:pt x="33882" y="101"/>
                    <a:pt x="33711" y="101"/>
                  </a:cubicBezTo>
                  <a:cubicBezTo>
                    <a:pt x="33654" y="101"/>
                    <a:pt x="33597" y="99"/>
                    <a:pt x="33540" y="96"/>
                  </a:cubicBezTo>
                  <a:cubicBezTo>
                    <a:pt x="33231" y="84"/>
                    <a:pt x="32921" y="48"/>
                    <a:pt x="32611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46"/>
            <p:cNvSpPr/>
            <p:nvPr/>
          </p:nvSpPr>
          <p:spPr>
            <a:xfrm>
              <a:off x="1431125" y="1021675"/>
              <a:ext cx="1960975" cy="1723450"/>
            </a:xfrm>
            <a:custGeom>
              <a:rect b="b" l="l" r="r" t="t"/>
              <a:pathLst>
                <a:path extrusionOk="0" h="68938" w="78439">
                  <a:moveTo>
                    <a:pt x="54186" y="68462"/>
                  </a:moveTo>
                  <a:cubicBezTo>
                    <a:pt x="55138" y="68938"/>
                    <a:pt x="59198" y="68235"/>
                    <a:pt x="66128" y="65616"/>
                  </a:cubicBezTo>
                  <a:cubicBezTo>
                    <a:pt x="69616" y="64294"/>
                    <a:pt x="73831" y="62473"/>
                    <a:pt x="78439" y="60199"/>
                  </a:cubicBezTo>
                  <a:lnTo>
                    <a:pt x="78439" y="1"/>
                  </a:lnTo>
                  <a:lnTo>
                    <a:pt x="34195" y="1"/>
                  </a:lnTo>
                  <a:cubicBezTo>
                    <a:pt x="34005" y="108"/>
                    <a:pt x="33766" y="108"/>
                    <a:pt x="33540" y="96"/>
                  </a:cubicBezTo>
                  <a:cubicBezTo>
                    <a:pt x="33231" y="84"/>
                    <a:pt x="32921" y="48"/>
                    <a:pt x="32611" y="1"/>
                  </a:cubicBezTo>
                  <a:lnTo>
                    <a:pt x="0" y="1"/>
                  </a:lnTo>
                  <a:cubicBezTo>
                    <a:pt x="1167" y="9931"/>
                    <a:pt x="2679" y="19670"/>
                    <a:pt x="4465" y="25945"/>
                  </a:cubicBezTo>
                  <a:cubicBezTo>
                    <a:pt x="8013" y="38482"/>
                    <a:pt x="47542" y="65140"/>
                    <a:pt x="54186" y="68462"/>
                  </a:cubicBezTo>
                  <a:close/>
                  <a:moveTo>
                    <a:pt x="57162" y="32338"/>
                  </a:moveTo>
                  <a:cubicBezTo>
                    <a:pt x="58234" y="32243"/>
                    <a:pt x="59293" y="32136"/>
                    <a:pt x="60353" y="32005"/>
                  </a:cubicBezTo>
                  <a:cubicBezTo>
                    <a:pt x="60282" y="31993"/>
                    <a:pt x="60198" y="31993"/>
                    <a:pt x="60127" y="31981"/>
                  </a:cubicBezTo>
                  <a:cubicBezTo>
                    <a:pt x="60127" y="31981"/>
                    <a:pt x="60460" y="31910"/>
                    <a:pt x="61067" y="31779"/>
                  </a:cubicBezTo>
                  <a:cubicBezTo>
                    <a:pt x="61663" y="31660"/>
                    <a:pt x="62520" y="31469"/>
                    <a:pt x="63556" y="31231"/>
                  </a:cubicBezTo>
                  <a:cubicBezTo>
                    <a:pt x="65651" y="30743"/>
                    <a:pt x="68414" y="29969"/>
                    <a:pt x="71509" y="28897"/>
                  </a:cubicBezTo>
                  <a:cubicBezTo>
                    <a:pt x="71509" y="28897"/>
                    <a:pt x="71235" y="29135"/>
                    <a:pt x="70711" y="29516"/>
                  </a:cubicBezTo>
                  <a:cubicBezTo>
                    <a:pt x="70664" y="29540"/>
                    <a:pt x="70604" y="29588"/>
                    <a:pt x="70557" y="29624"/>
                  </a:cubicBezTo>
                  <a:cubicBezTo>
                    <a:pt x="68485" y="32743"/>
                    <a:pt x="65556" y="35053"/>
                    <a:pt x="60127" y="36065"/>
                  </a:cubicBezTo>
                  <a:cubicBezTo>
                    <a:pt x="56233" y="36803"/>
                    <a:pt x="52304" y="36208"/>
                    <a:pt x="49364" y="32874"/>
                  </a:cubicBezTo>
                  <a:cubicBezTo>
                    <a:pt x="49923" y="32826"/>
                    <a:pt x="50471" y="32767"/>
                    <a:pt x="51019" y="32719"/>
                  </a:cubicBezTo>
                  <a:cubicBezTo>
                    <a:pt x="50923" y="32683"/>
                    <a:pt x="50816" y="32660"/>
                    <a:pt x="50721" y="32612"/>
                  </a:cubicBezTo>
                  <a:cubicBezTo>
                    <a:pt x="50721" y="32612"/>
                    <a:pt x="51495" y="32362"/>
                    <a:pt x="52685" y="32219"/>
                  </a:cubicBezTo>
                  <a:cubicBezTo>
                    <a:pt x="53828" y="32064"/>
                    <a:pt x="55388" y="32005"/>
                    <a:pt x="57162" y="32338"/>
                  </a:cubicBezTo>
                  <a:close/>
                  <a:moveTo>
                    <a:pt x="46982" y="6680"/>
                  </a:moveTo>
                  <a:cubicBezTo>
                    <a:pt x="47649" y="4966"/>
                    <a:pt x="48304" y="3251"/>
                    <a:pt x="48971" y="1537"/>
                  </a:cubicBezTo>
                  <a:cubicBezTo>
                    <a:pt x="49447" y="1180"/>
                    <a:pt x="49066" y="1287"/>
                    <a:pt x="49542" y="930"/>
                  </a:cubicBezTo>
                  <a:cubicBezTo>
                    <a:pt x="50292" y="2287"/>
                    <a:pt x="51042" y="3632"/>
                    <a:pt x="51792" y="4978"/>
                  </a:cubicBezTo>
                  <a:cubicBezTo>
                    <a:pt x="52209" y="5716"/>
                    <a:pt x="52626" y="6478"/>
                    <a:pt x="52721" y="7323"/>
                  </a:cubicBezTo>
                  <a:cubicBezTo>
                    <a:pt x="52959" y="9466"/>
                    <a:pt x="51054" y="11312"/>
                    <a:pt x="50947" y="13467"/>
                  </a:cubicBezTo>
                  <a:cubicBezTo>
                    <a:pt x="49709" y="12645"/>
                    <a:pt x="48542" y="11693"/>
                    <a:pt x="47506" y="10621"/>
                  </a:cubicBezTo>
                  <a:cubicBezTo>
                    <a:pt x="47149" y="10264"/>
                    <a:pt x="46804" y="9883"/>
                    <a:pt x="46625" y="9407"/>
                  </a:cubicBezTo>
                  <a:cubicBezTo>
                    <a:pt x="46304" y="8526"/>
                    <a:pt x="46649" y="7561"/>
                    <a:pt x="46982" y="668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46"/>
            <p:cNvSpPr/>
            <p:nvPr/>
          </p:nvSpPr>
          <p:spPr>
            <a:xfrm>
              <a:off x="2623525" y="2546575"/>
              <a:ext cx="768575" cy="621650"/>
            </a:xfrm>
            <a:custGeom>
              <a:rect b="b" l="l" r="r" t="t"/>
              <a:pathLst>
                <a:path extrusionOk="0" h="24866" w="30743">
                  <a:moveTo>
                    <a:pt x="30743" y="0"/>
                  </a:moveTo>
                  <a:cubicBezTo>
                    <a:pt x="26242" y="2215"/>
                    <a:pt x="22111" y="4001"/>
                    <a:pt x="18694" y="5287"/>
                  </a:cubicBezTo>
                  <a:cubicBezTo>
                    <a:pt x="13514" y="7251"/>
                    <a:pt x="9490" y="8311"/>
                    <a:pt x="7383" y="8311"/>
                  </a:cubicBezTo>
                  <a:cubicBezTo>
                    <a:pt x="6859" y="8311"/>
                    <a:pt x="6454" y="8251"/>
                    <a:pt x="6180" y="8109"/>
                  </a:cubicBezTo>
                  <a:cubicBezTo>
                    <a:pt x="5692" y="7870"/>
                    <a:pt x="4763" y="7358"/>
                    <a:pt x="3489" y="6632"/>
                  </a:cubicBezTo>
                  <a:cubicBezTo>
                    <a:pt x="2382" y="6942"/>
                    <a:pt x="1418" y="7668"/>
                    <a:pt x="763" y="8585"/>
                  </a:cubicBezTo>
                  <a:lnTo>
                    <a:pt x="251" y="17419"/>
                  </a:lnTo>
                  <a:cubicBezTo>
                    <a:pt x="310" y="17336"/>
                    <a:pt x="370" y="17264"/>
                    <a:pt x="429" y="17193"/>
                  </a:cubicBezTo>
                  <a:lnTo>
                    <a:pt x="429" y="17193"/>
                  </a:lnTo>
                  <a:lnTo>
                    <a:pt x="239" y="17443"/>
                  </a:lnTo>
                  <a:lnTo>
                    <a:pt x="1" y="21634"/>
                  </a:lnTo>
                  <a:cubicBezTo>
                    <a:pt x="8288" y="24029"/>
                    <a:pt x="16182" y="24865"/>
                    <a:pt x="23165" y="24865"/>
                  </a:cubicBezTo>
                  <a:cubicBezTo>
                    <a:pt x="25834" y="24865"/>
                    <a:pt x="28369" y="24743"/>
                    <a:pt x="30743" y="24539"/>
                  </a:cubicBezTo>
                  <a:lnTo>
                    <a:pt x="30743" y="0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46"/>
            <p:cNvSpPr/>
            <p:nvPr/>
          </p:nvSpPr>
          <p:spPr>
            <a:xfrm>
              <a:off x="2623525" y="2546575"/>
              <a:ext cx="768575" cy="631950"/>
            </a:xfrm>
            <a:custGeom>
              <a:rect b="b" l="l" r="r" t="t"/>
              <a:pathLst>
                <a:path extrusionOk="0" h="25278" w="30743">
                  <a:moveTo>
                    <a:pt x="7383" y="8311"/>
                  </a:moveTo>
                  <a:cubicBezTo>
                    <a:pt x="6859" y="8311"/>
                    <a:pt x="6454" y="8251"/>
                    <a:pt x="6180" y="8109"/>
                  </a:cubicBezTo>
                  <a:cubicBezTo>
                    <a:pt x="5692" y="7870"/>
                    <a:pt x="4763" y="7358"/>
                    <a:pt x="3489" y="6632"/>
                  </a:cubicBezTo>
                  <a:cubicBezTo>
                    <a:pt x="2382" y="6942"/>
                    <a:pt x="1418" y="7668"/>
                    <a:pt x="763" y="8585"/>
                  </a:cubicBezTo>
                  <a:lnTo>
                    <a:pt x="251" y="17419"/>
                  </a:lnTo>
                  <a:cubicBezTo>
                    <a:pt x="310" y="17336"/>
                    <a:pt x="370" y="17264"/>
                    <a:pt x="429" y="17193"/>
                  </a:cubicBezTo>
                  <a:lnTo>
                    <a:pt x="239" y="17443"/>
                  </a:lnTo>
                  <a:lnTo>
                    <a:pt x="1" y="21634"/>
                  </a:lnTo>
                  <a:cubicBezTo>
                    <a:pt x="11455" y="24944"/>
                    <a:pt x="22158" y="25277"/>
                    <a:pt x="30743" y="24539"/>
                  </a:cubicBezTo>
                  <a:lnTo>
                    <a:pt x="30743" y="0"/>
                  </a:lnTo>
                  <a:cubicBezTo>
                    <a:pt x="26242" y="2215"/>
                    <a:pt x="22111" y="4001"/>
                    <a:pt x="18694" y="5287"/>
                  </a:cubicBezTo>
                  <a:cubicBezTo>
                    <a:pt x="13514" y="7251"/>
                    <a:pt x="9490" y="8311"/>
                    <a:pt x="7383" y="831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46"/>
            <p:cNvSpPr/>
            <p:nvPr/>
          </p:nvSpPr>
          <p:spPr>
            <a:xfrm>
              <a:off x="1377550" y="1021675"/>
              <a:ext cx="2014550" cy="2787275"/>
            </a:xfrm>
            <a:custGeom>
              <a:rect b="b" l="l" r="r" t="t"/>
              <a:pathLst>
                <a:path extrusionOk="0" h="111491" w="80582">
                  <a:moveTo>
                    <a:pt x="38362" y="98644"/>
                  </a:moveTo>
                  <a:lnTo>
                    <a:pt x="38362" y="98644"/>
                  </a:lnTo>
                  <a:cubicBezTo>
                    <a:pt x="38041" y="100144"/>
                    <a:pt x="37755" y="101490"/>
                    <a:pt x="37541" y="102561"/>
                  </a:cubicBezTo>
                  <a:cubicBezTo>
                    <a:pt x="37695" y="101228"/>
                    <a:pt x="37969" y="99918"/>
                    <a:pt x="38362" y="98644"/>
                  </a:cubicBezTo>
                  <a:close/>
                  <a:moveTo>
                    <a:pt x="1346" y="1"/>
                  </a:moveTo>
                  <a:cubicBezTo>
                    <a:pt x="1536" y="2406"/>
                    <a:pt x="1786" y="4811"/>
                    <a:pt x="2119" y="7204"/>
                  </a:cubicBezTo>
                  <a:cubicBezTo>
                    <a:pt x="1381" y="6799"/>
                    <a:pt x="667" y="6335"/>
                    <a:pt x="0" y="5835"/>
                  </a:cubicBezTo>
                  <a:lnTo>
                    <a:pt x="0" y="6406"/>
                  </a:lnTo>
                  <a:cubicBezTo>
                    <a:pt x="679" y="6823"/>
                    <a:pt x="1393" y="7204"/>
                    <a:pt x="2131" y="7514"/>
                  </a:cubicBezTo>
                  <a:cubicBezTo>
                    <a:pt x="2643" y="11598"/>
                    <a:pt x="3203" y="12657"/>
                    <a:pt x="3798" y="16193"/>
                  </a:cubicBezTo>
                  <a:cubicBezTo>
                    <a:pt x="4453" y="20099"/>
                    <a:pt x="5167" y="23528"/>
                    <a:pt x="5906" y="26147"/>
                  </a:cubicBezTo>
                  <a:cubicBezTo>
                    <a:pt x="9037" y="37148"/>
                    <a:pt x="37279" y="58175"/>
                    <a:pt x="50102" y="65759"/>
                  </a:cubicBezTo>
                  <a:lnTo>
                    <a:pt x="49316" y="79106"/>
                  </a:lnTo>
                  <a:cubicBezTo>
                    <a:pt x="48375" y="79106"/>
                    <a:pt x="43517" y="79189"/>
                    <a:pt x="42267" y="82332"/>
                  </a:cubicBezTo>
                  <a:cubicBezTo>
                    <a:pt x="41517" y="84214"/>
                    <a:pt x="39910" y="91393"/>
                    <a:pt x="38672" y="97168"/>
                  </a:cubicBezTo>
                  <a:cubicBezTo>
                    <a:pt x="38195" y="97394"/>
                    <a:pt x="37731" y="97608"/>
                    <a:pt x="37255" y="97822"/>
                  </a:cubicBezTo>
                  <a:cubicBezTo>
                    <a:pt x="32099" y="99513"/>
                    <a:pt x="15181" y="105121"/>
                    <a:pt x="0" y="111038"/>
                  </a:cubicBezTo>
                  <a:lnTo>
                    <a:pt x="0" y="111491"/>
                  </a:lnTo>
                  <a:cubicBezTo>
                    <a:pt x="1381" y="110967"/>
                    <a:pt x="2762" y="110491"/>
                    <a:pt x="4108" y="110038"/>
                  </a:cubicBezTo>
                  <a:cubicBezTo>
                    <a:pt x="5632" y="109538"/>
                    <a:pt x="7108" y="109038"/>
                    <a:pt x="8573" y="108550"/>
                  </a:cubicBezTo>
                  <a:cubicBezTo>
                    <a:pt x="13597" y="106693"/>
                    <a:pt x="18562" y="104930"/>
                    <a:pt x="22967" y="103406"/>
                  </a:cubicBezTo>
                  <a:cubicBezTo>
                    <a:pt x="24217" y="102966"/>
                    <a:pt x="25432" y="102549"/>
                    <a:pt x="26587" y="102156"/>
                  </a:cubicBezTo>
                  <a:cubicBezTo>
                    <a:pt x="29468" y="101168"/>
                    <a:pt x="32004" y="100323"/>
                    <a:pt x="34016" y="99644"/>
                  </a:cubicBezTo>
                  <a:cubicBezTo>
                    <a:pt x="34076" y="99656"/>
                    <a:pt x="34123" y="99668"/>
                    <a:pt x="34183" y="99680"/>
                  </a:cubicBezTo>
                  <a:cubicBezTo>
                    <a:pt x="35576" y="99192"/>
                    <a:pt x="37017" y="98692"/>
                    <a:pt x="38505" y="98180"/>
                  </a:cubicBezTo>
                  <a:lnTo>
                    <a:pt x="38505" y="98180"/>
                  </a:lnTo>
                  <a:cubicBezTo>
                    <a:pt x="37862" y="99799"/>
                    <a:pt x="37255" y="102323"/>
                    <a:pt x="37600" y="104252"/>
                  </a:cubicBezTo>
                  <a:cubicBezTo>
                    <a:pt x="38291" y="101263"/>
                    <a:pt x="39041" y="98287"/>
                    <a:pt x="39803" y="95310"/>
                  </a:cubicBezTo>
                  <a:cubicBezTo>
                    <a:pt x="39946" y="94679"/>
                    <a:pt x="40077" y="94048"/>
                    <a:pt x="40219" y="93417"/>
                  </a:cubicBezTo>
                  <a:cubicBezTo>
                    <a:pt x="41255" y="88702"/>
                    <a:pt x="42351" y="84047"/>
                    <a:pt x="42934" y="82594"/>
                  </a:cubicBezTo>
                  <a:cubicBezTo>
                    <a:pt x="43041" y="82332"/>
                    <a:pt x="43184" y="82106"/>
                    <a:pt x="43351" y="81880"/>
                  </a:cubicBezTo>
                  <a:cubicBezTo>
                    <a:pt x="43398" y="81606"/>
                    <a:pt x="43446" y="81332"/>
                    <a:pt x="43506" y="81047"/>
                  </a:cubicBezTo>
                  <a:lnTo>
                    <a:pt x="43791" y="80975"/>
                  </a:lnTo>
                  <a:lnTo>
                    <a:pt x="43791" y="80975"/>
                  </a:lnTo>
                  <a:cubicBezTo>
                    <a:pt x="43732" y="81178"/>
                    <a:pt x="43672" y="81380"/>
                    <a:pt x="43613" y="81570"/>
                  </a:cubicBezTo>
                  <a:cubicBezTo>
                    <a:pt x="43803" y="81380"/>
                    <a:pt x="44006" y="81201"/>
                    <a:pt x="44232" y="81058"/>
                  </a:cubicBezTo>
                  <a:cubicBezTo>
                    <a:pt x="45220" y="80392"/>
                    <a:pt x="46506" y="80082"/>
                    <a:pt x="47554" y="79951"/>
                  </a:cubicBezTo>
                  <a:cubicBezTo>
                    <a:pt x="48042" y="79832"/>
                    <a:pt x="48530" y="79761"/>
                    <a:pt x="49030" y="79725"/>
                  </a:cubicBezTo>
                  <a:cubicBezTo>
                    <a:pt x="49066" y="79677"/>
                    <a:pt x="49078" y="79630"/>
                    <a:pt x="49113" y="79582"/>
                  </a:cubicBezTo>
                  <a:cubicBezTo>
                    <a:pt x="49435" y="79189"/>
                    <a:pt x="49756" y="78796"/>
                    <a:pt x="50078" y="78415"/>
                  </a:cubicBezTo>
                  <a:lnTo>
                    <a:pt x="50590" y="69581"/>
                  </a:lnTo>
                  <a:cubicBezTo>
                    <a:pt x="51257" y="68664"/>
                    <a:pt x="52221" y="67938"/>
                    <a:pt x="53316" y="67628"/>
                  </a:cubicBezTo>
                  <a:cubicBezTo>
                    <a:pt x="54602" y="68354"/>
                    <a:pt x="55531" y="68866"/>
                    <a:pt x="56007" y="69105"/>
                  </a:cubicBezTo>
                  <a:cubicBezTo>
                    <a:pt x="56281" y="69247"/>
                    <a:pt x="56686" y="69307"/>
                    <a:pt x="57222" y="69307"/>
                  </a:cubicBezTo>
                  <a:cubicBezTo>
                    <a:pt x="59329" y="69307"/>
                    <a:pt x="63353" y="68247"/>
                    <a:pt x="68521" y="66283"/>
                  </a:cubicBezTo>
                  <a:cubicBezTo>
                    <a:pt x="71938" y="64997"/>
                    <a:pt x="76069" y="63211"/>
                    <a:pt x="80582" y="60996"/>
                  </a:cubicBezTo>
                  <a:lnTo>
                    <a:pt x="80582" y="60199"/>
                  </a:lnTo>
                  <a:cubicBezTo>
                    <a:pt x="75974" y="62473"/>
                    <a:pt x="71747" y="64294"/>
                    <a:pt x="68271" y="65616"/>
                  </a:cubicBezTo>
                  <a:cubicBezTo>
                    <a:pt x="62662" y="67736"/>
                    <a:pt x="58933" y="68600"/>
                    <a:pt x="57211" y="68600"/>
                  </a:cubicBezTo>
                  <a:cubicBezTo>
                    <a:pt x="56805" y="68600"/>
                    <a:pt x="56510" y="68552"/>
                    <a:pt x="56329" y="68462"/>
                  </a:cubicBezTo>
                  <a:cubicBezTo>
                    <a:pt x="49685" y="65140"/>
                    <a:pt x="10156" y="38482"/>
                    <a:pt x="6596" y="25945"/>
                  </a:cubicBezTo>
                  <a:cubicBezTo>
                    <a:pt x="4810" y="19670"/>
                    <a:pt x="3310" y="9931"/>
                    <a:pt x="213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46"/>
            <p:cNvSpPr/>
            <p:nvPr/>
          </p:nvSpPr>
          <p:spPr>
            <a:xfrm>
              <a:off x="1377550" y="1647050"/>
              <a:ext cx="18475" cy="8375"/>
            </a:xfrm>
            <a:custGeom>
              <a:rect b="b" l="l" r="r" t="t"/>
              <a:pathLst>
                <a:path extrusionOk="0" h="335" w="739">
                  <a:moveTo>
                    <a:pt x="0" y="1"/>
                  </a:moveTo>
                  <a:lnTo>
                    <a:pt x="0" y="322"/>
                  </a:lnTo>
                  <a:lnTo>
                    <a:pt x="738" y="3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46"/>
            <p:cNvSpPr/>
            <p:nvPr/>
          </p:nvSpPr>
          <p:spPr>
            <a:xfrm>
              <a:off x="1377550" y="1463700"/>
              <a:ext cx="74725" cy="42600"/>
            </a:xfrm>
            <a:custGeom>
              <a:rect b="b" l="l" r="r" t="t"/>
              <a:pathLst>
                <a:path extrusionOk="0" h="1704" w="2989">
                  <a:moveTo>
                    <a:pt x="0" y="1"/>
                  </a:moveTo>
                  <a:lnTo>
                    <a:pt x="0" y="846"/>
                  </a:lnTo>
                  <a:cubicBezTo>
                    <a:pt x="72" y="894"/>
                    <a:pt x="155" y="941"/>
                    <a:pt x="226" y="989"/>
                  </a:cubicBezTo>
                  <a:cubicBezTo>
                    <a:pt x="155" y="989"/>
                    <a:pt x="72" y="977"/>
                    <a:pt x="0" y="977"/>
                  </a:cubicBezTo>
                  <a:lnTo>
                    <a:pt x="0" y="1703"/>
                  </a:lnTo>
                  <a:cubicBezTo>
                    <a:pt x="524" y="1703"/>
                    <a:pt x="1048" y="1691"/>
                    <a:pt x="1584" y="1644"/>
                  </a:cubicBezTo>
                  <a:lnTo>
                    <a:pt x="2989" y="1525"/>
                  </a:lnTo>
                  <a:lnTo>
                    <a:pt x="1703" y="965"/>
                  </a:lnTo>
                  <a:cubicBezTo>
                    <a:pt x="1667" y="953"/>
                    <a:pt x="1024" y="64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46"/>
            <p:cNvSpPr/>
            <p:nvPr/>
          </p:nvSpPr>
          <p:spPr>
            <a:xfrm>
              <a:off x="1377550" y="4772450"/>
              <a:ext cx="2014550" cy="35150"/>
            </a:xfrm>
            <a:custGeom>
              <a:rect b="b" l="l" r="r" t="t"/>
              <a:pathLst>
                <a:path extrusionOk="0" h="1406" w="80582">
                  <a:moveTo>
                    <a:pt x="80582" y="0"/>
                  </a:moveTo>
                  <a:lnTo>
                    <a:pt x="0" y="691"/>
                  </a:lnTo>
                  <a:lnTo>
                    <a:pt x="0" y="1405"/>
                  </a:lnTo>
                  <a:lnTo>
                    <a:pt x="80582" y="726"/>
                  </a:lnTo>
                  <a:lnTo>
                    <a:pt x="80582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46"/>
            <p:cNvSpPr/>
            <p:nvPr/>
          </p:nvSpPr>
          <p:spPr>
            <a:xfrm>
              <a:off x="1377550" y="1319625"/>
              <a:ext cx="15200" cy="14025"/>
            </a:xfrm>
            <a:custGeom>
              <a:rect b="b" l="l" r="r" t="t"/>
              <a:pathLst>
                <a:path extrusionOk="0" h="561" w="608">
                  <a:moveTo>
                    <a:pt x="0" y="1"/>
                  </a:moveTo>
                  <a:lnTo>
                    <a:pt x="0" y="263"/>
                  </a:lnTo>
                  <a:lnTo>
                    <a:pt x="607" y="561"/>
                  </a:lnTo>
                  <a:lnTo>
                    <a:pt x="607" y="56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46"/>
            <p:cNvSpPr/>
            <p:nvPr/>
          </p:nvSpPr>
          <p:spPr>
            <a:xfrm>
              <a:off x="2520550" y="3812500"/>
              <a:ext cx="871550" cy="145575"/>
            </a:xfrm>
            <a:custGeom>
              <a:rect b="b" l="l" r="r" t="t"/>
              <a:pathLst>
                <a:path extrusionOk="0" h="5823" w="34862">
                  <a:moveTo>
                    <a:pt x="0" y="1"/>
                  </a:moveTo>
                  <a:cubicBezTo>
                    <a:pt x="3536" y="2037"/>
                    <a:pt x="7334" y="3680"/>
                    <a:pt x="11383" y="4096"/>
                  </a:cubicBezTo>
                  <a:lnTo>
                    <a:pt x="11930" y="4823"/>
                  </a:lnTo>
                  <a:cubicBezTo>
                    <a:pt x="13121" y="5049"/>
                    <a:pt x="14359" y="5239"/>
                    <a:pt x="15669" y="5394"/>
                  </a:cubicBezTo>
                  <a:cubicBezTo>
                    <a:pt x="15776" y="5406"/>
                    <a:pt x="15871" y="5418"/>
                    <a:pt x="15966" y="5430"/>
                  </a:cubicBezTo>
                  <a:cubicBezTo>
                    <a:pt x="18026" y="5656"/>
                    <a:pt x="20241" y="5787"/>
                    <a:pt x="22622" y="5811"/>
                  </a:cubicBezTo>
                  <a:cubicBezTo>
                    <a:pt x="22836" y="5811"/>
                    <a:pt x="23051" y="5823"/>
                    <a:pt x="23277" y="5823"/>
                  </a:cubicBezTo>
                  <a:lnTo>
                    <a:pt x="23944" y="5823"/>
                  </a:lnTo>
                  <a:cubicBezTo>
                    <a:pt x="26075" y="5799"/>
                    <a:pt x="28158" y="5692"/>
                    <a:pt x="30182" y="5513"/>
                  </a:cubicBezTo>
                  <a:cubicBezTo>
                    <a:pt x="30111" y="5501"/>
                    <a:pt x="30040" y="5489"/>
                    <a:pt x="29968" y="5477"/>
                  </a:cubicBezTo>
                  <a:cubicBezTo>
                    <a:pt x="31659" y="5299"/>
                    <a:pt x="33290" y="5061"/>
                    <a:pt x="34862" y="4763"/>
                  </a:cubicBezTo>
                  <a:lnTo>
                    <a:pt x="34862" y="4227"/>
                  </a:lnTo>
                  <a:lnTo>
                    <a:pt x="34814" y="4227"/>
                  </a:lnTo>
                  <a:cubicBezTo>
                    <a:pt x="33219" y="4477"/>
                    <a:pt x="31576" y="4668"/>
                    <a:pt x="29885" y="4811"/>
                  </a:cubicBezTo>
                  <a:cubicBezTo>
                    <a:pt x="29659" y="4835"/>
                    <a:pt x="29420" y="4858"/>
                    <a:pt x="29182" y="4870"/>
                  </a:cubicBezTo>
                  <a:cubicBezTo>
                    <a:pt x="28563" y="4918"/>
                    <a:pt x="27932" y="4966"/>
                    <a:pt x="27289" y="4989"/>
                  </a:cubicBezTo>
                  <a:cubicBezTo>
                    <a:pt x="27039" y="5001"/>
                    <a:pt x="26789" y="5025"/>
                    <a:pt x="26539" y="5037"/>
                  </a:cubicBezTo>
                  <a:cubicBezTo>
                    <a:pt x="25682" y="5073"/>
                    <a:pt x="24813" y="5096"/>
                    <a:pt x="23932" y="5108"/>
                  </a:cubicBezTo>
                  <a:lnTo>
                    <a:pt x="23301" y="5108"/>
                  </a:lnTo>
                  <a:cubicBezTo>
                    <a:pt x="19657" y="5108"/>
                    <a:pt x="16383" y="4811"/>
                    <a:pt x="13442" y="4334"/>
                  </a:cubicBezTo>
                  <a:cubicBezTo>
                    <a:pt x="7739" y="3406"/>
                    <a:pt x="3310" y="175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46"/>
            <p:cNvSpPr/>
            <p:nvPr/>
          </p:nvSpPr>
          <p:spPr>
            <a:xfrm>
              <a:off x="2628000" y="3881250"/>
              <a:ext cx="163725" cy="46475"/>
            </a:xfrm>
            <a:custGeom>
              <a:rect b="b" l="l" r="r" t="t"/>
              <a:pathLst>
                <a:path extrusionOk="0" h="1859" w="6549">
                  <a:moveTo>
                    <a:pt x="0" y="1"/>
                  </a:moveTo>
                  <a:lnTo>
                    <a:pt x="0" y="1"/>
                  </a:lnTo>
                  <a:cubicBezTo>
                    <a:pt x="96" y="37"/>
                    <a:pt x="191" y="72"/>
                    <a:pt x="298" y="108"/>
                  </a:cubicBezTo>
                  <a:cubicBezTo>
                    <a:pt x="1072" y="394"/>
                    <a:pt x="1893" y="668"/>
                    <a:pt x="2751" y="918"/>
                  </a:cubicBezTo>
                  <a:cubicBezTo>
                    <a:pt x="3929" y="1263"/>
                    <a:pt x="5203" y="1584"/>
                    <a:pt x="6549" y="1858"/>
                  </a:cubicBezTo>
                  <a:cubicBezTo>
                    <a:pt x="4382" y="1168"/>
                    <a:pt x="2203" y="549"/>
                    <a:pt x="0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46"/>
            <p:cNvSpPr/>
            <p:nvPr/>
          </p:nvSpPr>
          <p:spPr>
            <a:xfrm>
              <a:off x="2934275" y="1744100"/>
              <a:ext cx="284600" cy="77700"/>
            </a:xfrm>
            <a:custGeom>
              <a:rect b="b" l="l" r="r" t="t"/>
              <a:pathLst>
                <a:path extrusionOk="0" h="3108" w="11384">
                  <a:moveTo>
                    <a:pt x="11383" y="0"/>
                  </a:moveTo>
                  <a:cubicBezTo>
                    <a:pt x="8288" y="1072"/>
                    <a:pt x="5525" y="1846"/>
                    <a:pt x="3430" y="2334"/>
                  </a:cubicBezTo>
                  <a:cubicBezTo>
                    <a:pt x="2394" y="2572"/>
                    <a:pt x="1537" y="2763"/>
                    <a:pt x="941" y="2882"/>
                  </a:cubicBezTo>
                  <a:cubicBezTo>
                    <a:pt x="334" y="3013"/>
                    <a:pt x="1" y="3084"/>
                    <a:pt x="1" y="3084"/>
                  </a:cubicBezTo>
                  <a:cubicBezTo>
                    <a:pt x="72" y="3096"/>
                    <a:pt x="156" y="3096"/>
                    <a:pt x="227" y="3108"/>
                  </a:cubicBezTo>
                  <a:cubicBezTo>
                    <a:pt x="3918" y="2679"/>
                    <a:pt x="7526" y="2001"/>
                    <a:pt x="10752" y="226"/>
                  </a:cubicBezTo>
                  <a:lnTo>
                    <a:pt x="10752" y="226"/>
                  </a:lnTo>
                  <a:cubicBezTo>
                    <a:pt x="10645" y="393"/>
                    <a:pt x="10538" y="560"/>
                    <a:pt x="10431" y="727"/>
                  </a:cubicBezTo>
                  <a:cubicBezTo>
                    <a:pt x="10478" y="691"/>
                    <a:pt x="10538" y="655"/>
                    <a:pt x="10585" y="619"/>
                  </a:cubicBezTo>
                  <a:cubicBezTo>
                    <a:pt x="11109" y="238"/>
                    <a:pt x="11383" y="0"/>
                    <a:pt x="1138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46"/>
            <p:cNvSpPr/>
            <p:nvPr/>
          </p:nvSpPr>
          <p:spPr>
            <a:xfrm>
              <a:off x="2699125" y="1824025"/>
              <a:ext cx="161075" cy="19800"/>
            </a:xfrm>
            <a:custGeom>
              <a:rect b="b" l="l" r="r" t="t"/>
              <a:pathLst>
                <a:path extrusionOk="0" h="792" w="6443">
                  <a:moveTo>
                    <a:pt x="3826" y="1"/>
                  </a:moveTo>
                  <a:cubicBezTo>
                    <a:pt x="3126" y="1"/>
                    <a:pt x="2495" y="53"/>
                    <a:pt x="1954" y="125"/>
                  </a:cubicBezTo>
                  <a:cubicBezTo>
                    <a:pt x="763" y="268"/>
                    <a:pt x="1" y="518"/>
                    <a:pt x="1" y="518"/>
                  </a:cubicBezTo>
                  <a:cubicBezTo>
                    <a:pt x="96" y="566"/>
                    <a:pt x="191" y="589"/>
                    <a:pt x="299" y="625"/>
                  </a:cubicBezTo>
                  <a:cubicBezTo>
                    <a:pt x="882" y="578"/>
                    <a:pt x="1477" y="518"/>
                    <a:pt x="2073" y="458"/>
                  </a:cubicBezTo>
                  <a:lnTo>
                    <a:pt x="2073" y="458"/>
                  </a:lnTo>
                  <a:lnTo>
                    <a:pt x="1525" y="792"/>
                  </a:lnTo>
                  <a:cubicBezTo>
                    <a:pt x="3144" y="566"/>
                    <a:pt x="4799" y="411"/>
                    <a:pt x="6442" y="244"/>
                  </a:cubicBezTo>
                  <a:cubicBezTo>
                    <a:pt x="5500" y="67"/>
                    <a:pt x="4618" y="1"/>
                    <a:pt x="38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46"/>
            <p:cNvSpPr/>
            <p:nvPr/>
          </p:nvSpPr>
          <p:spPr>
            <a:xfrm>
              <a:off x="2601800" y="2982650"/>
              <a:ext cx="790300" cy="189050"/>
            </a:xfrm>
            <a:custGeom>
              <a:rect b="b" l="l" r="r" t="t"/>
              <a:pathLst>
                <a:path extrusionOk="0" h="7562" w="31612">
                  <a:moveTo>
                    <a:pt x="1108" y="0"/>
                  </a:moveTo>
                  <a:lnTo>
                    <a:pt x="155" y="1274"/>
                  </a:lnTo>
                  <a:cubicBezTo>
                    <a:pt x="120" y="1274"/>
                    <a:pt x="96" y="1286"/>
                    <a:pt x="60" y="1286"/>
                  </a:cubicBezTo>
                  <a:cubicBezTo>
                    <a:pt x="48" y="1322"/>
                    <a:pt x="24" y="1357"/>
                    <a:pt x="1" y="1393"/>
                  </a:cubicBezTo>
                  <a:lnTo>
                    <a:pt x="310" y="1393"/>
                  </a:lnTo>
                  <a:lnTo>
                    <a:pt x="167" y="3822"/>
                  </a:lnTo>
                  <a:cubicBezTo>
                    <a:pt x="346" y="4132"/>
                    <a:pt x="572" y="4405"/>
                    <a:pt x="846" y="4632"/>
                  </a:cubicBezTo>
                  <a:cubicBezTo>
                    <a:pt x="1072" y="4822"/>
                    <a:pt x="1322" y="4989"/>
                    <a:pt x="1584" y="5120"/>
                  </a:cubicBezTo>
                  <a:cubicBezTo>
                    <a:pt x="2894" y="5489"/>
                    <a:pt x="4192" y="5810"/>
                    <a:pt x="5477" y="6096"/>
                  </a:cubicBezTo>
                  <a:cubicBezTo>
                    <a:pt x="11396" y="7028"/>
                    <a:pt x="17416" y="7561"/>
                    <a:pt x="23417" y="7561"/>
                  </a:cubicBezTo>
                  <a:cubicBezTo>
                    <a:pt x="26156" y="7561"/>
                    <a:pt x="28892" y="7450"/>
                    <a:pt x="31612" y="7215"/>
                  </a:cubicBezTo>
                  <a:lnTo>
                    <a:pt x="31612" y="7096"/>
                  </a:lnTo>
                  <a:cubicBezTo>
                    <a:pt x="29238" y="7300"/>
                    <a:pt x="26703" y="7422"/>
                    <a:pt x="24034" y="7422"/>
                  </a:cubicBezTo>
                  <a:cubicBezTo>
                    <a:pt x="17051" y="7422"/>
                    <a:pt x="9157" y="6586"/>
                    <a:pt x="870" y="4191"/>
                  </a:cubicBezTo>
                  <a:lnTo>
                    <a:pt x="1108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46"/>
            <p:cNvSpPr/>
            <p:nvPr/>
          </p:nvSpPr>
          <p:spPr>
            <a:xfrm>
              <a:off x="2665200" y="1749750"/>
              <a:ext cx="537900" cy="192000"/>
            </a:xfrm>
            <a:custGeom>
              <a:rect b="b" l="l" r="r" t="t"/>
              <a:pathLst>
                <a:path extrusionOk="0" h="7680" w="21516">
                  <a:moveTo>
                    <a:pt x="3430" y="3429"/>
                  </a:moveTo>
                  <a:cubicBezTo>
                    <a:pt x="2834" y="3489"/>
                    <a:pt x="2239" y="3549"/>
                    <a:pt x="1656" y="3596"/>
                  </a:cubicBezTo>
                  <a:cubicBezTo>
                    <a:pt x="1108" y="3644"/>
                    <a:pt x="548" y="3703"/>
                    <a:pt x="1" y="3751"/>
                  </a:cubicBezTo>
                  <a:cubicBezTo>
                    <a:pt x="2941" y="7085"/>
                    <a:pt x="6870" y="7680"/>
                    <a:pt x="10764" y="6942"/>
                  </a:cubicBezTo>
                  <a:cubicBezTo>
                    <a:pt x="16193" y="5930"/>
                    <a:pt x="19122" y="3620"/>
                    <a:pt x="21194" y="501"/>
                  </a:cubicBezTo>
                  <a:cubicBezTo>
                    <a:pt x="21301" y="334"/>
                    <a:pt x="21408" y="167"/>
                    <a:pt x="21515" y="0"/>
                  </a:cubicBezTo>
                  <a:cubicBezTo>
                    <a:pt x="18289" y="1775"/>
                    <a:pt x="14681" y="2453"/>
                    <a:pt x="10990" y="2882"/>
                  </a:cubicBezTo>
                  <a:cubicBezTo>
                    <a:pt x="9930" y="3013"/>
                    <a:pt x="8871" y="3120"/>
                    <a:pt x="7799" y="3215"/>
                  </a:cubicBezTo>
                  <a:cubicBezTo>
                    <a:pt x="6156" y="3370"/>
                    <a:pt x="4501" y="3537"/>
                    <a:pt x="2882" y="37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46"/>
            <p:cNvSpPr/>
            <p:nvPr/>
          </p:nvSpPr>
          <p:spPr>
            <a:xfrm>
              <a:off x="2588700" y="1044900"/>
              <a:ext cx="166425" cy="313450"/>
            </a:xfrm>
            <a:custGeom>
              <a:rect b="b" l="l" r="r" t="t"/>
              <a:pathLst>
                <a:path extrusionOk="0" h="12538" w="6657">
                  <a:moveTo>
                    <a:pt x="1191" y="9692"/>
                  </a:moveTo>
                  <a:cubicBezTo>
                    <a:pt x="2239" y="10764"/>
                    <a:pt x="3406" y="11716"/>
                    <a:pt x="4644" y="12538"/>
                  </a:cubicBezTo>
                  <a:cubicBezTo>
                    <a:pt x="4751" y="10383"/>
                    <a:pt x="6656" y="8537"/>
                    <a:pt x="6418" y="6394"/>
                  </a:cubicBezTo>
                  <a:cubicBezTo>
                    <a:pt x="6323" y="5549"/>
                    <a:pt x="5906" y="4787"/>
                    <a:pt x="5489" y="4049"/>
                  </a:cubicBezTo>
                  <a:cubicBezTo>
                    <a:pt x="4739" y="2703"/>
                    <a:pt x="3989" y="1346"/>
                    <a:pt x="3239" y="1"/>
                  </a:cubicBezTo>
                  <a:cubicBezTo>
                    <a:pt x="2763" y="358"/>
                    <a:pt x="3144" y="251"/>
                    <a:pt x="2668" y="608"/>
                  </a:cubicBezTo>
                  <a:cubicBezTo>
                    <a:pt x="2001" y="2322"/>
                    <a:pt x="1346" y="4037"/>
                    <a:pt x="679" y="5751"/>
                  </a:cubicBezTo>
                  <a:cubicBezTo>
                    <a:pt x="346" y="6632"/>
                    <a:pt x="1" y="7597"/>
                    <a:pt x="322" y="8478"/>
                  </a:cubicBezTo>
                  <a:cubicBezTo>
                    <a:pt x="501" y="8954"/>
                    <a:pt x="846" y="9335"/>
                    <a:pt x="1191" y="96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46"/>
            <p:cNvSpPr/>
            <p:nvPr/>
          </p:nvSpPr>
          <p:spPr>
            <a:xfrm>
              <a:off x="2912250" y="3947350"/>
              <a:ext cx="173850" cy="16375"/>
            </a:xfrm>
            <a:custGeom>
              <a:rect b="b" l="l" r="r" t="t"/>
              <a:pathLst>
                <a:path extrusionOk="0" h="655" w="6954">
                  <a:moveTo>
                    <a:pt x="1" y="0"/>
                  </a:moveTo>
                  <a:cubicBezTo>
                    <a:pt x="1680" y="536"/>
                    <a:pt x="3549" y="655"/>
                    <a:pt x="5323" y="548"/>
                  </a:cubicBezTo>
                  <a:cubicBezTo>
                    <a:pt x="5871" y="524"/>
                    <a:pt x="6406" y="476"/>
                    <a:pt x="6954" y="417"/>
                  </a:cubicBezTo>
                  <a:cubicBezTo>
                    <a:pt x="4573" y="393"/>
                    <a:pt x="2358" y="262"/>
                    <a:pt x="298" y="36"/>
                  </a:cubicBezTo>
                  <a:cubicBezTo>
                    <a:pt x="203" y="24"/>
                    <a:pt x="108" y="12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46"/>
            <p:cNvSpPr/>
            <p:nvPr/>
          </p:nvSpPr>
          <p:spPr>
            <a:xfrm>
              <a:off x="3269750" y="3931575"/>
              <a:ext cx="122350" cy="56275"/>
            </a:xfrm>
            <a:custGeom>
              <a:rect b="b" l="l" r="r" t="t"/>
              <a:pathLst>
                <a:path extrusionOk="0" h="2251" w="4894">
                  <a:moveTo>
                    <a:pt x="12" y="714"/>
                  </a:moveTo>
                  <a:cubicBezTo>
                    <a:pt x="84" y="726"/>
                    <a:pt x="143" y="738"/>
                    <a:pt x="214" y="750"/>
                  </a:cubicBezTo>
                  <a:cubicBezTo>
                    <a:pt x="1881" y="976"/>
                    <a:pt x="3441" y="1500"/>
                    <a:pt x="4894" y="2250"/>
                  </a:cubicBezTo>
                  <a:lnTo>
                    <a:pt x="4894" y="0"/>
                  </a:lnTo>
                  <a:cubicBezTo>
                    <a:pt x="3322" y="298"/>
                    <a:pt x="1691" y="536"/>
                    <a:pt x="0" y="714"/>
                  </a:cubicBezTo>
                  <a:cubicBezTo>
                    <a:pt x="0" y="714"/>
                    <a:pt x="0" y="714"/>
                    <a:pt x="12" y="71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46"/>
            <p:cNvSpPr/>
            <p:nvPr/>
          </p:nvSpPr>
          <p:spPr>
            <a:xfrm>
              <a:off x="2834275" y="3239225"/>
              <a:ext cx="557825" cy="700700"/>
            </a:xfrm>
            <a:custGeom>
              <a:rect b="b" l="l" r="r" t="t"/>
              <a:pathLst>
                <a:path extrusionOk="0" h="28028" w="22313">
                  <a:moveTo>
                    <a:pt x="16264" y="1286"/>
                  </a:moveTo>
                  <a:cubicBezTo>
                    <a:pt x="16252" y="1286"/>
                    <a:pt x="16229" y="1286"/>
                    <a:pt x="16217" y="1298"/>
                  </a:cubicBezTo>
                  <a:cubicBezTo>
                    <a:pt x="14466" y="1369"/>
                    <a:pt x="12645" y="1119"/>
                    <a:pt x="11002" y="1750"/>
                  </a:cubicBezTo>
                  <a:cubicBezTo>
                    <a:pt x="7466" y="3108"/>
                    <a:pt x="6620" y="7763"/>
                    <a:pt x="7001" y="11537"/>
                  </a:cubicBezTo>
                  <a:cubicBezTo>
                    <a:pt x="7382" y="15312"/>
                    <a:pt x="8370" y="19395"/>
                    <a:pt x="6549" y="22729"/>
                  </a:cubicBezTo>
                  <a:cubicBezTo>
                    <a:pt x="5275" y="25063"/>
                    <a:pt x="2655" y="26587"/>
                    <a:pt x="0" y="26551"/>
                  </a:cubicBezTo>
                  <a:cubicBezTo>
                    <a:pt x="286" y="26813"/>
                    <a:pt x="584" y="27051"/>
                    <a:pt x="893" y="27265"/>
                  </a:cubicBezTo>
                  <a:cubicBezTo>
                    <a:pt x="3834" y="27742"/>
                    <a:pt x="7108" y="28027"/>
                    <a:pt x="10752" y="28027"/>
                  </a:cubicBezTo>
                  <a:lnTo>
                    <a:pt x="11383" y="28027"/>
                  </a:lnTo>
                  <a:cubicBezTo>
                    <a:pt x="12264" y="28027"/>
                    <a:pt x="13133" y="27992"/>
                    <a:pt x="13990" y="27956"/>
                  </a:cubicBezTo>
                  <a:cubicBezTo>
                    <a:pt x="14240" y="27944"/>
                    <a:pt x="14490" y="27932"/>
                    <a:pt x="14740" y="27920"/>
                  </a:cubicBezTo>
                  <a:cubicBezTo>
                    <a:pt x="15383" y="27885"/>
                    <a:pt x="16014" y="27849"/>
                    <a:pt x="16633" y="27801"/>
                  </a:cubicBezTo>
                  <a:cubicBezTo>
                    <a:pt x="16871" y="27777"/>
                    <a:pt x="17110" y="27766"/>
                    <a:pt x="17336" y="27742"/>
                  </a:cubicBezTo>
                  <a:cubicBezTo>
                    <a:pt x="19027" y="27599"/>
                    <a:pt x="20670" y="27396"/>
                    <a:pt x="22265" y="27158"/>
                  </a:cubicBezTo>
                  <a:cubicBezTo>
                    <a:pt x="22277" y="27158"/>
                    <a:pt x="22301" y="27158"/>
                    <a:pt x="22313" y="27158"/>
                  </a:cubicBezTo>
                  <a:lnTo>
                    <a:pt x="22313" y="0"/>
                  </a:lnTo>
                  <a:cubicBezTo>
                    <a:pt x="20789" y="179"/>
                    <a:pt x="19253" y="322"/>
                    <a:pt x="17729" y="429"/>
                  </a:cubicBezTo>
                  <a:cubicBezTo>
                    <a:pt x="17455" y="905"/>
                    <a:pt x="16967" y="1250"/>
                    <a:pt x="16264" y="1286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46"/>
            <p:cNvSpPr/>
            <p:nvPr/>
          </p:nvSpPr>
          <p:spPr>
            <a:xfrm>
              <a:off x="2459525" y="3046050"/>
              <a:ext cx="12825" cy="32750"/>
            </a:xfrm>
            <a:custGeom>
              <a:rect b="b" l="l" r="r" t="t"/>
              <a:pathLst>
                <a:path extrusionOk="0" h="1310" w="513">
                  <a:moveTo>
                    <a:pt x="215" y="1048"/>
                  </a:moveTo>
                  <a:cubicBezTo>
                    <a:pt x="250" y="893"/>
                    <a:pt x="298" y="750"/>
                    <a:pt x="334" y="595"/>
                  </a:cubicBezTo>
                  <a:cubicBezTo>
                    <a:pt x="393" y="393"/>
                    <a:pt x="453" y="203"/>
                    <a:pt x="512" y="0"/>
                  </a:cubicBezTo>
                  <a:lnTo>
                    <a:pt x="227" y="72"/>
                  </a:lnTo>
                  <a:cubicBezTo>
                    <a:pt x="167" y="357"/>
                    <a:pt x="119" y="631"/>
                    <a:pt x="72" y="905"/>
                  </a:cubicBezTo>
                  <a:cubicBezTo>
                    <a:pt x="48" y="1036"/>
                    <a:pt x="24" y="1167"/>
                    <a:pt x="0" y="1310"/>
                  </a:cubicBezTo>
                  <a:cubicBezTo>
                    <a:pt x="60" y="1215"/>
                    <a:pt x="131" y="1131"/>
                    <a:pt x="215" y="104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46"/>
            <p:cNvSpPr/>
            <p:nvPr/>
          </p:nvSpPr>
          <p:spPr>
            <a:xfrm>
              <a:off x="1377550" y="3102000"/>
              <a:ext cx="1444550" cy="835550"/>
            </a:xfrm>
            <a:custGeom>
              <a:rect b="b" l="l" r="r" t="t"/>
              <a:pathLst>
                <a:path extrusionOk="0" h="33422" w="57782">
                  <a:moveTo>
                    <a:pt x="13597" y="28575"/>
                  </a:moveTo>
                  <a:cubicBezTo>
                    <a:pt x="25765" y="27313"/>
                    <a:pt x="38148" y="28206"/>
                    <a:pt x="50018" y="31171"/>
                  </a:cubicBezTo>
                  <a:cubicBezTo>
                    <a:pt x="52221" y="31719"/>
                    <a:pt x="54400" y="32338"/>
                    <a:pt x="56567" y="33028"/>
                  </a:cubicBezTo>
                  <a:cubicBezTo>
                    <a:pt x="56972" y="33159"/>
                    <a:pt x="57376" y="33290"/>
                    <a:pt x="57781" y="33421"/>
                  </a:cubicBezTo>
                  <a:lnTo>
                    <a:pt x="57650" y="33243"/>
                  </a:lnTo>
                  <a:lnTo>
                    <a:pt x="57103" y="32516"/>
                  </a:lnTo>
                  <a:cubicBezTo>
                    <a:pt x="53054" y="32100"/>
                    <a:pt x="49256" y="30457"/>
                    <a:pt x="45720" y="28421"/>
                  </a:cubicBezTo>
                  <a:cubicBezTo>
                    <a:pt x="44911" y="27956"/>
                    <a:pt x="44125" y="27480"/>
                    <a:pt x="43351" y="26980"/>
                  </a:cubicBezTo>
                  <a:cubicBezTo>
                    <a:pt x="42625" y="26528"/>
                    <a:pt x="41910" y="26051"/>
                    <a:pt x="41220" y="25539"/>
                  </a:cubicBezTo>
                  <a:cubicBezTo>
                    <a:pt x="40981" y="25361"/>
                    <a:pt x="40755" y="25170"/>
                    <a:pt x="40529" y="24980"/>
                  </a:cubicBezTo>
                  <a:cubicBezTo>
                    <a:pt x="40208" y="24718"/>
                    <a:pt x="39910" y="24444"/>
                    <a:pt x="39612" y="24158"/>
                  </a:cubicBezTo>
                  <a:cubicBezTo>
                    <a:pt x="39386" y="23956"/>
                    <a:pt x="39160" y="23741"/>
                    <a:pt x="38957" y="23527"/>
                  </a:cubicBezTo>
                  <a:cubicBezTo>
                    <a:pt x="38695" y="23230"/>
                    <a:pt x="38434" y="22920"/>
                    <a:pt x="38195" y="22587"/>
                  </a:cubicBezTo>
                  <a:cubicBezTo>
                    <a:pt x="38053" y="22384"/>
                    <a:pt x="37933" y="22158"/>
                    <a:pt x="37838" y="21908"/>
                  </a:cubicBezTo>
                  <a:cubicBezTo>
                    <a:pt x="40958" y="20432"/>
                    <a:pt x="42672" y="16824"/>
                    <a:pt x="43101" y="13347"/>
                  </a:cubicBezTo>
                  <a:cubicBezTo>
                    <a:pt x="43553" y="9704"/>
                    <a:pt x="42922" y="6001"/>
                    <a:pt x="43006" y="2322"/>
                  </a:cubicBezTo>
                  <a:cubicBezTo>
                    <a:pt x="43029" y="1560"/>
                    <a:pt x="43077" y="810"/>
                    <a:pt x="43160" y="60"/>
                  </a:cubicBezTo>
                  <a:cubicBezTo>
                    <a:pt x="43148" y="36"/>
                    <a:pt x="43148" y="24"/>
                    <a:pt x="43148" y="0"/>
                  </a:cubicBezTo>
                  <a:cubicBezTo>
                    <a:pt x="41970" y="4013"/>
                    <a:pt x="40862" y="8049"/>
                    <a:pt x="39815" y="12097"/>
                  </a:cubicBezTo>
                  <a:cubicBezTo>
                    <a:pt x="39041" y="15062"/>
                    <a:pt x="38303" y="18050"/>
                    <a:pt x="37600" y="21039"/>
                  </a:cubicBezTo>
                  <a:cubicBezTo>
                    <a:pt x="37255" y="19110"/>
                    <a:pt x="37874" y="16586"/>
                    <a:pt x="38505" y="14967"/>
                  </a:cubicBezTo>
                  <a:cubicBezTo>
                    <a:pt x="37017" y="15479"/>
                    <a:pt x="35588" y="15979"/>
                    <a:pt x="34183" y="16467"/>
                  </a:cubicBezTo>
                  <a:cubicBezTo>
                    <a:pt x="24610" y="19789"/>
                    <a:pt x="16967" y="22515"/>
                    <a:pt x="8573" y="25337"/>
                  </a:cubicBezTo>
                  <a:cubicBezTo>
                    <a:pt x="7120" y="25825"/>
                    <a:pt x="5632" y="26325"/>
                    <a:pt x="4120" y="26825"/>
                  </a:cubicBezTo>
                  <a:cubicBezTo>
                    <a:pt x="2762" y="27278"/>
                    <a:pt x="1393" y="27754"/>
                    <a:pt x="0" y="28266"/>
                  </a:cubicBezTo>
                  <a:lnTo>
                    <a:pt x="0" y="31111"/>
                  </a:lnTo>
                  <a:cubicBezTo>
                    <a:pt x="464" y="30980"/>
                    <a:pt x="917" y="30838"/>
                    <a:pt x="1381" y="30719"/>
                  </a:cubicBezTo>
                  <a:cubicBezTo>
                    <a:pt x="5382" y="29671"/>
                    <a:pt x="9478" y="28992"/>
                    <a:pt x="13597" y="28575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46"/>
            <p:cNvSpPr/>
            <p:nvPr/>
          </p:nvSpPr>
          <p:spPr>
            <a:xfrm>
              <a:off x="1377550" y="1484825"/>
              <a:ext cx="5675" cy="3300"/>
            </a:xfrm>
            <a:custGeom>
              <a:rect b="b" l="l" r="r" t="t"/>
              <a:pathLst>
                <a:path extrusionOk="0" h="132" w="227">
                  <a:moveTo>
                    <a:pt x="0" y="1"/>
                  </a:moveTo>
                  <a:lnTo>
                    <a:pt x="0" y="132"/>
                  </a:lnTo>
                  <a:cubicBezTo>
                    <a:pt x="72" y="132"/>
                    <a:pt x="155" y="132"/>
                    <a:pt x="226" y="132"/>
                  </a:cubicBezTo>
                  <a:cubicBezTo>
                    <a:pt x="155" y="96"/>
                    <a:pt x="72" y="49"/>
                    <a:pt x="0" y="1"/>
                  </a:cubicBezTo>
                  <a:close/>
                </a:path>
              </a:pathLst>
            </a:custGeom>
            <a:solidFill>
              <a:srgbClr val="0040D2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46"/>
            <p:cNvSpPr/>
            <p:nvPr/>
          </p:nvSpPr>
          <p:spPr>
            <a:xfrm>
              <a:off x="1377550" y="1021675"/>
              <a:ext cx="53000" cy="180125"/>
            </a:xfrm>
            <a:custGeom>
              <a:rect b="b" l="l" r="r" t="t"/>
              <a:pathLst>
                <a:path extrusionOk="0" h="7205" w="2120">
                  <a:moveTo>
                    <a:pt x="1346" y="1"/>
                  </a:moveTo>
                  <a:lnTo>
                    <a:pt x="0" y="1"/>
                  </a:lnTo>
                  <a:lnTo>
                    <a:pt x="0" y="5835"/>
                  </a:lnTo>
                  <a:cubicBezTo>
                    <a:pt x="679" y="6335"/>
                    <a:pt x="1381" y="6799"/>
                    <a:pt x="2119" y="7204"/>
                  </a:cubicBezTo>
                  <a:cubicBezTo>
                    <a:pt x="1798" y="4811"/>
                    <a:pt x="1536" y="2406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46"/>
            <p:cNvSpPr/>
            <p:nvPr/>
          </p:nvSpPr>
          <p:spPr>
            <a:xfrm>
              <a:off x="2246400" y="1021675"/>
              <a:ext cx="39600" cy="2725"/>
            </a:xfrm>
            <a:custGeom>
              <a:rect b="b" l="l" r="r" t="t"/>
              <a:pathLst>
                <a:path extrusionOk="0" h="109" w="1584">
                  <a:moveTo>
                    <a:pt x="1584" y="1"/>
                  </a:moveTo>
                  <a:lnTo>
                    <a:pt x="0" y="1"/>
                  </a:lnTo>
                  <a:cubicBezTo>
                    <a:pt x="310" y="48"/>
                    <a:pt x="620" y="84"/>
                    <a:pt x="929" y="96"/>
                  </a:cubicBezTo>
                  <a:cubicBezTo>
                    <a:pt x="1155" y="108"/>
                    <a:pt x="1394" y="108"/>
                    <a:pt x="1584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46"/>
            <p:cNvSpPr/>
            <p:nvPr/>
          </p:nvSpPr>
          <p:spPr>
            <a:xfrm>
              <a:off x="2456250" y="3017475"/>
              <a:ext cx="833450" cy="237825"/>
            </a:xfrm>
            <a:custGeom>
              <a:rect b="b" l="l" r="r" t="t"/>
              <a:pathLst>
                <a:path extrusionOk="0" h="9513" w="33338">
                  <a:moveTo>
                    <a:pt x="5823" y="0"/>
                  </a:moveTo>
                  <a:cubicBezTo>
                    <a:pt x="5477" y="0"/>
                    <a:pt x="4977" y="36"/>
                    <a:pt x="4406" y="107"/>
                  </a:cubicBezTo>
                  <a:cubicBezTo>
                    <a:pt x="3072" y="417"/>
                    <a:pt x="1822" y="1000"/>
                    <a:pt x="739" y="1834"/>
                  </a:cubicBezTo>
                  <a:cubicBezTo>
                    <a:pt x="596" y="1941"/>
                    <a:pt x="465" y="2060"/>
                    <a:pt x="334" y="2191"/>
                  </a:cubicBezTo>
                  <a:cubicBezTo>
                    <a:pt x="239" y="2548"/>
                    <a:pt x="131" y="2905"/>
                    <a:pt x="24" y="3262"/>
                  </a:cubicBezTo>
                  <a:cubicBezTo>
                    <a:pt x="24" y="3322"/>
                    <a:pt x="12" y="3381"/>
                    <a:pt x="0" y="3441"/>
                  </a:cubicBezTo>
                  <a:cubicBezTo>
                    <a:pt x="239" y="4072"/>
                    <a:pt x="1012" y="4560"/>
                    <a:pt x="1691" y="4846"/>
                  </a:cubicBezTo>
                  <a:cubicBezTo>
                    <a:pt x="9657" y="8158"/>
                    <a:pt x="18178" y="9512"/>
                    <a:pt x="26805" y="9512"/>
                  </a:cubicBezTo>
                  <a:cubicBezTo>
                    <a:pt x="28816" y="9512"/>
                    <a:pt x="30833" y="9438"/>
                    <a:pt x="32850" y="9299"/>
                  </a:cubicBezTo>
                  <a:cubicBezTo>
                    <a:pt x="33338" y="8465"/>
                    <a:pt x="33147" y="7263"/>
                    <a:pt x="32231" y="6715"/>
                  </a:cubicBezTo>
                  <a:cubicBezTo>
                    <a:pt x="31457" y="6727"/>
                    <a:pt x="30659" y="6751"/>
                    <a:pt x="29849" y="6751"/>
                  </a:cubicBezTo>
                  <a:cubicBezTo>
                    <a:pt x="28075" y="6751"/>
                    <a:pt x="26230" y="6691"/>
                    <a:pt x="24337" y="6572"/>
                  </a:cubicBezTo>
                  <a:cubicBezTo>
                    <a:pt x="20562" y="6334"/>
                    <a:pt x="16586" y="5834"/>
                    <a:pt x="12466" y="4965"/>
                  </a:cubicBezTo>
                  <a:cubicBezTo>
                    <a:pt x="12085" y="4894"/>
                    <a:pt x="11692" y="4786"/>
                    <a:pt x="11299" y="4703"/>
                  </a:cubicBezTo>
                  <a:cubicBezTo>
                    <a:pt x="10978" y="4655"/>
                    <a:pt x="10645" y="4608"/>
                    <a:pt x="10323" y="4548"/>
                  </a:cubicBezTo>
                  <a:cubicBezTo>
                    <a:pt x="9323" y="4382"/>
                    <a:pt x="8287" y="4191"/>
                    <a:pt x="7406" y="3727"/>
                  </a:cubicBezTo>
                  <a:cubicBezTo>
                    <a:pt x="7001" y="3608"/>
                    <a:pt x="6608" y="3512"/>
                    <a:pt x="6204" y="3393"/>
                  </a:cubicBezTo>
                  <a:lnTo>
                    <a:pt x="5930" y="3322"/>
                  </a:lnTo>
                  <a:lnTo>
                    <a:pt x="5989" y="2417"/>
                  </a:lnTo>
                  <a:cubicBezTo>
                    <a:pt x="5537" y="1655"/>
                    <a:pt x="5418" y="726"/>
                    <a:pt x="5823" y="0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46"/>
            <p:cNvSpPr/>
            <p:nvPr/>
          </p:nvSpPr>
          <p:spPr>
            <a:xfrm>
              <a:off x="2456250" y="3017475"/>
              <a:ext cx="833450" cy="250950"/>
            </a:xfrm>
            <a:custGeom>
              <a:rect b="b" l="l" r="r" t="t"/>
              <a:pathLst>
                <a:path extrusionOk="0" h="10038" w="33338">
                  <a:moveTo>
                    <a:pt x="1691" y="4846"/>
                  </a:moveTo>
                  <a:cubicBezTo>
                    <a:pt x="11514" y="8930"/>
                    <a:pt x="22182" y="10037"/>
                    <a:pt x="32850" y="9299"/>
                  </a:cubicBezTo>
                  <a:cubicBezTo>
                    <a:pt x="33338" y="8465"/>
                    <a:pt x="33147" y="7263"/>
                    <a:pt x="32231" y="6715"/>
                  </a:cubicBezTo>
                  <a:cubicBezTo>
                    <a:pt x="31457" y="6727"/>
                    <a:pt x="30659" y="6751"/>
                    <a:pt x="29849" y="6751"/>
                  </a:cubicBezTo>
                  <a:cubicBezTo>
                    <a:pt x="28075" y="6751"/>
                    <a:pt x="26230" y="6691"/>
                    <a:pt x="24337" y="6572"/>
                  </a:cubicBezTo>
                  <a:cubicBezTo>
                    <a:pt x="20562" y="6334"/>
                    <a:pt x="16586" y="5834"/>
                    <a:pt x="12466" y="4965"/>
                  </a:cubicBezTo>
                  <a:cubicBezTo>
                    <a:pt x="12085" y="4894"/>
                    <a:pt x="11692" y="4786"/>
                    <a:pt x="11299" y="4703"/>
                  </a:cubicBezTo>
                  <a:cubicBezTo>
                    <a:pt x="10978" y="4655"/>
                    <a:pt x="10645" y="4608"/>
                    <a:pt x="10323" y="4548"/>
                  </a:cubicBezTo>
                  <a:cubicBezTo>
                    <a:pt x="9323" y="4382"/>
                    <a:pt x="8287" y="4191"/>
                    <a:pt x="7406" y="3727"/>
                  </a:cubicBezTo>
                  <a:cubicBezTo>
                    <a:pt x="7001" y="3608"/>
                    <a:pt x="6608" y="3512"/>
                    <a:pt x="6204" y="3393"/>
                  </a:cubicBezTo>
                  <a:lnTo>
                    <a:pt x="5930" y="3322"/>
                  </a:lnTo>
                  <a:lnTo>
                    <a:pt x="5989" y="2417"/>
                  </a:lnTo>
                  <a:cubicBezTo>
                    <a:pt x="5537" y="1655"/>
                    <a:pt x="5418" y="726"/>
                    <a:pt x="5823" y="0"/>
                  </a:cubicBezTo>
                  <a:cubicBezTo>
                    <a:pt x="5477" y="0"/>
                    <a:pt x="4977" y="36"/>
                    <a:pt x="4406" y="107"/>
                  </a:cubicBezTo>
                  <a:cubicBezTo>
                    <a:pt x="3072" y="417"/>
                    <a:pt x="1822" y="1000"/>
                    <a:pt x="739" y="1834"/>
                  </a:cubicBezTo>
                  <a:cubicBezTo>
                    <a:pt x="596" y="1941"/>
                    <a:pt x="465" y="2060"/>
                    <a:pt x="334" y="2191"/>
                  </a:cubicBezTo>
                  <a:cubicBezTo>
                    <a:pt x="239" y="2548"/>
                    <a:pt x="131" y="2905"/>
                    <a:pt x="24" y="3262"/>
                  </a:cubicBezTo>
                  <a:cubicBezTo>
                    <a:pt x="24" y="3322"/>
                    <a:pt x="12" y="3381"/>
                    <a:pt x="0" y="3441"/>
                  </a:cubicBezTo>
                  <a:cubicBezTo>
                    <a:pt x="239" y="4072"/>
                    <a:pt x="1012" y="4560"/>
                    <a:pt x="1691" y="4846"/>
                  </a:cubicBezTo>
                  <a:close/>
                </a:path>
              </a:pathLst>
            </a:custGeom>
            <a:solidFill>
              <a:srgbClr val="FF870B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46"/>
            <p:cNvSpPr/>
            <p:nvPr/>
          </p:nvSpPr>
          <p:spPr>
            <a:xfrm>
              <a:off x="2456250" y="3017475"/>
              <a:ext cx="833450" cy="237825"/>
            </a:xfrm>
            <a:custGeom>
              <a:rect b="b" l="l" r="r" t="t"/>
              <a:pathLst>
                <a:path extrusionOk="0" h="9513" w="33338">
                  <a:moveTo>
                    <a:pt x="5823" y="0"/>
                  </a:moveTo>
                  <a:cubicBezTo>
                    <a:pt x="5477" y="0"/>
                    <a:pt x="4977" y="36"/>
                    <a:pt x="4406" y="107"/>
                  </a:cubicBezTo>
                  <a:cubicBezTo>
                    <a:pt x="3072" y="417"/>
                    <a:pt x="1822" y="1000"/>
                    <a:pt x="739" y="1834"/>
                  </a:cubicBezTo>
                  <a:cubicBezTo>
                    <a:pt x="596" y="1941"/>
                    <a:pt x="465" y="2060"/>
                    <a:pt x="334" y="2191"/>
                  </a:cubicBezTo>
                  <a:cubicBezTo>
                    <a:pt x="239" y="2548"/>
                    <a:pt x="131" y="2905"/>
                    <a:pt x="24" y="3262"/>
                  </a:cubicBezTo>
                  <a:cubicBezTo>
                    <a:pt x="24" y="3322"/>
                    <a:pt x="12" y="3381"/>
                    <a:pt x="0" y="3441"/>
                  </a:cubicBezTo>
                  <a:cubicBezTo>
                    <a:pt x="239" y="4072"/>
                    <a:pt x="1012" y="4560"/>
                    <a:pt x="1691" y="4846"/>
                  </a:cubicBezTo>
                  <a:cubicBezTo>
                    <a:pt x="9657" y="8158"/>
                    <a:pt x="18178" y="9512"/>
                    <a:pt x="26805" y="9512"/>
                  </a:cubicBezTo>
                  <a:cubicBezTo>
                    <a:pt x="28816" y="9512"/>
                    <a:pt x="30833" y="9438"/>
                    <a:pt x="32850" y="9299"/>
                  </a:cubicBezTo>
                  <a:cubicBezTo>
                    <a:pt x="33338" y="8465"/>
                    <a:pt x="33147" y="7263"/>
                    <a:pt x="32231" y="6715"/>
                  </a:cubicBezTo>
                  <a:cubicBezTo>
                    <a:pt x="31457" y="6727"/>
                    <a:pt x="30659" y="6751"/>
                    <a:pt x="29849" y="6751"/>
                  </a:cubicBezTo>
                  <a:cubicBezTo>
                    <a:pt x="28075" y="6751"/>
                    <a:pt x="26230" y="6691"/>
                    <a:pt x="24337" y="6572"/>
                  </a:cubicBezTo>
                  <a:cubicBezTo>
                    <a:pt x="20562" y="6334"/>
                    <a:pt x="16586" y="5834"/>
                    <a:pt x="12466" y="4965"/>
                  </a:cubicBezTo>
                  <a:cubicBezTo>
                    <a:pt x="12085" y="4894"/>
                    <a:pt x="11692" y="4786"/>
                    <a:pt x="11299" y="4703"/>
                  </a:cubicBezTo>
                  <a:cubicBezTo>
                    <a:pt x="10978" y="4655"/>
                    <a:pt x="10645" y="4608"/>
                    <a:pt x="10323" y="4548"/>
                  </a:cubicBezTo>
                  <a:cubicBezTo>
                    <a:pt x="9323" y="4382"/>
                    <a:pt x="8287" y="4191"/>
                    <a:pt x="7406" y="3727"/>
                  </a:cubicBezTo>
                  <a:cubicBezTo>
                    <a:pt x="7001" y="3608"/>
                    <a:pt x="6608" y="3512"/>
                    <a:pt x="6204" y="3393"/>
                  </a:cubicBezTo>
                  <a:lnTo>
                    <a:pt x="5930" y="3322"/>
                  </a:lnTo>
                  <a:lnTo>
                    <a:pt x="5989" y="2417"/>
                  </a:lnTo>
                  <a:cubicBezTo>
                    <a:pt x="5537" y="1655"/>
                    <a:pt x="5418" y="726"/>
                    <a:pt x="582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46"/>
            <p:cNvSpPr/>
            <p:nvPr/>
          </p:nvSpPr>
          <p:spPr>
            <a:xfrm>
              <a:off x="2454175" y="3078475"/>
              <a:ext cx="5375" cy="23550"/>
            </a:xfrm>
            <a:custGeom>
              <a:rect b="b" l="l" r="r" t="t"/>
              <a:pathLst>
                <a:path extrusionOk="0" h="942" w="215">
                  <a:moveTo>
                    <a:pt x="214" y="1"/>
                  </a:moveTo>
                  <a:lnTo>
                    <a:pt x="214" y="1"/>
                  </a:lnTo>
                  <a:cubicBezTo>
                    <a:pt x="143" y="120"/>
                    <a:pt x="83" y="227"/>
                    <a:pt x="48" y="358"/>
                  </a:cubicBezTo>
                  <a:cubicBezTo>
                    <a:pt x="0" y="572"/>
                    <a:pt x="24" y="763"/>
                    <a:pt x="71" y="941"/>
                  </a:cubicBezTo>
                  <a:cubicBezTo>
                    <a:pt x="83" y="906"/>
                    <a:pt x="95" y="858"/>
                    <a:pt x="107" y="822"/>
                  </a:cubicBezTo>
                  <a:cubicBezTo>
                    <a:pt x="143" y="549"/>
                    <a:pt x="179" y="275"/>
                    <a:pt x="214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46"/>
            <p:cNvSpPr/>
            <p:nvPr/>
          </p:nvSpPr>
          <p:spPr>
            <a:xfrm>
              <a:off x="2454175" y="3078475"/>
              <a:ext cx="5375" cy="23550"/>
            </a:xfrm>
            <a:custGeom>
              <a:rect b="b" l="l" r="r" t="t"/>
              <a:pathLst>
                <a:path extrusionOk="0" h="942" w="215">
                  <a:moveTo>
                    <a:pt x="214" y="1"/>
                  </a:moveTo>
                  <a:cubicBezTo>
                    <a:pt x="143" y="120"/>
                    <a:pt x="83" y="227"/>
                    <a:pt x="48" y="358"/>
                  </a:cubicBezTo>
                  <a:cubicBezTo>
                    <a:pt x="0" y="572"/>
                    <a:pt x="24" y="763"/>
                    <a:pt x="71" y="941"/>
                  </a:cubicBezTo>
                  <a:cubicBezTo>
                    <a:pt x="83" y="906"/>
                    <a:pt x="95" y="858"/>
                    <a:pt x="107" y="822"/>
                  </a:cubicBezTo>
                  <a:cubicBezTo>
                    <a:pt x="143" y="549"/>
                    <a:pt x="179" y="275"/>
                    <a:pt x="214" y="1"/>
                  </a:cubicBezTo>
                  <a:close/>
                </a:path>
              </a:pathLst>
            </a:custGeom>
            <a:solidFill>
              <a:srgbClr val="FF870B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46"/>
            <p:cNvSpPr/>
            <p:nvPr/>
          </p:nvSpPr>
          <p:spPr>
            <a:xfrm>
              <a:off x="2454175" y="3078475"/>
              <a:ext cx="5375" cy="23550"/>
            </a:xfrm>
            <a:custGeom>
              <a:rect b="b" l="l" r="r" t="t"/>
              <a:pathLst>
                <a:path extrusionOk="0" h="942" w="215">
                  <a:moveTo>
                    <a:pt x="214" y="1"/>
                  </a:moveTo>
                  <a:lnTo>
                    <a:pt x="214" y="1"/>
                  </a:lnTo>
                  <a:cubicBezTo>
                    <a:pt x="143" y="120"/>
                    <a:pt x="83" y="227"/>
                    <a:pt x="48" y="358"/>
                  </a:cubicBezTo>
                  <a:cubicBezTo>
                    <a:pt x="0" y="572"/>
                    <a:pt x="24" y="763"/>
                    <a:pt x="71" y="941"/>
                  </a:cubicBezTo>
                  <a:cubicBezTo>
                    <a:pt x="83" y="906"/>
                    <a:pt x="95" y="858"/>
                    <a:pt x="107" y="822"/>
                  </a:cubicBezTo>
                  <a:cubicBezTo>
                    <a:pt x="143" y="549"/>
                    <a:pt x="179" y="275"/>
                    <a:pt x="2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46"/>
            <p:cNvSpPr/>
            <p:nvPr/>
          </p:nvSpPr>
          <p:spPr>
            <a:xfrm>
              <a:off x="2629475" y="2976400"/>
              <a:ext cx="4800" cy="6275"/>
            </a:xfrm>
            <a:custGeom>
              <a:rect b="b" l="l" r="r" t="t"/>
              <a:pathLst>
                <a:path extrusionOk="0" h="251" w="192">
                  <a:moveTo>
                    <a:pt x="191" y="0"/>
                  </a:moveTo>
                  <a:lnTo>
                    <a:pt x="191" y="0"/>
                  </a:lnTo>
                  <a:cubicBezTo>
                    <a:pt x="132" y="71"/>
                    <a:pt x="72" y="143"/>
                    <a:pt x="1" y="226"/>
                  </a:cubicBezTo>
                  <a:lnTo>
                    <a:pt x="1" y="250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46"/>
            <p:cNvSpPr/>
            <p:nvPr/>
          </p:nvSpPr>
          <p:spPr>
            <a:xfrm>
              <a:off x="2629475" y="2976400"/>
              <a:ext cx="4800" cy="6275"/>
            </a:xfrm>
            <a:custGeom>
              <a:rect b="b" l="l" r="r" t="t"/>
              <a:pathLst>
                <a:path extrusionOk="0" h="251" w="192">
                  <a:moveTo>
                    <a:pt x="191" y="0"/>
                  </a:moveTo>
                  <a:cubicBezTo>
                    <a:pt x="132" y="71"/>
                    <a:pt x="72" y="143"/>
                    <a:pt x="1" y="226"/>
                  </a:cubicBezTo>
                  <a:lnTo>
                    <a:pt x="1" y="25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46"/>
            <p:cNvSpPr/>
            <p:nvPr/>
          </p:nvSpPr>
          <p:spPr>
            <a:xfrm>
              <a:off x="2629475" y="2976400"/>
              <a:ext cx="4800" cy="6275"/>
            </a:xfrm>
            <a:custGeom>
              <a:rect b="b" l="l" r="r" t="t"/>
              <a:pathLst>
                <a:path extrusionOk="0" h="251" w="192">
                  <a:moveTo>
                    <a:pt x="191" y="0"/>
                  </a:moveTo>
                  <a:lnTo>
                    <a:pt x="191" y="0"/>
                  </a:lnTo>
                  <a:cubicBezTo>
                    <a:pt x="132" y="71"/>
                    <a:pt x="72" y="143"/>
                    <a:pt x="1" y="226"/>
                  </a:cubicBezTo>
                  <a:lnTo>
                    <a:pt x="1" y="250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46"/>
            <p:cNvSpPr/>
            <p:nvPr/>
          </p:nvSpPr>
          <p:spPr>
            <a:xfrm>
              <a:off x="2604475" y="3078175"/>
              <a:ext cx="36950" cy="32475"/>
            </a:xfrm>
            <a:custGeom>
              <a:rect b="b" l="l" r="r" t="t"/>
              <a:pathLst>
                <a:path extrusionOk="0" h="1299" w="1478">
                  <a:moveTo>
                    <a:pt x="60" y="1"/>
                  </a:moveTo>
                  <a:lnTo>
                    <a:pt x="1" y="894"/>
                  </a:lnTo>
                  <a:lnTo>
                    <a:pt x="275" y="977"/>
                  </a:lnTo>
                  <a:cubicBezTo>
                    <a:pt x="679" y="1084"/>
                    <a:pt x="1072" y="1192"/>
                    <a:pt x="1477" y="1299"/>
                  </a:cubicBezTo>
                  <a:cubicBezTo>
                    <a:pt x="1215" y="1156"/>
                    <a:pt x="965" y="1001"/>
                    <a:pt x="739" y="811"/>
                  </a:cubicBezTo>
                  <a:cubicBezTo>
                    <a:pt x="465" y="584"/>
                    <a:pt x="239" y="311"/>
                    <a:pt x="60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46"/>
            <p:cNvSpPr/>
            <p:nvPr/>
          </p:nvSpPr>
          <p:spPr>
            <a:xfrm>
              <a:off x="2604475" y="3078175"/>
              <a:ext cx="36950" cy="32475"/>
            </a:xfrm>
            <a:custGeom>
              <a:rect b="b" l="l" r="r" t="t"/>
              <a:pathLst>
                <a:path extrusionOk="0" h="1299" w="1478">
                  <a:moveTo>
                    <a:pt x="60" y="1"/>
                  </a:moveTo>
                  <a:lnTo>
                    <a:pt x="1" y="894"/>
                  </a:lnTo>
                  <a:lnTo>
                    <a:pt x="275" y="977"/>
                  </a:lnTo>
                  <a:cubicBezTo>
                    <a:pt x="679" y="1084"/>
                    <a:pt x="1072" y="1192"/>
                    <a:pt x="1477" y="1299"/>
                  </a:cubicBezTo>
                  <a:cubicBezTo>
                    <a:pt x="1215" y="1156"/>
                    <a:pt x="965" y="1001"/>
                    <a:pt x="739" y="811"/>
                  </a:cubicBezTo>
                  <a:cubicBezTo>
                    <a:pt x="465" y="584"/>
                    <a:pt x="239" y="311"/>
                    <a:pt x="60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46"/>
            <p:cNvSpPr/>
            <p:nvPr/>
          </p:nvSpPr>
          <p:spPr>
            <a:xfrm>
              <a:off x="2738725" y="3135050"/>
              <a:ext cx="653375" cy="51200"/>
            </a:xfrm>
            <a:custGeom>
              <a:rect b="b" l="l" r="r" t="t"/>
              <a:pathLst>
                <a:path extrusionOk="0" h="2048" w="26135">
                  <a:moveTo>
                    <a:pt x="0" y="0"/>
                  </a:moveTo>
                  <a:cubicBezTo>
                    <a:pt x="393" y="83"/>
                    <a:pt x="786" y="191"/>
                    <a:pt x="1167" y="262"/>
                  </a:cubicBezTo>
                  <a:cubicBezTo>
                    <a:pt x="5287" y="1131"/>
                    <a:pt x="9263" y="1631"/>
                    <a:pt x="13038" y="1869"/>
                  </a:cubicBezTo>
                  <a:cubicBezTo>
                    <a:pt x="14931" y="1988"/>
                    <a:pt x="16776" y="2048"/>
                    <a:pt x="18550" y="2048"/>
                  </a:cubicBezTo>
                  <a:cubicBezTo>
                    <a:pt x="19360" y="2048"/>
                    <a:pt x="20146" y="2036"/>
                    <a:pt x="20932" y="2012"/>
                  </a:cubicBezTo>
                  <a:cubicBezTo>
                    <a:pt x="22741" y="1965"/>
                    <a:pt x="24468" y="1857"/>
                    <a:pt x="26135" y="1715"/>
                  </a:cubicBezTo>
                  <a:lnTo>
                    <a:pt x="26135" y="1119"/>
                  </a:lnTo>
                  <a:cubicBezTo>
                    <a:pt x="23415" y="1354"/>
                    <a:pt x="20679" y="1465"/>
                    <a:pt x="17940" y="1465"/>
                  </a:cubicBezTo>
                  <a:cubicBezTo>
                    <a:pt x="11939" y="1465"/>
                    <a:pt x="5919" y="932"/>
                    <a:pt x="0" y="0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46"/>
            <p:cNvSpPr/>
            <p:nvPr/>
          </p:nvSpPr>
          <p:spPr>
            <a:xfrm>
              <a:off x="2738725" y="3135050"/>
              <a:ext cx="653375" cy="51200"/>
            </a:xfrm>
            <a:custGeom>
              <a:rect b="b" l="l" r="r" t="t"/>
              <a:pathLst>
                <a:path extrusionOk="0" h="2048" w="26135">
                  <a:moveTo>
                    <a:pt x="0" y="0"/>
                  </a:moveTo>
                  <a:cubicBezTo>
                    <a:pt x="393" y="83"/>
                    <a:pt x="786" y="191"/>
                    <a:pt x="1167" y="262"/>
                  </a:cubicBezTo>
                  <a:cubicBezTo>
                    <a:pt x="5287" y="1131"/>
                    <a:pt x="9263" y="1631"/>
                    <a:pt x="13038" y="1869"/>
                  </a:cubicBezTo>
                  <a:cubicBezTo>
                    <a:pt x="14931" y="1988"/>
                    <a:pt x="16776" y="2048"/>
                    <a:pt x="18550" y="2048"/>
                  </a:cubicBezTo>
                  <a:cubicBezTo>
                    <a:pt x="19360" y="2048"/>
                    <a:pt x="20146" y="2036"/>
                    <a:pt x="20932" y="2012"/>
                  </a:cubicBezTo>
                  <a:cubicBezTo>
                    <a:pt x="22741" y="1965"/>
                    <a:pt x="24468" y="1857"/>
                    <a:pt x="26135" y="1715"/>
                  </a:cubicBezTo>
                  <a:lnTo>
                    <a:pt x="26135" y="1119"/>
                  </a:lnTo>
                  <a:cubicBezTo>
                    <a:pt x="23415" y="1354"/>
                    <a:pt x="20679" y="1465"/>
                    <a:pt x="17940" y="1465"/>
                  </a:cubicBezTo>
                  <a:cubicBezTo>
                    <a:pt x="11939" y="1465"/>
                    <a:pt x="5919" y="932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46"/>
            <p:cNvSpPr/>
            <p:nvPr/>
          </p:nvSpPr>
          <p:spPr>
            <a:xfrm>
              <a:off x="2603575" y="2982050"/>
              <a:ext cx="25925" cy="32750"/>
            </a:xfrm>
            <a:custGeom>
              <a:rect b="b" l="l" r="r" t="t"/>
              <a:pathLst>
                <a:path extrusionOk="0" h="1310" w="1037">
                  <a:moveTo>
                    <a:pt x="1037" y="0"/>
                  </a:moveTo>
                  <a:cubicBezTo>
                    <a:pt x="715" y="381"/>
                    <a:pt x="406" y="774"/>
                    <a:pt x="84" y="1167"/>
                  </a:cubicBezTo>
                  <a:cubicBezTo>
                    <a:pt x="49" y="1215"/>
                    <a:pt x="25" y="1262"/>
                    <a:pt x="1" y="1310"/>
                  </a:cubicBezTo>
                  <a:cubicBezTo>
                    <a:pt x="25" y="1310"/>
                    <a:pt x="61" y="1298"/>
                    <a:pt x="84" y="1298"/>
                  </a:cubicBezTo>
                  <a:lnTo>
                    <a:pt x="1037" y="24"/>
                  </a:lnTo>
                  <a:lnTo>
                    <a:pt x="1037" y="0"/>
                  </a:ln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46"/>
            <p:cNvSpPr/>
            <p:nvPr/>
          </p:nvSpPr>
          <p:spPr>
            <a:xfrm>
              <a:off x="2603575" y="2982050"/>
              <a:ext cx="25925" cy="32750"/>
            </a:xfrm>
            <a:custGeom>
              <a:rect b="b" l="l" r="r" t="t"/>
              <a:pathLst>
                <a:path extrusionOk="0" h="1310" w="1037">
                  <a:moveTo>
                    <a:pt x="1037" y="0"/>
                  </a:moveTo>
                  <a:cubicBezTo>
                    <a:pt x="715" y="381"/>
                    <a:pt x="406" y="774"/>
                    <a:pt x="84" y="1167"/>
                  </a:cubicBezTo>
                  <a:cubicBezTo>
                    <a:pt x="49" y="1215"/>
                    <a:pt x="25" y="1262"/>
                    <a:pt x="1" y="1310"/>
                  </a:cubicBezTo>
                  <a:cubicBezTo>
                    <a:pt x="25" y="1310"/>
                    <a:pt x="61" y="1298"/>
                    <a:pt x="84" y="1298"/>
                  </a:cubicBezTo>
                  <a:lnTo>
                    <a:pt x="1037" y="24"/>
                  </a:lnTo>
                  <a:lnTo>
                    <a:pt x="10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46"/>
            <p:cNvSpPr/>
            <p:nvPr/>
          </p:nvSpPr>
          <p:spPr>
            <a:xfrm>
              <a:off x="2566375" y="3014775"/>
              <a:ext cx="36950" cy="5700"/>
            </a:xfrm>
            <a:custGeom>
              <a:rect b="b" l="l" r="r" t="t"/>
              <a:pathLst>
                <a:path extrusionOk="0" h="228" w="1478">
                  <a:moveTo>
                    <a:pt x="1477" y="1"/>
                  </a:moveTo>
                  <a:lnTo>
                    <a:pt x="1477" y="1"/>
                  </a:lnTo>
                  <a:cubicBezTo>
                    <a:pt x="977" y="37"/>
                    <a:pt x="489" y="108"/>
                    <a:pt x="1" y="227"/>
                  </a:cubicBezTo>
                  <a:cubicBezTo>
                    <a:pt x="572" y="144"/>
                    <a:pt x="1072" y="120"/>
                    <a:pt x="1418" y="108"/>
                  </a:cubicBezTo>
                  <a:cubicBezTo>
                    <a:pt x="1441" y="72"/>
                    <a:pt x="1453" y="37"/>
                    <a:pt x="1477" y="1"/>
                  </a:cubicBezTo>
                  <a:close/>
                </a:path>
              </a:pathLst>
            </a:custGeom>
            <a:solidFill>
              <a:srgbClr val="1E003D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46"/>
            <p:cNvSpPr/>
            <p:nvPr/>
          </p:nvSpPr>
          <p:spPr>
            <a:xfrm>
              <a:off x="2566375" y="3014775"/>
              <a:ext cx="36950" cy="5700"/>
            </a:xfrm>
            <a:custGeom>
              <a:rect b="b" l="l" r="r" t="t"/>
              <a:pathLst>
                <a:path extrusionOk="0" h="228" w="1478">
                  <a:moveTo>
                    <a:pt x="1477" y="1"/>
                  </a:moveTo>
                  <a:lnTo>
                    <a:pt x="1477" y="1"/>
                  </a:lnTo>
                  <a:cubicBezTo>
                    <a:pt x="977" y="37"/>
                    <a:pt x="489" y="108"/>
                    <a:pt x="1" y="227"/>
                  </a:cubicBezTo>
                  <a:cubicBezTo>
                    <a:pt x="572" y="144"/>
                    <a:pt x="1072" y="120"/>
                    <a:pt x="1418" y="108"/>
                  </a:cubicBezTo>
                  <a:cubicBezTo>
                    <a:pt x="1441" y="72"/>
                    <a:pt x="1453" y="37"/>
                    <a:pt x="147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46"/>
            <p:cNvSpPr/>
            <p:nvPr/>
          </p:nvSpPr>
          <p:spPr>
            <a:xfrm>
              <a:off x="3262000" y="3177900"/>
              <a:ext cx="130100" cy="72050"/>
            </a:xfrm>
            <a:custGeom>
              <a:rect b="b" l="l" r="r" t="t"/>
              <a:pathLst>
                <a:path extrusionOk="0" h="2882" w="5204">
                  <a:moveTo>
                    <a:pt x="620" y="2882"/>
                  </a:moveTo>
                  <a:cubicBezTo>
                    <a:pt x="2144" y="2775"/>
                    <a:pt x="3680" y="2632"/>
                    <a:pt x="5204" y="2453"/>
                  </a:cubicBezTo>
                  <a:lnTo>
                    <a:pt x="5204" y="1"/>
                  </a:lnTo>
                  <a:cubicBezTo>
                    <a:pt x="3537" y="143"/>
                    <a:pt x="1810" y="251"/>
                    <a:pt x="1" y="298"/>
                  </a:cubicBezTo>
                  <a:cubicBezTo>
                    <a:pt x="917" y="846"/>
                    <a:pt x="1108" y="2048"/>
                    <a:pt x="620" y="2882"/>
                  </a:cubicBezTo>
                  <a:close/>
                </a:path>
              </a:pathLst>
            </a:custGeom>
            <a:solidFill>
              <a:srgbClr val="DD6963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46"/>
            <p:cNvSpPr/>
            <p:nvPr/>
          </p:nvSpPr>
          <p:spPr>
            <a:xfrm>
              <a:off x="3262000" y="3177900"/>
              <a:ext cx="130100" cy="72050"/>
            </a:xfrm>
            <a:custGeom>
              <a:rect b="b" l="l" r="r" t="t"/>
              <a:pathLst>
                <a:path extrusionOk="0" h="2882" w="5204">
                  <a:moveTo>
                    <a:pt x="5204" y="1"/>
                  </a:moveTo>
                  <a:cubicBezTo>
                    <a:pt x="3537" y="143"/>
                    <a:pt x="1810" y="251"/>
                    <a:pt x="1" y="298"/>
                  </a:cubicBezTo>
                  <a:cubicBezTo>
                    <a:pt x="917" y="846"/>
                    <a:pt x="1108" y="2048"/>
                    <a:pt x="620" y="2882"/>
                  </a:cubicBezTo>
                  <a:cubicBezTo>
                    <a:pt x="2144" y="2775"/>
                    <a:pt x="3680" y="2632"/>
                    <a:pt x="5204" y="2453"/>
                  </a:cubicBezTo>
                  <a:lnTo>
                    <a:pt x="520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46"/>
            <p:cNvSpPr/>
            <p:nvPr/>
          </p:nvSpPr>
          <p:spPr>
            <a:xfrm>
              <a:off x="2456850" y="3072225"/>
              <a:ext cx="8050" cy="26825"/>
            </a:xfrm>
            <a:custGeom>
              <a:rect b="b" l="l" r="r" t="t"/>
              <a:pathLst>
                <a:path extrusionOk="0" h="1073" w="322">
                  <a:moveTo>
                    <a:pt x="0" y="1072"/>
                  </a:moveTo>
                  <a:cubicBezTo>
                    <a:pt x="107" y="715"/>
                    <a:pt x="215" y="358"/>
                    <a:pt x="322" y="1"/>
                  </a:cubicBezTo>
                  <a:cubicBezTo>
                    <a:pt x="238" y="84"/>
                    <a:pt x="167" y="168"/>
                    <a:pt x="107" y="251"/>
                  </a:cubicBezTo>
                  <a:cubicBezTo>
                    <a:pt x="72" y="525"/>
                    <a:pt x="36" y="799"/>
                    <a:pt x="0" y="1072"/>
                  </a:cubicBezTo>
                  <a:close/>
                </a:path>
              </a:pathLst>
            </a:custGeom>
            <a:solidFill>
              <a:srgbClr val="DD6963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46"/>
            <p:cNvSpPr/>
            <p:nvPr/>
          </p:nvSpPr>
          <p:spPr>
            <a:xfrm>
              <a:off x="2456850" y="3072225"/>
              <a:ext cx="8050" cy="26825"/>
            </a:xfrm>
            <a:custGeom>
              <a:rect b="b" l="l" r="r" t="t"/>
              <a:pathLst>
                <a:path extrusionOk="0" h="1073" w="322">
                  <a:moveTo>
                    <a:pt x="322" y="1"/>
                  </a:moveTo>
                  <a:cubicBezTo>
                    <a:pt x="238" y="84"/>
                    <a:pt x="167" y="168"/>
                    <a:pt x="107" y="251"/>
                  </a:cubicBezTo>
                  <a:cubicBezTo>
                    <a:pt x="72" y="525"/>
                    <a:pt x="36" y="799"/>
                    <a:pt x="0" y="1072"/>
                  </a:cubicBezTo>
                  <a:cubicBezTo>
                    <a:pt x="107" y="715"/>
                    <a:pt x="215" y="358"/>
                    <a:pt x="3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46"/>
            <p:cNvSpPr/>
            <p:nvPr/>
          </p:nvSpPr>
          <p:spPr>
            <a:xfrm>
              <a:off x="2455950" y="3099025"/>
              <a:ext cx="925" cy="4475"/>
            </a:xfrm>
            <a:custGeom>
              <a:rect b="b" l="l" r="r" t="t"/>
              <a:pathLst>
                <a:path extrusionOk="0" h="179" w="37">
                  <a:moveTo>
                    <a:pt x="0" y="119"/>
                  </a:moveTo>
                  <a:cubicBezTo>
                    <a:pt x="12" y="143"/>
                    <a:pt x="12" y="155"/>
                    <a:pt x="12" y="179"/>
                  </a:cubicBezTo>
                  <a:cubicBezTo>
                    <a:pt x="24" y="119"/>
                    <a:pt x="36" y="60"/>
                    <a:pt x="36" y="0"/>
                  </a:cubicBezTo>
                  <a:cubicBezTo>
                    <a:pt x="24" y="36"/>
                    <a:pt x="12" y="84"/>
                    <a:pt x="0" y="119"/>
                  </a:cubicBezTo>
                  <a:close/>
                </a:path>
              </a:pathLst>
            </a:custGeom>
            <a:solidFill>
              <a:srgbClr val="DD6963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46"/>
            <p:cNvSpPr/>
            <p:nvPr/>
          </p:nvSpPr>
          <p:spPr>
            <a:xfrm>
              <a:off x="2455950" y="3099025"/>
              <a:ext cx="925" cy="4475"/>
            </a:xfrm>
            <a:custGeom>
              <a:rect b="b" l="l" r="r" t="t"/>
              <a:pathLst>
                <a:path extrusionOk="0" h="179" w="37">
                  <a:moveTo>
                    <a:pt x="36" y="0"/>
                  </a:moveTo>
                  <a:lnTo>
                    <a:pt x="36" y="0"/>
                  </a:lnTo>
                  <a:cubicBezTo>
                    <a:pt x="24" y="36"/>
                    <a:pt x="12" y="84"/>
                    <a:pt x="0" y="119"/>
                  </a:cubicBezTo>
                  <a:cubicBezTo>
                    <a:pt x="12" y="143"/>
                    <a:pt x="12" y="155"/>
                    <a:pt x="12" y="179"/>
                  </a:cubicBezTo>
                  <a:cubicBezTo>
                    <a:pt x="24" y="119"/>
                    <a:pt x="36" y="60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5000" lIns="55000" spcFirstLastPara="1" rIns="55000" wrap="square" tIns="5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9" name="Google Shape;2369;p46"/>
          <p:cNvSpPr/>
          <p:nvPr/>
        </p:nvSpPr>
        <p:spPr>
          <a:xfrm>
            <a:off x="1997850" y="3608877"/>
            <a:ext cx="1391100" cy="2506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p47"/>
          <p:cNvSpPr txBox="1"/>
          <p:nvPr>
            <p:ph type="title"/>
          </p:nvPr>
        </p:nvSpPr>
        <p:spPr>
          <a:xfrm>
            <a:off x="2873575" y="328063"/>
            <a:ext cx="4335900" cy="9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Gracias</a:t>
            </a:r>
            <a:endParaRPr/>
          </a:p>
        </p:txBody>
      </p:sp>
      <p:sp>
        <p:nvSpPr>
          <p:cNvPr id="2375" name="Google Shape;2375;p47"/>
          <p:cNvSpPr txBox="1"/>
          <p:nvPr>
            <p:ph idx="1" type="subTitle"/>
          </p:nvPr>
        </p:nvSpPr>
        <p:spPr>
          <a:xfrm>
            <a:off x="3084950" y="1543325"/>
            <a:ext cx="4738200" cy="12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どうもありがとう</a:t>
            </a:r>
            <a:endParaRPr sz="3800"/>
          </a:p>
        </p:txBody>
      </p:sp>
      <p:grpSp>
        <p:nvGrpSpPr>
          <p:cNvPr id="2376" name="Google Shape;2376;p47"/>
          <p:cNvGrpSpPr/>
          <p:nvPr/>
        </p:nvGrpSpPr>
        <p:grpSpPr>
          <a:xfrm>
            <a:off x="4312028" y="3069847"/>
            <a:ext cx="4118778" cy="1250469"/>
            <a:chOff x="909025" y="1508950"/>
            <a:chExt cx="6004050" cy="2458650"/>
          </a:xfrm>
        </p:grpSpPr>
        <p:sp>
          <p:nvSpPr>
            <p:cNvPr id="2377" name="Google Shape;2377;p47"/>
            <p:cNvSpPr/>
            <p:nvPr/>
          </p:nvSpPr>
          <p:spPr>
            <a:xfrm>
              <a:off x="6741300" y="3339825"/>
              <a:ext cx="171775" cy="197075"/>
            </a:xfrm>
            <a:custGeom>
              <a:rect b="b" l="l" r="r" t="t"/>
              <a:pathLst>
                <a:path extrusionOk="0" h="7883" w="6871">
                  <a:moveTo>
                    <a:pt x="1" y="1"/>
                  </a:moveTo>
                  <a:lnTo>
                    <a:pt x="1" y="1"/>
                  </a:lnTo>
                  <a:cubicBezTo>
                    <a:pt x="60" y="60"/>
                    <a:pt x="120" y="108"/>
                    <a:pt x="167" y="155"/>
                  </a:cubicBezTo>
                  <a:cubicBezTo>
                    <a:pt x="2644" y="2572"/>
                    <a:pt x="4918" y="5120"/>
                    <a:pt x="6871" y="7882"/>
                  </a:cubicBezTo>
                  <a:lnTo>
                    <a:pt x="6871" y="7037"/>
                  </a:lnTo>
                  <a:cubicBezTo>
                    <a:pt x="4585" y="3811"/>
                    <a:pt x="2001" y="1501"/>
                    <a:pt x="1" y="1"/>
                  </a:cubicBezTo>
                  <a:close/>
                </a:path>
              </a:pathLst>
            </a:custGeom>
            <a:solidFill>
              <a:srgbClr val="FFEE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47"/>
            <p:cNvSpPr/>
            <p:nvPr/>
          </p:nvSpPr>
          <p:spPr>
            <a:xfrm>
              <a:off x="6549325" y="2067050"/>
              <a:ext cx="363750" cy="599800"/>
            </a:xfrm>
            <a:custGeom>
              <a:rect b="b" l="l" r="r" t="t"/>
              <a:pathLst>
                <a:path extrusionOk="0" h="23992" w="14550">
                  <a:moveTo>
                    <a:pt x="0" y="1"/>
                  </a:moveTo>
                  <a:lnTo>
                    <a:pt x="0" y="1"/>
                  </a:lnTo>
                  <a:cubicBezTo>
                    <a:pt x="2024" y="4489"/>
                    <a:pt x="4656" y="8621"/>
                    <a:pt x="7239" y="12764"/>
                  </a:cubicBezTo>
                  <a:cubicBezTo>
                    <a:pt x="8561" y="14895"/>
                    <a:pt x="9906" y="17003"/>
                    <a:pt x="11264" y="19122"/>
                  </a:cubicBezTo>
                  <a:cubicBezTo>
                    <a:pt x="12335" y="20646"/>
                    <a:pt x="13442" y="22265"/>
                    <a:pt x="14550" y="23992"/>
                  </a:cubicBezTo>
                  <a:lnTo>
                    <a:pt x="14550" y="9335"/>
                  </a:lnTo>
                  <a:cubicBezTo>
                    <a:pt x="5501" y="5608"/>
                    <a:pt x="107" y="108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47"/>
            <p:cNvSpPr/>
            <p:nvPr/>
          </p:nvSpPr>
          <p:spPr>
            <a:xfrm>
              <a:off x="6590100" y="3309775"/>
              <a:ext cx="322975" cy="657825"/>
            </a:xfrm>
            <a:custGeom>
              <a:rect b="b" l="l" r="r" t="t"/>
              <a:pathLst>
                <a:path extrusionOk="0" h="26313" w="12919">
                  <a:moveTo>
                    <a:pt x="3203" y="0"/>
                  </a:moveTo>
                  <a:cubicBezTo>
                    <a:pt x="2536" y="3334"/>
                    <a:pt x="1822" y="6334"/>
                    <a:pt x="1334" y="9370"/>
                  </a:cubicBezTo>
                  <a:cubicBezTo>
                    <a:pt x="429" y="15014"/>
                    <a:pt x="0" y="20669"/>
                    <a:pt x="72" y="26313"/>
                  </a:cubicBezTo>
                  <a:lnTo>
                    <a:pt x="12919" y="26313"/>
                  </a:lnTo>
                  <a:lnTo>
                    <a:pt x="12919" y="12549"/>
                  </a:lnTo>
                  <a:cubicBezTo>
                    <a:pt x="10573" y="8120"/>
                    <a:pt x="7323" y="3941"/>
                    <a:pt x="320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47"/>
            <p:cNvSpPr/>
            <p:nvPr/>
          </p:nvSpPr>
          <p:spPr>
            <a:xfrm>
              <a:off x="6686250" y="1508950"/>
              <a:ext cx="226825" cy="462275"/>
            </a:xfrm>
            <a:custGeom>
              <a:rect b="b" l="l" r="r" t="t"/>
              <a:pathLst>
                <a:path extrusionOk="0" h="18491" w="9073">
                  <a:moveTo>
                    <a:pt x="0" y="0"/>
                  </a:moveTo>
                  <a:cubicBezTo>
                    <a:pt x="1893" y="4418"/>
                    <a:pt x="3643" y="8799"/>
                    <a:pt x="5620" y="13050"/>
                  </a:cubicBezTo>
                  <a:cubicBezTo>
                    <a:pt x="6668" y="14966"/>
                    <a:pt x="7811" y="16776"/>
                    <a:pt x="9073" y="18491"/>
                  </a:cubicBezTo>
                  <a:lnTo>
                    <a:pt x="9073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47"/>
            <p:cNvSpPr/>
            <p:nvPr/>
          </p:nvSpPr>
          <p:spPr>
            <a:xfrm>
              <a:off x="4710700" y="3234750"/>
              <a:ext cx="92300" cy="197675"/>
            </a:xfrm>
            <a:custGeom>
              <a:rect b="b" l="l" r="r" t="t"/>
              <a:pathLst>
                <a:path extrusionOk="0" h="7907" w="3692">
                  <a:moveTo>
                    <a:pt x="3691" y="1"/>
                  </a:moveTo>
                  <a:cubicBezTo>
                    <a:pt x="2644" y="2382"/>
                    <a:pt x="1429" y="4811"/>
                    <a:pt x="60" y="7228"/>
                  </a:cubicBezTo>
                  <a:cubicBezTo>
                    <a:pt x="36" y="7299"/>
                    <a:pt x="24" y="7371"/>
                    <a:pt x="0" y="7430"/>
                  </a:cubicBezTo>
                  <a:cubicBezTo>
                    <a:pt x="60" y="7597"/>
                    <a:pt x="119" y="7752"/>
                    <a:pt x="179" y="7906"/>
                  </a:cubicBezTo>
                  <a:cubicBezTo>
                    <a:pt x="1560" y="5442"/>
                    <a:pt x="2715" y="2739"/>
                    <a:pt x="36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47"/>
            <p:cNvSpPr/>
            <p:nvPr/>
          </p:nvSpPr>
          <p:spPr>
            <a:xfrm>
              <a:off x="5457825" y="3647600"/>
              <a:ext cx="187825" cy="183975"/>
            </a:xfrm>
            <a:custGeom>
              <a:rect b="b" l="l" r="r" t="t"/>
              <a:pathLst>
                <a:path extrusionOk="0" h="7359" w="7513">
                  <a:moveTo>
                    <a:pt x="0" y="1"/>
                  </a:moveTo>
                  <a:cubicBezTo>
                    <a:pt x="726" y="2108"/>
                    <a:pt x="1250" y="3680"/>
                    <a:pt x="1845" y="5406"/>
                  </a:cubicBezTo>
                  <a:cubicBezTo>
                    <a:pt x="3584" y="6049"/>
                    <a:pt x="5132" y="6632"/>
                    <a:pt x="7084" y="7359"/>
                  </a:cubicBezTo>
                  <a:cubicBezTo>
                    <a:pt x="7239" y="5096"/>
                    <a:pt x="7370" y="3180"/>
                    <a:pt x="7513" y="941"/>
                  </a:cubicBezTo>
                  <a:cubicBezTo>
                    <a:pt x="4858" y="608"/>
                    <a:pt x="2631" y="3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47"/>
            <p:cNvSpPr/>
            <p:nvPr/>
          </p:nvSpPr>
          <p:spPr>
            <a:xfrm>
              <a:off x="2962275" y="3787500"/>
              <a:ext cx="75325" cy="63725"/>
            </a:xfrm>
            <a:custGeom>
              <a:rect b="b" l="l" r="r" t="t"/>
              <a:pathLst>
                <a:path extrusionOk="0" h="2549" w="3013">
                  <a:moveTo>
                    <a:pt x="1893" y="1"/>
                  </a:moveTo>
                  <a:cubicBezTo>
                    <a:pt x="1262" y="834"/>
                    <a:pt x="631" y="1667"/>
                    <a:pt x="0" y="2489"/>
                  </a:cubicBezTo>
                  <a:cubicBezTo>
                    <a:pt x="143" y="2513"/>
                    <a:pt x="286" y="2525"/>
                    <a:pt x="441" y="2548"/>
                  </a:cubicBezTo>
                  <a:cubicBezTo>
                    <a:pt x="1298" y="1822"/>
                    <a:pt x="2167" y="1096"/>
                    <a:pt x="3012" y="358"/>
                  </a:cubicBezTo>
                  <a:cubicBezTo>
                    <a:pt x="2953" y="286"/>
                    <a:pt x="2893" y="203"/>
                    <a:pt x="2834" y="131"/>
                  </a:cubicBezTo>
                  <a:cubicBezTo>
                    <a:pt x="2548" y="72"/>
                    <a:pt x="2226" y="36"/>
                    <a:pt x="18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47"/>
            <p:cNvSpPr/>
            <p:nvPr/>
          </p:nvSpPr>
          <p:spPr>
            <a:xfrm>
              <a:off x="5537575" y="3861625"/>
              <a:ext cx="122675" cy="95575"/>
            </a:xfrm>
            <a:custGeom>
              <a:rect b="b" l="l" r="r" t="t"/>
              <a:pathLst>
                <a:path extrusionOk="0" h="3823" w="4907">
                  <a:moveTo>
                    <a:pt x="1" y="0"/>
                  </a:moveTo>
                  <a:cubicBezTo>
                    <a:pt x="418" y="881"/>
                    <a:pt x="799" y="1703"/>
                    <a:pt x="1156" y="2453"/>
                  </a:cubicBezTo>
                  <a:cubicBezTo>
                    <a:pt x="1203" y="2548"/>
                    <a:pt x="1239" y="2631"/>
                    <a:pt x="1287" y="2727"/>
                  </a:cubicBezTo>
                  <a:cubicBezTo>
                    <a:pt x="1299" y="2762"/>
                    <a:pt x="1322" y="2810"/>
                    <a:pt x="1346" y="2858"/>
                  </a:cubicBezTo>
                  <a:cubicBezTo>
                    <a:pt x="1918" y="3096"/>
                    <a:pt x="2465" y="3358"/>
                    <a:pt x="3001" y="3643"/>
                  </a:cubicBezTo>
                  <a:cubicBezTo>
                    <a:pt x="3549" y="3715"/>
                    <a:pt x="4109" y="3774"/>
                    <a:pt x="4656" y="3822"/>
                  </a:cubicBezTo>
                  <a:cubicBezTo>
                    <a:pt x="4751" y="3322"/>
                    <a:pt x="4835" y="2810"/>
                    <a:pt x="4906" y="2286"/>
                  </a:cubicBezTo>
                  <a:cubicBezTo>
                    <a:pt x="4418" y="1834"/>
                    <a:pt x="3954" y="1310"/>
                    <a:pt x="3370" y="1131"/>
                  </a:cubicBezTo>
                  <a:cubicBezTo>
                    <a:pt x="2251" y="774"/>
                    <a:pt x="1132" y="35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47"/>
            <p:cNvSpPr/>
            <p:nvPr/>
          </p:nvSpPr>
          <p:spPr>
            <a:xfrm>
              <a:off x="3045900" y="3601475"/>
              <a:ext cx="188150" cy="137825"/>
            </a:xfrm>
            <a:custGeom>
              <a:rect b="b" l="l" r="r" t="t"/>
              <a:pathLst>
                <a:path extrusionOk="0" h="5513" w="7526">
                  <a:moveTo>
                    <a:pt x="4108" y="0"/>
                  </a:moveTo>
                  <a:cubicBezTo>
                    <a:pt x="2751" y="1846"/>
                    <a:pt x="1382" y="3679"/>
                    <a:pt x="1" y="5513"/>
                  </a:cubicBezTo>
                  <a:lnTo>
                    <a:pt x="2239" y="5513"/>
                  </a:lnTo>
                  <a:cubicBezTo>
                    <a:pt x="2477" y="5298"/>
                    <a:pt x="2715" y="5096"/>
                    <a:pt x="2942" y="4894"/>
                  </a:cubicBezTo>
                  <a:cubicBezTo>
                    <a:pt x="4311" y="3429"/>
                    <a:pt x="5835" y="1798"/>
                    <a:pt x="7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47"/>
            <p:cNvSpPr/>
            <p:nvPr/>
          </p:nvSpPr>
          <p:spPr>
            <a:xfrm>
              <a:off x="6830900" y="2545075"/>
              <a:ext cx="82175" cy="129225"/>
            </a:xfrm>
            <a:custGeom>
              <a:rect b="b" l="l" r="r" t="t"/>
              <a:pathLst>
                <a:path extrusionOk="0" h="5169" w="3287">
                  <a:moveTo>
                    <a:pt x="1" y="1"/>
                  </a:moveTo>
                  <a:lnTo>
                    <a:pt x="1" y="1"/>
                  </a:lnTo>
                  <a:cubicBezTo>
                    <a:pt x="1096" y="1715"/>
                    <a:pt x="2191" y="3442"/>
                    <a:pt x="3287" y="5168"/>
                  </a:cubicBezTo>
                  <a:lnTo>
                    <a:pt x="3287" y="4859"/>
                  </a:lnTo>
                  <a:cubicBezTo>
                    <a:pt x="2179" y="3144"/>
                    <a:pt x="1072" y="1525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47"/>
            <p:cNvSpPr/>
            <p:nvPr/>
          </p:nvSpPr>
          <p:spPr>
            <a:xfrm>
              <a:off x="4908050" y="2651650"/>
              <a:ext cx="37525" cy="75925"/>
            </a:xfrm>
            <a:custGeom>
              <a:rect b="b" l="l" r="r" t="t"/>
              <a:pathLst>
                <a:path extrusionOk="0" h="3037" w="1501">
                  <a:moveTo>
                    <a:pt x="0" y="0"/>
                  </a:moveTo>
                  <a:cubicBezTo>
                    <a:pt x="119" y="441"/>
                    <a:pt x="238" y="905"/>
                    <a:pt x="334" y="1405"/>
                  </a:cubicBezTo>
                  <a:cubicBezTo>
                    <a:pt x="381" y="1679"/>
                    <a:pt x="417" y="1965"/>
                    <a:pt x="465" y="2251"/>
                  </a:cubicBezTo>
                  <a:cubicBezTo>
                    <a:pt x="512" y="1798"/>
                    <a:pt x="536" y="1548"/>
                    <a:pt x="536" y="1548"/>
                  </a:cubicBezTo>
                  <a:cubicBezTo>
                    <a:pt x="846" y="2024"/>
                    <a:pt x="1179" y="2524"/>
                    <a:pt x="1500" y="3036"/>
                  </a:cubicBezTo>
                  <a:cubicBezTo>
                    <a:pt x="1000" y="2024"/>
                    <a:pt x="500" y="10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47"/>
            <p:cNvSpPr/>
            <p:nvPr/>
          </p:nvSpPr>
          <p:spPr>
            <a:xfrm>
              <a:off x="1191200" y="1508950"/>
              <a:ext cx="170875" cy="92900"/>
            </a:xfrm>
            <a:custGeom>
              <a:rect b="b" l="l" r="r" t="t"/>
              <a:pathLst>
                <a:path extrusionOk="0" h="3716" w="6835">
                  <a:moveTo>
                    <a:pt x="5061" y="0"/>
                  </a:moveTo>
                  <a:cubicBezTo>
                    <a:pt x="3442" y="1322"/>
                    <a:pt x="1763" y="2572"/>
                    <a:pt x="1" y="3715"/>
                  </a:cubicBezTo>
                  <a:cubicBezTo>
                    <a:pt x="2311" y="2548"/>
                    <a:pt x="4597" y="1298"/>
                    <a:pt x="683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47"/>
            <p:cNvSpPr/>
            <p:nvPr/>
          </p:nvSpPr>
          <p:spPr>
            <a:xfrm>
              <a:off x="1734125" y="1508950"/>
              <a:ext cx="157500" cy="128300"/>
            </a:xfrm>
            <a:custGeom>
              <a:rect b="b" l="l" r="r" t="t"/>
              <a:pathLst>
                <a:path extrusionOk="0" h="5132" w="6300">
                  <a:moveTo>
                    <a:pt x="3763" y="0"/>
                  </a:moveTo>
                  <a:cubicBezTo>
                    <a:pt x="2573" y="1774"/>
                    <a:pt x="1322" y="3489"/>
                    <a:pt x="1" y="5132"/>
                  </a:cubicBezTo>
                  <a:cubicBezTo>
                    <a:pt x="2108" y="3429"/>
                    <a:pt x="4216" y="1727"/>
                    <a:pt x="629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47"/>
            <p:cNvSpPr/>
            <p:nvPr/>
          </p:nvSpPr>
          <p:spPr>
            <a:xfrm>
              <a:off x="1785925" y="1508950"/>
              <a:ext cx="473300" cy="336675"/>
            </a:xfrm>
            <a:custGeom>
              <a:rect b="b" l="l" r="r" t="t"/>
              <a:pathLst>
                <a:path extrusionOk="0" h="13467" w="18932">
                  <a:moveTo>
                    <a:pt x="14586" y="0"/>
                  </a:moveTo>
                  <a:cubicBezTo>
                    <a:pt x="10347" y="5108"/>
                    <a:pt x="5442" y="9656"/>
                    <a:pt x="1" y="13466"/>
                  </a:cubicBezTo>
                  <a:cubicBezTo>
                    <a:pt x="2072" y="12157"/>
                    <a:pt x="4132" y="10847"/>
                    <a:pt x="6204" y="9537"/>
                  </a:cubicBezTo>
                  <a:cubicBezTo>
                    <a:pt x="10371" y="6680"/>
                    <a:pt x="14657" y="3489"/>
                    <a:pt x="1893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47"/>
            <p:cNvSpPr/>
            <p:nvPr/>
          </p:nvSpPr>
          <p:spPr>
            <a:xfrm>
              <a:off x="1804375" y="1508950"/>
              <a:ext cx="5108700" cy="2458650"/>
            </a:xfrm>
            <a:custGeom>
              <a:rect b="b" l="l" r="r" t="t"/>
              <a:pathLst>
                <a:path extrusionOk="0" h="98346" w="204348">
                  <a:moveTo>
                    <a:pt x="28695" y="0"/>
                  </a:moveTo>
                  <a:cubicBezTo>
                    <a:pt x="13383" y="21253"/>
                    <a:pt x="1" y="44756"/>
                    <a:pt x="513" y="70580"/>
                  </a:cubicBezTo>
                  <a:cubicBezTo>
                    <a:pt x="16812" y="55745"/>
                    <a:pt x="34386" y="42315"/>
                    <a:pt x="52972" y="30480"/>
                  </a:cubicBezTo>
                  <a:lnTo>
                    <a:pt x="52972" y="30480"/>
                  </a:lnTo>
                  <a:cubicBezTo>
                    <a:pt x="48281" y="43434"/>
                    <a:pt x="41161" y="55507"/>
                    <a:pt x="32088" y="65866"/>
                  </a:cubicBezTo>
                  <a:cubicBezTo>
                    <a:pt x="48173" y="56972"/>
                    <a:pt x="62306" y="44565"/>
                    <a:pt x="73200" y="29754"/>
                  </a:cubicBezTo>
                  <a:lnTo>
                    <a:pt x="73200" y="29754"/>
                  </a:lnTo>
                  <a:cubicBezTo>
                    <a:pt x="63175" y="45637"/>
                    <a:pt x="52876" y="61365"/>
                    <a:pt x="42351" y="76915"/>
                  </a:cubicBezTo>
                  <a:cubicBezTo>
                    <a:pt x="43387" y="76343"/>
                    <a:pt x="44256" y="75522"/>
                    <a:pt x="44983" y="74367"/>
                  </a:cubicBezTo>
                  <a:cubicBezTo>
                    <a:pt x="48626" y="68604"/>
                    <a:pt x="52364" y="62901"/>
                    <a:pt x="56115" y="57198"/>
                  </a:cubicBezTo>
                  <a:cubicBezTo>
                    <a:pt x="57663" y="54852"/>
                    <a:pt x="58556" y="51995"/>
                    <a:pt x="61366" y="50590"/>
                  </a:cubicBezTo>
                  <a:cubicBezTo>
                    <a:pt x="62056" y="50233"/>
                    <a:pt x="62437" y="49244"/>
                    <a:pt x="63080" y="48613"/>
                  </a:cubicBezTo>
                  <a:lnTo>
                    <a:pt x="63080" y="48613"/>
                  </a:lnTo>
                  <a:cubicBezTo>
                    <a:pt x="61604" y="53412"/>
                    <a:pt x="59020" y="57698"/>
                    <a:pt x="56734" y="62127"/>
                  </a:cubicBezTo>
                  <a:cubicBezTo>
                    <a:pt x="55543" y="64437"/>
                    <a:pt x="54353" y="66759"/>
                    <a:pt x="53114" y="69152"/>
                  </a:cubicBezTo>
                  <a:cubicBezTo>
                    <a:pt x="63187" y="59293"/>
                    <a:pt x="72069" y="48221"/>
                    <a:pt x="79487" y="36231"/>
                  </a:cubicBezTo>
                  <a:lnTo>
                    <a:pt x="79487" y="36231"/>
                  </a:lnTo>
                  <a:cubicBezTo>
                    <a:pt x="75367" y="50566"/>
                    <a:pt x="67902" y="63532"/>
                    <a:pt x="59377" y="75855"/>
                  </a:cubicBezTo>
                  <a:lnTo>
                    <a:pt x="64366" y="75855"/>
                  </a:lnTo>
                  <a:cubicBezTo>
                    <a:pt x="65890" y="75295"/>
                    <a:pt x="67616" y="72855"/>
                    <a:pt x="69378" y="70676"/>
                  </a:cubicBezTo>
                  <a:cubicBezTo>
                    <a:pt x="73069" y="66139"/>
                    <a:pt x="76427" y="61341"/>
                    <a:pt x="79915" y="56638"/>
                  </a:cubicBezTo>
                  <a:cubicBezTo>
                    <a:pt x="80380" y="56019"/>
                    <a:pt x="80773" y="55340"/>
                    <a:pt x="81201" y="54698"/>
                  </a:cubicBezTo>
                  <a:cubicBezTo>
                    <a:pt x="81368" y="54769"/>
                    <a:pt x="81523" y="54840"/>
                    <a:pt x="81689" y="54912"/>
                  </a:cubicBezTo>
                  <a:cubicBezTo>
                    <a:pt x="81261" y="55852"/>
                    <a:pt x="80963" y="56876"/>
                    <a:pt x="80392" y="57734"/>
                  </a:cubicBezTo>
                  <a:cubicBezTo>
                    <a:pt x="79225" y="59472"/>
                    <a:pt x="78058" y="61210"/>
                    <a:pt x="76891" y="62949"/>
                  </a:cubicBezTo>
                  <a:cubicBezTo>
                    <a:pt x="78546" y="60901"/>
                    <a:pt x="80177" y="58829"/>
                    <a:pt x="81761" y="56722"/>
                  </a:cubicBezTo>
                  <a:cubicBezTo>
                    <a:pt x="82118" y="55460"/>
                    <a:pt x="82475" y="54197"/>
                    <a:pt x="82856" y="52947"/>
                  </a:cubicBezTo>
                  <a:cubicBezTo>
                    <a:pt x="83035" y="52328"/>
                    <a:pt x="83249" y="51733"/>
                    <a:pt x="83452" y="51126"/>
                  </a:cubicBezTo>
                  <a:lnTo>
                    <a:pt x="84118" y="51126"/>
                  </a:lnTo>
                  <a:cubicBezTo>
                    <a:pt x="84047" y="52007"/>
                    <a:pt x="84011" y="52888"/>
                    <a:pt x="83940" y="53769"/>
                  </a:cubicBezTo>
                  <a:cubicBezTo>
                    <a:pt x="89690" y="45887"/>
                    <a:pt x="94941" y="37648"/>
                    <a:pt x="99620" y="29087"/>
                  </a:cubicBezTo>
                  <a:lnTo>
                    <a:pt x="99620" y="29087"/>
                  </a:lnTo>
                  <a:cubicBezTo>
                    <a:pt x="97775" y="42565"/>
                    <a:pt x="92881" y="55602"/>
                    <a:pt x="85404" y="66973"/>
                  </a:cubicBezTo>
                  <a:cubicBezTo>
                    <a:pt x="96275" y="57769"/>
                    <a:pt x="105300" y="46399"/>
                    <a:pt x="111800" y="33731"/>
                  </a:cubicBezTo>
                  <a:lnTo>
                    <a:pt x="111800" y="33731"/>
                  </a:lnTo>
                  <a:cubicBezTo>
                    <a:pt x="107276" y="45935"/>
                    <a:pt x="102740" y="58186"/>
                    <a:pt x="97906" y="70295"/>
                  </a:cubicBezTo>
                  <a:cubicBezTo>
                    <a:pt x="99180" y="68330"/>
                    <a:pt x="100442" y="66378"/>
                    <a:pt x="101704" y="64437"/>
                  </a:cubicBezTo>
                  <a:lnTo>
                    <a:pt x="101704" y="64437"/>
                  </a:lnTo>
                  <a:cubicBezTo>
                    <a:pt x="100478" y="67473"/>
                    <a:pt x="98823" y="70319"/>
                    <a:pt x="96834" y="72974"/>
                  </a:cubicBezTo>
                  <a:cubicBezTo>
                    <a:pt x="96322" y="74248"/>
                    <a:pt x="95798" y="75522"/>
                    <a:pt x="95275" y="76784"/>
                  </a:cubicBezTo>
                  <a:cubicBezTo>
                    <a:pt x="101371" y="70688"/>
                    <a:pt x="105109" y="64318"/>
                    <a:pt x="106669" y="61329"/>
                  </a:cubicBezTo>
                  <a:cubicBezTo>
                    <a:pt x="107145" y="59436"/>
                    <a:pt x="107574" y="57484"/>
                    <a:pt x="107895" y="55448"/>
                  </a:cubicBezTo>
                  <a:cubicBezTo>
                    <a:pt x="108359" y="52531"/>
                    <a:pt x="108657" y="49471"/>
                    <a:pt x="108717" y="46327"/>
                  </a:cubicBezTo>
                  <a:cubicBezTo>
                    <a:pt x="108717" y="46327"/>
                    <a:pt x="108740" y="46673"/>
                    <a:pt x="108800" y="47316"/>
                  </a:cubicBezTo>
                  <a:cubicBezTo>
                    <a:pt x="108848" y="47959"/>
                    <a:pt x="108991" y="48911"/>
                    <a:pt x="108979" y="50137"/>
                  </a:cubicBezTo>
                  <a:cubicBezTo>
                    <a:pt x="109086" y="52590"/>
                    <a:pt x="108919" y="56150"/>
                    <a:pt x="108157" y="60389"/>
                  </a:cubicBezTo>
                  <a:cubicBezTo>
                    <a:pt x="107645" y="63306"/>
                    <a:pt x="106788" y="66532"/>
                    <a:pt x="105645" y="69926"/>
                  </a:cubicBezTo>
                  <a:cubicBezTo>
                    <a:pt x="104633" y="74855"/>
                    <a:pt x="103109" y="79474"/>
                    <a:pt x="100728" y="83773"/>
                  </a:cubicBezTo>
                  <a:cubicBezTo>
                    <a:pt x="98692" y="88666"/>
                    <a:pt x="97001" y="92107"/>
                    <a:pt x="97001" y="92107"/>
                  </a:cubicBezTo>
                  <a:cubicBezTo>
                    <a:pt x="110896" y="85261"/>
                    <a:pt x="116706" y="65056"/>
                    <a:pt x="118492" y="57138"/>
                  </a:cubicBezTo>
                  <a:cubicBezTo>
                    <a:pt x="118504" y="56734"/>
                    <a:pt x="118504" y="56329"/>
                    <a:pt x="118492" y="55912"/>
                  </a:cubicBezTo>
                  <a:cubicBezTo>
                    <a:pt x="118480" y="55150"/>
                    <a:pt x="118432" y="54364"/>
                    <a:pt x="118385" y="53578"/>
                  </a:cubicBezTo>
                  <a:cubicBezTo>
                    <a:pt x="116515" y="68187"/>
                    <a:pt x="109705" y="83213"/>
                    <a:pt x="99001" y="90559"/>
                  </a:cubicBezTo>
                  <a:cubicBezTo>
                    <a:pt x="111955" y="77498"/>
                    <a:pt x="115551" y="66187"/>
                    <a:pt x="118301" y="52340"/>
                  </a:cubicBezTo>
                  <a:cubicBezTo>
                    <a:pt x="118230" y="51554"/>
                    <a:pt x="118170" y="50768"/>
                    <a:pt x="118075" y="49959"/>
                  </a:cubicBezTo>
                  <a:lnTo>
                    <a:pt x="118075" y="49959"/>
                  </a:lnTo>
                  <a:cubicBezTo>
                    <a:pt x="118075" y="49959"/>
                    <a:pt x="118146" y="50173"/>
                    <a:pt x="118265" y="50578"/>
                  </a:cubicBezTo>
                  <a:cubicBezTo>
                    <a:pt x="118325" y="50780"/>
                    <a:pt x="118408" y="51030"/>
                    <a:pt x="118492" y="51328"/>
                  </a:cubicBezTo>
                  <a:cubicBezTo>
                    <a:pt x="118575" y="50899"/>
                    <a:pt x="118658" y="50459"/>
                    <a:pt x="118742" y="50018"/>
                  </a:cubicBezTo>
                  <a:lnTo>
                    <a:pt x="118742" y="50018"/>
                  </a:lnTo>
                  <a:cubicBezTo>
                    <a:pt x="118706" y="50578"/>
                    <a:pt x="118658" y="51138"/>
                    <a:pt x="118599" y="51697"/>
                  </a:cubicBezTo>
                  <a:cubicBezTo>
                    <a:pt x="118658" y="51900"/>
                    <a:pt x="118706" y="52114"/>
                    <a:pt x="118754" y="52352"/>
                  </a:cubicBezTo>
                  <a:cubicBezTo>
                    <a:pt x="118885" y="52828"/>
                    <a:pt x="119004" y="53400"/>
                    <a:pt x="119123" y="54019"/>
                  </a:cubicBezTo>
                  <a:cubicBezTo>
                    <a:pt x="119135" y="53947"/>
                    <a:pt x="119147" y="53900"/>
                    <a:pt x="119147" y="53900"/>
                  </a:cubicBezTo>
                  <a:cubicBezTo>
                    <a:pt x="119158" y="54007"/>
                    <a:pt x="119158" y="54126"/>
                    <a:pt x="119170" y="54233"/>
                  </a:cubicBezTo>
                  <a:cubicBezTo>
                    <a:pt x="119408" y="55567"/>
                    <a:pt x="119599" y="57174"/>
                    <a:pt x="119670" y="59043"/>
                  </a:cubicBezTo>
                  <a:cubicBezTo>
                    <a:pt x="119778" y="61841"/>
                    <a:pt x="119516" y="65175"/>
                    <a:pt x="118611" y="68723"/>
                  </a:cubicBezTo>
                  <a:cubicBezTo>
                    <a:pt x="119111" y="67497"/>
                    <a:pt x="119623" y="66223"/>
                    <a:pt x="120111" y="64889"/>
                  </a:cubicBezTo>
                  <a:cubicBezTo>
                    <a:pt x="121016" y="62425"/>
                    <a:pt x="121945" y="59793"/>
                    <a:pt x="122683" y="57019"/>
                  </a:cubicBezTo>
                  <a:cubicBezTo>
                    <a:pt x="123409" y="54257"/>
                    <a:pt x="123921" y="51292"/>
                    <a:pt x="123730" y="48244"/>
                  </a:cubicBezTo>
                  <a:cubicBezTo>
                    <a:pt x="123540" y="45196"/>
                    <a:pt x="122599" y="42101"/>
                    <a:pt x="120932" y="39303"/>
                  </a:cubicBezTo>
                  <a:lnTo>
                    <a:pt x="120932" y="39303"/>
                  </a:lnTo>
                  <a:cubicBezTo>
                    <a:pt x="120933" y="39303"/>
                    <a:pt x="121147" y="39565"/>
                    <a:pt x="121504" y="40065"/>
                  </a:cubicBezTo>
                  <a:cubicBezTo>
                    <a:pt x="121337" y="39612"/>
                    <a:pt x="121183" y="39160"/>
                    <a:pt x="121016" y="38707"/>
                  </a:cubicBezTo>
                  <a:cubicBezTo>
                    <a:pt x="121075" y="38696"/>
                    <a:pt x="121135" y="38672"/>
                    <a:pt x="121183" y="38648"/>
                  </a:cubicBezTo>
                  <a:cubicBezTo>
                    <a:pt x="128588" y="52209"/>
                    <a:pt x="135994" y="65770"/>
                    <a:pt x="143566" y="79653"/>
                  </a:cubicBezTo>
                  <a:cubicBezTo>
                    <a:pt x="146424" y="80367"/>
                    <a:pt x="149591" y="81141"/>
                    <a:pt x="153115" y="82010"/>
                  </a:cubicBezTo>
                  <a:cubicBezTo>
                    <a:pt x="152698" y="74117"/>
                    <a:pt x="152079" y="66532"/>
                    <a:pt x="150412" y="59139"/>
                  </a:cubicBezTo>
                  <a:cubicBezTo>
                    <a:pt x="148745" y="51769"/>
                    <a:pt x="146376" y="44553"/>
                    <a:pt x="144304" y="37279"/>
                  </a:cubicBezTo>
                  <a:cubicBezTo>
                    <a:pt x="144459" y="37207"/>
                    <a:pt x="144602" y="37124"/>
                    <a:pt x="144745" y="37053"/>
                  </a:cubicBezTo>
                  <a:cubicBezTo>
                    <a:pt x="145102" y="37755"/>
                    <a:pt x="145507" y="38434"/>
                    <a:pt x="145781" y="39172"/>
                  </a:cubicBezTo>
                  <a:cubicBezTo>
                    <a:pt x="149662" y="49661"/>
                    <a:pt x="155092" y="59424"/>
                    <a:pt x="159854" y="69509"/>
                  </a:cubicBezTo>
                  <a:cubicBezTo>
                    <a:pt x="162700" y="75522"/>
                    <a:pt x="164974" y="81796"/>
                    <a:pt x="167581" y="87916"/>
                  </a:cubicBezTo>
                  <a:cubicBezTo>
                    <a:pt x="168117" y="89166"/>
                    <a:pt x="168974" y="90273"/>
                    <a:pt x="169700" y="91487"/>
                  </a:cubicBezTo>
                  <a:lnTo>
                    <a:pt x="169700" y="91487"/>
                  </a:lnTo>
                  <a:cubicBezTo>
                    <a:pt x="169675" y="91493"/>
                    <a:pt x="169331" y="91616"/>
                    <a:pt x="168986" y="91738"/>
                  </a:cubicBezTo>
                  <a:cubicBezTo>
                    <a:pt x="168998" y="91774"/>
                    <a:pt x="168998" y="91809"/>
                    <a:pt x="168998" y="91845"/>
                  </a:cubicBezTo>
                  <a:cubicBezTo>
                    <a:pt x="169439" y="94024"/>
                    <a:pt x="169879" y="96191"/>
                    <a:pt x="170308" y="98346"/>
                  </a:cubicBezTo>
                  <a:lnTo>
                    <a:pt x="179916" y="98346"/>
                  </a:lnTo>
                  <a:cubicBezTo>
                    <a:pt x="181559" y="90845"/>
                    <a:pt x="182905" y="83284"/>
                    <a:pt x="184500" y="75712"/>
                  </a:cubicBezTo>
                  <a:lnTo>
                    <a:pt x="184500" y="75712"/>
                  </a:lnTo>
                  <a:cubicBezTo>
                    <a:pt x="184500" y="76986"/>
                    <a:pt x="184679" y="78308"/>
                    <a:pt x="184476" y="79558"/>
                  </a:cubicBezTo>
                  <a:cubicBezTo>
                    <a:pt x="183464" y="85820"/>
                    <a:pt x="182440" y="92083"/>
                    <a:pt x="181404" y="98346"/>
                  </a:cubicBezTo>
                  <a:lnTo>
                    <a:pt x="188703" y="98346"/>
                  </a:lnTo>
                  <a:cubicBezTo>
                    <a:pt x="188429" y="91654"/>
                    <a:pt x="188893" y="84939"/>
                    <a:pt x="189965" y="78224"/>
                  </a:cubicBezTo>
                  <a:cubicBezTo>
                    <a:pt x="190525" y="74771"/>
                    <a:pt x="191810" y="71426"/>
                    <a:pt x="192430" y="67973"/>
                  </a:cubicBezTo>
                  <a:cubicBezTo>
                    <a:pt x="194382" y="57055"/>
                    <a:pt x="193513" y="46411"/>
                    <a:pt x="188893" y="36183"/>
                  </a:cubicBezTo>
                  <a:cubicBezTo>
                    <a:pt x="186822" y="31588"/>
                    <a:pt x="184929" y="26897"/>
                    <a:pt x="182940" y="22205"/>
                  </a:cubicBezTo>
                  <a:lnTo>
                    <a:pt x="182940" y="22205"/>
                  </a:lnTo>
                  <a:cubicBezTo>
                    <a:pt x="186036" y="25373"/>
                    <a:pt x="192787" y="38588"/>
                    <a:pt x="194537" y="44815"/>
                  </a:cubicBezTo>
                  <a:cubicBezTo>
                    <a:pt x="196930" y="53293"/>
                    <a:pt x="195942" y="61829"/>
                    <a:pt x="194692" y="71081"/>
                  </a:cubicBezTo>
                  <a:cubicBezTo>
                    <a:pt x="195466" y="71676"/>
                    <a:pt x="196549" y="72366"/>
                    <a:pt x="197478" y="73247"/>
                  </a:cubicBezTo>
                  <a:cubicBezTo>
                    <a:pt x="199478" y="74736"/>
                    <a:pt x="202062" y="77046"/>
                    <a:pt x="204348" y="80272"/>
                  </a:cubicBezTo>
                  <a:lnTo>
                    <a:pt x="204348" y="49221"/>
                  </a:lnTo>
                  <a:cubicBezTo>
                    <a:pt x="200871" y="43470"/>
                    <a:pt x="197323" y="37755"/>
                    <a:pt x="193906" y="31969"/>
                  </a:cubicBezTo>
                  <a:cubicBezTo>
                    <a:pt x="192441" y="29492"/>
                    <a:pt x="191298" y="26825"/>
                    <a:pt x="190120" y="24194"/>
                  </a:cubicBezTo>
                  <a:cubicBezTo>
                    <a:pt x="189643" y="23122"/>
                    <a:pt x="189453" y="21920"/>
                    <a:pt x="189131" y="20777"/>
                  </a:cubicBezTo>
                  <a:lnTo>
                    <a:pt x="189131" y="20777"/>
                  </a:lnTo>
                  <a:cubicBezTo>
                    <a:pt x="189346" y="21301"/>
                    <a:pt x="189572" y="21813"/>
                    <a:pt x="189798" y="22325"/>
                  </a:cubicBezTo>
                  <a:cubicBezTo>
                    <a:pt x="189905" y="22432"/>
                    <a:pt x="195299" y="27932"/>
                    <a:pt x="204348" y="31659"/>
                  </a:cubicBezTo>
                  <a:lnTo>
                    <a:pt x="204348" y="30409"/>
                  </a:lnTo>
                  <a:cubicBezTo>
                    <a:pt x="200514" y="28278"/>
                    <a:pt x="196978" y="25539"/>
                    <a:pt x="193632" y="22420"/>
                  </a:cubicBezTo>
                  <a:lnTo>
                    <a:pt x="193632" y="22420"/>
                  </a:lnTo>
                  <a:cubicBezTo>
                    <a:pt x="197097" y="24992"/>
                    <a:pt x="200633" y="27385"/>
                    <a:pt x="204348" y="29421"/>
                  </a:cubicBezTo>
                  <a:lnTo>
                    <a:pt x="204348" y="20241"/>
                  </a:lnTo>
                  <a:cubicBezTo>
                    <a:pt x="201181" y="16562"/>
                    <a:pt x="198502" y="12478"/>
                    <a:pt x="196466" y="7858"/>
                  </a:cubicBezTo>
                  <a:cubicBezTo>
                    <a:pt x="195299" y="5239"/>
                    <a:pt x="194168" y="2620"/>
                    <a:pt x="193013" y="0"/>
                  </a:cubicBezTo>
                  <a:lnTo>
                    <a:pt x="151984" y="0"/>
                  </a:lnTo>
                  <a:cubicBezTo>
                    <a:pt x="156639" y="4215"/>
                    <a:pt x="161295" y="8430"/>
                    <a:pt x="165831" y="12776"/>
                  </a:cubicBezTo>
                  <a:cubicBezTo>
                    <a:pt x="174963" y="21527"/>
                    <a:pt x="180773" y="32147"/>
                    <a:pt x="183035" y="44625"/>
                  </a:cubicBezTo>
                  <a:cubicBezTo>
                    <a:pt x="183464" y="46982"/>
                    <a:pt x="183643" y="49387"/>
                    <a:pt x="183940" y="51769"/>
                  </a:cubicBezTo>
                  <a:cubicBezTo>
                    <a:pt x="181345" y="37303"/>
                    <a:pt x="174975" y="24765"/>
                    <a:pt x="164747" y="14204"/>
                  </a:cubicBezTo>
                  <a:cubicBezTo>
                    <a:pt x="160092" y="9406"/>
                    <a:pt x="155342" y="4715"/>
                    <a:pt x="150603" y="0"/>
                  </a:cubicBezTo>
                  <a:lnTo>
                    <a:pt x="129707" y="0"/>
                  </a:lnTo>
                  <a:cubicBezTo>
                    <a:pt x="135791" y="5311"/>
                    <a:pt x="141792" y="11466"/>
                    <a:pt x="143185" y="14443"/>
                  </a:cubicBezTo>
                  <a:cubicBezTo>
                    <a:pt x="138578" y="8942"/>
                    <a:pt x="133339" y="4418"/>
                    <a:pt x="127981" y="0"/>
                  </a:cubicBezTo>
                  <a:lnTo>
                    <a:pt x="112670" y="0"/>
                  </a:lnTo>
                  <a:cubicBezTo>
                    <a:pt x="113753" y="929"/>
                    <a:pt x="114967" y="2060"/>
                    <a:pt x="116265" y="3394"/>
                  </a:cubicBezTo>
                  <a:cubicBezTo>
                    <a:pt x="118527" y="5703"/>
                    <a:pt x="121004" y="8680"/>
                    <a:pt x="123314" y="12252"/>
                  </a:cubicBezTo>
                  <a:cubicBezTo>
                    <a:pt x="125624" y="15812"/>
                    <a:pt x="127731" y="19991"/>
                    <a:pt x="129279" y="24551"/>
                  </a:cubicBezTo>
                  <a:cubicBezTo>
                    <a:pt x="129279" y="24551"/>
                    <a:pt x="128767" y="23634"/>
                    <a:pt x="127862" y="22003"/>
                  </a:cubicBezTo>
                  <a:cubicBezTo>
                    <a:pt x="126957" y="20384"/>
                    <a:pt x="125576" y="18086"/>
                    <a:pt x="123802" y="15395"/>
                  </a:cubicBezTo>
                  <a:cubicBezTo>
                    <a:pt x="122040" y="12692"/>
                    <a:pt x="119801" y="9621"/>
                    <a:pt x="117206" y="6406"/>
                  </a:cubicBezTo>
                  <a:cubicBezTo>
                    <a:pt x="115884" y="4810"/>
                    <a:pt x="114491" y="3156"/>
                    <a:pt x="112991" y="1512"/>
                  </a:cubicBezTo>
                  <a:cubicBezTo>
                    <a:pt x="112539" y="1012"/>
                    <a:pt x="112050" y="512"/>
                    <a:pt x="111574" y="0"/>
                  </a:cubicBezTo>
                  <a:lnTo>
                    <a:pt x="88928" y="0"/>
                  </a:lnTo>
                  <a:cubicBezTo>
                    <a:pt x="88655" y="2060"/>
                    <a:pt x="88297" y="4572"/>
                    <a:pt x="87845" y="7489"/>
                  </a:cubicBezTo>
                  <a:cubicBezTo>
                    <a:pt x="86595" y="15693"/>
                    <a:pt x="84702" y="26908"/>
                    <a:pt x="82070" y="39053"/>
                  </a:cubicBezTo>
                  <a:cubicBezTo>
                    <a:pt x="82070" y="39053"/>
                    <a:pt x="82451" y="33624"/>
                    <a:pt x="83594" y="25289"/>
                  </a:cubicBezTo>
                  <a:cubicBezTo>
                    <a:pt x="84535" y="18384"/>
                    <a:pt x="86023" y="9466"/>
                    <a:pt x="88238" y="0"/>
                  </a:cubicBezTo>
                  <a:lnTo>
                    <a:pt x="76129" y="0"/>
                  </a:lnTo>
                  <a:cubicBezTo>
                    <a:pt x="73986" y="4739"/>
                    <a:pt x="71855" y="9466"/>
                    <a:pt x="69712" y="14204"/>
                  </a:cubicBezTo>
                  <a:lnTo>
                    <a:pt x="69271" y="14002"/>
                  </a:lnTo>
                  <a:cubicBezTo>
                    <a:pt x="71343" y="9335"/>
                    <a:pt x="73427" y="4668"/>
                    <a:pt x="75510" y="0"/>
                  </a:cubicBezTo>
                  <a:lnTo>
                    <a:pt x="50483" y="0"/>
                  </a:lnTo>
                  <a:cubicBezTo>
                    <a:pt x="49614" y="834"/>
                    <a:pt x="48745" y="1679"/>
                    <a:pt x="47900" y="2596"/>
                  </a:cubicBezTo>
                  <a:cubicBezTo>
                    <a:pt x="47245" y="3286"/>
                    <a:pt x="46542" y="3965"/>
                    <a:pt x="45887" y="4703"/>
                  </a:cubicBezTo>
                  <a:cubicBezTo>
                    <a:pt x="45233" y="5441"/>
                    <a:pt x="44566" y="6180"/>
                    <a:pt x="43887" y="6930"/>
                  </a:cubicBezTo>
                  <a:cubicBezTo>
                    <a:pt x="41256" y="9990"/>
                    <a:pt x="38565" y="13264"/>
                    <a:pt x="36065" y="16848"/>
                  </a:cubicBezTo>
                  <a:cubicBezTo>
                    <a:pt x="33553" y="20431"/>
                    <a:pt x="31124" y="24265"/>
                    <a:pt x="28873" y="28325"/>
                  </a:cubicBezTo>
                  <a:cubicBezTo>
                    <a:pt x="28873" y="28325"/>
                    <a:pt x="29088" y="27861"/>
                    <a:pt x="29492" y="26992"/>
                  </a:cubicBezTo>
                  <a:cubicBezTo>
                    <a:pt x="29909" y="26135"/>
                    <a:pt x="30457" y="24825"/>
                    <a:pt x="31314" y="23253"/>
                  </a:cubicBezTo>
                  <a:cubicBezTo>
                    <a:pt x="32945" y="20027"/>
                    <a:pt x="35577" y="15538"/>
                    <a:pt x="39339" y="10466"/>
                  </a:cubicBezTo>
                  <a:cubicBezTo>
                    <a:pt x="41815" y="7108"/>
                    <a:pt x="44875" y="3548"/>
                    <a:pt x="48447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47"/>
            <p:cNvSpPr/>
            <p:nvPr/>
          </p:nvSpPr>
          <p:spPr>
            <a:xfrm>
              <a:off x="2177350" y="1508950"/>
              <a:ext cx="140800" cy="89025"/>
            </a:xfrm>
            <a:custGeom>
              <a:rect b="b" l="l" r="r" t="t"/>
              <a:pathLst>
                <a:path extrusionOk="0" h="3561" w="5632">
                  <a:moveTo>
                    <a:pt x="3858" y="0"/>
                  </a:moveTo>
                  <a:cubicBezTo>
                    <a:pt x="3596" y="250"/>
                    <a:pt x="3310" y="524"/>
                    <a:pt x="3013" y="798"/>
                  </a:cubicBezTo>
                  <a:cubicBezTo>
                    <a:pt x="2155" y="1620"/>
                    <a:pt x="1143" y="2548"/>
                    <a:pt x="0" y="3560"/>
                  </a:cubicBezTo>
                  <a:cubicBezTo>
                    <a:pt x="1881" y="2370"/>
                    <a:pt x="3751" y="1191"/>
                    <a:pt x="563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47"/>
            <p:cNvSpPr/>
            <p:nvPr/>
          </p:nvSpPr>
          <p:spPr>
            <a:xfrm>
              <a:off x="6680000" y="1508950"/>
              <a:ext cx="146750" cy="326250"/>
            </a:xfrm>
            <a:custGeom>
              <a:rect b="b" l="l" r="r" t="t"/>
              <a:pathLst>
                <a:path extrusionOk="0" h="13050" w="5870">
                  <a:moveTo>
                    <a:pt x="0" y="0"/>
                  </a:moveTo>
                  <a:cubicBezTo>
                    <a:pt x="1250" y="2858"/>
                    <a:pt x="2465" y="5715"/>
                    <a:pt x="3691" y="8573"/>
                  </a:cubicBezTo>
                  <a:cubicBezTo>
                    <a:pt x="4358" y="10121"/>
                    <a:pt x="5084" y="11609"/>
                    <a:pt x="5870" y="13050"/>
                  </a:cubicBezTo>
                  <a:cubicBezTo>
                    <a:pt x="3893" y="8799"/>
                    <a:pt x="2143" y="4418"/>
                    <a:pt x="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47"/>
            <p:cNvSpPr/>
            <p:nvPr/>
          </p:nvSpPr>
          <p:spPr>
            <a:xfrm>
              <a:off x="2973275" y="3796425"/>
              <a:ext cx="71475" cy="55400"/>
            </a:xfrm>
            <a:custGeom>
              <a:rect b="b" l="l" r="r" t="t"/>
              <a:pathLst>
                <a:path extrusionOk="0" h="2216" w="2859">
                  <a:moveTo>
                    <a:pt x="2572" y="1"/>
                  </a:moveTo>
                  <a:cubicBezTo>
                    <a:pt x="1727" y="739"/>
                    <a:pt x="858" y="1465"/>
                    <a:pt x="1" y="2191"/>
                  </a:cubicBezTo>
                  <a:cubicBezTo>
                    <a:pt x="84" y="2203"/>
                    <a:pt x="167" y="2203"/>
                    <a:pt x="262" y="2215"/>
                  </a:cubicBezTo>
                  <a:cubicBezTo>
                    <a:pt x="1346" y="1453"/>
                    <a:pt x="2108" y="929"/>
                    <a:pt x="2858" y="394"/>
                  </a:cubicBezTo>
                  <a:cubicBezTo>
                    <a:pt x="2763" y="263"/>
                    <a:pt x="2668" y="132"/>
                    <a:pt x="2572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47"/>
            <p:cNvSpPr/>
            <p:nvPr/>
          </p:nvSpPr>
          <p:spPr>
            <a:xfrm>
              <a:off x="2684250" y="3784600"/>
              <a:ext cx="325375" cy="112175"/>
            </a:xfrm>
            <a:custGeom>
              <a:rect b="b" l="l" r="r" t="t"/>
              <a:pathLst>
                <a:path extrusionOk="0" h="4487" w="13015">
                  <a:moveTo>
                    <a:pt x="10658" y="0"/>
                  </a:moveTo>
                  <a:cubicBezTo>
                    <a:pt x="7522" y="0"/>
                    <a:pt x="3776" y="526"/>
                    <a:pt x="1656" y="1474"/>
                  </a:cubicBezTo>
                  <a:cubicBezTo>
                    <a:pt x="1096" y="2498"/>
                    <a:pt x="536" y="3522"/>
                    <a:pt x="1" y="4486"/>
                  </a:cubicBezTo>
                  <a:cubicBezTo>
                    <a:pt x="3222" y="3419"/>
                    <a:pt x="6444" y="2547"/>
                    <a:pt x="9604" y="2547"/>
                  </a:cubicBezTo>
                  <a:cubicBezTo>
                    <a:pt x="10111" y="2547"/>
                    <a:pt x="10617" y="2569"/>
                    <a:pt x="11121" y="2617"/>
                  </a:cubicBezTo>
                  <a:cubicBezTo>
                    <a:pt x="11752" y="1783"/>
                    <a:pt x="12383" y="950"/>
                    <a:pt x="13014" y="117"/>
                  </a:cubicBezTo>
                  <a:cubicBezTo>
                    <a:pt x="12302" y="38"/>
                    <a:pt x="11502" y="0"/>
                    <a:pt x="10658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47"/>
            <p:cNvSpPr/>
            <p:nvPr/>
          </p:nvSpPr>
          <p:spPr>
            <a:xfrm>
              <a:off x="3345650" y="3597600"/>
              <a:ext cx="4775" cy="2700"/>
            </a:xfrm>
            <a:custGeom>
              <a:rect b="b" l="l" r="r" t="t"/>
              <a:pathLst>
                <a:path extrusionOk="0" h="108" w="191">
                  <a:moveTo>
                    <a:pt x="191" y="0"/>
                  </a:moveTo>
                  <a:lnTo>
                    <a:pt x="191" y="0"/>
                  </a:lnTo>
                  <a:cubicBezTo>
                    <a:pt x="131" y="12"/>
                    <a:pt x="60" y="36"/>
                    <a:pt x="0" y="48"/>
                  </a:cubicBezTo>
                  <a:cubicBezTo>
                    <a:pt x="24" y="72"/>
                    <a:pt x="60" y="84"/>
                    <a:pt x="84" y="107"/>
                  </a:cubicBezTo>
                  <a:cubicBezTo>
                    <a:pt x="119" y="72"/>
                    <a:pt x="155" y="36"/>
                    <a:pt x="191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47"/>
            <p:cNvSpPr/>
            <p:nvPr/>
          </p:nvSpPr>
          <p:spPr>
            <a:xfrm>
              <a:off x="1038500" y="1508950"/>
              <a:ext cx="1112375" cy="719150"/>
            </a:xfrm>
            <a:custGeom>
              <a:rect b="b" l="l" r="r" t="t"/>
              <a:pathLst>
                <a:path extrusionOk="0" h="28766" w="44495">
                  <a:moveTo>
                    <a:pt x="34124" y="0"/>
                  </a:moveTo>
                  <a:cubicBezTo>
                    <a:pt x="32041" y="1715"/>
                    <a:pt x="29945" y="3429"/>
                    <a:pt x="27838" y="5132"/>
                  </a:cubicBezTo>
                  <a:cubicBezTo>
                    <a:pt x="20206" y="14657"/>
                    <a:pt x="10478" y="22086"/>
                    <a:pt x="1" y="28766"/>
                  </a:cubicBezTo>
                  <a:cubicBezTo>
                    <a:pt x="787" y="28432"/>
                    <a:pt x="1918" y="27980"/>
                    <a:pt x="3358" y="27385"/>
                  </a:cubicBezTo>
                  <a:cubicBezTo>
                    <a:pt x="6335" y="26146"/>
                    <a:pt x="10574" y="24253"/>
                    <a:pt x="15670" y="21670"/>
                  </a:cubicBezTo>
                  <a:cubicBezTo>
                    <a:pt x="20754" y="19098"/>
                    <a:pt x="26647" y="15764"/>
                    <a:pt x="32910" y="11680"/>
                  </a:cubicBezTo>
                  <a:cubicBezTo>
                    <a:pt x="33969" y="10990"/>
                    <a:pt x="35029" y="10275"/>
                    <a:pt x="36101" y="9537"/>
                  </a:cubicBezTo>
                  <a:lnTo>
                    <a:pt x="36101" y="9537"/>
                  </a:lnTo>
                  <a:cubicBezTo>
                    <a:pt x="34029" y="10847"/>
                    <a:pt x="31969" y="12157"/>
                    <a:pt x="29898" y="13466"/>
                  </a:cubicBezTo>
                  <a:cubicBezTo>
                    <a:pt x="35339" y="9656"/>
                    <a:pt x="40244" y="5096"/>
                    <a:pt x="4449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47"/>
            <p:cNvSpPr/>
            <p:nvPr/>
          </p:nvSpPr>
          <p:spPr>
            <a:xfrm>
              <a:off x="2081200" y="3624975"/>
              <a:ext cx="661425" cy="342625"/>
            </a:xfrm>
            <a:custGeom>
              <a:rect b="b" l="l" r="r" t="t"/>
              <a:pathLst>
                <a:path extrusionOk="0" h="13705" w="26457">
                  <a:moveTo>
                    <a:pt x="26075" y="1"/>
                  </a:moveTo>
                  <a:cubicBezTo>
                    <a:pt x="24301" y="370"/>
                    <a:pt x="22480" y="584"/>
                    <a:pt x="20753" y="1120"/>
                  </a:cubicBezTo>
                  <a:cubicBezTo>
                    <a:pt x="15562" y="2751"/>
                    <a:pt x="10407" y="4501"/>
                    <a:pt x="5227" y="6204"/>
                  </a:cubicBezTo>
                  <a:cubicBezTo>
                    <a:pt x="3930" y="6632"/>
                    <a:pt x="3001" y="7394"/>
                    <a:pt x="2251" y="8454"/>
                  </a:cubicBezTo>
                  <a:cubicBezTo>
                    <a:pt x="1501" y="10204"/>
                    <a:pt x="751" y="11955"/>
                    <a:pt x="1" y="13705"/>
                  </a:cubicBezTo>
                  <a:lnTo>
                    <a:pt x="8621" y="13705"/>
                  </a:lnTo>
                  <a:cubicBezTo>
                    <a:pt x="9383" y="13038"/>
                    <a:pt x="10121" y="12383"/>
                    <a:pt x="10823" y="11764"/>
                  </a:cubicBezTo>
                  <a:cubicBezTo>
                    <a:pt x="15193" y="9716"/>
                    <a:pt x="19015" y="8347"/>
                    <a:pt x="22313" y="6192"/>
                  </a:cubicBezTo>
                  <a:cubicBezTo>
                    <a:pt x="24146" y="4989"/>
                    <a:pt x="25111" y="2453"/>
                    <a:pt x="26456" y="525"/>
                  </a:cubicBezTo>
                  <a:cubicBezTo>
                    <a:pt x="26337" y="346"/>
                    <a:pt x="26206" y="179"/>
                    <a:pt x="26075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47"/>
            <p:cNvSpPr/>
            <p:nvPr/>
          </p:nvSpPr>
          <p:spPr>
            <a:xfrm>
              <a:off x="3458750" y="3423175"/>
              <a:ext cx="33075" cy="63125"/>
            </a:xfrm>
            <a:custGeom>
              <a:rect b="b" l="l" r="r" t="t"/>
              <a:pathLst>
                <a:path extrusionOk="0" h="2525" w="1323">
                  <a:moveTo>
                    <a:pt x="1156" y="0"/>
                  </a:moveTo>
                  <a:cubicBezTo>
                    <a:pt x="453" y="786"/>
                    <a:pt x="167" y="1631"/>
                    <a:pt x="1" y="2524"/>
                  </a:cubicBezTo>
                  <a:cubicBezTo>
                    <a:pt x="453" y="2048"/>
                    <a:pt x="894" y="1560"/>
                    <a:pt x="1322" y="1084"/>
                  </a:cubicBezTo>
                  <a:cubicBezTo>
                    <a:pt x="1310" y="727"/>
                    <a:pt x="1263" y="369"/>
                    <a:pt x="1156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47"/>
            <p:cNvSpPr/>
            <p:nvPr/>
          </p:nvSpPr>
          <p:spPr>
            <a:xfrm>
              <a:off x="2414275" y="3892575"/>
              <a:ext cx="140825" cy="75025"/>
            </a:xfrm>
            <a:custGeom>
              <a:rect b="b" l="l" r="r" t="t"/>
              <a:pathLst>
                <a:path extrusionOk="0" h="3001" w="5633">
                  <a:moveTo>
                    <a:pt x="5632" y="0"/>
                  </a:moveTo>
                  <a:cubicBezTo>
                    <a:pt x="3715" y="965"/>
                    <a:pt x="1417" y="1227"/>
                    <a:pt x="1" y="3001"/>
                  </a:cubicBezTo>
                  <a:lnTo>
                    <a:pt x="4120" y="3001"/>
                  </a:lnTo>
                  <a:cubicBezTo>
                    <a:pt x="4715" y="2084"/>
                    <a:pt x="5227" y="1096"/>
                    <a:pt x="5632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47"/>
            <p:cNvSpPr/>
            <p:nvPr/>
          </p:nvSpPr>
          <p:spPr>
            <a:xfrm>
              <a:off x="4160325" y="3333275"/>
              <a:ext cx="64925" cy="118500"/>
            </a:xfrm>
            <a:custGeom>
              <a:rect b="b" l="l" r="r" t="t"/>
              <a:pathLst>
                <a:path extrusionOk="0" h="4740" w="2597">
                  <a:moveTo>
                    <a:pt x="2596" y="1"/>
                  </a:moveTo>
                  <a:lnTo>
                    <a:pt x="2596" y="1"/>
                  </a:lnTo>
                  <a:cubicBezTo>
                    <a:pt x="1787" y="1084"/>
                    <a:pt x="917" y="2132"/>
                    <a:pt x="1" y="3144"/>
                  </a:cubicBezTo>
                  <a:cubicBezTo>
                    <a:pt x="60" y="4096"/>
                    <a:pt x="96" y="4739"/>
                    <a:pt x="96" y="4739"/>
                  </a:cubicBezTo>
                  <a:cubicBezTo>
                    <a:pt x="417" y="4430"/>
                    <a:pt x="739" y="4120"/>
                    <a:pt x="1037" y="3811"/>
                  </a:cubicBezTo>
                  <a:cubicBezTo>
                    <a:pt x="1560" y="2549"/>
                    <a:pt x="2072" y="1275"/>
                    <a:pt x="259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47"/>
            <p:cNvSpPr/>
            <p:nvPr/>
          </p:nvSpPr>
          <p:spPr>
            <a:xfrm>
              <a:off x="2770575" y="3601475"/>
              <a:ext cx="378050" cy="137825"/>
            </a:xfrm>
            <a:custGeom>
              <a:rect b="b" l="l" r="r" t="t"/>
              <a:pathLst>
                <a:path extrusionOk="0" h="5513" w="15122">
                  <a:moveTo>
                    <a:pt x="4656" y="0"/>
                  </a:moveTo>
                  <a:cubicBezTo>
                    <a:pt x="3025" y="1869"/>
                    <a:pt x="1679" y="3405"/>
                    <a:pt x="262" y="5025"/>
                  </a:cubicBezTo>
                  <a:lnTo>
                    <a:pt x="0" y="5513"/>
                  </a:lnTo>
                  <a:lnTo>
                    <a:pt x="11014" y="5513"/>
                  </a:lnTo>
                  <a:cubicBezTo>
                    <a:pt x="12395" y="3679"/>
                    <a:pt x="13764" y="1846"/>
                    <a:pt x="1512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47"/>
            <p:cNvSpPr/>
            <p:nvPr/>
          </p:nvSpPr>
          <p:spPr>
            <a:xfrm>
              <a:off x="3046200" y="2415000"/>
              <a:ext cx="745350" cy="990325"/>
            </a:xfrm>
            <a:custGeom>
              <a:rect b="b" l="l" r="r" t="t"/>
              <a:pathLst>
                <a:path extrusionOk="0" h="39613" w="29814">
                  <a:moveTo>
                    <a:pt x="29814" y="1"/>
                  </a:moveTo>
                  <a:cubicBezTo>
                    <a:pt x="22396" y="11979"/>
                    <a:pt x="13514" y="23051"/>
                    <a:pt x="3441" y="32910"/>
                  </a:cubicBezTo>
                  <a:cubicBezTo>
                    <a:pt x="2346" y="35065"/>
                    <a:pt x="1203" y="37279"/>
                    <a:pt x="1" y="39613"/>
                  </a:cubicBezTo>
                  <a:lnTo>
                    <a:pt x="9704" y="39613"/>
                  </a:lnTo>
                  <a:cubicBezTo>
                    <a:pt x="18229" y="27290"/>
                    <a:pt x="25694" y="14336"/>
                    <a:pt x="29814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47"/>
            <p:cNvSpPr/>
            <p:nvPr/>
          </p:nvSpPr>
          <p:spPr>
            <a:xfrm>
              <a:off x="3520375" y="2926975"/>
              <a:ext cx="328325" cy="488775"/>
            </a:xfrm>
            <a:custGeom>
              <a:rect b="b" l="l" r="r" t="t"/>
              <a:pathLst>
                <a:path extrusionOk="0" h="19551" w="13133">
                  <a:moveTo>
                    <a:pt x="13133" y="1"/>
                  </a:moveTo>
                  <a:lnTo>
                    <a:pt x="13133" y="1"/>
                  </a:lnTo>
                  <a:cubicBezTo>
                    <a:pt x="11537" y="2108"/>
                    <a:pt x="9906" y="4180"/>
                    <a:pt x="8251" y="6228"/>
                  </a:cubicBezTo>
                  <a:cubicBezTo>
                    <a:pt x="5930" y="9680"/>
                    <a:pt x="3584" y="13109"/>
                    <a:pt x="1179" y="16503"/>
                  </a:cubicBezTo>
                  <a:cubicBezTo>
                    <a:pt x="453" y="17527"/>
                    <a:pt x="0" y="18431"/>
                    <a:pt x="84" y="19551"/>
                  </a:cubicBezTo>
                  <a:cubicBezTo>
                    <a:pt x="5560" y="13264"/>
                    <a:pt x="9656" y="7347"/>
                    <a:pt x="12168" y="3406"/>
                  </a:cubicBezTo>
                  <a:cubicBezTo>
                    <a:pt x="12490" y="2275"/>
                    <a:pt x="12811" y="1132"/>
                    <a:pt x="13133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47"/>
            <p:cNvSpPr/>
            <p:nvPr/>
          </p:nvSpPr>
          <p:spPr>
            <a:xfrm>
              <a:off x="3549550" y="2236125"/>
              <a:ext cx="1049850" cy="1731475"/>
            </a:xfrm>
            <a:custGeom>
              <a:rect b="b" l="l" r="r" t="t"/>
              <a:pathLst>
                <a:path extrusionOk="0" h="69259" w="41994">
                  <a:moveTo>
                    <a:pt x="24453" y="39160"/>
                  </a:moveTo>
                  <a:cubicBezTo>
                    <a:pt x="24476" y="39160"/>
                    <a:pt x="24501" y="39175"/>
                    <a:pt x="24527" y="39207"/>
                  </a:cubicBezTo>
                  <a:cubicBezTo>
                    <a:pt x="24598" y="39291"/>
                    <a:pt x="24491" y="39660"/>
                    <a:pt x="24229" y="40267"/>
                  </a:cubicBezTo>
                  <a:cubicBezTo>
                    <a:pt x="24259" y="39595"/>
                    <a:pt x="24332" y="39160"/>
                    <a:pt x="24453" y="39160"/>
                  </a:cubicBezTo>
                  <a:close/>
                  <a:moveTo>
                    <a:pt x="29813" y="0"/>
                  </a:moveTo>
                  <a:lnTo>
                    <a:pt x="29813" y="0"/>
                  </a:lnTo>
                  <a:cubicBezTo>
                    <a:pt x="25134" y="8561"/>
                    <a:pt x="19883" y="16800"/>
                    <a:pt x="14133" y="24682"/>
                  </a:cubicBezTo>
                  <a:cubicBezTo>
                    <a:pt x="14085" y="25372"/>
                    <a:pt x="14014" y="26039"/>
                    <a:pt x="13883" y="26706"/>
                  </a:cubicBezTo>
                  <a:cubicBezTo>
                    <a:pt x="13406" y="29135"/>
                    <a:pt x="12847" y="31576"/>
                    <a:pt x="12097" y="33933"/>
                  </a:cubicBezTo>
                  <a:cubicBezTo>
                    <a:pt x="8287" y="45792"/>
                    <a:pt x="4382" y="57603"/>
                    <a:pt x="0" y="69259"/>
                  </a:cubicBezTo>
                  <a:lnTo>
                    <a:pt x="5215" y="69259"/>
                  </a:lnTo>
                  <a:cubicBezTo>
                    <a:pt x="9858" y="62056"/>
                    <a:pt x="15752" y="52519"/>
                    <a:pt x="21800" y="41970"/>
                  </a:cubicBezTo>
                  <a:lnTo>
                    <a:pt x="21800" y="41970"/>
                  </a:lnTo>
                  <a:cubicBezTo>
                    <a:pt x="21800" y="41970"/>
                    <a:pt x="21205" y="43280"/>
                    <a:pt x="20086" y="45577"/>
                  </a:cubicBezTo>
                  <a:cubicBezTo>
                    <a:pt x="18955" y="47875"/>
                    <a:pt x="17288" y="51161"/>
                    <a:pt x="15097" y="55067"/>
                  </a:cubicBezTo>
                  <a:cubicBezTo>
                    <a:pt x="12906" y="58972"/>
                    <a:pt x="10204" y="63496"/>
                    <a:pt x="7013" y="68271"/>
                  </a:cubicBezTo>
                  <a:cubicBezTo>
                    <a:pt x="6787" y="68604"/>
                    <a:pt x="6560" y="68937"/>
                    <a:pt x="6346" y="69259"/>
                  </a:cubicBezTo>
                  <a:lnTo>
                    <a:pt x="6858" y="69259"/>
                  </a:lnTo>
                  <a:cubicBezTo>
                    <a:pt x="14800" y="57948"/>
                    <a:pt x="22586" y="44160"/>
                    <a:pt x="24229" y="40267"/>
                  </a:cubicBezTo>
                  <a:lnTo>
                    <a:pt x="24229" y="40267"/>
                  </a:lnTo>
                  <a:cubicBezTo>
                    <a:pt x="24158" y="41898"/>
                    <a:pt x="24313" y="44946"/>
                    <a:pt x="24420" y="46875"/>
                  </a:cubicBezTo>
                  <a:cubicBezTo>
                    <a:pt x="25646" y="44982"/>
                    <a:pt x="26872" y="43089"/>
                    <a:pt x="28099" y="41208"/>
                  </a:cubicBezTo>
                  <a:cubicBezTo>
                    <a:pt x="32933" y="29099"/>
                    <a:pt x="37481" y="16859"/>
                    <a:pt x="41993" y="4644"/>
                  </a:cubicBezTo>
                  <a:lnTo>
                    <a:pt x="41993" y="4644"/>
                  </a:lnTo>
                  <a:cubicBezTo>
                    <a:pt x="35493" y="17312"/>
                    <a:pt x="26468" y="28682"/>
                    <a:pt x="15597" y="37886"/>
                  </a:cubicBezTo>
                  <a:cubicBezTo>
                    <a:pt x="23074" y="26515"/>
                    <a:pt x="27968" y="13478"/>
                    <a:pt x="2981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47"/>
            <p:cNvSpPr/>
            <p:nvPr/>
          </p:nvSpPr>
          <p:spPr>
            <a:xfrm>
              <a:off x="909025" y="1508950"/>
              <a:ext cx="2725375" cy="2458650"/>
            </a:xfrm>
            <a:custGeom>
              <a:rect b="b" l="l" r="r" t="t"/>
              <a:pathLst>
                <a:path extrusionOk="0" h="98346" w="109015">
                  <a:moveTo>
                    <a:pt x="36184" y="33933"/>
                  </a:moveTo>
                  <a:lnTo>
                    <a:pt x="36184" y="33933"/>
                  </a:lnTo>
                  <a:cubicBezTo>
                    <a:pt x="30016" y="41124"/>
                    <a:pt x="25254" y="49149"/>
                    <a:pt x="21146" y="57591"/>
                  </a:cubicBezTo>
                  <a:cubicBezTo>
                    <a:pt x="23456" y="47959"/>
                    <a:pt x="28302" y="39946"/>
                    <a:pt x="36184" y="33933"/>
                  </a:cubicBezTo>
                  <a:close/>
                  <a:moveTo>
                    <a:pt x="14836" y="37886"/>
                  </a:moveTo>
                  <a:cubicBezTo>
                    <a:pt x="14836" y="37886"/>
                    <a:pt x="14574" y="38672"/>
                    <a:pt x="14122" y="40065"/>
                  </a:cubicBezTo>
                  <a:cubicBezTo>
                    <a:pt x="13645" y="41458"/>
                    <a:pt x="13014" y="43470"/>
                    <a:pt x="12276" y="45946"/>
                  </a:cubicBezTo>
                  <a:cubicBezTo>
                    <a:pt x="10788" y="50911"/>
                    <a:pt x="9061" y="57757"/>
                    <a:pt x="7716" y="65461"/>
                  </a:cubicBezTo>
                  <a:cubicBezTo>
                    <a:pt x="7716" y="65461"/>
                    <a:pt x="7668" y="64604"/>
                    <a:pt x="7692" y="63091"/>
                  </a:cubicBezTo>
                  <a:cubicBezTo>
                    <a:pt x="7716" y="61567"/>
                    <a:pt x="7847" y="59377"/>
                    <a:pt x="8216" y="56745"/>
                  </a:cubicBezTo>
                  <a:cubicBezTo>
                    <a:pt x="8585" y="54102"/>
                    <a:pt x="9264" y="51030"/>
                    <a:pt x="10323" y="47780"/>
                  </a:cubicBezTo>
                  <a:cubicBezTo>
                    <a:pt x="11395" y="44530"/>
                    <a:pt x="12895" y="41124"/>
                    <a:pt x="14836" y="37886"/>
                  </a:cubicBezTo>
                  <a:close/>
                  <a:moveTo>
                    <a:pt x="3811" y="0"/>
                  </a:moveTo>
                  <a:cubicBezTo>
                    <a:pt x="2513" y="1000"/>
                    <a:pt x="1239" y="2024"/>
                    <a:pt x="1" y="3084"/>
                  </a:cubicBezTo>
                  <a:lnTo>
                    <a:pt x="1" y="98346"/>
                  </a:lnTo>
                  <a:lnTo>
                    <a:pt x="2049" y="98346"/>
                  </a:lnTo>
                  <a:cubicBezTo>
                    <a:pt x="2358" y="96929"/>
                    <a:pt x="2727" y="95512"/>
                    <a:pt x="3168" y="94095"/>
                  </a:cubicBezTo>
                  <a:cubicBezTo>
                    <a:pt x="3965" y="91512"/>
                    <a:pt x="5311" y="89226"/>
                    <a:pt x="7371" y="87475"/>
                  </a:cubicBezTo>
                  <a:cubicBezTo>
                    <a:pt x="8872" y="86196"/>
                    <a:pt x="10528" y="85336"/>
                    <a:pt x="12542" y="85336"/>
                  </a:cubicBezTo>
                  <a:cubicBezTo>
                    <a:pt x="13019" y="85336"/>
                    <a:pt x="13517" y="85384"/>
                    <a:pt x="14038" y="85487"/>
                  </a:cubicBezTo>
                  <a:cubicBezTo>
                    <a:pt x="13752" y="85856"/>
                    <a:pt x="13681" y="86070"/>
                    <a:pt x="13586" y="86070"/>
                  </a:cubicBezTo>
                  <a:cubicBezTo>
                    <a:pt x="8811" y="86594"/>
                    <a:pt x="6180" y="89690"/>
                    <a:pt x="4644" y="93821"/>
                  </a:cubicBezTo>
                  <a:cubicBezTo>
                    <a:pt x="4085" y="95322"/>
                    <a:pt x="3620" y="96822"/>
                    <a:pt x="3251" y="98346"/>
                  </a:cubicBezTo>
                  <a:lnTo>
                    <a:pt x="15693" y="98346"/>
                  </a:lnTo>
                  <a:cubicBezTo>
                    <a:pt x="15705" y="97834"/>
                    <a:pt x="15705" y="97322"/>
                    <a:pt x="15669" y="96798"/>
                  </a:cubicBezTo>
                  <a:cubicBezTo>
                    <a:pt x="15336" y="92428"/>
                    <a:pt x="15395" y="88083"/>
                    <a:pt x="15681" y="83761"/>
                  </a:cubicBezTo>
                  <a:cubicBezTo>
                    <a:pt x="15634" y="83618"/>
                    <a:pt x="15598" y="83487"/>
                    <a:pt x="15562" y="83332"/>
                  </a:cubicBezTo>
                  <a:cubicBezTo>
                    <a:pt x="15479" y="83034"/>
                    <a:pt x="15395" y="82725"/>
                    <a:pt x="15300" y="82380"/>
                  </a:cubicBezTo>
                  <a:cubicBezTo>
                    <a:pt x="15229" y="82034"/>
                    <a:pt x="15145" y="81665"/>
                    <a:pt x="15062" y="81284"/>
                  </a:cubicBezTo>
                  <a:cubicBezTo>
                    <a:pt x="14324" y="78189"/>
                    <a:pt x="13621" y="73628"/>
                    <a:pt x="13538" y="68044"/>
                  </a:cubicBezTo>
                  <a:cubicBezTo>
                    <a:pt x="13431" y="62460"/>
                    <a:pt x="14193" y="55852"/>
                    <a:pt x="16134" y="48935"/>
                  </a:cubicBezTo>
                  <a:cubicBezTo>
                    <a:pt x="17158" y="45506"/>
                    <a:pt x="18443" y="41982"/>
                    <a:pt x="20110" y="38553"/>
                  </a:cubicBezTo>
                  <a:cubicBezTo>
                    <a:pt x="21813" y="35124"/>
                    <a:pt x="23825" y="31754"/>
                    <a:pt x="26171" y="28587"/>
                  </a:cubicBezTo>
                  <a:lnTo>
                    <a:pt x="26171" y="28587"/>
                  </a:lnTo>
                  <a:cubicBezTo>
                    <a:pt x="26171" y="28587"/>
                    <a:pt x="25956" y="28956"/>
                    <a:pt x="25563" y="29671"/>
                  </a:cubicBezTo>
                  <a:cubicBezTo>
                    <a:pt x="25361" y="30028"/>
                    <a:pt x="25111" y="30456"/>
                    <a:pt x="24825" y="30980"/>
                  </a:cubicBezTo>
                  <a:cubicBezTo>
                    <a:pt x="24670" y="31230"/>
                    <a:pt x="24516" y="31504"/>
                    <a:pt x="24349" y="31802"/>
                  </a:cubicBezTo>
                  <a:cubicBezTo>
                    <a:pt x="24194" y="32111"/>
                    <a:pt x="24028" y="32433"/>
                    <a:pt x="23861" y="32778"/>
                  </a:cubicBezTo>
                  <a:cubicBezTo>
                    <a:pt x="23516" y="33457"/>
                    <a:pt x="23123" y="34219"/>
                    <a:pt x="22706" y="35040"/>
                  </a:cubicBezTo>
                  <a:cubicBezTo>
                    <a:pt x="22313" y="35886"/>
                    <a:pt x="21896" y="36814"/>
                    <a:pt x="21456" y="37803"/>
                  </a:cubicBezTo>
                  <a:cubicBezTo>
                    <a:pt x="20587" y="39791"/>
                    <a:pt x="19682" y="42077"/>
                    <a:pt x="18836" y="44649"/>
                  </a:cubicBezTo>
                  <a:cubicBezTo>
                    <a:pt x="18729" y="44970"/>
                    <a:pt x="18622" y="45292"/>
                    <a:pt x="18503" y="45625"/>
                  </a:cubicBezTo>
                  <a:cubicBezTo>
                    <a:pt x="18408" y="45958"/>
                    <a:pt x="18313" y="46292"/>
                    <a:pt x="18217" y="46625"/>
                  </a:cubicBezTo>
                  <a:cubicBezTo>
                    <a:pt x="18015" y="47304"/>
                    <a:pt x="17812" y="48006"/>
                    <a:pt x="17610" y="48709"/>
                  </a:cubicBezTo>
                  <a:cubicBezTo>
                    <a:pt x="17384" y="49423"/>
                    <a:pt x="17241" y="50161"/>
                    <a:pt x="17050" y="50899"/>
                  </a:cubicBezTo>
                  <a:cubicBezTo>
                    <a:pt x="16884" y="51650"/>
                    <a:pt x="16669" y="52400"/>
                    <a:pt x="16527" y="53174"/>
                  </a:cubicBezTo>
                  <a:cubicBezTo>
                    <a:pt x="16229" y="54733"/>
                    <a:pt x="15860" y="56329"/>
                    <a:pt x="15657" y="57996"/>
                  </a:cubicBezTo>
                  <a:cubicBezTo>
                    <a:pt x="15538" y="58841"/>
                    <a:pt x="15384" y="59674"/>
                    <a:pt x="15300" y="60532"/>
                  </a:cubicBezTo>
                  <a:cubicBezTo>
                    <a:pt x="15217" y="61401"/>
                    <a:pt x="15122" y="62270"/>
                    <a:pt x="15038" y="63151"/>
                  </a:cubicBezTo>
                  <a:cubicBezTo>
                    <a:pt x="14764" y="66687"/>
                    <a:pt x="14610" y="70414"/>
                    <a:pt x="14836" y="74259"/>
                  </a:cubicBezTo>
                  <a:cubicBezTo>
                    <a:pt x="14991" y="77034"/>
                    <a:pt x="15288" y="79891"/>
                    <a:pt x="15741" y="82761"/>
                  </a:cubicBezTo>
                  <a:cubicBezTo>
                    <a:pt x="16169" y="77046"/>
                    <a:pt x="16967" y="71354"/>
                    <a:pt x="17836" y="65675"/>
                  </a:cubicBezTo>
                  <a:cubicBezTo>
                    <a:pt x="18360" y="62187"/>
                    <a:pt x="18360" y="58627"/>
                    <a:pt x="18967" y="55162"/>
                  </a:cubicBezTo>
                  <a:cubicBezTo>
                    <a:pt x="20670" y="45506"/>
                    <a:pt x="24123" y="36457"/>
                    <a:pt x="29123" y="28040"/>
                  </a:cubicBezTo>
                  <a:cubicBezTo>
                    <a:pt x="30135" y="26337"/>
                    <a:pt x="31564" y="24896"/>
                    <a:pt x="33160" y="23598"/>
                  </a:cubicBezTo>
                  <a:lnTo>
                    <a:pt x="33160" y="23598"/>
                  </a:lnTo>
                  <a:cubicBezTo>
                    <a:pt x="32040" y="25230"/>
                    <a:pt x="30778" y="26777"/>
                    <a:pt x="29850" y="28516"/>
                  </a:cubicBezTo>
                  <a:cubicBezTo>
                    <a:pt x="24956" y="37541"/>
                    <a:pt x="21182" y="47066"/>
                    <a:pt x="19610" y="57174"/>
                  </a:cubicBezTo>
                  <a:cubicBezTo>
                    <a:pt x="17860" y="68414"/>
                    <a:pt x="16146" y="79701"/>
                    <a:pt x="16431" y="91131"/>
                  </a:cubicBezTo>
                  <a:cubicBezTo>
                    <a:pt x="16491" y="93536"/>
                    <a:pt x="16729" y="95929"/>
                    <a:pt x="17158" y="98346"/>
                  </a:cubicBezTo>
                  <a:lnTo>
                    <a:pt x="17479" y="98346"/>
                  </a:lnTo>
                  <a:cubicBezTo>
                    <a:pt x="17539" y="97989"/>
                    <a:pt x="17598" y="97619"/>
                    <a:pt x="17658" y="97262"/>
                  </a:cubicBezTo>
                  <a:cubicBezTo>
                    <a:pt x="17717" y="97619"/>
                    <a:pt x="17777" y="97977"/>
                    <a:pt x="17848" y="98346"/>
                  </a:cubicBezTo>
                  <a:lnTo>
                    <a:pt x="24135" y="98346"/>
                  </a:lnTo>
                  <a:cubicBezTo>
                    <a:pt x="24289" y="87868"/>
                    <a:pt x="25468" y="77427"/>
                    <a:pt x="27718" y="67247"/>
                  </a:cubicBezTo>
                  <a:lnTo>
                    <a:pt x="27718" y="67247"/>
                  </a:lnTo>
                  <a:cubicBezTo>
                    <a:pt x="26016" y="77546"/>
                    <a:pt x="25385" y="87975"/>
                    <a:pt x="25790" y="98346"/>
                  </a:cubicBezTo>
                  <a:lnTo>
                    <a:pt x="27599" y="98346"/>
                  </a:lnTo>
                  <a:cubicBezTo>
                    <a:pt x="28123" y="95238"/>
                    <a:pt x="28790" y="92131"/>
                    <a:pt x="29612" y="89023"/>
                  </a:cubicBezTo>
                  <a:lnTo>
                    <a:pt x="29612" y="89023"/>
                  </a:lnTo>
                  <a:cubicBezTo>
                    <a:pt x="29612" y="90392"/>
                    <a:pt x="29790" y="91785"/>
                    <a:pt x="29588" y="93131"/>
                  </a:cubicBezTo>
                  <a:cubicBezTo>
                    <a:pt x="29326" y="94869"/>
                    <a:pt x="29123" y="96607"/>
                    <a:pt x="28969" y="98346"/>
                  </a:cubicBezTo>
                  <a:lnTo>
                    <a:pt x="31588" y="98346"/>
                  </a:lnTo>
                  <a:cubicBezTo>
                    <a:pt x="32088" y="94691"/>
                    <a:pt x="32648" y="91047"/>
                    <a:pt x="33314" y="87428"/>
                  </a:cubicBezTo>
                  <a:cubicBezTo>
                    <a:pt x="34255" y="82320"/>
                    <a:pt x="35505" y="77260"/>
                    <a:pt x="36624" y="72188"/>
                  </a:cubicBezTo>
                  <a:cubicBezTo>
                    <a:pt x="36791" y="72224"/>
                    <a:pt x="36946" y="72259"/>
                    <a:pt x="37112" y="72295"/>
                  </a:cubicBezTo>
                  <a:cubicBezTo>
                    <a:pt x="36220" y="76665"/>
                    <a:pt x="35231" y="81022"/>
                    <a:pt x="34445" y="85416"/>
                  </a:cubicBezTo>
                  <a:cubicBezTo>
                    <a:pt x="33672" y="89714"/>
                    <a:pt x="32945" y="94024"/>
                    <a:pt x="32326" y="98346"/>
                  </a:cubicBezTo>
                  <a:lnTo>
                    <a:pt x="45006" y="98346"/>
                  </a:lnTo>
                  <a:cubicBezTo>
                    <a:pt x="45637" y="97036"/>
                    <a:pt x="46256" y="95738"/>
                    <a:pt x="46899" y="94429"/>
                  </a:cubicBezTo>
                  <a:cubicBezTo>
                    <a:pt x="47090" y="94000"/>
                    <a:pt x="47292" y="93559"/>
                    <a:pt x="47483" y="93131"/>
                  </a:cubicBezTo>
                  <a:lnTo>
                    <a:pt x="47483" y="93131"/>
                  </a:lnTo>
                  <a:lnTo>
                    <a:pt x="41458" y="95286"/>
                  </a:lnTo>
                  <a:cubicBezTo>
                    <a:pt x="41375" y="95155"/>
                    <a:pt x="41303" y="95012"/>
                    <a:pt x="41220" y="94881"/>
                  </a:cubicBezTo>
                  <a:cubicBezTo>
                    <a:pt x="41434" y="94595"/>
                    <a:pt x="41601" y="94250"/>
                    <a:pt x="41875" y="94036"/>
                  </a:cubicBezTo>
                  <a:cubicBezTo>
                    <a:pt x="42435" y="93571"/>
                    <a:pt x="42994" y="93095"/>
                    <a:pt x="43625" y="92762"/>
                  </a:cubicBezTo>
                  <a:cubicBezTo>
                    <a:pt x="46090" y="91488"/>
                    <a:pt x="48209" y="89904"/>
                    <a:pt x="50007" y="88047"/>
                  </a:cubicBezTo>
                  <a:cubicBezTo>
                    <a:pt x="53722" y="80439"/>
                    <a:pt x="57341" y="72831"/>
                    <a:pt x="60389" y="64925"/>
                  </a:cubicBezTo>
                  <a:lnTo>
                    <a:pt x="60389" y="64925"/>
                  </a:lnTo>
                  <a:cubicBezTo>
                    <a:pt x="58163" y="71628"/>
                    <a:pt x="55520" y="78165"/>
                    <a:pt x="52757" y="84654"/>
                  </a:cubicBezTo>
                  <a:cubicBezTo>
                    <a:pt x="53841" y="83070"/>
                    <a:pt x="54769" y="81344"/>
                    <a:pt x="55543" y="79474"/>
                  </a:cubicBezTo>
                  <a:cubicBezTo>
                    <a:pt x="56305" y="77641"/>
                    <a:pt x="57401" y="75950"/>
                    <a:pt x="58341" y="74200"/>
                  </a:cubicBezTo>
                  <a:cubicBezTo>
                    <a:pt x="58484" y="74271"/>
                    <a:pt x="58627" y="74343"/>
                    <a:pt x="58782" y="74414"/>
                  </a:cubicBezTo>
                  <a:lnTo>
                    <a:pt x="52841" y="86154"/>
                  </a:lnTo>
                  <a:cubicBezTo>
                    <a:pt x="52960" y="86273"/>
                    <a:pt x="53067" y="86380"/>
                    <a:pt x="53186" y="86499"/>
                  </a:cubicBezTo>
                  <a:cubicBezTo>
                    <a:pt x="55531" y="85380"/>
                    <a:pt x="57948" y="84368"/>
                    <a:pt x="60223" y="83130"/>
                  </a:cubicBezTo>
                  <a:cubicBezTo>
                    <a:pt x="65068" y="80486"/>
                    <a:pt x="70236" y="78831"/>
                    <a:pt x="75617" y="77808"/>
                  </a:cubicBezTo>
                  <a:cubicBezTo>
                    <a:pt x="76570" y="77629"/>
                    <a:pt x="77415" y="77331"/>
                    <a:pt x="78165" y="76915"/>
                  </a:cubicBezTo>
                  <a:cubicBezTo>
                    <a:pt x="88690" y="61365"/>
                    <a:pt x="98989" y="45649"/>
                    <a:pt x="109014" y="29754"/>
                  </a:cubicBezTo>
                  <a:lnTo>
                    <a:pt x="109014" y="29754"/>
                  </a:lnTo>
                  <a:cubicBezTo>
                    <a:pt x="98120" y="44565"/>
                    <a:pt x="83987" y="56972"/>
                    <a:pt x="67902" y="65866"/>
                  </a:cubicBezTo>
                  <a:cubicBezTo>
                    <a:pt x="76975" y="55507"/>
                    <a:pt x="84095" y="43434"/>
                    <a:pt x="88786" y="30480"/>
                  </a:cubicBezTo>
                  <a:lnTo>
                    <a:pt x="88786" y="30480"/>
                  </a:lnTo>
                  <a:cubicBezTo>
                    <a:pt x="70200" y="42315"/>
                    <a:pt x="52626" y="55745"/>
                    <a:pt x="36327" y="70580"/>
                  </a:cubicBezTo>
                  <a:cubicBezTo>
                    <a:pt x="35815" y="44756"/>
                    <a:pt x="49197" y="21265"/>
                    <a:pt x="64509" y="0"/>
                  </a:cubicBezTo>
                  <a:lnTo>
                    <a:pt x="56365" y="0"/>
                  </a:lnTo>
                  <a:cubicBezTo>
                    <a:pt x="54484" y="1191"/>
                    <a:pt x="52614" y="2370"/>
                    <a:pt x="50733" y="3560"/>
                  </a:cubicBezTo>
                  <a:cubicBezTo>
                    <a:pt x="48650" y="5406"/>
                    <a:pt x="46090" y="7525"/>
                    <a:pt x="43089" y="9775"/>
                  </a:cubicBezTo>
                  <a:cubicBezTo>
                    <a:pt x="38434" y="13288"/>
                    <a:pt x="32636" y="17026"/>
                    <a:pt x="26004" y="20503"/>
                  </a:cubicBezTo>
                  <a:cubicBezTo>
                    <a:pt x="22682" y="22205"/>
                    <a:pt x="19146" y="23860"/>
                    <a:pt x="15443" y="25349"/>
                  </a:cubicBezTo>
                  <a:cubicBezTo>
                    <a:pt x="12002" y="26706"/>
                    <a:pt x="8430" y="27944"/>
                    <a:pt x="4763" y="29028"/>
                  </a:cubicBezTo>
                  <a:cubicBezTo>
                    <a:pt x="4454" y="29230"/>
                    <a:pt x="4144" y="29433"/>
                    <a:pt x="3835" y="29623"/>
                  </a:cubicBezTo>
                  <a:cubicBezTo>
                    <a:pt x="4025" y="29456"/>
                    <a:pt x="4216" y="29302"/>
                    <a:pt x="4406" y="29135"/>
                  </a:cubicBezTo>
                  <a:lnTo>
                    <a:pt x="4406" y="29135"/>
                  </a:lnTo>
                  <a:cubicBezTo>
                    <a:pt x="4239" y="29183"/>
                    <a:pt x="4061" y="29242"/>
                    <a:pt x="3894" y="29290"/>
                  </a:cubicBezTo>
                  <a:cubicBezTo>
                    <a:pt x="3894" y="29290"/>
                    <a:pt x="4120" y="29206"/>
                    <a:pt x="4537" y="29028"/>
                  </a:cubicBezTo>
                  <a:cubicBezTo>
                    <a:pt x="11240" y="23313"/>
                    <a:pt x="18051" y="17705"/>
                    <a:pt x="24611" y="11823"/>
                  </a:cubicBezTo>
                  <a:cubicBezTo>
                    <a:pt x="28623" y="8239"/>
                    <a:pt x="32159" y="4239"/>
                    <a:pt x="35410" y="0"/>
                  </a:cubicBezTo>
                  <a:lnTo>
                    <a:pt x="18122" y="0"/>
                  </a:lnTo>
                  <a:cubicBezTo>
                    <a:pt x="15884" y="1310"/>
                    <a:pt x="13598" y="2548"/>
                    <a:pt x="11288" y="3715"/>
                  </a:cubicBezTo>
                  <a:cubicBezTo>
                    <a:pt x="13050" y="2572"/>
                    <a:pt x="14729" y="1322"/>
                    <a:pt x="16348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47"/>
            <p:cNvSpPr/>
            <p:nvPr/>
          </p:nvSpPr>
          <p:spPr>
            <a:xfrm>
              <a:off x="3102150" y="3723800"/>
              <a:ext cx="17300" cy="15500"/>
            </a:xfrm>
            <a:custGeom>
              <a:rect b="b" l="l" r="r" t="t"/>
              <a:pathLst>
                <a:path extrusionOk="0" h="620" w="692">
                  <a:moveTo>
                    <a:pt x="692" y="1"/>
                  </a:moveTo>
                  <a:cubicBezTo>
                    <a:pt x="465" y="203"/>
                    <a:pt x="227" y="405"/>
                    <a:pt x="1" y="620"/>
                  </a:cubicBezTo>
                  <a:lnTo>
                    <a:pt x="108" y="620"/>
                  </a:lnTo>
                  <a:cubicBezTo>
                    <a:pt x="299" y="417"/>
                    <a:pt x="501" y="203"/>
                    <a:pt x="692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47"/>
            <p:cNvSpPr/>
            <p:nvPr/>
          </p:nvSpPr>
          <p:spPr>
            <a:xfrm>
              <a:off x="909025" y="1508950"/>
              <a:ext cx="95275" cy="77125"/>
            </a:xfrm>
            <a:custGeom>
              <a:rect b="b" l="l" r="r" t="t"/>
              <a:pathLst>
                <a:path extrusionOk="0" h="3085" w="3811">
                  <a:moveTo>
                    <a:pt x="1" y="0"/>
                  </a:moveTo>
                  <a:lnTo>
                    <a:pt x="1" y="3084"/>
                  </a:lnTo>
                  <a:cubicBezTo>
                    <a:pt x="1239" y="2024"/>
                    <a:pt x="2513" y="1000"/>
                    <a:pt x="381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47"/>
            <p:cNvSpPr/>
            <p:nvPr/>
          </p:nvSpPr>
          <p:spPr>
            <a:xfrm>
              <a:off x="4317200" y="3477950"/>
              <a:ext cx="40200" cy="84550"/>
            </a:xfrm>
            <a:custGeom>
              <a:rect b="b" l="l" r="r" t="t"/>
              <a:pathLst>
                <a:path extrusionOk="0" h="3382" w="1608">
                  <a:moveTo>
                    <a:pt x="1608" y="0"/>
                  </a:moveTo>
                  <a:cubicBezTo>
                    <a:pt x="1096" y="1119"/>
                    <a:pt x="560" y="2250"/>
                    <a:pt x="0" y="3381"/>
                  </a:cubicBezTo>
                  <a:cubicBezTo>
                    <a:pt x="572" y="2262"/>
                    <a:pt x="1119" y="1143"/>
                    <a:pt x="1608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47"/>
            <p:cNvSpPr/>
            <p:nvPr/>
          </p:nvSpPr>
          <p:spPr>
            <a:xfrm>
              <a:off x="4715150" y="2690350"/>
              <a:ext cx="629275" cy="797900"/>
            </a:xfrm>
            <a:custGeom>
              <a:rect b="b" l="l" r="r" t="t"/>
              <a:pathLst>
                <a:path extrusionOk="0" h="31916" w="25171">
                  <a:moveTo>
                    <a:pt x="8252" y="0"/>
                  </a:moveTo>
                  <a:cubicBezTo>
                    <a:pt x="8252" y="0"/>
                    <a:pt x="8228" y="250"/>
                    <a:pt x="8181" y="703"/>
                  </a:cubicBezTo>
                  <a:cubicBezTo>
                    <a:pt x="8407" y="2310"/>
                    <a:pt x="8478" y="4108"/>
                    <a:pt x="8264" y="6049"/>
                  </a:cubicBezTo>
                  <a:cubicBezTo>
                    <a:pt x="8038" y="8335"/>
                    <a:pt x="7478" y="10787"/>
                    <a:pt x="6692" y="13323"/>
                  </a:cubicBezTo>
                  <a:cubicBezTo>
                    <a:pt x="5895" y="15847"/>
                    <a:pt x="4930" y="18514"/>
                    <a:pt x="3751" y="21229"/>
                  </a:cubicBezTo>
                  <a:cubicBezTo>
                    <a:pt x="3668" y="21408"/>
                    <a:pt x="3585" y="21598"/>
                    <a:pt x="3501" y="21777"/>
                  </a:cubicBezTo>
                  <a:cubicBezTo>
                    <a:pt x="2537" y="24515"/>
                    <a:pt x="1370" y="27218"/>
                    <a:pt x="1" y="29682"/>
                  </a:cubicBezTo>
                  <a:cubicBezTo>
                    <a:pt x="60" y="29837"/>
                    <a:pt x="120" y="30004"/>
                    <a:pt x="191" y="30171"/>
                  </a:cubicBezTo>
                  <a:cubicBezTo>
                    <a:pt x="644" y="29932"/>
                    <a:pt x="1049" y="29718"/>
                    <a:pt x="1203" y="29635"/>
                  </a:cubicBezTo>
                  <a:cubicBezTo>
                    <a:pt x="2256" y="29843"/>
                    <a:pt x="3116" y="30203"/>
                    <a:pt x="3925" y="30203"/>
                  </a:cubicBezTo>
                  <a:cubicBezTo>
                    <a:pt x="3994" y="30203"/>
                    <a:pt x="4063" y="30200"/>
                    <a:pt x="4132" y="30194"/>
                  </a:cubicBezTo>
                  <a:cubicBezTo>
                    <a:pt x="5784" y="30057"/>
                    <a:pt x="7428" y="29990"/>
                    <a:pt x="9065" y="29990"/>
                  </a:cubicBezTo>
                  <a:cubicBezTo>
                    <a:pt x="14239" y="29990"/>
                    <a:pt x="19347" y="30661"/>
                    <a:pt x="24421" y="31909"/>
                  </a:cubicBezTo>
                  <a:cubicBezTo>
                    <a:pt x="24438" y="31914"/>
                    <a:pt x="24456" y="31916"/>
                    <a:pt x="24475" y="31916"/>
                  </a:cubicBezTo>
                  <a:cubicBezTo>
                    <a:pt x="24601" y="31916"/>
                    <a:pt x="24779" y="31822"/>
                    <a:pt x="25171" y="31718"/>
                  </a:cubicBezTo>
                  <a:cubicBezTo>
                    <a:pt x="24849" y="30933"/>
                    <a:pt x="24587" y="30147"/>
                    <a:pt x="24194" y="29420"/>
                  </a:cubicBezTo>
                  <a:cubicBezTo>
                    <a:pt x="19861" y="21372"/>
                    <a:pt x="15455" y="13347"/>
                    <a:pt x="11157" y="5275"/>
                  </a:cubicBezTo>
                  <a:cubicBezTo>
                    <a:pt x="10490" y="4024"/>
                    <a:pt x="9859" y="2762"/>
                    <a:pt x="9216" y="1488"/>
                  </a:cubicBezTo>
                  <a:cubicBezTo>
                    <a:pt x="8895" y="976"/>
                    <a:pt x="8562" y="476"/>
                    <a:pt x="8252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47"/>
            <p:cNvSpPr/>
            <p:nvPr/>
          </p:nvSpPr>
          <p:spPr>
            <a:xfrm>
              <a:off x="4710100" y="3415425"/>
              <a:ext cx="2100" cy="5100"/>
            </a:xfrm>
            <a:custGeom>
              <a:rect b="b" l="l" r="r" t="t"/>
              <a:pathLst>
                <a:path extrusionOk="0" h="204" w="84">
                  <a:moveTo>
                    <a:pt x="84" y="1"/>
                  </a:moveTo>
                  <a:lnTo>
                    <a:pt x="84" y="1"/>
                  </a:lnTo>
                  <a:cubicBezTo>
                    <a:pt x="48" y="48"/>
                    <a:pt x="24" y="96"/>
                    <a:pt x="1" y="144"/>
                  </a:cubicBezTo>
                  <a:cubicBezTo>
                    <a:pt x="12" y="167"/>
                    <a:pt x="12" y="191"/>
                    <a:pt x="24" y="203"/>
                  </a:cubicBezTo>
                  <a:cubicBezTo>
                    <a:pt x="48" y="144"/>
                    <a:pt x="60" y="72"/>
                    <a:pt x="84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47"/>
            <p:cNvSpPr/>
            <p:nvPr/>
          </p:nvSpPr>
          <p:spPr>
            <a:xfrm>
              <a:off x="4445475" y="325707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47"/>
            <p:cNvSpPr/>
            <p:nvPr/>
          </p:nvSpPr>
          <p:spPr>
            <a:xfrm>
              <a:off x="4782425" y="2856425"/>
              <a:ext cx="925" cy="8375"/>
            </a:xfrm>
            <a:custGeom>
              <a:rect b="b" l="l" r="r" t="t"/>
              <a:pathLst>
                <a:path extrusionOk="0" h="335" w="37">
                  <a:moveTo>
                    <a:pt x="25" y="1"/>
                  </a:moveTo>
                  <a:cubicBezTo>
                    <a:pt x="25" y="1"/>
                    <a:pt x="13" y="48"/>
                    <a:pt x="1" y="120"/>
                  </a:cubicBezTo>
                  <a:cubicBezTo>
                    <a:pt x="13" y="191"/>
                    <a:pt x="25" y="263"/>
                    <a:pt x="36" y="334"/>
                  </a:cubicBezTo>
                  <a:cubicBezTo>
                    <a:pt x="36" y="227"/>
                    <a:pt x="25" y="108"/>
                    <a:pt x="25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47"/>
            <p:cNvSpPr/>
            <p:nvPr/>
          </p:nvSpPr>
          <p:spPr>
            <a:xfrm>
              <a:off x="2657175" y="3893475"/>
              <a:ext cx="3875" cy="3300"/>
            </a:xfrm>
            <a:custGeom>
              <a:rect b="b" l="l" r="r" t="t"/>
              <a:pathLst>
                <a:path extrusionOk="0" h="132" w="155">
                  <a:moveTo>
                    <a:pt x="0" y="0"/>
                  </a:moveTo>
                  <a:cubicBezTo>
                    <a:pt x="36" y="36"/>
                    <a:pt x="60" y="83"/>
                    <a:pt x="95" y="131"/>
                  </a:cubicBezTo>
                  <a:cubicBezTo>
                    <a:pt x="107" y="95"/>
                    <a:pt x="131" y="72"/>
                    <a:pt x="155" y="48"/>
                  </a:cubicBezTo>
                  <a:cubicBezTo>
                    <a:pt x="107" y="36"/>
                    <a:pt x="60" y="12"/>
                    <a:pt x="0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47"/>
            <p:cNvSpPr/>
            <p:nvPr/>
          </p:nvSpPr>
          <p:spPr>
            <a:xfrm>
              <a:off x="3057800" y="3012100"/>
              <a:ext cx="766800" cy="955500"/>
            </a:xfrm>
            <a:custGeom>
              <a:rect b="b" l="l" r="r" t="t"/>
              <a:pathLst>
                <a:path extrusionOk="0" h="38220" w="30672">
                  <a:moveTo>
                    <a:pt x="30671" y="1"/>
                  </a:moveTo>
                  <a:lnTo>
                    <a:pt x="30671" y="1"/>
                  </a:lnTo>
                  <a:cubicBezTo>
                    <a:pt x="28159" y="3942"/>
                    <a:pt x="24063" y="9859"/>
                    <a:pt x="18587" y="16146"/>
                  </a:cubicBezTo>
                  <a:cubicBezTo>
                    <a:pt x="18610" y="16419"/>
                    <a:pt x="18658" y="16717"/>
                    <a:pt x="18753" y="17039"/>
                  </a:cubicBezTo>
                  <a:cubicBezTo>
                    <a:pt x="19277" y="18765"/>
                    <a:pt x="19158" y="20491"/>
                    <a:pt x="17908" y="22218"/>
                  </a:cubicBezTo>
                  <a:cubicBezTo>
                    <a:pt x="16753" y="20730"/>
                    <a:pt x="17432" y="19182"/>
                    <a:pt x="17360" y="17515"/>
                  </a:cubicBezTo>
                  <a:lnTo>
                    <a:pt x="17360" y="17515"/>
                  </a:lnTo>
                  <a:cubicBezTo>
                    <a:pt x="16932" y="18003"/>
                    <a:pt x="16491" y="18491"/>
                    <a:pt x="16039" y="18967"/>
                  </a:cubicBezTo>
                  <a:cubicBezTo>
                    <a:pt x="15848" y="20039"/>
                    <a:pt x="15812" y="21170"/>
                    <a:pt x="15431" y="22349"/>
                  </a:cubicBezTo>
                  <a:cubicBezTo>
                    <a:pt x="14360" y="22658"/>
                    <a:pt x="13038" y="23027"/>
                    <a:pt x="11705" y="23420"/>
                  </a:cubicBezTo>
                  <a:cubicBezTo>
                    <a:pt x="11669" y="23456"/>
                    <a:pt x="11633" y="23492"/>
                    <a:pt x="11598" y="23527"/>
                  </a:cubicBezTo>
                  <a:cubicBezTo>
                    <a:pt x="11669" y="23563"/>
                    <a:pt x="11740" y="23599"/>
                    <a:pt x="11800" y="23635"/>
                  </a:cubicBezTo>
                  <a:cubicBezTo>
                    <a:pt x="9335" y="25802"/>
                    <a:pt x="6883" y="27969"/>
                    <a:pt x="4168" y="30362"/>
                  </a:cubicBezTo>
                  <a:cubicBezTo>
                    <a:pt x="5490" y="31409"/>
                    <a:pt x="6585" y="32290"/>
                    <a:pt x="7669" y="33160"/>
                  </a:cubicBezTo>
                  <a:cubicBezTo>
                    <a:pt x="7549" y="33314"/>
                    <a:pt x="7419" y="33469"/>
                    <a:pt x="7288" y="33612"/>
                  </a:cubicBezTo>
                  <a:cubicBezTo>
                    <a:pt x="5978" y="32945"/>
                    <a:pt x="4680" y="32290"/>
                    <a:pt x="3228" y="31552"/>
                  </a:cubicBezTo>
                  <a:cubicBezTo>
                    <a:pt x="2168" y="32445"/>
                    <a:pt x="1215" y="33243"/>
                    <a:pt x="1" y="34267"/>
                  </a:cubicBezTo>
                  <a:cubicBezTo>
                    <a:pt x="2311" y="35458"/>
                    <a:pt x="4501" y="36672"/>
                    <a:pt x="6299" y="38220"/>
                  </a:cubicBezTo>
                  <a:lnTo>
                    <a:pt x="17408" y="38220"/>
                  </a:lnTo>
                  <a:cubicBezTo>
                    <a:pt x="20789" y="28314"/>
                    <a:pt x="24587" y="18551"/>
                    <a:pt x="28004" y="8657"/>
                  </a:cubicBezTo>
                  <a:cubicBezTo>
                    <a:pt x="28993" y="5811"/>
                    <a:pt x="29838" y="2906"/>
                    <a:pt x="30671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47"/>
            <p:cNvSpPr/>
            <p:nvPr/>
          </p:nvSpPr>
          <p:spPr>
            <a:xfrm>
              <a:off x="5569725" y="3929775"/>
              <a:ext cx="1525" cy="3300"/>
            </a:xfrm>
            <a:custGeom>
              <a:rect b="b" l="l" r="r" t="t"/>
              <a:pathLst>
                <a:path extrusionOk="0" h="132" w="61">
                  <a:moveTo>
                    <a:pt x="60" y="132"/>
                  </a:moveTo>
                  <a:lnTo>
                    <a:pt x="60" y="132"/>
                  </a:lnTo>
                  <a:cubicBezTo>
                    <a:pt x="36" y="84"/>
                    <a:pt x="13" y="36"/>
                    <a:pt x="1" y="1"/>
                  </a:cubicBezTo>
                  <a:cubicBezTo>
                    <a:pt x="13" y="36"/>
                    <a:pt x="36" y="84"/>
                    <a:pt x="60" y="132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47"/>
            <p:cNvSpPr/>
            <p:nvPr/>
          </p:nvSpPr>
          <p:spPr>
            <a:xfrm>
              <a:off x="4885425" y="3837650"/>
              <a:ext cx="681650" cy="129950"/>
            </a:xfrm>
            <a:custGeom>
              <a:rect b="b" l="l" r="r" t="t"/>
              <a:pathLst>
                <a:path extrusionOk="0" h="5198" w="27266">
                  <a:moveTo>
                    <a:pt x="19543" y="0"/>
                  </a:moveTo>
                  <a:cubicBezTo>
                    <a:pt x="12591" y="0"/>
                    <a:pt x="6045" y="1779"/>
                    <a:pt x="0" y="5198"/>
                  </a:cubicBezTo>
                  <a:lnTo>
                    <a:pt x="2477" y="5198"/>
                  </a:lnTo>
                  <a:cubicBezTo>
                    <a:pt x="6585" y="2701"/>
                    <a:pt x="11156" y="1621"/>
                    <a:pt x="15797" y="1621"/>
                  </a:cubicBezTo>
                  <a:cubicBezTo>
                    <a:pt x="18527" y="1621"/>
                    <a:pt x="21281" y="1995"/>
                    <a:pt x="23979" y="2674"/>
                  </a:cubicBezTo>
                  <a:cubicBezTo>
                    <a:pt x="25122" y="2959"/>
                    <a:pt x="26230" y="3317"/>
                    <a:pt x="27266" y="3745"/>
                  </a:cubicBezTo>
                  <a:cubicBezTo>
                    <a:pt x="27254" y="3626"/>
                    <a:pt x="27254" y="3519"/>
                    <a:pt x="27242" y="3412"/>
                  </a:cubicBezTo>
                  <a:cubicBezTo>
                    <a:pt x="26885" y="2650"/>
                    <a:pt x="26504" y="1840"/>
                    <a:pt x="26087" y="959"/>
                  </a:cubicBezTo>
                  <a:cubicBezTo>
                    <a:pt x="24694" y="519"/>
                    <a:pt x="23289" y="138"/>
                    <a:pt x="21872" y="66"/>
                  </a:cubicBezTo>
                  <a:cubicBezTo>
                    <a:pt x="21091" y="22"/>
                    <a:pt x="20314" y="0"/>
                    <a:pt x="1954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47"/>
            <p:cNvSpPr/>
            <p:nvPr/>
          </p:nvSpPr>
          <p:spPr>
            <a:xfrm>
              <a:off x="3721000" y="2937400"/>
              <a:ext cx="1761850" cy="1030200"/>
            </a:xfrm>
            <a:custGeom>
              <a:rect b="b" l="l" r="r" t="t"/>
              <a:pathLst>
                <a:path extrusionOk="0" h="41208" w="70474">
                  <a:moveTo>
                    <a:pt x="41827" y="0"/>
                  </a:moveTo>
                  <a:lnTo>
                    <a:pt x="41827" y="0"/>
                  </a:lnTo>
                  <a:cubicBezTo>
                    <a:pt x="40041" y="7918"/>
                    <a:pt x="34231" y="28123"/>
                    <a:pt x="20336" y="34969"/>
                  </a:cubicBezTo>
                  <a:cubicBezTo>
                    <a:pt x="20336" y="34969"/>
                    <a:pt x="22027" y="31528"/>
                    <a:pt x="24063" y="26635"/>
                  </a:cubicBezTo>
                  <a:lnTo>
                    <a:pt x="24063" y="26635"/>
                  </a:lnTo>
                  <a:cubicBezTo>
                    <a:pt x="22812" y="28897"/>
                    <a:pt x="21324" y="31076"/>
                    <a:pt x="19550" y="33147"/>
                  </a:cubicBezTo>
                  <a:cubicBezTo>
                    <a:pt x="19538" y="33159"/>
                    <a:pt x="19538" y="33171"/>
                    <a:pt x="19526" y="33183"/>
                  </a:cubicBezTo>
                  <a:cubicBezTo>
                    <a:pt x="19526" y="33183"/>
                    <a:pt x="19538" y="33159"/>
                    <a:pt x="19538" y="33159"/>
                  </a:cubicBezTo>
                  <a:lnTo>
                    <a:pt x="19538" y="33159"/>
                  </a:lnTo>
                  <a:cubicBezTo>
                    <a:pt x="19383" y="33338"/>
                    <a:pt x="19241" y="33516"/>
                    <a:pt x="19086" y="33695"/>
                  </a:cubicBezTo>
                  <a:cubicBezTo>
                    <a:pt x="19383" y="33135"/>
                    <a:pt x="19681" y="32588"/>
                    <a:pt x="19979" y="32040"/>
                  </a:cubicBezTo>
                  <a:cubicBezTo>
                    <a:pt x="20217" y="31468"/>
                    <a:pt x="20515" y="30706"/>
                    <a:pt x="20896" y="29754"/>
                  </a:cubicBezTo>
                  <a:cubicBezTo>
                    <a:pt x="21788" y="27551"/>
                    <a:pt x="23098" y="24396"/>
                    <a:pt x="24634" y="20491"/>
                  </a:cubicBezTo>
                  <a:cubicBezTo>
                    <a:pt x="26158" y="16586"/>
                    <a:pt x="27896" y="11930"/>
                    <a:pt x="29361" y="6668"/>
                  </a:cubicBezTo>
                  <a:cubicBezTo>
                    <a:pt x="29587" y="5858"/>
                    <a:pt x="29789" y="5025"/>
                    <a:pt x="30004" y="4191"/>
                  </a:cubicBezTo>
                  <a:lnTo>
                    <a:pt x="30004" y="4191"/>
                  </a:lnTo>
                  <a:cubicBezTo>
                    <a:pt x="28432" y="7180"/>
                    <a:pt x="24706" y="13562"/>
                    <a:pt x="18610" y="19646"/>
                  </a:cubicBezTo>
                  <a:cubicBezTo>
                    <a:pt x="18300" y="19955"/>
                    <a:pt x="17990" y="20265"/>
                    <a:pt x="17669" y="20574"/>
                  </a:cubicBezTo>
                  <a:cubicBezTo>
                    <a:pt x="17669" y="20574"/>
                    <a:pt x="17633" y="19931"/>
                    <a:pt x="17574" y="18991"/>
                  </a:cubicBezTo>
                  <a:cubicBezTo>
                    <a:pt x="17431" y="19146"/>
                    <a:pt x="17300" y="19300"/>
                    <a:pt x="17157" y="19455"/>
                  </a:cubicBezTo>
                  <a:lnTo>
                    <a:pt x="17562" y="18824"/>
                  </a:lnTo>
                  <a:cubicBezTo>
                    <a:pt x="17455" y="16895"/>
                    <a:pt x="17300" y="13847"/>
                    <a:pt x="17371" y="12216"/>
                  </a:cubicBezTo>
                  <a:lnTo>
                    <a:pt x="17371" y="12216"/>
                  </a:lnTo>
                  <a:cubicBezTo>
                    <a:pt x="15728" y="16121"/>
                    <a:pt x="7942" y="29897"/>
                    <a:pt x="0" y="41208"/>
                  </a:cubicBezTo>
                  <a:lnTo>
                    <a:pt x="43351" y="41208"/>
                  </a:lnTo>
                  <a:cubicBezTo>
                    <a:pt x="43660" y="40946"/>
                    <a:pt x="43994" y="40696"/>
                    <a:pt x="44339" y="40458"/>
                  </a:cubicBezTo>
                  <a:cubicBezTo>
                    <a:pt x="51149" y="35743"/>
                    <a:pt x="58769" y="33624"/>
                    <a:pt x="66997" y="33576"/>
                  </a:cubicBezTo>
                  <a:lnTo>
                    <a:pt x="70473" y="33576"/>
                  </a:lnTo>
                  <a:cubicBezTo>
                    <a:pt x="69616" y="31623"/>
                    <a:pt x="68902" y="29980"/>
                    <a:pt x="68175" y="28337"/>
                  </a:cubicBezTo>
                  <a:cubicBezTo>
                    <a:pt x="63630" y="27812"/>
                    <a:pt x="59135" y="27587"/>
                    <a:pt x="54708" y="27587"/>
                  </a:cubicBezTo>
                  <a:cubicBezTo>
                    <a:pt x="48999" y="27587"/>
                    <a:pt x="43402" y="27961"/>
                    <a:pt x="37957" y="28551"/>
                  </a:cubicBezTo>
                  <a:cubicBezTo>
                    <a:pt x="36707" y="27778"/>
                    <a:pt x="35826" y="27218"/>
                    <a:pt x="34838" y="26599"/>
                  </a:cubicBezTo>
                  <a:cubicBezTo>
                    <a:pt x="34540" y="27016"/>
                    <a:pt x="34242" y="27432"/>
                    <a:pt x="33921" y="27849"/>
                  </a:cubicBezTo>
                  <a:cubicBezTo>
                    <a:pt x="33921" y="27849"/>
                    <a:pt x="34111" y="27528"/>
                    <a:pt x="34445" y="26932"/>
                  </a:cubicBezTo>
                  <a:cubicBezTo>
                    <a:pt x="34516" y="26801"/>
                    <a:pt x="34600" y="26658"/>
                    <a:pt x="34683" y="26504"/>
                  </a:cubicBezTo>
                  <a:cubicBezTo>
                    <a:pt x="34647" y="26480"/>
                    <a:pt x="34612" y="26456"/>
                    <a:pt x="34564" y="26432"/>
                  </a:cubicBezTo>
                  <a:cubicBezTo>
                    <a:pt x="33326" y="23587"/>
                    <a:pt x="34481" y="21051"/>
                    <a:pt x="36207" y="18574"/>
                  </a:cubicBezTo>
                  <a:lnTo>
                    <a:pt x="36207" y="18574"/>
                  </a:lnTo>
                  <a:cubicBezTo>
                    <a:pt x="36159" y="19419"/>
                    <a:pt x="36112" y="20265"/>
                    <a:pt x="36064" y="21110"/>
                  </a:cubicBezTo>
                  <a:cubicBezTo>
                    <a:pt x="36195" y="21182"/>
                    <a:pt x="36326" y="21241"/>
                    <a:pt x="36445" y="21312"/>
                  </a:cubicBezTo>
                  <a:cubicBezTo>
                    <a:pt x="36826" y="20729"/>
                    <a:pt x="37195" y="20134"/>
                    <a:pt x="37564" y="19550"/>
                  </a:cubicBezTo>
                  <a:cubicBezTo>
                    <a:pt x="37779" y="19503"/>
                    <a:pt x="37981" y="19455"/>
                    <a:pt x="38195" y="19419"/>
                  </a:cubicBezTo>
                  <a:cubicBezTo>
                    <a:pt x="38755" y="17991"/>
                    <a:pt x="39386" y="16133"/>
                    <a:pt x="39981" y="13931"/>
                  </a:cubicBezTo>
                  <a:cubicBezTo>
                    <a:pt x="40731" y="11216"/>
                    <a:pt x="41315" y="7966"/>
                    <a:pt x="41636" y="4382"/>
                  </a:cubicBezTo>
                  <a:cubicBezTo>
                    <a:pt x="41743" y="2965"/>
                    <a:pt x="41815" y="1501"/>
                    <a:pt x="41827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47"/>
            <p:cNvSpPr/>
            <p:nvPr/>
          </p:nvSpPr>
          <p:spPr>
            <a:xfrm>
              <a:off x="4155275" y="3215125"/>
              <a:ext cx="9250" cy="27700"/>
            </a:xfrm>
            <a:custGeom>
              <a:rect b="b" l="l" r="r" t="t"/>
              <a:pathLst>
                <a:path extrusionOk="0" h="1108" w="370">
                  <a:moveTo>
                    <a:pt x="224" y="0"/>
                  </a:moveTo>
                  <a:cubicBezTo>
                    <a:pt x="103" y="0"/>
                    <a:pt x="30" y="435"/>
                    <a:pt x="0" y="1107"/>
                  </a:cubicBezTo>
                  <a:cubicBezTo>
                    <a:pt x="262" y="500"/>
                    <a:pt x="369" y="131"/>
                    <a:pt x="298" y="47"/>
                  </a:cubicBezTo>
                  <a:cubicBezTo>
                    <a:pt x="272" y="15"/>
                    <a:pt x="247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47"/>
            <p:cNvSpPr/>
            <p:nvPr/>
          </p:nvSpPr>
          <p:spPr>
            <a:xfrm>
              <a:off x="2653900" y="3821125"/>
              <a:ext cx="71750" cy="77425"/>
            </a:xfrm>
            <a:custGeom>
              <a:rect b="b" l="l" r="r" t="t"/>
              <a:pathLst>
                <a:path extrusionOk="0" h="3097" w="2870">
                  <a:moveTo>
                    <a:pt x="2870" y="1"/>
                  </a:moveTo>
                  <a:cubicBezTo>
                    <a:pt x="2750" y="60"/>
                    <a:pt x="2620" y="120"/>
                    <a:pt x="2512" y="168"/>
                  </a:cubicBezTo>
                  <a:cubicBezTo>
                    <a:pt x="1512" y="691"/>
                    <a:pt x="822" y="1823"/>
                    <a:pt x="0" y="2680"/>
                  </a:cubicBezTo>
                  <a:lnTo>
                    <a:pt x="572" y="2608"/>
                  </a:lnTo>
                  <a:lnTo>
                    <a:pt x="572" y="2608"/>
                  </a:lnTo>
                  <a:cubicBezTo>
                    <a:pt x="476" y="2716"/>
                    <a:pt x="381" y="2823"/>
                    <a:pt x="286" y="2942"/>
                  </a:cubicBezTo>
                  <a:cubicBezTo>
                    <a:pt x="536" y="3001"/>
                    <a:pt x="774" y="3049"/>
                    <a:pt x="1024" y="3097"/>
                  </a:cubicBezTo>
                  <a:cubicBezTo>
                    <a:pt x="1096" y="3073"/>
                    <a:pt x="1155" y="3049"/>
                    <a:pt x="1215" y="3025"/>
                  </a:cubicBezTo>
                  <a:cubicBezTo>
                    <a:pt x="1750" y="2049"/>
                    <a:pt x="2310" y="1037"/>
                    <a:pt x="2870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47"/>
            <p:cNvSpPr/>
            <p:nvPr/>
          </p:nvSpPr>
          <p:spPr>
            <a:xfrm>
              <a:off x="2766400" y="3727075"/>
              <a:ext cx="10750" cy="12225"/>
            </a:xfrm>
            <a:custGeom>
              <a:rect b="b" l="l" r="r" t="t"/>
              <a:pathLst>
                <a:path extrusionOk="0" h="489" w="430">
                  <a:moveTo>
                    <a:pt x="429" y="1"/>
                  </a:moveTo>
                  <a:lnTo>
                    <a:pt x="429" y="1"/>
                  </a:lnTo>
                  <a:cubicBezTo>
                    <a:pt x="286" y="167"/>
                    <a:pt x="144" y="322"/>
                    <a:pt x="1" y="489"/>
                  </a:cubicBezTo>
                  <a:lnTo>
                    <a:pt x="167" y="489"/>
                  </a:lnTo>
                  <a:cubicBezTo>
                    <a:pt x="251" y="322"/>
                    <a:pt x="334" y="167"/>
                    <a:pt x="429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47"/>
            <p:cNvSpPr/>
            <p:nvPr/>
          </p:nvSpPr>
          <p:spPr>
            <a:xfrm>
              <a:off x="5620025" y="2967750"/>
              <a:ext cx="335200" cy="755175"/>
            </a:xfrm>
            <a:custGeom>
              <a:rect b="b" l="l" r="r" t="t"/>
              <a:pathLst>
                <a:path extrusionOk="0" h="30207" w="13408">
                  <a:moveTo>
                    <a:pt x="1" y="1"/>
                  </a:moveTo>
                  <a:lnTo>
                    <a:pt x="1" y="1"/>
                  </a:lnTo>
                  <a:cubicBezTo>
                    <a:pt x="1965" y="8097"/>
                    <a:pt x="3406" y="16193"/>
                    <a:pt x="2835" y="24206"/>
                  </a:cubicBezTo>
                  <a:cubicBezTo>
                    <a:pt x="6430" y="26242"/>
                    <a:pt x="9669" y="28076"/>
                    <a:pt x="13407" y="30207"/>
                  </a:cubicBezTo>
                  <a:cubicBezTo>
                    <a:pt x="9978" y="19289"/>
                    <a:pt x="5144" y="9585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47"/>
            <p:cNvSpPr/>
            <p:nvPr/>
          </p:nvSpPr>
          <p:spPr>
            <a:xfrm>
              <a:off x="6028725" y="3802375"/>
              <a:ext cx="600" cy="2700"/>
            </a:xfrm>
            <a:custGeom>
              <a:rect b="b" l="l" r="r" t="t"/>
              <a:pathLst>
                <a:path extrusionOk="0" h="108" w="24">
                  <a:moveTo>
                    <a:pt x="0" y="1"/>
                  </a:moveTo>
                  <a:lnTo>
                    <a:pt x="24" y="108"/>
                  </a:lnTo>
                  <a:cubicBezTo>
                    <a:pt x="24" y="72"/>
                    <a:pt x="12" y="37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47"/>
            <p:cNvSpPr/>
            <p:nvPr/>
          </p:nvSpPr>
          <p:spPr>
            <a:xfrm>
              <a:off x="5653975" y="3677975"/>
              <a:ext cx="337550" cy="289625"/>
            </a:xfrm>
            <a:custGeom>
              <a:rect b="b" l="l" r="r" t="t"/>
              <a:pathLst>
                <a:path extrusionOk="0" h="11585" w="13502">
                  <a:moveTo>
                    <a:pt x="1369" y="0"/>
                  </a:moveTo>
                  <a:cubicBezTo>
                    <a:pt x="1167" y="2667"/>
                    <a:pt x="1000" y="4917"/>
                    <a:pt x="762" y="7989"/>
                  </a:cubicBezTo>
                  <a:cubicBezTo>
                    <a:pt x="1858" y="8775"/>
                    <a:pt x="3274" y="9799"/>
                    <a:pt x="4691" y="10811"/>
                  </a:cubicBezTo>
                  <a:cubicBezTo>
                    <a:pt x="4529" y="10851"/>
                    <a:pt x="4375" y="10869"/>
                    <a:pt x="4228" y="10869"/>
                  </a:cubicBezTo>
                  <a:cubicBezTo>
                    <a:pt x="3034" y="10869"/>
                    <a:pt x="2268" y="9700"/>
                    <a:pt x="1292" y="9700"/>
                  </a:cubicBezTo>
                  <a:cubicBezTo>
                    <a:pt x="1066" y="9700"/>
                    <a:pt x="828" y="9763"/>
                    <a:pt x="572" y="9918"/>
                  </a:cubicBezTo>
                  <a:cubicBezTo>
                    <a:pt x="465" y="9835"/>
                    <a:pt x="357" y="9739"/>
                    <a:pt x="250" y="9632"/>
                  </a:cubicBezTo>
                  <a:cubicBezTo>
                    <a:pt x="179" y="10156"/>
                    <a:pt x="95" y="10668"/>
                    <a:pt x="0" y="11156"/>
                  </a:cubicBezTo>
                  <a:cubicBezTo>
                    <a:pt x="1025" y="11248"/>
                    <a:pt x="2046" y="11303"/>
                    <a:pt x="3063" y="11303"/>
                  </a:cubicBezTo>
                  <a:cubicBezTo>
                    <a:pt x="4823" y="11303"/>
                    <a:pt x="6571" y="11138"/>
                    <a:pt x="8299" y="10716"/>
                  </a:cubicBezTo>
                  <a:lnTo>
                    <a:pt x="8299" y="10716"/>
                  </a:lnTo>
                  <a:cubicBezTo>
                    <a:pt x="7656" y="11037"/>
                    <a:pt x="7001" y="11323"/>
                    <a:pt x="6334" y="11585"/>
                  </a:cubicBezTo>
                  <a:lnTo>
                    <a:pt x="12526" y="11585"/>
                  </a:lnTo>
                  <a:cubicBezTo>
                    <a:pt x="12752" y="9966"/>
                    <a:pt x="12978" y="8346"/>
                    <a:pt x="13192" y="6727"/>
                  </a:cubicBezTo>
                  <a:cubicBezTo>
                    <a:pt x="13502" y="4322"/>
                    <a:pt x="12978" y="3750"/>
                    <a:pt x="10752" y="3012"/>
                  </a:cubicBezTo>
                  <a:cubicBezTo>
                    <a:pt x="7799" y="2048"/>
                    <a:pt x="4822" y="1107"/>
                    <a:pt x="136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47"/>
            <p:cNvSpPr/>
            <p:nvPr/>
          </p:nvSpPr>
          <p:spPr>
            <a:xfrm>
              <a:off x="5566450" y="3922925"/>
              <a:ext cx="4800" cy="10150"/>
            </a:xfrm>
            <a:custGeom>
              <a:rect b="b" l="l" r="r" t="t"/>
              <a:pathLst>
                <a:path extrusionOk="0" h="406" w="192">
                  <a:moveTo>
                    <a:pt x="1" y="1"/>
                  </a:moveTo>
                  <a:cubicBezTo>
                    <a:pt x="13" y="108"/>
                    <a:pt x="13" y="227"/>
                    <a:pt x="25" y="334"/>
                  </a:cubicBezTo>
                  <a:cubicBezTo>
                    <a:pt x="84" y="358"/>
                    <a:pt x="132" y="382"/>
                    <a:pt x="191" y="406"/>
                  </a:cubicBezTo>
                  <a:cubicBezTo>
                    <a:pt x="167" y="358"/>
                    <a:pt x="144" y="310"/>
                    <a:pt x="132" y="275"/>
                  </a:cubicBezTo>
                  <a:cubicBezTo>
                    <a:pt x="84" y="179"/>
                    <a:pt x="48" y="96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47"/>
            <p:cNvSpPr/>
            <p:nvPr/>
          </p:nvSpPr>
          <p:spPr>
            <a:xfrm>
              <a:off x="2968800" y="3960000"/>
              <a:ext cx="101825" cy="7600"/>
            </a:xfrm>
            <a:custGeom>
              <a:rect b="b" l="l" r="r" t="t"/>
              <a:pathLst>
                <a:path extrusionOk="0" h="304" w="4073">
                  <a:moveTo>
                    <a:pt x="1671" y="0"/>
                  </a:moveTo>
                  <a:cubicBezTo>
                    <a:pt x="1133" y="0"/>
                    <a:pt x="577" y="44"/>
                    <a:pt x="1" y="137"/>
                  </a:cubicBezTo>
                  <a:cubicBezTo>
                    <a:pt x="132" y="185"/>
                    <a:pt x="251" y="244"/>
                    <a:pt x="382" y="304"/>
                  </a:cubicBezTo>
                  <a:lnTo>
                    <a:pt x="4073" y="304"/>
                  </a:lnTo>
                  <a:cubicBezTo>
                    <a:pt x="3310" y="108"/>
                    <a:pt x="2512" y="0"/>
                    <a:pt x="16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47"/>
            <p:cNvSpPr/>
            <p:nvPr/>
          </p:nvSpPr>
          <p:spPr>
            <a:xfrm>
              <a:off x="1244775" y="2098900"/>
              <a:ext cx="493250" cy="1868700"/>
            </a:xfrm>
            <a:custGeom>
              <a:rect b="b" l="l" r="r" t="t"/>
              <a:pathLst>
                <a:path extrusionOk="0" h="74748" w="19730">
                  <a:moveTo>
                    <a:pt x="19730" y="0"/>
                  </a:moveTo>
                  <a:cubicBezTo>
                    <a:pt x="18134" y="1298"/>
                    <a:pt x="16705" y="2739"/>
                    <a:pt x="15693" y="4442"/>
                  </a:cubicBezTo>
                  <a:cubicBezTo>
                    <a:pt x="10693" y="12859"/>
                    <a:pt x="7240" y="21908"/>
                    <a:pt x="5537" y="31564"/>
                  </a:cubicBezTo>
                  <a:cubicBezTo>
                    <a:pt x="4930" y="35029"/>
                    <a:pt x="4930" y="38589"/>
                    <a:pt x="4406" y="42077"/>
                  </a:cubicBezTo>
                  <a:cubicBezTo>
                    <a:pt x="3537" y="47756"/>
                    <a:pt x="2739" y="53448"/>
                    <a:pt x="2311" y="59163"/>
                  </a:cubicBezTo>
                  <a:cubicBezTo>
                    <a:pt x="1858" y="56293"/>
                    <a:pt x="1561" y="53448"/>
                    <a:pt x="1406" y="50661"/>
                  </a:cubicBezTo>
                  <a:cubicBezTo>
                    <a:pt x="1180" y="46816"/>
                    <a:pt x="1334" y="43089"/>
                    <a:pt x="1608" y="39553"/>
                  </a:cubicBezTo>
                  <a:cubicBezTo>
                    <a:pt x="1692" y="38672"/>
                    <a:pt x="1787" y="37803"/>
                    <a:pt x="1870" y="36934"/>
                  </a:cubicBezTo>
                  <a:cubicBezTo>
                    <a:pt x="1954" y="36076"/>
                    <a:pt x="2120" y="35243"/>
                    <a:pt x="2227" y="34398"/>
                  </a:cubicBezTo>
                  <a:cubicBezTo>
                    <a:pt x="2430" y="32731"/>
                    <a:pt x="2799" y="31135"/>
                    <a:pt x="3097" y="29576"/>
                  </a:cubicBezTo>
                  <a:cubicBezTo>
                    <a:pt x="3239" y="28802"/>
                    <a:pt x="3454" y="28052"/>
                    <a:pt x="3620" y="27301"/>
                  </a:cubicBezTo>
                  <a:cubicBezTo>
                    <a:pt x="3811" y="26563"/>
                    <a:pt x="3954" y="25825"/>
                    <a:pt x="4180" y="25111"/>
                  </a:cubicBezTo>
                  <a:cubicBezTo>
                    <a:pt x="4382" y="24408"/>
                    <a:pt x="4585" y="23718"/>
                    <a:pt x="4787" y="23027"/>
                  </a:cubicBezTo>
                  <a:cubicBezTo>
                    <a:pt x="4883" y="22694"/>
                    <a:pt x="4978" y="22360"/>
                    <a:pt x="5073" y="22027"/>
                  </a:cubicBezTo>
                  <a:cubicBezTo>
                    <a:pt x="5192" y="21694"/>
                    <a:pt x="5299" y="21372"/>
                    <a:pt x="5406" y="21051"/>
                  </a:cubicBezTo>
                  <a:cubicBezTo>
                    <a:pt x="6252" y="18479"/>
                    <a:pt x="7157" y="16193"/>
                    <a:pt x="8026" y="14205"/>
                  </a:cubicBezTo>
                  <a:cubicBezTo>
                    <a:pt x="8466" y="13216"/>
                    <a:pt x="8883" y="12288"/>
                    <a:pt x="9276" y="11442"/>
                  </a:cubicBezTo>
                  <a:cubicBezTo>
                    <a:pt x="9693" y="10621"/>
                    <a:pt x="10074" y="9859"/>
                    <a:pt x="10431" y="9180"/>
                  </a:cubicBezTo>
                  <a:cubicBezTo>
                    <a:pt x="10598" y="8835"/>
                    <a:pt x="10764" y="8513"/>
                    <a:pt x="10919" y="8204"/>
                  </a:cubicBezTo>
                  <a:cubicBezTo>
                    <a:pt x="11086" y="7906"/>
                    <a:pt x="11252" y="7632"/>
                    <a:pt x="11395" y="7382"/>
                  </a:cubicBezTo>
                  <a:cubicBezTo>
                    <a:pt x="11681" y="6858"/>
                    <a:pt x="11931" y="6430"/>
                    <a:pt x="12133" y="6073"/>
                  </a:cubicBezTo>
                  <a:cubicBezTo>
                    <a:pt x="12526" y="5358"/>
                    <a:pt x="12741" y="4989"/>
                    <a:pt x="12741" y="4989"/>
                  </a:cubicBezTo>
                  <a:lnTo>
                    <a:pt x="12741" y="4989"/>
                  </a:lnTo>
                  <a:cubicBezTo>
                    <a:pt x="10395" y="8156"/>
                    <a:pt x="8383" y="11526"/>
                    <a:pt x="6680" y="14955"/>
                  </a:cubicBezTo>
                  <a:cubicBezTo>
                    <a:pt x="5013" y="18384"/>
                    <a:pt x="3728" y="21908"/>
                    <a:pt x="2704" y="25337"/>
                  </a:cubicBezTo>
                  <a:cubicBezTo>
                    <a:pt x="763" y="32243"/>
                    <a:pt x="1" y="38862"/>
                    <a:pt x="108" y="44446"/>
                  </a:cubicBezTo>
                  <a:cubicBezTo>
                    <a:pt x="191" y="50030"/>
                    <a:pt x="894" y="54591"/>
                    <a:pt x="1632" y="57686"/>
                  </a:cubicBezTo>
                  <a:cubicBezTo>
                    <a:pt x="1715" y="58067"/>
                    <a:pt x="1799" y="58436"/>
                    <a:pt x="1870" y="58782"/>
                  </a:cubicBezTo>
                  <a:cubicBezTo>
                    <a:pt x="1965" y="59127"/>
                    <a:pt x="2049" y="59448"/>
                    <a:pt x="2132" y="59734"/>
                  </a:cubicBezTo>
                  <a:cubicBezTo>
                    <a:pt x="2168" y="59889"/>
                    <a:pt x="2204" y="60020"/>
                    <a:pt x="2251" y="60163"/>
                  </a:cubicBezTo>
                  <a:cubicBezTo>
                    <a:pt x="1965" y="64485"/>
                    <a:pt x="1906" y="68830"/>
                    <a:pt x="2239" y="73200"/>
                  </a:cubicBezTo>
                  <a:cubicBezTo>
                    <a:pt x="2275" y="73724"/>
                    <a:pt x="2275" y="74236"/>
                    <a:pt x="2263" y="74748"/>
                  </a:cubicBezTo>
                  <a:lnTo>
                    <a:pt x="3728" y="74748"/>
                  </a:lnTo>
                  <a:cubicBezTo>
                    <a:pt x="3299" y="72331"/>
                    <a:pt x="3061" y="69938"/>
                    <a:pt x="3001" y="67533"/>
                  </a:cubicBezTo>
                  <a:cubicBezTo>
                    <a:pt x="2716" y="56103"/>
                    <a:pt x="4430" y="44816"/>
                    <a:pt x="6180" y="33576"/>
                  </a:cubicBezTo>
                  <a:cubicBezTo>
                    <a:pt x="7752" y="23456"/>
                    <a:pt x="11526" y="13931"/>
                    <a:pt x="16420" y="4918"/>
                  </a:cubicBezTo>
                  <a:cubicBezTo>
                    <a:pt x="17348" y="3179"/>
                    <a:pt x="18610" y="1632"/>
                    <a:pt x="1973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47"/>
            <p:cNvSpPr/>
            <p:nvPr/>
          </p:nvSpPr>
          <p:spPr>
            <a:xfrm>
              <a:off x="1698700" y="3313625"/>
              <a:ext cx="138150" cy="653975"/>
            </a:xfrm>
            <a:custGeom>
              <a:rect b="b" l="l" r="r" t="t"/>
              <a:pathLst>
                <a:path extrusionOk="0" h="26159" w="5526">
                  <a:moveTo>
                    <a:pt x="5037" y="1"/>
                  </a:moveTo>
                  <a:cubicBezTo>
                    <a:pt x="3918" y="5073"/>
                    <a:pt x="2668" y="10133"/>
                    <a:pt x="1727" y="15241"/>
                  </a:cubicBezTo>
                  <a:cubicBezTo>
                    <a:pt x="1061" y="18860"/>
                    <a:pt x="501" y="22504"/>
                    <a:pt x="1" y="26159"/>
                  </a:cubicBezTo>
                  <a:lnTo>
                    <a:pt x="751" y="26159"/>
                  </a:lnTo>
                  <a:cubicBezTo>
                    <a:pt x="1358" y="21837"/>
                    <a:pt x="2085" y="17527"/>
                    <a:pt x="2858" y="13229"/>
                  </a:cubicBezTo>
                  <a:cubicBezTo>
                    <a:pt x="3644" y="8835"/>
                    <a:pt x="4633" y="4478"/>
                    <a:pt x="5525" y="108"/>
                  </a:cubicBezTo>
                  <a:cubicBezTo>
                    <a:pt x="5359" y="72"/>
                    <a:pt x="5204" y="37"/>
                    <a:pt x="503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47"/>
            <p:cNvSpPr/>
            <p:nvPr/>
          </p:nvSpPr>
          <p:spPr>
            <a:xfrm>
              <a:off x="960225" y="3642350"/>
              <a:ext cx="299775" cy="325250"/>
            </a:xfrm>
            <a:custGeom>
              <a:rect b="b" l="l" r="r" t="t"/>
              <a:pathLst>
                <a:path extrusionOk="0" h="13010" w="11991">
                  <a:moveTo>
                    <a:pt x="10503" y="1"/>
                  </a:moveTo>
                  <a:cubicBezTo>
                    <a:pt x="8485" y="1"/>
                    <a:pt x="6826" y="867"/>
                    <a:pt x="5323" y="2139"/>
                  </a:cubicBezTo>
                  <a:cubicBezTo>
                    <a:pt x="3251" y="3902"/>
                    <a:pt x="1917" y="6176"/>
                    <a:pt x="1108" y="8759"/>
                  </a:cubicBezTo>
                  <a:cubicBezTo>
                    <a:pt x="679" y="10176"/>
                    <a:pt x="310" y="11593"/>
                    <a:pt x="1" y="13010"/>
                  </a:cubicBezTo>
                  <a:lnTo>
                    <a:pt x="1203" y="13010"/>
                  </a:lnTo>
                  <a:cubicBezTo>
                    <a:pt x="1572" y="11498"/>
                    <a:pt x="2037" y="9986"/>
                    <a:pt x="2596" y="8497"/>
                  </a:cubicBezTo>
                  <a:cubicBezTo>
                    <a:pt x="4132" y="4354"/>
                    <a:pt x="6763" y="1270"/>
                    <a:pt x="11526" y="746"/>
                  </a:cubicBezTo>
                  <a:cubicBezTo>
                    <a:pt x="11633" y="734"/>
                    <a:pt x="11704" y="520"/>
                    <a:pt x="11990" y="151"/>
                  </a:cubicBezTo>
                  <a:cubicBezTo>
                    <a:pt x="11473" y="49"/>
                    <a:pt x="10978" y="1"/>
                    <a:pt x="1050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47"/>
            <p:cNvSpPr/>
            <p:nvPr/>
          </p:nvSpPr>
          <p:spPr>
            <a:xfrm>
              <a:off x="1939525" y="2724275"/>
              <a:ext cx="1907100" cy="1243325"/>
            </a:xfrm>
            <a:custGeom>
              <a:rect b="b" l="l" r="r" t="t"/>
              <a:pathLst>
                <a:path extrusionOk="0" h="49733" w="76284">
                  <a:moveTo>
                    <a:pt x="51780" y="35088"/>
                  </a:moveTo>
                  <a:cubicBezTo>
                    <a:pt x="50090" y="36886"/>
                    <a:pt x="48566" y="38517"/>
                    <a:pt x="47197" y="39982"/>
                  </a:cubicBezTo>
                  <a:cubicBezTo>
                    <a:pt x="47006" y="40184"/>
                    <a:pt x="46804" y="40398"/>
                    <a:pt x="46613" y="40601"/>
                  </a:cubicBezTo>
                  <a:lnTo>
                    <a:pt x="33076" y="40601"/>
                  </a:lnTo>
                  <a:cubicBezTo>
                    <a:pt x="33219" y="40434"/>
                    <a:pt x="33361" y="40279"/>
                    <a:pt x="33504" y="40113"/>
                  </a:cubicBezTo>
                  <a:cubicBezTo>
                    <a:pt x="34921" y="38493"/>
                    <a:pt x="36267" y="36957"/>
                    <a:pt x="37898" y="35088"/>
                  </a:cubicBezTo>
                  <a:close/>
                  <a:moveTo>
                    <a:pt x="57674" y="0"/>
                  </a:moveTo>
                  <a:cubicBezTo>
                    <a:pt x="57031" y="631"/>
                    <a:pt x="56662" y="1632"/>
                    <a:pt x="55960" y="1977"/>
                  </a:cubicBezTo>
                  <a:cubicBezTo>
                    <a:pt x="53150" y="3382"/>
                    <a:pt x="52257" y="6239"/>
                    <a:pt x="50709" y="8585"/>
                  </a:cubicBezTo>
                  <a:cubicBezTo>
                    <a:pt x="46958" y="14288"/>
                    <a:pt x="43220" y="19991"/>
                    <a:pt x="39577" y="25754"/>
                  </a:cubicBezTo>
                  <a:cubicBezTo>
                    <a:pt x="38850" y="26909"/>
                    <a:pt x="37981" y="27730"/>
                    <a:pt x="36945" y="28302"/>
                  </a:cubicBezTo>
                  <a:cubicBezTo>
                    <a:pt x="36195" y="28718"/>
                    <a:pt x="35350" y="29016"/>
                    <a:pt x="34397" y="29195"/>
                  </a:cubicBezTo>
                  <a:cubicBezTo>
                    <a:pt x="29016" y="30218"/>
                    <a:pt x="23848" y="31873"/>
                    <a:pt x="19003" y="34517"/>
                  </a:cubicBezTo>
                  <a:cubicBezTo>
                    <a:pt x="16728" y="35767"/>
                    <a:pt x="14311" y="36767"/>
                    <a:pt x="11966" y="37886"/>
                  </a:cubicBezTo>
                  <a:cubicBezTo>
                    <a:pt x="11847" y="37779"/>
                    <a:pt x="11740" y="37660"/>
                    <a:pt x="11633" y="37541"/>
                  </a:cubicBezTo>
                  <a:lnTo>
                    <a:pt x="17562" y="25813"/>
                  </a:lnTo>
                  <a:cubicBezTo>
                    <a:pt x="17407" y="25730"/>
                    <a:pt x="17264" y="25658"/>
                    <a:pt x="17121" y="25587"/>
                  </a:cubicBezTo>
                  <a:cubicBezTo>
                    <a:pt x="16181" y="27337"/>
                    <a:pt x="15085" y="29028"/>
                    <a:pt x="14323" y="30861"/>
                  </a:cubicBezTo>
                  <a:cubicBezTo>
                    <a:pt x="13549" y="32731"/>
                    <a:pt x="12621" y="34457"/>
                    <a:pt x="11537" y="36041"/>
                  </a:cubicBezTo>
                  <a:cubicBezTo>
                    <a:pt x="14300" y="29552"/>
                    <a:pt x="16955" y="23015"/>
                    <a:pt x="19169" y="16312"/>
                  </a:cubicBezTo>
                  <a:lnTo>
                    <a:pt x="19169" y="16312"/>
                  </a:lnTo>
                  <a:cubicBezTo>
                    <a:pt x="16133" y="24218"/>
                    <a:pt x="12502" y="31838"/>
                    <a:pt x="8799" y="39434"/>
                  </a:cubicBezTo>
                  <a:cubicBezTo>
                    <a:pt x="6989" y="41291"/>
                    <a:pt x="4870" y="42875"/>
                    <a:pt x="2417" y="44161"/>
                  </a:cubicBezTo>
                  <a:cubicBezTo>
                    <a:pt x="1774" y="44482"/>
                    <a:pt x="1215" y="44958"/>
                    <a:pt x="655" y="45423"/>
                  </a:cubicBezTo>
                  <a:cubicBezTo>
                    <a:pt x="393" y="45637"/>
                    <a:pt x="214" y="45982"/>
                    <a:pt x="0" y="46268"/>
                  </a:cubicBezTo>
                  <a:cubicBezTo>
                    <a:pt x="83" y="46399"/>
                    <a:pt x="167" y="46542"/>
                    <a:pt x="238" y="46673"/>
                  </a:cubicBezTo>
                  <a:lnTo>
                    <a:pt x="6263" y="44518"/>
                  </a:lnTo>
                  <a:lnTo>
                    <a:pt x="6263" y="44518"/>
                  </a:lnTo>
                  <a:cubicBezTo>
                    <a:pt x="6072" y="44946"/>
                    <a:pt x="5870" y="45387"/>
                    <a:pt x="5679" y="45816"/>
                  </a:cubicBezTo>
                  <a:cubicBezTo>
                    <a:pt x="5036" y="47125"/>
                    <a:pt x="4417" y="48435"/>
                    <a:pt x="3798" y="49733"/>
                  </a:cubicBezTo>
                  <a:lnTo>
                    <a:pt x="5668" y="49733"/>
                  </a:lnTo>
                  <a:cubicBezTo>
                    <a:pt x="6418" y="47983"/>
                    <a:pt x="7168" y="46232"/>
                    <a:pt x="7918" y="44482"/>
                  </a:cubicBezTo>
                  <a:cubicBezTo>
                    <a:pt x="8668" y="43422"/>
                    <a:pt x="9597" y="42660"/>
                    <a:pt x="10894" y="42232"/>
                  </a:cubicBezTo>
                  <a:cubicBezTo>
                    <a:pt x="16074" y="40529"/>
                    <a:pt x="21229" y="38779"/>
                    <a:pt x="26420" y="37148"/>
                  </a:cubicBezTo>
                  <a:cubicBezTo>
                    <a:pt x="28147" y="36612"/>
                    <a:pt x="29968" y="36398"/>
                    <a:pt x="31742" y="36029"/>
                  </a:cubicBezTo>
                  <a:cubicBezTo>
                    <a:pt x="31873" y="36207"/>
                    <a:pt x="32004" y="36386"/>
                    <a:pt x="32123" y="36553"/>
                  </a:cubicBezTo>
                  <a:cubicBezTo>
                    <a:pt x="30778" y="38481"/>
                    <a:pt x="29813" y="41017"/>
                    <a:pt x="27980" y="42220"/>
                  </a:cubicBezTo>
                  <a:cubicBezTo>
                    <a:pt x="24682" y="44375"/>
                    <a:pt x="20860" y="45744"/>
                    <a:pt x="16490" y="47804"/>
                  </a:cubicBezTo>
                  <a:cubicBezTo>
                    <a:pt x="15788" y="48411"/>
                    <a:pt x="15050" y="49066"/>
                    <a:pt x="14288" y="49733"/>
                  </a:cubicBezTo>
                  <a:lnTo>
                    <a:pt x="18991" y="49733"/>
                  </a:lnTo>
                  <a:cubicBezTo>
                    <a:pt x="20407" y="47959"/>
                    <a:pt x="22705" y="47697"/>
                    <a:pt x="24622" y="46732"/>
                  </a:cubicBezTo>
                  <a:lnTo>
                    <a:pt x="24622" y="46732"/>
                  </a:lnTo>
                  <a:cubicBezTo>
                    <a:pt x="24217" y="47828"/>
                    <a:pt x="23705" y="48816"/>
                    <a:pt x="23110" y="49733"/>
                  </a:cubicBezTo>
                  <a:lnTo>
                    <a:pt x="26170" y="49733"/>
                  </a:lnTo>
                  <a:cubicBezTo>
                    <a:pt x="27099" y="48840"/>
                    <a:pt x="27968" y="47887"/>
                    <a:pt x="28801" y="46899"/>
                  </a:cubicBezTo>
                  <a:cubicBezTo>
                    <a:pt x="28766" y="46851"/>
                    <a:pt x="28742" y="46804"/>
                    <a:pt x="28706" y="46768"/>
                  </a:cubicBezTo>
                  <a:cubicBezTo>
                    <a:pt x="28528" y="46720"/>
                    <a:pt x="28349" y="46673"/>
                    <a:pt x="28182" y="46601"/>
                  </a:cubicBezTo>
                  <a:lnTo>
                    <a:pt x="28575" y="46554"/>
                  </a:lnTo>
                  <a:cubicBezTo>
                    <a:pt x="29397" y="45708"/>
                    <a:pt x="30087" y="44565"/>
                    <a:pt x="31087" y="44054"/>
                  </a:cubicBezTo>
                  <a:cubicBezTo>
                    <a:pt x="31195" y="43994"/>
                    <a:pt x="31325" y="43934"/>
                    <a:pt x="31445" y="43887"/>
                  </a:cubicBezTo>
                  <a:cubicBezTo>
                    <a:pt x="33565" y="42939"/>
                    <a:pt x="37311" y="42413"/>
                    <a:pt x="40447" y="42413"/>
                  </a:cubicBezTo>
                  <a:cubicBezTo>
                    <a:pt x="41291" y="42413"/>
                    <a:pt x="42091" y="42451"/>
                    <a:pt x="42803" y="42530"/>
                  </a:cubicBezTo>
                  <a:cubicBezTo>
                    <a:pt x="43136" y="42565"/>
                    <a:pt x="43458" y="42601"/>
                    <a:pt x="43744" y="42660"/>
                  </a:cubicBezTo>
                  <a:cubicBezTo>
                    <a:pt x="43803" y="42744"/>
                    <a:pt x="43863" y="42815"/>
                    <a:pt x="43922" y="42887"/>
                  </a:cubicBezTo>
                  <a:cubicBezTo>
                    <a:pt x="44018" y="43018"/>
                    <a:pt x="44113" y="43149"/>
                    <a:pt x="44208" y="43280"/>
                  </a:cubicBezTo>
                  <a:cubicBezTo>
                    <a:pt x="43446" y="43815"/>
                    <a:pt x="42696" y="44351"/>
                    <a:pt x="41612" y="45113"/>
                  </a:cubicBezTo>
                  <a:cubicBezTo>
                    <a:pt x="41517" y="45101"/>
                    <a:pt x="41434" y="45089"/>
                    <a:pt x="41351" y="45077"/>
                  </a:cubicBezTo>
                  <a:cubicBezTo>
                    <a:pt x="41196" y="45066"/>
                    <a:pt x="41053" y="45042"/>
                    <a:pt x="40910" y="45030"/>
                  </a:cubicBezTo>
                  <a:cubicBezTo>
                    <a:pt x="40406" y="44982"/>
                    <a:pt x="39900" y="44960"/>
                    <a:pt x="39393" y="44960"/>
                  </a:cubicBezTo>
                  <a:cubicBezTo>
                    <a:pt x="36230" y="44960"/>
                    <a:pt x="33001" y="45832"/>
                    <a:pt x="29790" y="46899"/>
                  </a:cubicBezTo>
                  <a:cubicBezTo>
                    <a:pt x="29730" y="46923"/>
                    <a:pt x="29659" y="46947"/>
                    <a:pt x="29599" y="46971"/>
                  </a:cubicBezTo>
                  <a:cubicBezTo>
                    <a:pt x="29985" y="47027"/>
                    <a:pt x="30379" y="47061"/>
                    <a:pt x="30774" y="47061"/>
                  </a:cubicBezTo>
                  <a:cubicBezTo>
                    <a:pt x="30879" y="47061"/>
                    <a:pt x="30983" y="47059"/>
                    <a:pt x="31087" y="47054"/>
                  </a:cubicBezTo>
                  <a:lnTo>
                    <a:pt x="31087" y="47054"/>
                  </a:lnTo>
                  <a:cubicBezTo>
                    <a:pt x="30302" y="47947"/>
                    <a:pt x="29516" y="48840"/>
                    <a:pt x="28730" y="49733"/>
                  </a:cubicBezTo>
                  <a:lnTo>
                    <a:pt x="41553" y="49733"/>
                  </a:lnTo>
                  <a:cubicBezTo>
                    <a:pt x="41422" y="49685"/>
                    <a:pt x="41303" y="49614"/>
                    <a:pt x="41172" y="49566"/>
                  </a:cubicBezTo>
                  <a:cubicBezTo>
                    <a:pt x="41751" y="49477"/>
                    <a:pt x="42310" y="49434"/>
                    <a:pt x="42851" y="49434"/>
                  </a:cubicBezTo>
                  <a:cubicBezTo>
                    <a:pt x="43689" y="49434"/>
                    <a:pt x="44484" y="49537"/>
                    <a:pt x="45244" y="49733"/>
                  </a:cubicBezTo>
                  <a:lnTo>
                    <a:pt x="51030" y="49733"/>
                  </a:lnTo>
                  <a:cubicBezTo>
                    <a:pt x="49232" y="48197"/>
                    <a:pt x="47042" y="46971"/>
                    <a:pt x="44720" y="45780"/>
                  </a:cubicBezTo>
                  <a:cubicBezTo>
                    <a:pt x="45946" y="44756"/>
                    <a:pt x="46899" y="43958"/>
                    <a:pt x="47959" y="43065"/>
                  </a:cubicBezTo>
                  <a:cubicBezTo>
                    <a:pt x="49411" y="43803"/>
                    <a:pt x="50709" y="44458"/>
                    <a:pt x="52019" y="45125"/>
                  </a:cubicBezTo>
                  <a:cubicBezTo>
                    <a:pt x="52150" y="44982"/>
                    <a:pt x="52269" y="44827"/>
                    <a:pt x="52400" y="44673"/>
                  </a:cubicBezTo>
                  <a:cubicBezTo>
                    <a:pt x="51304" y="43803"/>
                    <a:pt x="50209" y="42922"/>
                    <a:pt x="48887" y="41875"/>
                  </a:cubicBezTo>
                  <a:cubicBezTo>
                    <a:pt x="51602" y="39482"/>
                    <a:pt x="54066" y="37315"/>
                    <a:pt x="56531" y="35148"/>
                  </a:cubicBezTo>
                  <a:cubicBezTo>
                    <a:pt x="56460" y="35112"/>
                    <a:pt x="56400" y="35076"/>
                    <a:pt x="56329" y="35040"/>
                  </a:cubicBezTo>
                  <a:cubicBezTo>
                    <a:pt x="56293" y="35017"/>
                    <a:pt x="56269" y="35005"/>
                    <a:pt x="56245" y="34993"/>
                  </a:cubicBezTo>
                  <a:cubicBezTo>
                    <a:pt x="56305" y="34969"/>
                    <a:pt x="56376" y="34945"/>
                    <a:pt x="56436" y="34933"/>
                  </a:cubicBezTo>
                  <a:cubicBezTo>
                    <a:pt x="57769" y="34552"/>
                    <a:pt x="59091" y="34171"/>
                    <a:pt x="60162" y="33862"/>
                  </a:cubicBezTo>
                  <a:cubicBezTo>
                    <a:pt x="60543" y="32683"/>
                    <a:pt x="60579" y="31552"/>
                    <a:pt x="60770" y="30480"/>
                  </a:cubicBezTo>
                  <a:cubicBezTo>
                    <a:pt x="60936" y="29587"/>
                    <a:pt x="61222" y="28742"/>
                    <a:pt x="61925" y="27968"/>
                  </a:cubicBezTo>
                  <a:cubicBezTo>
                    <a:pt x="62032" y="28325"/>
                    <a:pt x="62079" y="28683"/>
                    <a:pt x="62091" y="29040"/>
                  </a:cubicBezTo>
                  <a:cubicBezTo>
                    <a:pt x="62163" y="30707"/>
                    <a:pt x="61484" y="32243"/>
                    <a:pt x="62639" y="33743"/>
                  </a:cubicBezTo>
                  <a:cubicBezTo>
                    <a:pt x="63889" y="32004"/>
                    <a:pt x="64008" y="30278"/>
                    <a:pt x="63484" y="28564"/>
                  </a:cubicBezTo>
                  <a:cubicBezTo>
                    <a:pt x="63389" y="28242"/>
                    <a:pt x="63341" y="27944"/>
                    <a:pt x="63318" y="27659"/>
                  </a:cubicBezTo>
                  <a:cubicBezTo>
                    <a:pt x="63234" y="26539"/>
                    <a:pt x="63687" y="25635"/>
                    <a:pt x="64413" y="24611"/>
                  </a:cubicBezTo>
                  <a:cubicBezTo>
                    <a:pt x="66818" y="21217"/>
                    <a:pt x="69164" y="17788"/>
                    <a:pt x="71485" y="14336"/>
                  </a:cubicBezTo>
                  <a:cubicBezTo>
                    <a:pt x="72652" y="12597"/>
                    <a:pt x="73819" y="10859"/>
                    <a:pt x="74986" y="9121"/>
                  </a:cubicBezTo>
                  <a:cubicBezTo>
                    <a:pt x="75557" y="8275"/>
                    <a:pt x="75855" y="7239"/>
                    <a:pt x="76283" y="6299"/>
                  </a:cubicBezTo>
                  <a:cubicBezTo>
                    <a:pt x="76129" y="6227"/>
                    <a:pt x="75962" y="6156"/>
                    <a:pt x="75795" y="6085"/>
                  </a:cubicBezTo>
                  <a:cubicBezTo>
                    <a:pt x="75379" y="6739"/>
                    <a:pt x="74974" y="7406"/>
                    <a:pt x="74509" y="8025"/>
                  </a:cubicBezTo>
                  <a:cubicBezTo>
                    <a:pt x="71033" y="12728"/>
                    <a:pt x="67663" y="17526"/>
                    <a:pt x="63972" y="22063"/>
                  </a:cubicBezTo>
                  <a:cubicBezTo>
                    <a:pt x="62210" y="24242"/>
                    <a:pt x="60484" y="26682"/>
                    <a:pt x="58960" y="27242"/>
                  </a:cubicBezTo>
                  <a:lnTo>
                    <a:pt x="44268" y="27242"/>
                  </a:lnTo>
                  <a:cubicBezTo>
                    <a:pt x="45470" y="24908"/>
                    <a:pt x="46613" y="22694"/>
                    <a:pt x="47708" y="20539"/>
                  </a:cubicBezTo>
                  <a:cubicBezTo>
                    <a:pt x="48947" y="18146"/>
                    <a:pt x="50137" y="15824"/>
                    <a:pt x="51328" y="13514"/>
                  </a:cubicBezTo>
                  <a:cubicBezTo>
                    <a:pt x="53614" y="9097"/>
                    <a:pt x="56198" y="4811"/>
                    <a:pt x="5767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47"/>
            <p:cNvSpPr/>
            <p:nvPr/>
          </p:nvSpPr>
          <p:spPr>
            <a:xfrm>
              <a:off x="1346000" y="3940500"/>
              <a:ext cx="9250" cy="27100"/>
            </a:xfrm>
            <a:custGeom>
              <a:rect b="b" l="l" r="r" t="t"/>
              <a:pathLst>
                <a:path extrusionOk="0" h="1084" w="370">
                  <a:moveTo>
                    <a:pt x="179" y="0"/>
                  </a:moveTo>
                  <a:cubicBezTo>
                    <a:pt x="119" y="357"/>
                    <a:pt x="60" y="727"/>
                    <a:pt x="0" y="1084"/>
                  </a:cubicBezTo>
                  <a:lnTo>
                    <a:pt x="369" y="1084"/>
                  </a:lnTo>
                  <a:cubicBezTo>
                    <a:pt x="298" y="715"/>
                    <a:pt x="238" y="357"/>
                    <a:pt x="17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47"/>
            <p:cNvSpPr/>
            <p:nvPr/>
          </p:nvSpPr>
          <p:spPr>
            <a:xfrm>
              <a:off x="1599000" y="3734525"/>
              <a:ext cx="54800" cy="233075"/>
            </a:xfrm>
            <a:custGeom>
              <a:rect b="b" l="l" r="r" t="t"/>
              <a:pathLst>
                <a:path extrusionOk="0" h="9323" w="2192">
                  <a:moveTo>
                    <a:pt x="2013" y="0"/>
                  </a:moveTo>
                  <a:lnTo>
                    <a:pt x="2013" y="0"/>
                  </a:lnTo>
                  <a:cubicBezTo>
                    <a:pt x="1191" y="3108"/>
                    <a:pt x="524" y="6215"/>
                    <a:pt x="0" y="9323"/>
                  </a:cubicBezTo>
                  <a:lnTo>
                    <a:pt x="1370" y="9323"/>
                  </a:lnTo>
                  <a:cubicBezTo>
                    <a:pt x="1524" y="7584"/>
                    <a:pt x="1727" y="5846"/>
                    <a:pt x="1989" y="4108"/>
                  </a:cubicBezTo>
                  <a:cubicBezTo>
                    <a:pt x="2191" y="2762"/>
                    <a:pt x="2013" y="1369"/>
                    <a:pt x="201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47"/>
            <p:cNvSpPr/>
            <p:nvPr/>
          </p:nvSpPr>
          <p:spPr>
            <a:xfrm>
              <a:off x="1512375" y="3190100"/>
              <a:ext cx="89625" cy="777500"/>
            </a:xfrm>
            <a:custGeom>
              <a:rect b="b" l="l" r="r" t="t"/>
              <a:pathLst>
                <a:path extrusionOk="0" h="31100" w="3585">
                  <a:moveTo>
                    <a:pt x="3584" y="1"/>
                  </a:moveTo>
                  <a:lnTo>
                    <a:pt x="3584" y="1"/>
                  </a:lnTo>
                  <a:cubicBezTo>
                    <a:pt x="1334" y="10181"/>
                    <a:pt x="155" y="20622"/>
                    <a:pt x="1" y="31100"/>
                  </a:cubicBezTo>
                  <a:lnTo>
                    <a:pt x="1644" y="31100"/>
                  </a:lnTo>
                  <a:cubicBezTo>
                    <a:pt x="1251" y="20729"/>
                    <a:pt x="1882" y="10300"/>
                    <a:pt x="358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47"/>
            <p:cNvSpPr/>
            <p:nvPr/>
          </p:nvSpPr>
          <p:spPr>
            <a:xfrm>
              <a:off x="2593775" y="3894650"/>
              <a:ext cx="122950" cy="72950"/>
            </a:xfrm>
            <a:custGeom>
              <a:rect b="b" l="l" r="r" t="t"/>
              <a:pathLst>
                <a:path extrusionOk="0" h="2918" w="4918">
                  <a:moveTo>
                    <a:pt x="2691" y="1"/>
                  </a:moveTo>
                  <a:cubicBezTo>
                    <a:pt x="2667" y="25"/>
                    <a:pt x="2643" y="48"/>
                    <a:pt x="2619" y="84"/>
                  </a:cubicBezTo>
                  <a:cubicBezTo>
                    <a:pt x="1798" y="1072"/>
                    <a:pt x="929" y="2025"/>
                    <a:pt x="0" y="2918"/>
                  </a:cubicBezTo>
                  <a:lnTo>
                    <a:pt x="2560" y="2918"/>
                  </a:lnTo>
                  <a:cubicBezTo>
                    <a:pt x="3346" y="2025"/>
                    <a:pt x="4132" y="1132"/>
                    <a:pt x="4917" y="239"/>
                  </a:cubicBezTo>
                  <a:lnTo>
                    <a:pt x="4917" y="239"/>
                  </a:lnTo>
                  <a:cubicBezTo>
                    <a:pt x="4813" y="244"/>
                    <a:pt x="4709" y="246"/>
                    <a:pt x="4606" y="246"/>
                  </a:cubicBezTo>
                  <a:cubicBezTo>
                    <a:pt x="4213" y="246"/>
                    <a:pt x="3825" y="212"/>
                    <a:pt x="3429" y="156"/>
                  </a:cubicBezTo>
                  <a:cubicBezTo>
                    <a:pt x="3179" y="108"/>
                    <a:pt x="2941" y="60"/>
                    <a:pt x="2691" y="1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47"/>
            <p:cNvSpPr/>
            <p:nvPr/>
          </p:nvSpPr>
          <p:spPr>
            <a:xfrm>
              <a:off x="2644075" y="3886325"/>
              <a:ext cx="24125" cy="8350"/>
            </a:xfrm>
            <a:custGeom>
              <a:rect b="b" l="l" r="r" t="t"/>
              <a:pathLst>
                <a:path extrusionOk="0" h="334" w="965">
                  <a:moveTo>
                    <a:pt x="965" y="0"/>
                  </a:moveTo>
                  <a:lnTo>
                    <a:pt x="393" y="72"/>
                  </a:lnTo>
                  <a:lnTo>
                    <a:pt x="0" y="119"/>
                  </a:lnTo>
                  <a:cubicBezTo>
                    <a:pt x="167" y="179"/>
                    <a:pt x="346" y="238"/>
                    <a:pt x="524" y="286"/>
                  </a:cubicBezTo>
                  <a:cubicBezTo>
                    <a:pt x="584" y="298"/>
                    <a:pt x="631" y="322"/>
                    <a:pt x="679" y="334"/>
                  </a:cubicBezTo>
                  <a:cubicBezTo>
                    <a:pt x="774" y="215"/>
                    <a:pt x="869" y="108"/>
                    <a:pt x="965" y="0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47"/>
            <p:cNvSpPr/>
            <p:nvPr/>
          </p:nvSpPr>
          <p:spPr>
            <a:xfrm>
              <a:off x="5612600" y="3945850"/>
              <a:ext cx="248850" cy="21750"/>
            </a:xfrm>
            <a:custGeom>
              <a:rect b="b" l="l" r="r" t="t"/>
              <a:pathLst>
                <a:path extrusionOk="0" h="870" w="9954">
                  <a:moveTo>
                    <a:pt x="9954" y="1"/>
                  </a:moveTo>
                  <a:lnTo>
                    <a:pt x="9954" y="1"/>
                  </a:lnTo>
                  <a:cubicBezTo>
                    <a:pt x="8209" y="427"/>
                    <a:pt x="6445" y="591"/>
                    <a:pt x="4668" y="591"/>
                  </a:cubicBezTo>
                  <a:cubicBezTo>
                    <a:pt x="3668" y="591"/>
                    <a:pt x="2663" y="539"/>
                    <a:pt x="1655" y="453"/>
                  </a:cubicBezTo>
                  <a:cubicBezTo>
                    <a:pt x="1108" y="405"/>
                    <a:pt x="548" y="346"/>
                    <a:pt x="0" y="274"/>
                  </a:cubicBezTo>
                  <a:lnTo>
                    <a:pt x="0" y="274"/>
                  </a:lnTo>
                  <a:cubicBezTo>
                    <a:pt x="346" y="465"/>
                    <a:pt x="667" y="667"/>
                    <a:pt x="988" y="870"/>
                  </a:cubicBezTo>
                  <a:lnTo>
                    <a:pt x="7989" y="870"/>
                  </a:lnTo>
                  <a:cubicBezTo>
                    <a:pt x="8656" y="608"/>
                    <a:pt x="9311" y="322"/>
                    <a:pt x="9954" y="1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47"/>
            <p:cNvSpPr/>
            <p:nvPr/>
          </p:nvSpPr>
          <p:spPr>
            <a:xfrm>
              <a:off x="4279400" y="2435250"/>
              <a:ext cx="1782675" cy="1532350"/>
            </a:xfrm>
            <a:custGeom>
              <a:rect b="b" l="l" r="r" t="t"/>
              <a:pathLst>
                <a:path extrusionOk="0" h="61294" w="71307">
                  <a:moveTo>
                    <a:pt x="25146" y="8644"/>
                  </a:moveTo>
                  <a:lnTo>
                    <a:pt x="25146" y="8644"/>
                  </a:lnTo>
                  <a:cubicBezTo>
                    <a:pt x="25646" y="9668"/>
                    <a:pt x="26146" y="10680"/>
                    <a:pt x="26646" y="11692"/>
                  </a:cubicBezTo>
                  <a:cubicBezTo>
                    <a:pt x="27277" y="12966"/>
                    <a:pt x="27920" y="14228"/>
                    <a:pt x="28587" y="15467"/>
                  </a:cubicBezTo>
                  <a:cubicBezTo>
                    <a:pt x="32885" y="23551"/>
                    <a:pt x="37291" y="31564"/>
                    <a:pt x="41624" y="39624"/>
                  </a:cubicBezTo>
                  <a:cubicBezTo>
                    <a:pt x="42017" y="40351"/>
                    <a:pt x="42279" y="41137"/>
                    <a:pt x="42613" y="41922"/>
                  </a:cubicBezTo>
                  <a:cubicBezTo>
                    <a:pt x="42210" y="42026"/>
                    <a:pt x="42031" y="42120"/>
                    <a:pt x="41905" y="42120"/>
                  </a:cubicBezTo>
                  <a:cubicBezTo>
                    <a:pt x="41886" y="42120"/>
                    <a:pt x="41868" y="42118"/>
                    <a:pt x="41851" y="42113"/>
                  </a:cubicBezTo>
                  <a:cubicBezTo>
                    <a:pt x="36786" y="40865"/>
                    <a:pt x="31673" y="40194"/>
                    <a:pt x="26502" y="40194"/>
                  </a:cubicBezTo>
                  <a:cubicBezTo>
                    <a:pt x="24865" y="40194"/>
                    <a:pt x="23223" y="40261"/>
                    <a:pt x="21574" y="40398"/>
                  </a:cubicBezTo>
                  <a:cubicBezTo>
                    <a:pt x="21504" y="40404"/>
                    <a:pt x="21434" y="40407"/>
                    <a:pt x="21364" y="40407"/>
                  </a:cubicBezTo>
                  <a:cubicBezTo>
                    <a:pt x="20546" y="40407"/>
                    <a:pt x="19686" y="40047"/>
                    <a:pt x="18633" y="39839"/>
                  </a:cubicBezTo>
                  <a:cubicBezTo>
                    <a:pt x="18479" y="39922"/>
                    <a:pt x="18074" y="40136"/>
                    <a:pt x="17621" y="40375"/>
                  </a:cubicBezTo>
                  <a:cubicBezTo>
                    <a:pt x="17550" y="40208"/>
                    <a:pt x="17490" y="40041"/>
                    <a:pt x="17431" y="39886"/>
                  </a:cubicBezTo>
                  <a:cubicBezTo>
                    <a:pt x="17371" y="39732"/>
                    <a:pt x="17312" y="39577"/>
                    <a:pt x="17252" y="39410"/>
                  </a:cubicBezTo>
                  <a:cubicBezTo>
                    <a:pt x="17240" y="39398"/>
                    <a:pt x="17240" y="39374"/>
                    <a:pt x="17229" y="39351"/>
                  </a:cubicBezTo>
                  <a:cubicBezTo>
                    <a:pt x="17252" y="39303"/>
                    <a:pt x="17276" y="39255"/>
                    <a:pt x="17300" y="39208"/>
                  </a:cubicBezTo>
                  <a:cubicBezTo>
                    <a:pt x="18681" y="36791"/>
                    <a:pt x="19884" y="34362"/>
                    <a:pt x="20931" y="31981"/>
                  </a:cubicBezTo>
                  <a:cubicBezTo>
                    <a:pt x="21015" y="31790"/>
                    <a:pt x="21098" y="31612"/>
                    <a:pt x="21181" y="31433"/>
                  </a:cubicBezTo>
                  <a:cubicBezTo>
                    <a:pt x="22360" y="28706"/>
                    <a:pt x="23325" y="26051"/>
                    <a:pt x="24122" y="23527"/>
                  </a:cubicBezTo>
                  <a:cubicBezTo>
                    <a:pt x="24908" y="20991"/>
                    <a:pt x="25468" y="18539"/>
                    <a:pt x="25706" y="16253"/>
                  </a:cubicBezTo>
                  <a:cubicBezTo>
                    <a:pt x="25896" y="14312"/>
                    <a:pt x="25837" y="12502"/>
                    <a:pt x="25611" y="10907"/>
                  </a:cubicBezTo>
                  <a:cubicBezTo>
                    <a:pt x="25563" y="10621"/>
                    <a:pt x="25527" y="10323"/>
                    <a:pt x="25480" y="10061"/>
                  </a:cubicBezTo>
                  <a:cubicBezTo>
                    <a:pt x="25384" y="9561"/>
                    <a:pt x="25265" y="9097"/>
                    <a:pt x="25146" y="8644"/>
                  </a:cubicBezTo>
                  <a:close/>
                  <a:moveTo>
                    <a:pt x="53626" y="21301"/>
                  </a:moveTo>
                  <a:lnTo>
                    <a:pt x="53626" y="21301"/>
                  </a:lnTo>
                  <a:cubicBezTo>
                    <a:pt x="58769" y="30885"/>
                    <a:pt x="63603" y="40589"/>
                    <a:pt x="67032" y="51507"/>
                  </a:cubicBezTo>
                  <a:cubicBezTo>
                    <a:pt x="63294" y="49376"/>
                    <a:pt x="60055" y="47542"/>
                    <a:pt x="56460" y="45506"/>
                  </a:cubicBezTo>
                  <a:cubicBezTo>
                    <a:pt x="57031" y="37493"/>
                    <a:pt x="55590" y="29397"/>
                    <a:pt x="53626" y="21301"/>
                  </a:cubicBezTo>
                  <a:close/>
                  <a:moveTo>
                    <a:pt x="47149" y="48495"/>
                  </a:moveTo>
                  <a:lnTo>
                    <a:pt x="47149" y="48495"/>
                  </a:lnTo>
                  <a:cubicBezTo>
                    <a:pt x="49768" y="48828"/>
                    <a:pt x="52007" y="49102"/>
                    <a:pt x="54650" y="49435"/>
                  </a:cubicBezTo>
                  <a:cubicBezTo>
                    <a:pt x="54507" y="51674"/>
                    <a:pt x="54376" y="53590"/>
                    <a:pt x="54221" y="55853"/>
                  </a:cubicBezTo>
                  <a:cubicBezTo>
                    <a:pt x="52269" y="55126"/>
                    <a:pt x="50721" y="54543"/>
                    <a:pt x="48982" y="53900"/>
                  </a:cubicBezTo>
                  <a:cubicBezTo>
                    <a:pt x="48387" y="52174"/>
                    <a:pt x="47863" y="50602"/>
                    <a:pt x="47149" y="48495"/>
                  </a:cubicBezTo>
                  <a:close/>
                  <a:moveTo>
                    <a:pt x="45744" y="1"/>
                  </a:moveTo>
                  <a:cubicBezTo>
                    <a:pt x="45601" y="72"/>
                    <a:pt x="45446" y="143"/>
                    <a:pt x="45303" y="227"/>
                  </a:cubicBezTo>
                  <a:cubicBezTo>
                    <a:pt x="47363" y="7501"/>
                    <a:pt x="49744" y="14717"/>
                    <a:pt x="51411" y="22087"/>
                  </a:cubicBezTo>
                  <a:cubicBezTo>
                    <a:pt x="53078" y="29480"/>
                    <a:pt x="53697" y="37065"/>
                    <a:pt x="54114" y="44958"/>
                  </a:cubicBezTo>
                  <a:cubicBezTo>
                    <a:pt x="50578" y="44089"/>
                    <a:pt x="47423" y="43303"/>
                    <a:pt x="44565" y="42601"/>
                  </a:cubicBezTo>
                  <a:cubicBezTo>
                    <a:pt x="36981" y="28718"/>
                    <a:pt x="29587" y="15157"/>
                    <a:pt x="22182" y="1596"/>
                  </a:cubicBezTo>
                  <a:cubicBezTo>
                    <a:pt x="22122" y="1620"/>
                    <a:pt x="22074" y="1632"/>
                    <a:pt x="22015" y="1655"/>
                  </a:cubicBezTo>
                  <a:cubicBezTo>
                    <a:pt x="22182" y="2108"/>
                    <a:pt x="22336" y="2560"/>
                    <a:pt x="22491" y="3013"/>
                  </a:cubicBezTo>
                  <a:cubicBezTo>
                    <a:pt x="22146" y="2501"/>
                    <a:pt x="21932" y="2251"/>
                    <a:pt x="21931" y="2251"/>
                  </a:cubicBezTo>
                  <a:lnTo>
                    <a:pt x="21931" y="2251"/>
                  </a:lnTo>
                  <a:cubicBezTo>
                    <a:pt x="23598" y="5037"/>
                    <a:pt x="24527" y="8144"/>
                    <a:pt x="24729" y="11192"/>
                  </a:cubicBezTo>
                  <a:cubicBezTo>
                    <a:pt x="24920" y="14240"/>
                    <a:pt x="24408" y="17193"/>
                    <a:pt x="23682" y="19967"/>
                  </a:cubicBezTo>
                  <a:cubicBezTo>
                    <a:pt x="22944" y="22741"/>
                    <a:pt x="22015" y="25373"/>
                    <a:pt x="21110" y="27837"/>
                  </a:cubicBezTo>
                  <a:cubicBezTo>
                    <a:pt x="20610" y="29171"/>
                    <a:pt x="20110" y="30445"/>
                    <a:pt x="19610" y="31671"/>
                  </a:cubicBezTo>
                  <a:cubicBezTo>
                    <a:pt x="20503" y="28123"/>
                    <a:pt x="20777" y="24789"/>
                    <a:pt x="20669" y="21991"/>
                  </a:cubicBezTo>
                  <a:cubicBezTo>
                    <a:pt x="20598" y="20122"/>
                    <a:pt x="20396" y="18515"/>
                    <a:pt x="20157" y="17181"/>
                  </a:cubicBezTo>
                  <a:cubicBezTo>
                    <a:pt x="20146" y="17110"/>
                    <a:pt x="20134" y="17038"/>
                    <a:pt x="20122" y="16967"/>
                  </a:cubicBezTo>
                  <a:cubicBezTo>
                    <a:pt x="20003" y="16348"/>
                    <a:pt x="19884" y="15776"/>
                    <a:pt x="19753" y="15300"/>
                  </a:cubicBezTo>
                  <a:cubicBezTo>
                    <a:pt x="19705" y="15062"/>
                    <a:pt x="19645" y="14848"/>
                    <a:pt x="19598" y="14645"/>
                  </a:cubicBezTo>
                  <a:cubicBezTo>
                    <a:pt x="19645" y="14086"/>
                    <a:pt x="19705" y="13526"/>
                    <a:pt x="19741" y="12966"/>
                  </a:cubicBezTo>
                  <a:lnTo>
                    <a:pt x="19741" y="12966"/>
                  </a:lnTo>
                  <a:cubicBezTo>
                    <a:pt x="19657" y="13407"/>
                    <a:pt x="19574" y="13847"/>
                    <a:pt x="19491" y="14276"/>
                  </a:cubicBezTo>
                  <a:cubicBezTo>
                    <a:pt x="19407" y="13978"/>
                    <a:pt x="19324" y="13728"/>
                    <a:pt x="19264" y="13526"/>
                  </a:cubicBezTo>
                  <a:cubicBezTo>
                    <a:pt x="19134" y="13121"/>
                    <a:pt x="19074" y="12907"/>
                    <a:pt x="19074" y="12907"/>
                  </a:cubicBezTo>
                  <a:lnTo>
                    <a:pt x="19074" y="12907"/>
                  </a:lnTo>
                  <a:cubicBezTo>
                    <a:pt x="19169" y="13716"/>
                    <a:pt x="19229" y="14502"/>
                    <a:pt x="19288" y="15288"/>
                  </a:cubicBezTo>
                  <a:cubicBezTo>
                    <a:pt x="16550" y="29135"/>
                    <a:pt x="12942" y="40446"/>
                    <a:pt x="0" y="53507"/>
                  </a:cubicBezTo>
                  <a:cubicBezTo>
                    <a:pt x="10704" y="46161"/>
                    <a:pt x="17514" y="31135"/>
                    <a:pt x="19384" y="16526"/>
                  </a:cubicBezTo>
                  <a:cubicBezTo>
                    <a:pt x="19431" y="17312"/>
                    <a:pt x="19467" y="18098"/>
                    <a:pt x="19491" y="18860"/>
                  </a:cubicBezTo>
                  <a:cubicBezTo>
                    <a:pt x="19491" y="19277"/>
                    <a:pt x="19491" y="19682"/>
                    <a:pt x="19491" y="20086"/>
                  </a:cubicBezTo>
                  <a:cubicBezTo>
                    <a:pt x="19479" y="21587"/>
                    <a:pt x="19407" y="23051"/>
                    <a:pt x="19300" y="24468"/>
                  </a:cubicBezTo>
                  <a:cubicBezTo>
                    <a:pt x="18979" y="28052"/>
                    <a:pt x="18395" y="31302"/>
                    <a:pt x="17645" y="34005"/>
                  </a:cubicBezTo>
                  <a:cubicBezTo>
                    <a:pt x="17050" y="36207"/>
                    <a:pt x="16419" y="38065"/>
                    <a:pt x="15859" y="39493"/>
                  </a:cubicBezTo>
                  <a:cubicBezTo>
                    <a:pt x="15645" y="39541"/>
                    <a:pt x="15443" y="39589"/>
                    <a:pt x="15228" y="39636"/>
                  </a:cubicBezTo>
                  <a:cubicBezTo>
                    <a:pt x="14859" y="40220"/>
                    <a:pt x="14490" y="40803"/>
                    <a:pt x="14109" y="41398"/>
                  </a:cubicBezTo>
                  <a:cubicBezTo>
                    <a:pt x="13990" y="41327"/>
                    <a:pt x="13859" y="41256"/>
                    <a:pt x="13728" y="41184"/>
                  </a:cubicBezTo>
                  <a:cubicBezTo>
                    <a:pt x="13776" y="40351"/>
                    <a:pt x="13823" y="39505"/>
                    <a:pt x="13871" y="38660"/>
                  </a:cubicBezTo>
                  <a:lnTo>
                    <a:pt x="13871" y="38660"/>
                  </a:lnTo>
                  <a:cubicBezTo>
                    <a:pt x="12145" y="41125"/>
                    <a:pt x="10990" y="43673"/>
                    <a:pt x="12228" y="46518"/>
                  </a:cubicBezTo>
                  <a:cubicBezTo>
                    <a:pt x="12276" y="46542"/>
                    <a:pt x="12311" y="46566"/>
                    <a:pt x="12347" y="46590"/>
                  </a:cubicBezTo>
                  <a:cubicBezTo>
                    <a:pt x="12264" y="46732"/>
                    <a:pt x="12180" y="46887"/>
                    <a:pt x="12109" y="47006"/>
                  </a:cubicBezTo>
                  <a:cubicBezTo>
                    <a:pt x="11775" y="47614"/>
                    <a:pt x="11585" y="47935"/>
                    <a:pt x="11585" y="47935"/>
                  </a:cubicBezTo>
                  <a:cubicBezTo>
                    <a:pt x="11906" y="47518"/>
                    <a:pt x="12204" y="47102"/>
                    <a:pt x="12502" y="46685"/>
                  </a:cubicBezTo>
                  <a:cubicBezTo>
                    <a:pt x="13490" y="47304"/>
                    <a:pt x="14371" y="47852"/>
                    <a:pt x="15633" y="48637"/>
                  </a:cubicBezTo>
                  <a:cubicBezTo>
                    <a:pt x="21072" y="48047"/>
                    <a:pt x="26665" y="47673"/>
                    <a:pt x="32373" y="47673"/>
                  </a:cubicBezTo>
                  <a:cubicBezTo>
                    <a:pt x="36799" y="47673"/>
                    <a:pt x="41294" y="47898"/>
                    <a:pt x="45839" y="48423"/>
                  </a:cubicBezTo>
                  <a:cubicBezTo>
                    <a:pt x="46566" y="50066"/>
                    <a:pt x="47280" y="51709"/>
                    <a:pt x="48137" y="53662"/>
                  </a:cubicBezTo>
                  <a:lnTo>
                    <a:pt x="44661" y="53662"/>
                  </a:lnTo>
                  <a:cubicBezTo>
                    <a:pt x="36433" y="53698"/>
                    <a:pt x="28813" y="55829"/>
                    <a:pt x="22003" y="60532"/>
                  </a:cubicBezTo>
                  <a:cubicBezTo>
                    <a:pt x="21658" y="60770"/>
                    <a:pt x="21336" y="61020"/>
                    <a:pt x="21015" y="61294"/>
                  </a:cubicBezTo>
                  <a:lnTo>
                    <a:pt x="24241" y="61294"/>
                  </a:lnTo>
                  <a:cubicBezTo>
                    <a:pt x="30274" y="57882"/>
                    <a:pt x="36807" y="56093"/>
                    <a:pt x="43744" y="56093"/>
                  </a:cubicBezTo>
                  <a:cubicBezTo>
                    <a:pt x="44529" y="56093"/>
                    <a:pt x="45318" y="56116"/>
                    <a:pt x="46113" y="56162"/>
                  </a:cubicBezTo>
                  <a:cubicBezTo>
                    <a:pt x="47530" y="56234"/>
                    <a:pt x="48935" y="56603"/>
                    <a:pt x="50328" y="57055"/>
                  </a:cubicBezTo>
                  <a:cubicBezTo>
                    <a:pt x="51459" y="57412"/>
                    <a:pt x="52578" y="57817"/>
                    <a:pt x="53697" y="58174"/>
                  </a:cubicBezTo>
                  <a:cubicBezTo>
                    <a:pt x="54281" y="58353"/>
                    <a:pt x="54745" y="58877"/>
                    <a:pt x="55233" y="59341"/>
                  </a:cubicBezTo>
                  <a:cubicBezTo>
                    <a:pt x="55340" y="59436"/>
                    <a:pt x="55448" y="59532"/>
                    <a:pt x="55555" y="59615"/>
                  </a:cubicBezTo>
                  <a:cubicBezTo>
                    <a:pt x="55808" y="59464"/>
                    <a:pt x="56043" y="59403"/>
                    <a:pt x="56267" y="59403"/>
                  </a:cubicBezTo>
                  <a:cubicBezTo>
                    <a:pt x="57247" y="59403"/>
                    <a:pt x="58014" y="60578"/>
                    <a:pt x="59211" y="60578"/>
                  </a:cubicBezTo>
                  <a:cubicBezTo>
                    <a:pt x="59358" y="60578"/>
                    <a:pt x="59512" y="60560"/>
                    <a:pt x="59674" y="60520"/>
                  </a:cubicBezTo>
                  <a:cubicBezTo>
                    <a:pt x="58257" y="59496"/>
                    <a:pt x="56841" y="58484"/>
                    <a:pt x="55745" y="57698"/>
                  </a:cubicBezTo>
                  <a:cubicBezTo>
                    <a:pt x="55983" y="54626"/>
                    <a:pt x="56150" y="52364"/>
                    <a:pt x="56352" y="49697"/>
                  </a:cubicBezTo>
                  <a:cubicBezTo>
                    <a:pt x="59805" y="50804"/>
                    <a:pt x="62782" y="51745"/>
                    <a:pt x="65735" y="52721"/>
                  </a:cubicBezTo>
                  <a:cubicBezTo>
                    <a:pt x="67961" y="53448"/>
                    <a:pt x="68485" y="54019"/>
                    <a:pt x="68175" y="56424"/>
                  </a:cubicBezTo>
                  <a:cubicBezTo>
                    <a:pt x="67961" y="58043"/>
                    <a:pt x="67735" y="59663"/>
                    <a:pt x="67509" y="61282"/>
                  </a:cubicBezTo>
                  <a:lnTo>
                    <a:pt x="71307" y="61282"/>
                  </a:lnTo>
                  <a:cubicBezTo>
                    <a:pt x="70878" y="59127"/>
                    <a:pt x="70438" y="56960"/>
                    <a:pt x="69997" y="54781"/>
                  </a:cubicBezTo>
                  <a:cubicBezTo>
                    <a:pt x="69985" y="54757"/>
                    <a:pt x="69973" y="54722"/>
                    <a:pt x="69973" y="54686"/>
                  </a:cubicBezTo>
                  <a:lnTo>
                    <a:pt x="69985" y="54686"/>
                  </a:lnTo>
                  <a:cubicBezTo>
                    <a:pt x="70354" y="54555"/>
                    <a:pt x="70711" y="54424"/>
                    <a:pt x="70699" y="54424"/>
                  </a:cubicBezTo>
                  <a:cubicBezTo>
                    <a:pt x="69973" y="53221"/>
                    <a:pt x="69104" y="52114"/>
                    <a:pt x="68580" y="50864"/>
                  </a:cubicBezTo>
                  <a:cubicBezTo>
                    <a:pt x="65973" y="44732"/>
                    <a:pt x="63699" y="38458"/>
                    <a:pt x="60853" y="32457"/>
                  </a:cubicBezTo>
                  <a:cubicBezTo>
                    <a:pt x="56079" y="22372"/>
                    <a:pt x="50661" y="12609"/>
                    <a:pt x="46780" y="2120"/>
                  </a:cubicBezTo>
                  <a:cubicBezTo>
                    <a:pt x="46506" y="1382"/>
                    <a:pt x="46089" y="703"/>
                    <a:pt x="4574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47"/>
            <p:cNvSpPr/>
            <p:nvPr/>
          </p:nvSpPr>
          <p:spPr>
            <a:xfrm>
              <a:off x="4947325" y="3878300"/>
              <a:ext cx="690000" cy="89300"/>
            </a:xfrm>
            <a:custGeom>
              <a:rect b="b" l="l" r="r" t="t"/>
              <a:pathLst>
                <a:path extrusionOk="0" h="3572" w="27600">
                  <a:moveTo>
                    <a:pt x="13318" y="0"/>
                  </a:moveTo>
                  <a:cubicBezTo>
                    <a:pt x="8678" y="0"/>
                    <a:pt x="4108" y="1076"/>
                    <a:pt x="1" y="3572"/>
                  </a:cubicBezTo>
                  <a:lnTo>
                    <a:pt x="27599" y="3572"/>
                  </a:lnTo>
                  <a:cubicBezTo>
                    <a:pt x="27278" y="3369"/>
                    <a:pt x="26957" y="3167"/>
                    <a:pt x="26611" y="2988"/>
                  </a:cubicBezTo>
                  <a:cubicBezTo>
                    <a:pt x="26075" y="2691"/>
                    <a:pt x="25528" y="2429"/>
                    <a:pt x="24956" y="2191"/>
                  </a:cubicBezTo>
                  <a:cubicBezTo>
                    <a:pt x="24897" y="2167"/>
                    <a:pt x="24849" y="2143"/>
                    <a:pt x="24790" y="2119"/>
                  </a:cubicBezTo>
                  <a:cubicBezTo>
                    <a:pt x="23754" y="1691"/>
                    <a:pt x="22646" y="1345"/>
                    <a:pt x="21503" y="1048"/>
                  </a:cubicBezTo>
                  <a:cubicBezTo>
                    <a:pt x="18804" y="373"/>
                    <a:pt x="16049" y="0"/>
                    <a:pt x="13318" y="0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47"/>
            <p:cNvSpPr/>
            <p:nvPr/>
          </p:nvSpPr>
          <p:spPr>
            <a:xfrm>
              <a:off x="6302275" y="3401750"/>
              <a:ext cx="119075" cy="565850"/>
            </a:xfrm>
            <a:custGeom>
              <a:rect b="b" l="l" r="r" t="t"/>
              <a:pathLst>
                <a:path extrusionOk="0" h="22634" w="4763">
                  <a:moveTo>
                    <a:pt x="4584" y="0"/>
                  </a:moveTo>
                  <a:cubicBezTo>
                    <a:pt x="2989" y="7560"/>
                    <a:pt x="1643" y="15133"/>
                    <a:pt x="0" y="22634"/>
                  </a:cubicBezTo>
                  <a:lnTo>
                    <a:pt x="1488" y="22634"/>
                  </a:lnTo>
                  <a:cubicBezTo>
                    <a:pt x="2524" y="16371"/>
                    <a:pt x="3548" y="10108"/>
                    <a:pt x="4560" y="3846"/>
                  </a:cubicBezTo>
                  <a:cubicBezTo>
                    <a:pt x="4763" y="2584"/>
                    <a:pt x="4584" y="1274"/>
                    <a:pt x="458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47"/>
            <p:cNvSpPr/>
            <p:nvPr/>
          </p:nvSpPr>
          <p:spPr>
            <a:xfrm>
              <a:off x="6377875" y="2063775"/>
              <a:ext cx="535200" cy="1903825"/>
            </a:xfrm>
            <a:custGeom>
              <a:rect b="b" l="l" r="r" t="t"/>
              <a:pathLst>
                <a:path extrusionOk="0" h="76153" w="21408">
                  <a:moveTo>
                    <a:pt x="0" y="1"/>
                  </a:moveTo>
                  <a:lnTo>
                    <a:pt x="0" y="1"/>
                  </a:lnTo>
                  <a:cubicBezTo>
                    <a:pt x="1989" y="4704"/>
                    <a:pt x="3870" y="9395"/>
                    <a:pt x="5953" y="13990"/>
                  </a:cubicBezTo>
                  <a:cubicBezTo>
                    <a:pt x="10573" y="24218"/>
                    <a:pt x="11442" y="34850"/>
                    <a:pt x="9490" y="45780"/>
                  </a:cubicBezTo>
                  <a:cubicBezTo>
                    <a:pt x="8870" y="49233"/>
                    <a:pt x="7573" y="52567"/>
                    <a:pt x="7025" y="56031"/>
                  </a:cubicBezTo>
                  <a:cubicBezTo>
                    <a:pt x="5953" y="62746"/>
                    <a:pt x="5489" y="69461"/>
                    <a:pt x="5763" y="76153"/>
                  </a:cubicBezTo>
                  <a:lnTo>
                    <a:pt x="8561" y="76153"/>
                  </a:lnTo>
                  <a:cubicBezTo>
                    <a:pt x="8489" y="70509"/>
                    <a:pt x="8918" y="64854"/>
                    <a:pt x="9823" y="59198"/>
                  </a:cubicBezTo>
                  <a:cubicBezTo>
                    <a:pt x="10311" y="56174"/>
                    <a:pt x="11025" y="53174"/>
                    <a:pt x="11692" y="49840"/>
                  </a:cubicBezTo>
                  <a:cubicBezTo>
                    <a:pt x="15812" y="53781"/>
                    <a:pt x="19062" y="57948"/>
                    <a:pt x="21408" y="62377"/>
                  </a:cubicBezTo>
                  <a:lnTo>
                    <a:pt x="21408" y="58924"/>
                  </a:lnTo>
                  <a:cubicBezTo>
                    <a:pt x="19455" y="56162"/>
                    <a:pt x="17181" y="53614"/>
                    <a:pt x="14704" y="51197"/>
                  </a:cubicBezTo>
                  <a:cubicBezTo>
                    <a:pt x="14657" y="51150"/>
                    <a:pt x="14597" y="51102"/>
                    <a:pt x="14538" y="51043"/>
                  </a:cubicBezTo>
                  <a:cubicBezTo>
                    <a:pt x="13609" y="50173"/>
                    <a:pt x="12526" y="49483"/>
                    <a:pt x="11752" y="48888"/>
                  </a:cubicBezTo>
                  <a:cubicBezTo>
                    <a:pt x="12990" y="39636"/>
                    <a:pt x="13978" y="31100"/>
                    <a:pt x="11597" y="22610"/>
                  </a:cubicBezTo>
                  <a:cubicBezTo>
                    <a:pt x="9847" y="16395"/>
                    <a:pt x="3096" y="318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47"/>
            <p:cNvSpPr/>
            <p:nvPr/>
          </p:nvSpPr>
          <p:spPr>
            <a:xfrm>
              <a:off x="6629675" y="1508950"/>
              <a:ext cx="283400" cy="506025"/>
            </a:xfrm>
            <a:custGeom>
              <a:rect b="b" l="l" r="r" t="t"/>
              <a:pathLst>
                <a:path extrusionOk="0" h="20241" w="11336">
                  <a:moveTo>
                    <a:pt x="1" y="0"/>
                  </a:moveTo>
                  <a:cubicBezTo>
                    <a:pt x="1156" y="2620"/>
                    <a:pt x="2287" y="5239"/>
                    <a:pt x="3442" y="7858"/>
                  </a:cubicBezTo>
                  <a:cubicBezTo>
                    <a:pt x="5490" y="12478"/>
                    <a:pt x="8169" y="16562"/>
                    <a:pt x="11336" y="20241"/>
                  </a:cubicBezTo>
                  <a:lnTo>
                    <a:pt x="11336" y="18491"/>
                  </a:lnTo>
                  <a:cubicBezTo>
                    <a:pt x="10074" y="16776"/>
                    <a:pt x="8931" y="14966"/>
                    <a:pt x="7883" y="13050"/>
                  </a:cubicBezTo>
                  <a:cubicBezTo>
                    <a:pt x="7097" y="11609"/>
                    <a:pt x="6371" y="10121"/>
                    <a:pt x="5704" y="8573"/>
                  </a:cubicBezTo>
                  <a:cubicBezTo>
                    <a:pt x="4478" y="5715"/>
                    <a:pt x="3251" y="2858"/>
                    <a:pt x="200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47"/>
            <p:cNvSpPr/>
            <p:nvPr/>
          </p:nvSpPr>
          <p:spPr>
            <a:xfrm>
              <a:off x="6532650" y="2028350"/>
              <a:ext cx="380425" cy="711125"/>
            </a:xfrm>
            <a:custGeom>
              <a:rect b="b" l="l" r="r" t="t"/>
              <a:pathLst>
                <a:path extrusionOk="0" h="28445" w="15217">
                  <a:moveTo>
                    <a:pt x="0" y="1"/>
                  </a:moveTo>
                  <a:cubicBezTo>
                    <a:pt x="322" y="1144"/>
                    <a:pt x="512" y="2346"/>
                    <a:pt x="989" y="3418"/>
                  </a:cubicBezTo>
                  <a:cubicBezTo>
                    <a:pt x="2167" y="6049"/>
                    <a:pt x="3310" y="8716"/>
                    <a:pt x="4775" y="11193"/>
                  </a:cubicBezTo>
                  <a:cubicBezTo>
                    <a:pt x="8192" y="16979"/>
                    <a:pt x="11740" y="22694"/>
                    <a:pt x="15217" y="28445"/>
                  </a:cubicBezTo>
                  <a:lnTo>
                    <a:pt x="15217" y="25837"/>
                  </a:lnTo>
                  <a:cubicBezTo>
                    <a:pt x="14121" y="24111"/>
                    <a:pt x="13026" y="22384"/>
                    <a:pt x="11931" y="20670"/>
                  </a:cubicBezTo>
                  <a:cubicBezTo>
                    <a:pt x="10573" y="18551"/>
                    <a:pt x="9228" y="16443"/>
                    <a:pt x="7906" y="14312"/>
                  </a:cubicBezTo>
                  <a:cubicBezTo>
                    <a:pt x="5323" y="10169"/>
                    <a:pt x="2691" y="6037"/>
                    <a:pt x="667" y="1549"/>
                  </a:cubicBezTo>
                  <a:cubicBezTo>
                    <a:pt x="441" y="1037"/>
                    <a:pt x="215" y="525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47"/>
            <p:cNvSpPr/>
            <p:nvPr/>
          </p:nvSpPr>
          <p:spPr>
            <a:xfrm>
              <a:off x="3492975" y="2787075"/>
              <a:ext cx="414375" cy="1180525"/>
            </a:xfrm>
            <a:custGeom>
              <a:rect b="b" l="l" r="r" t="t"/>
              <a:pathLst>
                <a:path extrusionOk="0" h="47221" w="16575">
                  <a:moveTo>
                    <a:pt x="15908" y="1"/>
                  </a:moveTo>
                  <a:cubicBezTo>
                    <a:pt x="15705" y="608"/>
                    <a:pt x="15491" y="1203"/>
                    <a:pt x="15312" y="1822"/>
                  </a:cubicBezTo>
                  <a:cubicBezTo>
                    <a:pt x="14943" y="3072"/>
                    <a:pt x="14574" y="4335"/>
                    <a:pt x="14229" y="5597"/>
                  </a:cubicBezTo>
                  <a:cubicBezTo>
                    <a:pt x="13907" y="6728"/>
                    <a:pt x="13586" y="7871"/>
                    <a:pt x="13264" y="9002"/>
                  </a:cubicBezTo>
                  <a:cubicBezTo>
                    <a:pt x="12431" y="11907"/>
                    <a:pt x="11586" y="14812"/>
                    <a:pt x="10597" y="17658"/>
                  </a:cubicBezTo>
                  <a:cubicBezTo>
                    <a:pt x="7168" y="27552"/>
                    <a:pt x="3382" y="37315"/>
                    <a:pt x="1" y="47221"/>
                  </a:cubicBezTo>
                  <a:lnTo>
                    <a:pt x="2251" y="47221"/>
                  </a:lnTo>
                  <a:cubicBezTo>
                    <a:pt x="6633" y="35565"/>
                    <a:pt x="10550" y="23754"/>
                    <a:pt x="14360" y="11895"/>
                  </a:cubicBezTo>
                  <a:cubicBezTo>
                    <a:pt x="15110" y="9538"/>
                    <a:pt x="15669" y="7097"/>
                    <a:pt x="16146" y="4668"/>
                  </a:cubicBezTo>
                  <a:cubicBezTo>
                    <a:pt x="16277" y="4001"/>
                    <a:pt x="16348" y="3323"/>
                    <a:pt x="16396" y="2644"/>
                  </a:cubicBezTo>
                  <a:cubicBezTo>
                    <a:pt x="16467" y="1775"/>
                    <a:pt x="16503" y="882"/>
                    <a:pt x="16574" y="13"/>
                  </a:cubicBezTo>
                  <a:cubicBezTo>
                    <a:pt x="16348" y="1"/>
                    <a:pt x="16134" y="1"/>
                    <a:pt x="1590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47"/>
            <p:cNvSpPr/>
            <p:nvPr/>
          </p:nvSpPr>
          <p:spPr>
            <a:xfrm>
              <a:off x="3679900" y="3285350"/>
              <a:ext cx="414675" cy="682250"/>
            </a:xfrm>
            <a:custGeom>
              <a:rect b="b" l="l" r="r" t="t"/>
              <a:pathLst>
                <a:path extrusionOk="0" h="27290" w="16587">
                  <a:moveTo>
                    <a:pt x="16586" y="1"/>
                  </a:moveTo>
                  <a:cubicBezTo>
                    <a:pt x="10538" y="10550"/>
                    <a:pt x="4644" y="20087"/>
                    <a:pt x="1" y="27290"/>
                  </a:cubicBezTo>
                  <a:lnTo>
                    <a:pt x="1132" y="27290"/>
                  </a:lnTo>
                  <a:cubicBezTo>
                    <a:pt x="1358" y="26956"/>
                    <a:pt x="1585" y="26635"/>
                    <a:pt x="1799" y="26302"/>
                  </a:cubicBezTo>
                  <a:cubicBezTo>
                    <a:pt x="4990" y="21527"/>
                    <a:pt x="7704" y="17003"/>
                    <a:pt x="9895" y="13098"/>
                  </a:cubicBezTo>
                  <a:cubicBezTo>
                    <a:pt x="12074" y="9192"/>
                    <a:pt x="13741" y="5906"/>
                    <a:pt x="14872" y="3608"/>
                  </a:cubicBezTo>
                  <a:cubicBezTo>
                    <a:pt x="16003" y="1311"/>
                    <a:pt x="16586" y="1"/>
                    <a:pt x="1658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47"/>
            <p:cNvSpPr/>
            <p:nvPr/>
          </p:nvSpPr>
          <p:spPr>
            <a:xfrm>
              <a:off x="5569425" y="1508950"/>
              <a:ext cx="833475" cy="1294225"/>
            </a:xfrm>
            <a:custGeom>
              <a:rect b="b" l="l" r="r" t="t"/>
              <a:pathLst>
                <a:path extrusionOk="0" h="51769" w="33339">
                  <a:moveTo>
                    <a:pt x="1" y="0"/>
                  </a:moveTo>
                  <a:cubicBezTo>
                    <a:pt x="4740" y="4715"/>
                    <a:pt x="9490" y="9406"/>
                    <a:pt x="14134" y="14204"/>
                  </a:cubicBezTo>
                  <a:cubicBezTo>
                    <a:pt x="24373" y="24765"/>
                    <a:pt x="30743" y="37303"/>
                    <a:pt x="33338" y="51769"/>
                  </a:cubicBezTo>
                  <a:cubicBezTo>
                    <a:pt x="33041" y="49387"/>
                    <a:pt x="32862" y="46982"/>
                    <a:pt x="32433" y="44625"/>
                  </a:cubicBezTo>
                  <a:cubicBezTo>
                    <a:pt x="30159" y="32147"/>
                    <a:pt x="24361" y="21527"/>
                    <a:pt x="15217" y="12776"/>
                  </a:cubicBezTo>
                  <a:cubicBezTo>
                    <a:pt x="10693" y="8430"/>
                    <a:pt x="6037" y="4215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47"/>
            <p:cNvSpPr/>
            <p:nvPr/>
          </p:nvSpPr>
          <p:spPr>
            <a:xfrm>
              <a:off x="1437675" y="2357275"/>
              <a:ext cx="375950" cy="591450"/>
            </a:xfrm>
            <a:custGeom>
              <a:rect b="b" l="l" r="r" t="t"/>
              <a:pathLst>
                <a:path extrusionOk="0" h="23658" w="15038">
                  <a:moveTo>
                    <a:pt x="15038" y="0"/>
                  </a:moveTo>
                  <a:cubicBezTo>
                    <a:pt x="7156" y="6013"/>
                    <a:pt x="2310" y="14026"/>
                    <a:pt x="0" y="23658"/>
                  </a:cubicBezTo>
                  <a:cubicBezTo>
                    <a:pt x="4108" y="15216"/>
                    <a:pt x="8870" y="7191"/>
                    <a:pt x="150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47"/>
            <p:cNvSpPr/>
            <p:nvPr/>
          </p:nvSpPr>
          <p:spPr>
            <a:xfrm>
              <a:off x="5003600" y="1508950"/>
              <a:ext cx="380425" cy="361075"/>
            </a:xfrm>
            <a:custGeom>
              <a:rect b="b" l="l" r="r" t="t"/>
              <a:pathLst>
                <a:path extrusionOk="0" h="14443" w="15217">
                  <a:moveTo>
                    <a:pt x="0" y="0"/>
                  </a:moveTo>
                  <a:cubicBezTo>
                    <a:pt x="5358" y="4418"/>
                    <a:pt x="10597" y="8942"/>
                    <a:pt x="15216" y="14443"/>
                  </a:cubicBezTo>
                  <a:cubicBezTo>
                    <a:pt x="13823" y="11466"/>
                    <a:pt x="7822" y="5311"/>
                    <a:pt x="173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47"/>
            <p:cNvSpPr/>
            <p:nvPr/>
          </p:nvSpPr>
          <p:spPr>
            <a:xfrm>
              <a:off x="6645175" y="2069425"/>
              <a:ext cx="267900" cy="199750"/>
            </a:xfrm>
            <a:custGeom>
              <a:rect b="b" l="l" r="r" t="t"/>
              <a:pathLst>
                <a:path extrusionOk="0" h="7990" w="10716">
                  <a:moveTo>
                    <a:pt x="0" y="1"/>
                  </a:moveTo>
                  <a:lnTo>
                    <a:pt x="0" y="1"/>
                  </a:lnTo>
                  <a:cubicBezTo>
                    <a:pt x="3346" y="3120"/>
                    <a:pt x="6882" y="5859"/>
                    <a:pt x="10716" y="7990"/>
                  </a:cubicBezTo>
                  <a:lnTo>
                    <a:pt x="10716" y="7002"/>
                  </a:lnTo>
                  <a:cubicBezTo>
                    <a:pt x="7001" y="4966"/>
                    <a:pt x="3465" y="2573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47"/>
            <p:cNvSpPr/>
            <p:nvPr/>
          </p:nvSpPr>
          <p:spPr>
            <a:xfrm>
              <a:off x="3536150" y="1508950"/>
              <a:ext cx="171475" cy="354825"/>
            </a:xfrm>
            <a:custGeom>
              <a:rect b="b" l="l" r="r" t="t"/>
              <a:pathLst>
                <a:path extrusionOk="0" h="14193" w="6859">
                  <a:moveTo>
                    <a:pt x="6239" y="0"/>
                  </a:moveTo>
                  <a:cubicBezTo>
                    <a:pt x="4156" y="4668"/>
                    <a:pt x="2084" y="9335"/>
                    <a:pt x="0" y="13990"/>
                  </a:cubicBezTo>
                  <a:cubicBezTo>
                    <a:pt x="143" y="14062"/>
                    <a:pt x="298" y="14133"/>
                    <a:pt x="441" y="14193"/>
                  </a:cubicBezTo>
                  <a:cubicBezTo>
                    <a:pt x="2584" y="9466"/>
                    <a:pt x="4715" y="4739"/>
                    <a:pt x="685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47"/>
            <p:cNvSpPr/>
            <p:nvPr/>
          </p:nvSpPr>
          <p:spPr>
            <a:xfrm>
              <a:off x="4149900" y="3120150"/>
              <a:ext cx="197075" cy="303650"/>
            </a:xfrm>
            <a:custGeom>
              <a:rect b="b" l="l" r="r" t="t"/>
              <a:pathLst>
                <a:path extrusionOk="0" h="12146" w="7883">
                  <a:moveTo>
                    <a:pt x="7883" y="1"/>
                  </a:moveTo>
                  <a:lnTo>
                    <a:pt x="7883" y="1"/>
                  </a:lnTo>
                  <a:cubicBezTo>
                    <a:pt x="6621" y="1941"/>
                    <a:pt x="5359" y="3894"/>
                    <a:pt x="4085" y="5847"/>
                  </a:cubicBezTo>
                  <a:cubicBezTo>
                    <a:pt x="2858" y="7728"/>
                    <a:pt x="1632" y="9621"/>
                    <a:pt x="406" y="11514"/>
                  </a:cubicBezTo>
                  <a:lnTo>
                    <a:pt x="1" y="12145"/>
                  </a:lnTo>
                  <a:cubicBezTo>
                    <a:pt x="144" y="11990"/>
                    <a:pt x="275" y="11836"/>
                    <a:pt x="418" y="11681"/>
                  </a:cubicBezTo>
                  <a:cubicBezTo>
                    <a:pt x="1334" y="10657"/>
                    <a:pt x="2204" y="9609"/>
                    <a:pt x="3013" y="8526"/>
                  </a:cubicBezTo>
                  <a:cubicBezTo>
                    <a:pt x="5002" y="5871"/>
                    <a:pt x="6657" y="3025"/>
                    <a:pt x="788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47"/>
            <p:cNvSpPr/>
            <p:nvPr/>
          </p:nvSpPr>
          <p:spPr>
            <a:xfrm>
              <a:off x="4198125" y="2667125"/>
              <a:ext cx="333400" cy="1112650"/>
            </a:xfrm>
            <a:custGeom>
              <a:rect b="b" l="l" r="r" t="t"/>
              <a:pathLst>
                <a:path extrusionOk="0" h="44506" w="13336">
                  <a:moveTo>
                    <a:pt x="6371" y="32433"/>
                  </a:moveTo>
                  <a:lnTo>
                    <a:pt x="6371" y="32433"/>
                  </a:lnTo>
                  <a:cubicBezTo>
                    <a:pt x="5882" y="33576"/>
                    <a:pt x="5335" y="34695"/>
                    <a:pt x="4763" y="35814"/>
                  </a:cubicBezTo>
                  <a:cubicBezTo>
                    <a:pt x="5323" y="34683"/>
                    <a:pt x="5859" y="33552"/>
                    <a:pt x="6371" y="32433"/>
                  </a:cubicBezTo>
                  <a:close/>
                  <a:moveTo>
                    <a:pt x="12967" y="0"/>
                  </a:moveTo>
                  <a:cubicBezTo>
                    <a:pt x="12907" y="3156"/>
                    <a:pt x="12609" y="6204"/>
                    <a:pt x="12133" y="9133"/>
                  </a:cubicBezTo>
                  <a:cubicBezTo>
                    <a:pt x="11824" y="11157"/>
                    <a:pt x="11395" y="13109"/>
                    <a:pt x="10919" y="15002"/>
                  </a:cubicBezTo>
                  <a:cubicBezTo>
                    <a:pt x="10704" y="15836"/>
                    <a:pt x="10502" y="16669"/>
                    <a:pt x="10276" y="17479"/>
                  </a:cubicBezTo>
                  <a:cubicBezTo>
                    <a:pt x="8811" y="22741"/>
                    <a:pt x="7085" y="27397"/>
                    <a:pt x="5549" y="31302"/>
                  </a:cubicBezTo>
                  <a:cubicBezTo>
                    <a:pt x="4013" y="35195"/>
                    <a:pt x="2703" y="38362"/>
                    <a:pt x="1822" y="40565"/>
                  </a:cubicBezTo>
                  <a:cubicBezTo>
                    <a:pt x="1430" y="41517"/>
                    <a:pt x="1132" y="42279"/>
                    <a:pt x="906" y="42851"/>
                  </a:cubicBezTo>
                  <a:cubicBezTo>
                    <a:pt x="596" y="43399"/>
                    <a:pt x="298" y="43946"/>
                    <a:pt x="1" y="44506"/>
                  </a:cubicBezTo>
                  <a:cubicBezTo>
                    <a:pt x="156" y="44327"/>
                    <a:pt x="298" y="44149"/>
                    <a:pt x="453" y="43970"/>
                  </a:cubicBezTo>
                  <a:lnTo>
                    <a:pt x="453" y="43970"/>
                  </a:lnTo>
                  <a:cubicBezTo>
                    <a:pt x="453" y="43970"/>
                    <a:pt x="441" y="43994"/>
                    <a:pt x="441" y="43994"/>
                  </a:cubicBezTo>
                  <a:cubicBezTo>
                    <a:pt x="453" y="43982"/>
                    <a:pt x="453" y="43970"/>
                    <a:pt x="465" y="43958"/>
                  </a:cubicBezTo>
                  <a:cubicBezTo>
                    <a:pt x="2239" y="41887"/>
                    <a:pt x="3727" y="39708"/>
                    <a:pt x="4978" y="37446"/>
                  </a:cubicBezTo>
                  <a:cubicBezTo>
                    <a:pt x="7359" y="33147"/>
                    <a:pt x="8883" y="28528"/>
                    <a:pt x="9895" y="23599"/>
                  </a:cubicBezTo>
                  <a:cubicBezTo>
                    <a:pt x="11038" y="20205"/>
                    <a:pt x="11895" y="16979"/>
                    <a:pt x="12407" y="14062"/>
                  </a:cubicBezTo>
                  <a:cubicBezTo>
                    <a:pt x="13169" y="9823"/>
                    <a:pt x="13336" y="6275"/>
                    <a:pt x="13229" y="3822"/>
                  </a:cubicBezTo>
                  <a:cubicBezTo>
                    <a:pt x="13229" y="2596"/>
                    <a:pt x="13086" y="1644"/>
                    <a:pt x="13050" y="989"/>
                  </a:cubicBezTo>
                  <a:cubicBezTo>
                    <a:pt x="12990" y="346"/>
                    <a:pt x="12967" y="0"/>
                    <a:pt x="129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47"/>
            <p:cNvSpPr/>
            <p:nvPr/>
          </p:nvSpPr>
          <p:spPr>
            <a:xfrm>
              <a:off x="1004875" y="1508950"/>
              <a:ext cx="1268925" cy="740600"/>
            </a:xfrm>
            <a:custGeom>
              <a:rect b="b" l="l" r="r" t="t"/>
              <a:pathLst>
                <a:path extrusionOk="0" h="29624" w="50757">
                  <a:moveTo>
                    <a:pt x="31576" y="0"/>
                  </a:moveTo>
                  <a:cubicBezTo>
                    <a:pt x="28314" y="4227"/>
                    <a:pt x="24777" y="8228"/>
                    <a:pt x="20777" y="11823"/>
                  </a:cubicBezTo>
                  <a:cubicBezTo>
                    <a:pt x="14205" y="17705"/>
                    <a:pt x="7406" y="23313"/>
                    <a:pt x="703" y="29028"/>
                  </a:cubicBezTo>
                  <a:cubicBezTo>
                    <a:pt x="274" y="29194"/>
                    <a:pt x="48" y="29290"/>
                    <a:pt x="48" y="29290"/>
                  </a:cubicBezTo>
                  <a:cubicBezTo>
                    <a:pt x="227" y="29242"/>
                    <a:pt x="393" y="29183"/>
                    <a:pt x="572" y="29135"/>
                  </a:cubicBezTo>
                  <a:lnTo>
                    <a:pt x="572" y="29135"/>
                  </a:lnTo>
                  <a:cubicBezTo>
                    <a:pt x="382" y="29290"/>
                    <a:pt x="191" y="29456"/>
                    <a:pt x="1" y="29623"/>
                  </a:cubicBezTo>
                  <a:cubicBezTo>
                    <a:pt x="310" y="29421"/>
                    <a:pt x="620" y="29218"/>
                    <a:pt x="929" y="29028"/>
                  </a:cubicBezTo>
                  <a:cubicBezTo>
                    <a:pt x="4596" y="27944"/>
                    <a:pt x="8168" y="26706"/>
                    <a:pt x="11609" y="25337"/>
                  </a:cubicBezTo>
                  <a:cubicBezTo>
                    <a:pt x="15312" y="23849"/>
                    <a:pt x="18836" y="22194"/>
                    <a:pt x="22170" y="20491"/>
                  </a:cubicBezTo>
                  <a:cubicBezTo>
                    <a:pt x="28802" y="17026"/>
                    <a:pt x="34600" y="13288"/>
                    <a:pt x="39244" y="9775"/>
                  </a:cubicBezTo>
                  <a:cubicBezTo>
                    <a:pt x="42256" y="7513"/>
                    <a:pt x="44804" y="5394"/>
                    <a:pt x="46899" y="3560"/>
                  </a:cubicBezTo>
                  <a:cubicBezTo>
                    <a:pt x="48042" y="2548"/>
                    <a:pt x="49054" y="1620"/>
                    <a:pt x="49900" y="798"/>
                  </a:cubicBezTo>
                  <a:cubicBezTo>
                    <a:pt x="50209" y="512"/>
                    <a:pt x="50483" y="250"/>
                    <a:pt x="50757" y="0"/>
                  </a:cubicBezTo>
                  <a:lnTo>
                    <a:pt x="50173" y="0"/>
                  </a:lnTo>
                  <a:cubicBezTo>
                    <a:pt x="45887" y="3489"/>
                    <a:pt x="41613" y="6680"/>
                    <a:pt x="37446" y="9537"/>
                  </a:cubicBezTo>
                  <a:cubicBezTo>
                    <a:pt x="36374" y="10275"/>
                    <a:pt x="35303" y="10990"/>
                    <a:pt x="34255" y="11680"/>
                  </a:cubicBezTo>
                  <a:cubicBezTo>
                    <a:pt x="27992" y="15764"/>
                    <a:pt x="22099" y="19098"/>
                    <a:pt x="17003" y="21670"/>
                  </a:cubicBezTo>
                  <a:cubicBezTo>
                    <a:pt x="11919" y="24253"/>
                    <a:pt x="7680" y="26146"/>
                    <a:pt x="4703" y="27385"/>
                  </a:cubicBezTo>
                  <a:cubicBezTo>
                    <a:pt x="3263" y="27980"/>
                    <a:pt x="2132" y="28432"/>
                    <a:pt x="1346" y="28766"/>
                  </a:cubicBezTo>
                  <a:cubicBezTo>
                    <a:pt x="11823" y="22086"/>
                    <a:pt x="21551" y="14657"/>
                    <a:pt x="29171" y="5132"/>
                  </a:cubicBezTo>
                  <a:cubicBezTo>
                    <a:pt x="30492" y="3489"/>
                    <a:pt x="31743" y="1774"/>
                    <a:pt x="3293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47"/>
            <p:cNvSpPr/>
            <p:nvPr/>
          </p:nvSpPr>
          <p:spPr>
            <a:xfrm>
              <a:off x="2526200" y="1508950"/>
              <a:ext cx="540275" cy="707850"/>
            </a:xfrm>
            <a:custGeom>
              <a:rect b="b" l="l" r="r" t="t"/>
              <a:pathLst>
                <a:path extrusionOk="0" h="28314" w="21611">
                  <a:moveTo>
                    <a:pt x="19574" y="0"/>
                  </a:moveTo>
                  <a:cubicBezTo>
                    <a:pt x="16002" y="3548"/>
                    <a:pt x="12942" y="7108"/>
                    <a:pt x="10466" y="10466"/>
                  </a:cubicBezTo>
                  <a:cubicBezTo>
                    <a:pt x="6704" y="15538"/>
                    <a:pt x="4072" y="20027"/>
                    <a:pt x="2441" y="23241"/>
                  </a:cubicBezTo>
                  <a:cubicBezTo>
                    <a:pt x="1572" y="24825"/>
                    <a:pt x="1036" y="26135"/>
                    <a:pt x="619" y="26992"/>
                  </a:cubicBezTo>
                  <a:cubicBezTo>
                    <a:pt x="215" y="27861"/>
                    <a:pt x="0" y="28313"/>
                    <a:pt x="0" y="28313"/>
                  </a:cubicBezTo>
                  <a:cubicBezTo>
                    <a:pt x="2251" y="24265"/>
                    <a:pt x="4680" y="20431"/>
                    <a:pt x="7192" y="16848"/>
                  </a:cubicBezTo>
                  <a:cubicBezTo>
                    <a:pt x="9692" y="13252"/>
                    <a:pt x="12383" y="9978"/>
                    <a:pt x="15014" y="6930"/>
                  </a:cubicBezTo>
                  <a:cubicBezTo>
                    <a:pt x="15693" y="6168"/>
                    <a:pt x="16360" y="5430"/>
                    <a:pt x="17014" y="4703"/>
                  </a:cubicBezTo>
                  <a:cubicBezTo>
                    <a:pt x="17669" y="3965"/>
                    <a:pt x="18372" y="3286"/>
                    <a:pt x="19027" y="2584"/>
                  </a:cubicBezTo>
                  <a:cubicBezTo>
                    <a:pt x="19872" y="1679"/>
                    <a:pt x="20741" y="834"/>
                    <a:pt x="2161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47"/>
            <p:cNvSpPr/>
            <p:nvPr/>
          </p:nvSpPr>
          <p:spPr>
            <a:xfrm>
              <a:off x="3856125" y="1508950"/>
              <a:ext cx="171475" cy="976325"/>
            </a:xfrm>
            <a:custGeom>
              <a:rect b="b" l="l" r="r" t="t"/>
              <a:pathLst>
                <a:path extrusionOk="0" h="39053" w="6859">
                  <a:moveTo>
                    <a:pt x="6168" y="0"/>
                  </a:moveTo>
                  <a:cubicBezTo>
                    <a:pt x="3953" y="9466"/>
                    <a:pt x="2465" y="18384"/>
                    <a:pt x="1524" y="25289"/>
                  </a:cubicBezTo>
                  <a:cubicBezTo>
                    <a:pt x="381" y="33624"/>
                    <a:pt x="0" y="39053"/>
                    <a:pt x="0" y="39053"/>
                  </a:cubicBezTo>
                  <a:cubicBezTo>
                    <a:pt x="2632" y="26908"/>
                    <a:pt x="4525" y="15693"/>
                    <a:pt x="5775" y="7489"/>
                  </a:cubicBezTo>
                  <a:cubicBezTo>
                    <a:pt x="6216" y="4572"/>
                    <a:pt x="6585" y="2060"/>
                    <a:pt x="685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47"/>
            <p:cNvSpPr/>
            <p:nvPr/>
          </p:nvSpPr>
          <p:spPr>
            <a:xfrm>
              <a:off x="4593725" y="1508950"/>
              <a:ext cx="442625" cy="613775"/>
            </a:xfrm>
            <a:custGeom>
              <a:rect b="b" l="l" r="r" t="t"/>
              <a:pathLst>
                <a:path extrusionOk="0" h="24551" w="17705">
                  <a:moveTo>
                    <a:pt x="0" y="0"/>
                  </a:moveTo>
                  <a:cubicBezTo>
                    <a:pt x="476" y="500"/>
                    <a:pt x="965" y="1012"/>
                    <a:pt x="1417" y="1512"/>
                  </a:cubicBezTo>
                  <a:cubicBezTo>
                    <a:pt x="2917" y="3156"/>
                    <a:pt x="4310" y="4810"/>
                    <a:pt x="5632" y="6406"/>
                  </a:cubicBezTo>
                  <a:cubicBezTo>
                    <a:pt x="8227" y="9621"/>
                    <a:pt x="10466" y="12692"/>
                    <a:pt x="12228" y="15395"/>
                  </a:cubicBezTo>
                  <a:cubicBezTo>
                    <a:pt x="14002" y="18086"/>
                    <a:pt x="15383" y="20384"/>
                    <a:pt x="16288" y="22003"/>
                  </a:cubicBezTo>
                  <a:cubicBezTo>
                    <a:pt x="17193" y="23634"/>
                    <a:pt x="17705" y="24551"/>
                    <a:pt x="17705" y="24551"/>
                  </a:cubicBezTo>
                  <a:cubicBezTo>
                    <a:pt x="16157" y="19991"/>
                    <a:pt x="14050" y="15812"/>
                    <a:pt x="11740" y="12252"/>
                  </a:cubicBezTo>
                  <a:cubicBezTo>
                    <a:pt x="9430" y="8680"/>
                    <a:pt x="6953" y="5703"/>
                    <a:pt x="4691" y="3394"/>
                  </a:cubicBezTo>
                  <a:cubicBezTo>
                    <a:pt x="3393" y="2060"/>
                    <a:pt x="2179" y="929"/>
                    <a:pt x="109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47"/>
            <p:cNvSpPr/>
            <p:nvPr/>
          </p:nvSpPr>
          <p:spPr>
            <a:xfrm>
              <a:off x="1100725" y="2456075"/>
              <a:ext cx="179200" cy="689400"/>
            </a:xfrm>
            <a:custGeom>
              <a:rect b="b" l="l" r="r" t="t"/>
              <a:pathLst>
                <a:path extrusionOk="0" h="27576" w="7168">
                  <a:moveTo>
                    <a:pt x="7168" y="1"/>
                  </a:moveTo>
                  <a:cubicBezTo>
                    <a:pt x="5227" y="3239"/>
                    <a:pt x="3727" y="6645"/>
                    <a:pt x="2655" y="9895"/>
                  </a:cubicBezTo>
                  <a:cubicBezTo>
                    <a:pt x="1596" y="13145"/>
                    <a:pt x="917" y="16217"/>
                    <a:pt x="548" y="18860"/>
                  </a:cubicBezTo>
                  <a:cubicBezTo>
                    <a:pt x="179" y="21492"/>
                    <a:pt x="48" y="23682"/>
                    <a:pt x="24" y="25195"/>
                  </a:cubicBezTo>
                  <a:cubicBezTo>
                    <a:pt x="0" y="26719"/>
                    <a:pt x="48" y="27576"/>
                    <a:pt x="48" y="27576"/>
                  </a:cubicBezTo>
                  <a:cubicBezTo>
                    <a:pt x="1405" y="19872"/>
                    <a:pt x="3120" y="13026"/>
                    <a:pt x="4608" y="8061"/>
                  </a:cubicBezTo>
                  <a:cubicBezTo>
                    <a:pt x="5334" y="5585"/>
                    <a:pt x="5977" y="3573"/>
                    <a:pt x="6454" y="2180"/>
                  </a:cubicBezTo>
                  <a:cubicBezTo>
                    <a:pt x="6906" y="775"/>
                    <a:pt x="7168" y="1"/>
                    <a:pt x="7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7" name="Google Shape;2457;p47"/>
          <p:cNvGrpSpPr/>
          <p:nvPr/>
        </p:nvGrpSpPr>
        <p:grpSpPr>
          <a:xfrm>
            <a:off x="300209" y="774347"/>
            <a:ext cx="2005296" cy="3708553"/>
            <a:chOff x="2671887" y="1144396"/>
            <a:chExt cx="1849051" cy="3419597"/>
          </a:xfrm>
        </p:grpSpPr>
        <p:sp>
          <p:nvSpPr>
            <p:cNvPr id="2458" name="Google Shape;2458;p47"/>
            <p:cNvSpPr/>
            <p:nvPr/>
          </p:nvSpPr>
          <p:spPr>
            <a:xfrm>
              <a:off x="2671887" y="1144396"/>
              <a:ext cx="1849051" cy="3419597"/>
            </a:xfrm>
            <a:custGeom>
              <a:rect b="b" l="l" r="r" t="t"/>
              <a:pathLst>
                <a:path extrusionOk="0" h="136470" w="73237">
                  <a:moveTo>
                    <a:pt x="1" y="0"/>
                  </a:moveTo>
                  <a:lnTo>
                    <a:pt x="1" y="136469"/>
                  </a:lnTo>
                  <a:lnTo>
                    <a:pt x="73236" y="136469"/>
                  </a:lnTo>
                  <a:lnTo>
                    <a:pt x="732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47"/>
            <p:cNvSpPr/>
            <p:nvPr/>
          </p:nvSpPr>
          <p:spPr>
            <a:xfrm>
              <a:off x="3966550" y="1151175"/>
              <a:ext cx="107475" cy="26200"/>
            </a:xfrm>
            <a:custGeom>
              <a:rect b="b" l="l" r="r" t="t"/>
              <a:pathLst>
                <a:path extrusionOk="0" h="1048" w="4299">
                  <a:moveTo>
                    <a:pt x="727" y="0"/>
                  </a:moveTo>
                  <a:cubicBezTo>
                    <a:pt x="489" y="345"/>
                    <a:pt x="251" y="703"/>
                    <a:pt x="1" y="1048"/>
                  </a:cubicBezTo>
                  <a:lnTo>
                    <a:pt x="2977" y="1048"/>
                  </a:lnTo>
                  <a:cubicBezTo>
                    <a:pt x="3394" y="893"/>
                    <a:pt x="3835" y="500"/>
                    <a:pt x="429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47"/>
            <p:cNvSpPr/>
            <p:nvPr/>
          </p:nvSpPr>
          <p:spPr>
            <a:xfrm>
              <a:off x="4501750" y="1164250"/>
              <a:ext cx="11025" cy="26825"/>
            </a:xfrm>
            <a:custGeom>
              <a:rect b="b" l="l" r="r" t="t"/>
              <a:pathLst>
                <a:path extrusionOk="0" h="1073" w="441">
                  <a:moveTo>
                    <a:pt x="441" y="1"/>
                  </a:moveTo>
                  <a:cubicBezTo>
                    <a:pt x="298" y="358"/>
                    <a:pt x="155" y="715"/>
                    <a:pt x="0" y="1073"/>
                  </a:cubicBezTo>
                  <a:cubicBezTo>
                    <a:pt x="155" y="930"/>
                    <a:pt x="298" y="775"/>
                    <a:pt x="441" y="632"/>
                  </a:cubicBezTo>
                  <a:lnTo>
                    <a:pt x="4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47"/>
            <p:cNvSpPr/>
            <p:nvPr/>
          </p:nvSpPr>
          <p:spPr>
            <a:xfrm>
              <a:off x="3712650" y="1151175"/>
              <a:ext cx="42000" cy="41975"/>
            </a:xfrm>
            <a:custGeom>
              <a:rect b="b" l="l" r="r" t="t"/>
              <a:pathLst>
                <a:path extrusionOk="0" h="1679" w="1680">
                  <a:moveTo>
                    <a:pt x="1132" y="0"/>
                  </a:moveTo>
                  <a:cubicBezTo>
                    <a:pt x="763" y="560"/>
                    <a:pt x="382" y="1119"/>
                    <a:pt x="1" y="1679"/>
                  </a:cubicBezTo>
                  <a:cubicBezTo>
                    <a:pt x="632" y="1334"/>
                    <a:pt x="1144" y="845"/>
                    <a:pt x="1572" y="155"/>
                  </a:cubicBezTo>
                  <a:cubicBezTo>
                    <a:pt x="1608" y="107"/>
                    <a:pt x="1644" y="48"/>
                    <a:pt x="16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47"/>
            <p:cNvSpPr/>
            <p:nvPr/>
          </p:nvSpPr>
          <p:spPr>
            <a:xfrm>
              <a:off x="3821900" y="1294050"/>
              <a:ext cx="112225" cy="82475"/>
            </a:xfrm>
            <a:custGeom>
              <a:rect b="b" l="l" r="r" t="t"/>
              <a:pathLst>
                <a:path extrusionOk="0" h="3299" w="4489">
                  <a:moveTo>
                    <a:pt x="2441" y="0"/>
                  </a:moveTo>
                  <a:cubicBezTo>
                    <a:pt x="1631" y="1107"/>
                    <a:pt x="822" y="2203"/>
                    <a:pt x="0" y="3286"/>
                  </a:cubicBezTo>
                  <a:lnTo>
                    <a:pt x="1334" y="3286"/>
                  </a:lnTo>
                  <a:lnTo>
                    <a:pt x="1334" y="3298"/>
                  </a:lnTo>
                  <a:cubicBezTo>
                    <a:pt x="1477" y="3167"/>
                    <a:pt x="1620" y="3048"/>
                    <a:pt x="1750" y="2917"/>
                  </a:cubicBezTo>
                  <a:cubicBezTo>
                    <a:pt x="2572" y="2048"/>
                    <a:pt x="3477" y="1084"/>
                    <a:pt x="4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47"/>
            <p:cNvSpPr/>
            <p:nvPr/>
          </p:nvSpPr>
          <p:spPr>
            <a:xfrm>
              <a:off x="3771900" y="1405075"/>
              <a:ext cx="44950" cy="38125"/>
            </a:xfrm>
            <a:custGeom>
              <a:rect b="b" l="l" r="r" t="t"/>
              <a:pathLst>
                <a:path extrusionOk="0" h="1525" w="1798">
                  <a:moveTo>
                    <a:pt x="1131" y="0"/>
                  </a:moveTo>
                  <a:cubicBezTo>
                    <a:pt x="750" y="500"/>
                    <a:pt x="381" y="988"/>
                    <a:pt x="0" y="1488"/>
                  </a:cubicBezTo>
                  <a:cubicBezTo>
                    <a:pt x="83" y="1500"/>
                    <a:pt x="179" y="1512"/>
                    <a:pt x="262" y="1524"/>
                  </a:cubicBezTo>
                  <a:cubicBezTo>
                    <a:pt x="774" y="1084"/>
                    <a:pt x="1286" y="655"/>
                    <a:pt x="1798" y="214"/>
                  </a:cubicBezTo>
                  <a:cubicBezTo>
                    <a:pt x="1762" y="167"/>
                    <a:pt x="1726" y="131"/>
                    <a:pt x="1691" y="83"/>
                  </a:cubicBezTo>
                  <a:cubicBezTo>
                    <a:pt x="1524" y="48"/>
                    <a:pt x="1334" y="24"/>
                    <a:pt x="11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47"/>
            <p:cNvSpPr/>
            <p:nvPr/>
          </p:nvSpPr>
          <p:spPr>
            <a:xfrm>
              <a:off x="3322725" y="1467875"/>
              <a:ext cx="206300" cy="182475"/>
            </a:xfrm>
            <a:custGeom>
              <a:rect b="b" l="l" r="r" t="t"/>
              <a:pathLst>
                <a:path extrusionOk="0" h="7299" w="8252">
                  <a:moveTo>
                    <a:pt x="8252" y="0"/>
                  </a:moveTo>
                  <a:lnTo>
                    <a:pt x="8252" y="0"/>
                  </a:lnTo>
                  <a:cubicBezTo>
                    <a:pt x="7001" y="631"/>
                    <a:pt x="5477" y="750"/>
                    <a:pt x="4668" y="2120"/>
                  </a:cubicBezTo>
                  <a:cubicBezTo>
                    <a:pt x="4476" y="2062"/>
                    <a:pt x="4301" y="2035"/>
                    <a:pt x="4139" y="2035"/>
                  </a:cubicBezTo>
                  <a:cubicBezTo>
                    <a:pt x="3305" y="2035"/>
                    <a:pt x="2832" y="2734"/>
                    <a:pt x="2394" y="3382"/>
                  </a:cubicBezTo>
                  <a:cubicBezTo>
                    <a:pt x="1548" y="4644"/>
                    <a:pt x="774" y="5977"/>
                    <a:pt x="0" y="7287"/>
                  </a:cubicBezTo>
                  <a:cubicBezTo>
                    <a:pt x="0" y="7287"/>
                    <a:pt x="0" y="7299"/>
                    <a:pt x="0" y="7299"/>
                  </a:cubicBezTo>
                  <a:cubicBezTo>
                    <a:pt x="572" y="7120"/>
                    <a:pt x="1132" y="6918"/>
                    <a:pt x="1691" y="6692"/>
                  </a:cubicBezTo>
                  <a:cubicBezTo>
                    <a:pt x="2584" y="5299"/>
                    <a:pt x="3489" y="3929"/>
                    <a:pt x="4394" y="2548"/>
                  </a:cubicBezTo>
                  <a:lnTo>
                    <a:pt x="4394" y="2548"/>
                  </a:lnTo>
                  <a:cubicBezTo>
                    <a:pt x="3953" y="3465"/>
                    <a:pt x="3501" y="4394"/>
                    <a:pt x="3048" y="5322"/>
                  </a:cubicBezTo>
                  <a:cubicBezTo>
                    <a:pt x="2870" y="5668"/>
                    <a:pt x="2691" y="6001"/>
                    <a:pt x="2501" y="6346"/>
                  </a:cubicBezTo>
                  <a:cubicBezTo>
                    <a:pt x="2715" y="6239"/>
                    <a:pt x="2929" y="6144"/>
                    <a:pt x="3144" y="6037"/>
                  </a:cubicBezTo>
                  <a:cubicBezTo>
                    <a:pt x="5180" y="4334"/>
                    <a:pt x="7275" y="2667"/>
                    <a:pt x="82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47"/>
            <p:cNvSpPr/>
            <p:nvPr/>
          </p:nvSpPr>
          <p:spPr>
            <a:xfrm>
              <a:off x="4068050" y="1188075"/>
              <a:ext cx="19675" cy="37525"/>
            </a:xfrm>
            <a:custGeom>
              <a:rect b="b" l="l" r="r" t="t"/>
              <a:pathLst>
                <a:path extrusionOk="0" h="1501" w="787">
                  <a:moveTo>
                    <a:pt x="691" y="0"/>
                  </a:moveTo>
                  <a:cubicBezTo>
                    <a:pt x="263" y="465"/>
                    <a:pt x="96" y="965"/>
                    <a:pt x="1" y="1501"/>
                  </a:cubicBezTo>
                  <a:cubicBezTo>
                    <a:pt x="263" y="1215"/>
                    <a:pt x="525" y="929"/>
                    <a:pt x="787" y="643"/>
                  </a:cubicBezTo>
                  <a:cubicBezTo>
                    <a:pt x="775" y="429"/>
                    <a:pt x="751" y="215"/>
                    <a:pt x="6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47"/>
            <p:cNvSpPr/>
            <p:nvPr/>
          </p:nvSpPr>
          <p:spPr>
            <a:xfrm>
              <a:off x="3270625" y="1661050"/>
              <a:ext cx="77425" cy="76525"/>
            </a:xfrm>
            <a:custGeom>
              <a:rect b="b" l="l" r="r" t="t"/>
              <a:pathLst>
                <a:path extrusionOk="0" h="3061" w="3097">
                  <a:moveTo>
                    <a:pt x="3097" y="0"/>
                  </a:moveTo>
                  <a:cubicBezTo>
                    <a:pt x="2632" y="96"/>
                    <a:pt x="2168" y="167"/>
                    <a:pt x="1692" y="215"/>
                  </a:cubicBezTo>
                  <a:cubicBezTo>
                    <a:pt x="1132" y="1167"/>
                    <a:pt x="560" y="2120"/>
                    <a:pt x="1" y="3060"/>
                  </a:cubicBezTo>
                  <a:cubicBezTo>
                    <a:pt x="882" y="2620"/>
                    <a:pt x="1751" y="2132"/>
                    <a:pt x="2585" y="1608"/>
                  </a:cubicBezTo>
                  <a:cubicBezTo>
                    <a:pt x="2668" y="1393"/>
                    <a:pt x="2739" y="1179"/>
                    <a:pt x="2835" y="965"/>
                  </a:cubicBezTo>
                  <a:cubicBezTo>
                    <a:pt x="2906" y="667"/>
                    <a:pt x="2906" y="310"/>
                    <a:pt x="3061" y="48"/>
                  </a:cubicBezTo>
                  <a:cubicBezTo>
                    <a:pt x="3073" y="36"/>
                    <a:pt x="3085" y="24"/>
                    <a:pt x="30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47"/>
            <p:cNvSpPr/>
            <p:nvPr/>
          </p:nvSpPr>
          <p:spPr>
            <a:xfrm>
              <a:off x="3082525" y="1308325"/>
              <a:ext cx="558425" cy="677200"/>
            </a:xfrm>
            <a:custGeom>
              <a:rect b="b" l="l" r="r" t="t"/>
              <a:pathLst>
                <a:path extrusionOk="0" h="27088" w="22337">
                  <a:moveTo>
                    <a:pt x="22110" y="1"/>
                  </a:moveTo>
                  <a:cubicBezTo>
                    <a:pt x="21050" y="215"/>
                    <a:pt x="19967" y="346"/>
                    <a:pt x="18943" y="667"/>
                  </a:cubicBezTo>
                  <a:cubicBezTo>
                    <a:pt x="15835" y="1632"/>
                    <a:pt x="12764" y="2679"/>
                    <a:pt x="9680" y="3691"/>
                  </a:cubicBezTo>
                  <a:cubicBezTo>
                    <a:pt x="8906" y="3953"/>
                    <a:pt x="8346" y="4406"/>
                    <a:pt x="7906" y="5037"/>
                  </a:cubicBezTo>
                  <a:cubicBezTo>
                    <a:pt x="7108" y="6870"/>
                    <a:pt x="6322" y="8716"/>
                    <a:pt x="5560" y="10561"/>
                  </a:cubicBezTo>
                  <a:cubicBezTo>
                    <a:pt x="4024" y="14252"/>
                    <a:pt x="2584" y="17991"/>
                    <a:pt x="1417" y="21789"/>
                  </a:cubicBezTo>
                  <a:cubicBezTo>
                    <a:pt x="881" y="23539"/>
                    <a:pt x="405" y="25301"/>
                    <a:pt x="0" y="27087"/>
                  </a:cubicBezTo>
                  <a:cubicBezTo>
                    <a:pt x="1000" y="25254"/>
                    <a:pt x="2119" y="23492"/>
                    <a:pt x="3191" y="21706"/>
                  </a:cubicBezTo>
                  <a:cubicBezTo>
                    <a:pt x="3798" y="20682"/>
                    <a:pt x="4417" y="19658"/>
                    <a:pt x="5025" y="18634"/>
                  </a:cubicBezTo>
                  <a:lnTo>
                    <a:pt x="5025" y="18634"/>
                  </a:lnTo>
                  <a:cubicBezTo>
                    <a:pt x="4644" y="18670"/>
                    <a:pt x="4263" y="18693"/>
                    <a:pt x="3893" y="18693"/>
                  </a:cubicBezTo>
                  <a:cubicBezTo>
                    <a:pt x="4370" y="18527"/>
                    <a:pt x="4834" y="18360"/>
                    <a:pt x="5310" y="18169"/>
                  </a:cubicBezTo>
                  <a:cubicBezTo>
                    <a:pt x="6049" y="16931"/>
                    <a:pt x="6787" y="15681"/>
                    <a:pt x="7525" y="14443"/>
                  </a:cubicBezTo>
                  <a:lnTo>
                    <a:pt x="7525" y="14443"/>
                  </a:lnTo>
                  <a:cubicBezTo>
                    <a:pt x="7372" y="14448"/>
                    <a:pt x="7217" y="14451"/>
                    <a:pt x="7062" y="14451"/>
                  </a:cubicBezTo>
                  <a:cubicBezTo>
                    <a:pt x="6842" y="14451"/>
                    <a:pt x="6622" y="14445"/>
                    <a:pt x="6406" y="14431"/>
                  </a:cubicBezTo>
                  <a:cubicBezTo>
                    <a:pt x="6822" y="14371"/>
                    <a:pt x="7251" y="14276"/>
                    <a:pt x="7680" y="14193"/>
                  </a:cubicBezTo>
                  <a:cubicBezTo>
                    <a:pt x="7870" y="13859"/>
                    <a:pt x="8073" y="13526"/>
                    <a:pt x="8263" y="13205"/>
                  </a:cubicBezTo>
                  <a:cubicBezTo>
                    <a:pt x="8525" y="12764"/>
                    <a:pt x="8704" y="12288"/>
                    <a:pt x="8918" y="11835"/>
                  </a:cubicBezTo>
                  <a:cubicBezTo>
                    <a:pt x="8835" y="11752"/>
                    <a:pt x="8751" y="11669"/>
                    <a:pt x="8680" y="11597"/>
                  </a:cubicBezTo>
                  <a:cubicBezTo>
                    <a:pt x="8001" y="12050"/>
                    <a:pt x="7334" y="12514"/>
                    <a:pt x="6656" y="12966"/>
                  </a:cubicBezTo>
                  <a:cubicBezTo>
                    <a:pt x="6596" y="12895"/>
                    <a:pt x="6525" y="12824"/>
                    <a:pt x="6465" y="12764"/>
                  </a:cubicBezTo>
                  <a:cubicBezTo>
                    <a:pt x="8787" y="10728"/>
                    <a:pt x="11109" y="8692"/>
                    <a:pt x="13014" y="7013"/>
                  </a:cubicBezTo>
                  <a:cubicBezTo>
                    <a:pt x="15621" y="5787"/>
                    <a:pt x="17907" y="4977"/>
                    <a:pt x="19872" y="3680"/>
                  </a:cubicBezTo>
                  <a:cubicBezTo>
                    <a:pt x="20955" y="2965"/>
                    <a:pt x="21539" y="1453"/>
                    <a:pt x="22336" y="310"/>
                  </a:cubicBezTo>
                  <a:cubicBezTo>
                    <a:pt x="22265" y="203"/>
                    <a:pt x="22181" y="96"/>
                    <a:pt x="221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47"/>
            <p:cNvSpPr/>
            <p:nvPr/>
          </p:nvSpPr>
          <p:spPr>
            <a:xfrm>
              <a:off x="2953325" y="2413525"/>
              <a:ext cx="62550" cy="15200"/>
            </a:xfrm>
            <a:custGeom>
              <a:rect b="b" l="l" r="r" t="t"/>
              <a:pathLst>
                <a:path extrusionOk="0" h="608" w="2502">
                  <a:moveTo>
                    <a:pt x="1" y="0"/>
                  </a:moveTo>
                  <a:cubicBezTo>
                    <a:pt x="203" y="167"/>
                    <a:pt x="418" y="358"/>
                    <a:pt x="644" y="548"/>
                  </a:cubicBezTo>
                  <a:lnTo>
                    <a:pt x="2501" y="608"/>
                  </a:lnTo>
                  <a:cubicBezTo>
                    <a:pt x="1668" y="405"/>
                    <a:pt x="834" y="19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47"/>
            <p:cNvSpPr/>
            <p:nvPr/>
          </p:nvSpPr>
          <p:spPr>
            <a:xfrm>
              <a:off x="3778425" y="1410425"/>
              <a:ext cx="42900" cy="33050"/>
            </a:xfrm>
            <a:custGeom>
              <a:rect b="b" l="l" r="r" t="t"/>
              <a:pathLst>
                <a:path extrusionOk="0" h="1322" w="1716">
                  <a:moveTo>
                    <a:pt x="1537" y="0"/>
                  </a:moveTo>
                  <a:cubicBezTo>
                    <a:pt x="1025" y="441"/>
                    <a:pt x="513" y="881"/>
                    <a:pt x="1" y="1310"/>
                  </a:cubicBezTo>
                  <a:cubicBezTo>
                    <a:pt x="49" y="1310"/>
                    <a:pt x="108" y="1322"/>
                    <a:pt x="156" y="1322"/>
                  </a:cubicBezTo>
                  <a:cubicBezTo>
                    <a:pt x="799" y="870"/>
                    <a:pt x="1263" y="560"/>
                    <a:pt x="1715" y="239"/>
                  </a:cubicBezTo>
                  <a:cubicBezTo>
                    <a:pt x="1656" y="155"/>
                    <a:pt x="1596" y="84"/>
                    <a:pt x="15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47"/>
            <p:cNvSpPr/>
            <p:nvPr/>
          </p:nvSpPr>
          <p:spPr>
            <a:xfrm>
              <a:off x="2720575" y="2114675"/>
              <a:ext cx="603075" cy="318025"/>
            </a:xfrm>
            <a:custGeom>
              <a:rect b="b" l="l" r="r" t="t"/>
              <a:pathLst>
                <a:path extrusionOk="0" h="12721" w="24123">
                  <a:moveTo>
                    <a:pt x="131" y="1"/>
                  </a:moveTo>
                  <a:lnTo>
                    <a:pt x="0" y="953"/>
                  </a:lnTo>
                  <a:cubicBezTo>
                    <a:pt x="0" y="965"/>
                    <a:pt x="12" y="977"/>
                    <a:pt x="12" y="989"/>
                  </a:cubicBezTo>
                  <a:cubicBezTo>
                    <a:pt x="24" y="1013"/>
                    <a:pt x="24" y="1036"/>
                    <a:pt x="24" y="1060"/>
                  </a:cubicBezTo>
                  <a:cubicBezTo>
                    <a:pt x="595" y="1965"/>
                    <a:pt x="1143" y="2882"/>
                    <a:pt x="1738" y="3775"/>
                  </a:cubicBezTo>
                  <a:cubicBezTo>
                    <a:pt x="1893" y="4013"/>
                    <a:pt x="2167" y="4168"/>
                    <a:pt x="2548" y="4489"/>
                  </a:cubicBezTo>
                  <a:cubicBezTo>
                    <a:pt x="3691" y="7347"/>
                    <a:pt x="6322" y="9037"/>
                    <a:pt x="9049" y="10526"/>
                  </a:cubicBezTo>
                  <a:cubicBezTo>
                    <a:pt x="11883" y="12059"/>
                    <a:pt x="14867" y="12721"/>
                    <a:pt x="17945" y="12721"/>
                  </a:cubicBezTo>
                  <a:cubicBezTo>
                    <a:pt x="19289" y="12721"/>
                    <a:pt x="20651" y="12594"/>
                    <a:pt x="22027" y="12359"/>
                  </a:cubicBezTo>
                  <a:cubicBezTo>
                    <a:pt x="22312" y="12300"/>
                    <a:pt x="22598" y="12252"/>
                    <a:pt x="22884" y="12204"/>
                  </a:cubicBezTo>
                  <a:cubicBezTo>
                    <a:pt x="23646" y="11835"/>
                    <a:pt x="23979" y="11561"/>
                    <a:pt x="24122" y="11371"/>
                  </a:cubicBezTo>
                  <a:lnTo>
                    <a:pt x="24122" y="11371"/>
                  </a:lnTo>
                  <a:cubicBezTo>
                    <a:pt x="22761" y="11899"/>
                    <a:pt x="21296" y="12160"/>
                    <a:pt x="19830" y="12160"/>
                  </a:cubicBezTo>
                  <a:cubicBezTo>
                    <a:pt x="16961" y="12160"/>
                    <a:pt x="14085" y="11158"/>
                    <a:pt x="11966" y="9180"/>
                  </a:cubicBezTo>
                  <a:lnTo>
                    <a:pt x="11966" y="9180"/>
                  </a:lnTo>
                  <a:cubicBezTo>
                    <a:pt x="14423" y="10527"/>
                    <a:pt x="16983" y="11205"/>
                    <a:pt x="19649" y="11205"/>
                  </a:cubicBezTo>
                  <a:cubicBezTo>
                    <a:pt x="20730" y="11205"/>
                    <a:pt x="21828" y="11094"/>
                    <a:pt x="22943" y="10871"/>
                  </a:cubicBezTo>
                  <a:cubicBezTo>
                    <a:pt x="22753" y="10835"/>
                    <a:pt x="22574" y="10788"/>
                    <a:pt x="22408" y="10740"/>
                  </a:cubicBezTo>
                  <a:cubicBezTo>
                    <a:pt x="20538" y="10490"/>
                    <a:pt x="18800" y="9871"/>
                    <a:pt x="17205" y="8883"/>
                  </a:cubicBezTo>
                  <a:cubicBezTo>
                    <a:pt x="15955" y="8109"/>
                    <a:pt x="14835" y="7109"/>
                    <a:pt x="13561" y="6394"/>
                  </a:cubicBezTo>
                  <a:cubicBezTo>
                    <a:pt x="12811" y="5989"/>
                    <a:pt x="11859" y="5799"/>
                    <a:pt x="10990" y="5799"/>
                  </a:cubicBezTo>
                  <a:cubicBezTo>
                    <a:pt x="7715" y="5799"/>
                    <a:pt x="4906" y="4668"/>
                    <a:pt x="2500" y="2513"/>
                  </a:cubicBezTo>
                  <a:cubicBezTo>
                    <a:pt x="1691" y="1786"/>
                    <a:pt x="1000" y="929"/>
                    <a:pt x="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47"/>
            <p:cNvSpPr/>
            <p:nvPr/>
          </p:nvSpPr>
          <p:spPr>
            <a:xfrm>
              <a:off x="3606100" y="1403400"/>
              <a:ext cx="194100" cy="66875"/>
            </a:xfrm>
            <a:custGeom>
              <a:rect b="b" l="l" r="r" t="t"/>
              <a:pathLst>
                <a:path extrusionOk="0" h="2675" w="7764">
                  <a:moveTo>
                    <a:pt x="6377" y="0"/>
                  </a:moveTo>
                  <a:cubicBezTo>
                    <a:pt x="4504" y="0"/>
                    <a:pt x="2259" y="312"/>
                    <a:pt x="988" y="877"/>
                  </a:cubicBezTo>
                  <a:cubicBezTo>
                    <a:pt x="655" y="1496"/>
                    <a:pt x="322" y="2103"/>
                    <a:pt x="0" y="2675"/>
                  </a:cubicBezTo>
                  <a:cubicBezTo>
                    <a:pt x="1923" y="2037"/>
                    <a:pt x="3855" y="1515"/>
                    <a:pt x="5743" y="1515"/>
                  </a:cubicBezTo>
                  <a:cubicBezTo>
                    <a:pt x="6040" y="1515"/>
                    <a:pt x="6337" y="1528"/>
                    <a:pt x="6632" y="1555"/>
                  </a:cubicBezTo>
                  <a:cubicBezTo>
                    <a:pt x="7013" y="1067"/>
                    <a:pt x="7382" y="567"/>
                    <a:pt x="7763" y="67"/>
                  </a:cubicBezTo>
                  <a:cubicBezTo>
                    <a:pt x="7344" y="22"/>
                    <a:pt x="6874" y="0"/>
                    <a:pt x="63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47"/>
            <p:cNvSpPr/>
            <p:nvPr/>
          </p:nvSpPr>
          <p:spPr>
            <a:xfrm>
              <a:off x="4000500" y="1291950"/>
              <a:ext cx="3000" cy="1525"/>
            </a:xfrm>
            <a:custGeom>
              <a:rect b="b" l="l" r="r" t="t"/>
              <a:pathLst>
                <a:path extrusionOk="0" h="61" w="120">
                  <a:moveTo>
                    <a:pt x="119" y="1"/>
                  </a:moveTo>
                  <a:lnTo>
                    <a:pt x="119" y="1"/>
                  </a:lnTo>
                  <a:cubicBezTo>
                    <a:pt x="83" y="13"/>
                    <a:pt x="36" y="25"/>
                    <a:pt x="0" y="36"/>
                  </a:cubicBezTo>
                  <a:cubicBezTo>
                    <a:pt x="12" y="36"/>
                    <a:pt x="36" y="48"/>
                    <a:pt x="48" y="60"/>
                  </a:cubicBezTo>
                  <a:cubicBezTo>
                    <a:pt x="71" y="36"/>
                    <a:pt x="95" y="25"/>
                    <a:pt x="119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47"/>
            <p:cNvSpPr/>
            <p:nvPr/>
          </p:nvSpPr>
          <p:spPr>
            <a:xfrm>
              <a:off x="3232825" y="1763450"/>
              <a:ext cx="41400" cy="37225"/>
            </a:xfrm>
            <a:custGeom>
              <a:rect b="b" l="l" r="r" t="t"/>
              <a:pathLst>
                <a:path extrusionOk="0" h="1489" w="1656">
                  <a:moveTo>
                    <a:pt x="1656" y="0"/>
                  </a:moveTo>
                  <a:lnTo>
                    <a:pt x="1656" y="0"/>
                  </a:lnTo>
                  <a:cubicBezTo>
                    <a:pt x="1370" y="72"/>
                    <a:pt x="1072" y="131"/>
                    <a:pt x="787" y="191"/>
                  </a:cubicBezTo>
                  <a:cubicBezTo>
                    <a:pt x="525" y="619"/>
                    <a:pt x="263" y="1060"/>
                    <a:pt x="1" y="1488"/>
                  </a:cubicBezTo>
                  <a:cubicBezTo>
                    <a:pt x="560" y="1012"/>
                    <a:pt x="1108" y="512"/>
                    <a:pt x="1656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47"/>
            <p:cNvSpPr/>
            <p:nvPr/>
          </p:nvSpPr>
          <p:spPr>
            <a:xfrm>
              <a:off x="3657600" y="1294325"/>
              <a:ext cx="225350" cy="82200"/>
            </a:xfrm>
            <a:custGeom>
              <a:rect b="b" l="l" r="r" t="t"/>
              <a:pathLst>
                <a:path extrusionOk="0" h="3288" w="9014">
                  <a:moveTo>
                    <a:pt x="2774" y="1"/>
                  </a:moveTo>
                  <a:cubicBezTo>
                    <a:pt x="1798" y="1108"/>
                    <a:pt x="1000" y="2025"/>
                    <a:pt x="155" y="2989"/>
                  </a:cubicBezTo>
                  <a:cubicBezTo>
                    <a:pt x="107" y="3085"/>
                    <a:pt x="48" y="3192"/>
                    <a:pt x="0" y="3287"/>
                  </a:cubicBezTo>
                  <a:lnTo>
                    <a:pt x="6572" y="3287"/>
                  </a:lnTo>
                  <a:cubicBezTo>
                    <a:pt x="7394" y="2192"/>
                    <a:pt x="8203" y="1096"/>
                    <a:pt x="90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47"/>
            <p:cNvSpPr/>
            <p:nvPr/>
          </p:nvSpPr>
          <p:spPr>
            <a:xfrm>
              <a:off x="3855225" y="1366975"/>
              <a:ext cx="10450" cy="9550"/>
            </a:xfrm>
            <a:custGeom>
              <a:rect b="b" l="l" r="r" t="t"/>
              <a:pathLst>
                <a:path extrusionOk="0" h="382" w="418">
                  <a:moveTo>
                    <a:pt x="417" y="0"/>
                  </a:moveTo>
                  <a:lnTo>
                    <a:pt x="417" y="0"/>
                  </a:lnTo>
                  <a:cubicBezTo>
                    <a:pt x="287" y="131"/>
                    <a:pt x="144" y="250"/>
                    <a:pt x="1" y="381"/>
                  </a:cubicBezTo>
                  <a:lnTo>
                    <a:pt x="72" y="381"/>
                  </a:lnTo>
                  <a:cubicBezTo>
                    <a:pt x="179" y="262"/>
                    <a:pt x="298" y="131"/>
                    <a:pt x="4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47"/>
            <p:cNvSpPr/>
            <p:nvPr/>
          </p:nvSpPr>
          <p:spPr>
            <a:xfrm>
              <a:off x="3822200" y="1151175"/>
              <a:ext cx="162525" cy="26200"/>
            </a:xfrm>
            <a:custGeom>
              <a:rect b="b" l="l" r="r" t="t"/>
              <a:pathLst>
                <a:path extrusionOk="0" h="1048" w="6501">
                  <a:moveTo>
                    <a:pt x="536" y="0"/>
                  </a:moveTo>
                  <a:cubicBezTo>
                    <a:pt x="357" y="345"/>
                    <a:pt x="179" y="691"/>
                    <a:pt x="0" y="1048"/>
                  </a:cubicBezTo>
                  <a:lnTo>
                    <a:pt x="5775" y="1048"/>
                  </a:lnTo>
                  <a:cubicBezTo>
                    <a:pt x="6013" y="703"/>
                    <a:pt x="6251" y="345"/>
                    <a:pt x="65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47"/>
            <p:cNvSpPr/>
            <p:nvPr/>
          </p:nvSpPr>
          <p:spPr>
            <a:xfrm>
              <a:off x="2790525" y="1150875"/>
              <a:ext cx="166700" cy="877800"/>
            </a:xfrm>
            <a:custGeom>
              <a:rect b="b" l="l" r="r" t="t"/>
              <a:pathLst>
                <a:path extrusionOk="0" h="35112" w="6668">
                  <a:moveTo>
                    <a:pt x="572" y="0"/>
                  </a:moveTo>
                  <a:cubicBezTo>
                    <a:pt x="214" y="3382"/>
                    <a:pt x="0" y="6763"/>
                    <a:pt x="83" y="10168"/>
                  </a:cubicBezTo>
                  <a:cubicBezTo>
                    <a:pt x="119" y="11787"/>
                    <a:pt x="286" y="13407"/>
                    <a:pt x="619" y="15038"/>
                  </a:cubicBezTo>
                  <a:cubicBezTo>
                    <a:pt x="679" y="14633"/>
                    <a:pt x="750" y="14228"/>
                    <a:pt x="810" y="13823"/>
                  </a:cubicBezTo>
                  <a:cubicBezTo>
                    <a:pt x="2000" y="20765"/>
                    <a:pt x="4655" y="30349"/>
                    <a:pt x="6668" y="35112"/>
                  </a:cubicBezTo>
                  <a:cubicBezTo>
                    <a:pt x="4227" y="23527"/>
                    <a:pt x="4024" y="11549"/>
                    <a:pt x="601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47"/>
            <p:cNvSpPr/>
            <p:nvPr/>
          </p:nvSpPr>
          <p:spPr>
            <a:xfrm>
              <a:off x="2995900" y="1151175"/>
              <a:ext cx="395000" cy="895950"/>
            </a:xfrm>
            <a:custGeom>
              <a:rect b="b" l="l" r="r" t="t"/>
              <a:pathLst>
                <a:path extrusionOk="0" h="35838" w="15800">
                  <a:moveTo>
                    <a:pt x="3977" y="0"/>
                  </a:moveTo>
                  <a:cubicBezTo>
                    <a:pt x="3501" y="2238"/>
                    <a:pt x="3013" y="4489"/>
                    <a:pt x="2608" y="6739"/>
                  </a:cubicBezTo>
                  <a:cubicBezTo>
                    <a:pt x="1167" y="14800"/>
                    <a:pt x="0" y="22896"/>
                    <a:pt x="155" y="31123"/>
                  </a:cubicBezTo>
                  <a:cubicBezTo>
                    <a:pt x="179" y="32337"/>
                    <a:pt x="358" y="33564"/>
                    <a:pt x="524" y="34778"/>
                  </a:cubicBezTo>
                  <a:cubicBezTo>
                    <a:pt x="620" y="35123"/>
                    <a:pt x="715" y="35481"/>
                    <a:pt x="810" y="35838"/>
                  </a:cubicBezTo>
                  <a:cubicBezTo>
                    <a:pt x="1453" y="33016"/>
                    <a:pt x="2286" y="30242"/>
                    <a:pt x="3263" y="27539"/>
                  </a:cubicBezTo>
                  <a:cubicBezTo>
                    <a:pt x="4632" y="23717"/>
                    <a:pt x="6263" y="20026"/>
                    <a:pt x="7978" y="16383"/>
                  </a:cubicBezTo>
                  <a:cubicBezTo>
                    <a:pt x="8656" y="14954"/>
                    <a:pt x="9347" y="13537"/>
                    <a:pt x="10037" y="12121"/>
                  </a:cubicBezTo>
                  <a:cubicBezTo>
                    <a:pt x="10145" y="11859"/>
                    <a:pt x="10264" y="11609"/>
                    <a:pt x="10383" y="11347"/>
                  </a:cubicBezTo>
                  <a:lnTo>
                    <a:pt x="10383" y="11347"/>
                  </a:lnTo>
                  <a:lnTo>
                    <a:pt x="6799" y="12633"/>
                  </a:lnTo>
                  <a:cubicBezTo>
                    <a:pt x="6751" y="12549"/>
                    <a:pt x="6692" y="12466"/>
                    <a:pt x="6644" y="12394"/>
                  </a:cubicBezTo>
                  <a:cubicBezTo>
                    <a:pt x="6775" y="12216"/>
                    <a:pt x="6882" y="12013"/>
                    <a:pt x="7037" y="11882"/>
                  </a:cubicBezTo>
                  <a:cubicBezTo>
                    <a:pt x="7370" y="11609"/>
                    <a:pt x="7704" y="11323"/>
                    <a:pt x="8085" y="11132"/>
                  </a:cubicBezTo>
                  <a:cubicBezTo>
                    <a:pt x="9549" y="10370"/>
                    <a:pt x="10811" y="9418"/>
                    <a:pt x="11895" y="8311"/>
                  </a:cubicBezTo>
                  <a:cubicBezTo>
                    <a:pt x="13240" y="5560"/>
                    <a:pt x="14562" y="2798"/>
                    <a:pt x="15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47"/>
            <p:cNvSpPr/>
            <p:nvPr/>
          </p:nvSpPr>
          <p:spPr>
            <a:xfrm>
              <a:off x="2768775" y="1151175"/>
              <a:ext cx="26825" cy="129200"/>
            </a:xfrm>
            <a:custGeom>
              <a:rect b="b" l="l" r="r" t="t"/>
              <a:pathLst>
                <a:path extrusionOk="0" h="5168" w="1073">
                  <a:moveTo>
                    <a:pt x="1" y="0"/>
                  </a:moveTo>
                  <a:cubicBezTo>
                    <a:pt x="1" y="24"/>
                    <a:pt x="1" y="60"/>
                    <a:pt x="1" y="95"/>
                  </a:cubicBezTo>
                  <a:cubicBezTo>
                    <a:pt x="96" y="1750"/>
                    <a:pt x="275" y="3453"/>
                    <a:pt x="549" y="5167"/>
                  </a:cubicBezTo>
                  <a:cubicBezTo>
                    <a:pt x="668" y="3441"/>
                    <a:pt x="858" y="1715"/>
                    <a:pt x="107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47"/>
            <p:cNvSpPr/>
            <p:nvPr/>
          </p:nvSpPr>
          <p:spPr>
            <a:xfrm>
              <a:off x="2676800" y="1566450"/>
              <a:ext cx="305725" cy="625350"/>
            </a:xfrm>
            <a:custGeom>
              <a:rect b="b" l="l" r="r" t="t"/>
              <a:pathLst>
                <a:path extrusionOk="0" h="25014" w="12229">
                  <a:moveTo>
                    <a:pt x="3308" y="0"/>
                  </a:moveTo>
                  <a:cubicBezTo>
                    <a:pt x="2290" y="0"/>
                    <a:pt x="1307" y="545"/>
                    <a:pt x="715" y="1629"/>
                  </a:cubicBezTo>
                  <a:cubicBezTo>
                    <a:pt x="358" y="2308"/>
                    <a:pt x="156" y="3082"/>
                    <a:pt x="1" y="3856"/>
                  </a:cubicBezTo>
                  <a:lnTo>
                    <a:pt x="1" y="17762"/>
                  </a:lnTo>
                  <a:cubicBezTo>
                    <a:pt x="2085" y="21525"/>
                    <a:pt x="5240" y="23823"/>
                    <a:pt x="9502" y="24787"/>
                  </a:cubicBezTo>
                  <a:cubicBezTo>
                    <a:pt x="10252" y="24966"/>
                    <a:pt x="11074" y="24930"/>
                    <a:pt x="12229" y="25013"/>
                  </a:cubicBezTo>
                  <a:cubicBezTo>
                    <a:pt x="9454" y="19798"/>
                    <a:pt x="7919" y="14500"/>
                    <a:pt x="6240" y="9261"/>
                  </a:cubicBezTo>
                  <a:cubicBezTo>
                    <a:pt x="4668" y="9726"/>
                    <a:pt x="4073" y="11142"/>
                    <a:pt x="4001" y="14452"/>
                  </a:cubicBezTo>
                  <a:cubicBezTo>
                    <a:pt x="2668" y="12357"/>
                    <a:pt x="3478" y="10035"/>
                    <a:pt x="6025" y="8690"/>
                  </a:cubicBezTo>
                  <a:cubicBezTo>
                    <a:pt x="5454" y="5856"/>
                    <a:pt x="4882" y="3011"/>
                    <a:pt x="4311" y="177"/>
                  </a:cubicBezTo>
                  <a:cubicBezTo>
                    <a:pt x="3981" y="59"/>
                    <a:pt x="3643" y="0"/>
                    <a:pt x="3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47"/>
            <p:cNvSpPr/>
            <p:nvPr/>
          </p:nvSpPr>
          <p:spPr>
            <a:xfrm>
              <a:off x="2676525" y="1150875"/>
              <a:ext cx="105675" cy="450675"/>
            </a:xfrm>
            <a:custGeom>
              <a:rect b="b" l="l" r="r" t="t"/>
              <a:pathLst>
                <a:path extrusionOk="0" h="18027" w="4227">
                  <a:moveTo>
                    <a:pt x="0" y="0"/>
                  </a:moveTo>
                  <a:lnTo>
                    <a:pt x="0" y="7418"/>
                  </a:lnTo>
                  <a:cubicBezTo>
                    <a:pt x="690" y="6978"/>
                    <a:pt x="1448" y="6708"/>
                    <a:pt x="2320" y="6708"/>
                  </a:cubicBezTo>
                  <a:cubicBezTo>
                    <a:pt x="2605" y="6708"/>
                    <a:pt x="2903" y="6737"/>
                    <a:pt x="3215" y="6799"/>
                  </a:cubicBezTo>
                  <a:cubicBezTo>
                    <a:pt x="3048" y="7025"/>
                    <a:pt x="3000" y="7144"/>
                    <a:pt x="2941" y="7156"/>
                  </a:cubicBezTo>
                  <a:cubicBezTo>
                    <a:pt x="1750" y="7287"/>
                    <a:pt x="798" y="7680"/>
                    <a:pt x="0" y="8275"/>
                  </a:cubicBezTo>
                  <a:lnTo>
                    <a:pt x="0" y="18026"/>
                  </a:lnTo>
                  <a:cubicBezTo>
                    <a:pt x="786" y="16633"/>
                    <a:pt x="2203" y="15645"/>
                    <a:pt x="4191" y="15204"/>
                  </a:cubicBezTo>
                  <a:cubicBezTo>
                    <a:pt x="4191" y="14669"/>
                    <a:pt x="4227" y="14109"/>
                    <a:pt x="4179" y="13549"/>
                  </a:cubicBezTo>
                  <a:cubicBezTo>
                    <a:pt x="3989" y="10942"/>
                    <a:pt x="4024" y="8346"/>
                    <a:pt x="4191" y="5763"/>
                  </a:cubicBezTo>
                  <a:cubicBezTo>
                    <a:pt x="4167" y="5679"/>
                    <a:pt x="4143" y="5608"/>
                    <a:pt x="4120" y="5513"/>
                  </a:cubicBezTo>
                  <a:cubicBezTo>
                    <a:pt x="4072" y="5334"/>
                    <a:pt x="4024" y="5144"/>
                    <a:pt x="3965" y="4941"/>
                  </a:cubicBezTo>
                  <a:cubicBezTo>
                    <a:pt x="3917" y="4739"/>
                    <a:pt x="3881" y="4525"/>
                    <a:pt x="3822" y="4286"/>
                  </a:cubicBezTo>
                  <a:cubicBezTo>
                    <a:pt x="3560" y="3167"/>
                    <a:pt x="3298" y="1715"/>
                    <a:pt x="3119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47"/>
            <p:cNvSpPr/>
            <p:nvPr/>
          </p:nvSpPr>
          <p:spPr>
            <a:xfrm>
              <a:off x="2676800" y="2050975"/>
              <a:ext cx="164350" cy="392925"/>
            </a:xfrm>
            <a:custGeom>
              <a:rect b="b" l="l" r="r" t="t"/>
              <a:pathLst>
                <a:path extrusionOk="0" h="15717" w="6574">
                  <a:moveTo>
                    <a:pt x="1" y="1"/>
                  </a:moveTo>
                  <a:lnTo>
                    <a:pt x="1" y="5299"/>
                  </a:lnTo>
                  <a:cubicBezTo>
                    <a:pt x="1180" y="8466"/>
                    <a:pt x="2608" y="11514"/>
                    <a:pt x="4775" y="14086"/>
                  </a:cubicBezTo>
                  <a:cubicBezTo>
                    <a:pt x="5240" y="14633"/>
                    <a:pt x="5740" y="15169"/>
                    <a:pt x="6216" y="15717"/>
                  </a:cubicBezTo>
                  <a:cubicBezTo>
                    <a:pt x="6335" y="15645"/>
                    <a:pt x="6454" y="15586"/>
                    <a:pt x="6573" y="15526"/>
                  </a:cubicBezTo>
                  <a:cubicBezTo>
                    <a:pt x="6085" y="14645"/>
                    <a:pt x="5680" y="13705"/>
                    <a:pt x="5073" y="12895"/>
                  </a:cubicBezTo>
                  <a:cubicBezTo>
                    <a:pt x="3025" y="10133"/>
                    <a:pt x="2358" y="6894"/>
                    <a:pt x="1775" y="3608"/>
                  </a:cubicBezTo>
                  <a:lnTo>
                    <a:pt x="1739" y="3549"/>
                  </a:lnTo>
                  <a:cubicBezTo>
                    <a:pt x="1751" y="3537"/>
                    <a:pt x="1751" y="3513"/>
                    <a:pt x="1751" y="3501"/>
                  </a:cubicBezTo>
                  <a:cubicBezTo>
                    <a:pt x="1323" y="2572"/>
                    <a:pt x="1001" y="1560"/>
                    <a:pt x="441" y="727"/>
                  </a:cubicBezTo>
                  <a:cubicBezTo>
                    <a:pt x="287" y="489"/>
                    <a:pt x="144" y="25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47"/>
            <p:cNvSpPr/>
            <p:nvPr/>
          </p:nvSpPr>
          <p:spPr>
            <a:xfrm>
              <a:off x="3334025" y="1151175"/>
              <a:ext cx="406925" cy="184850"/>
            </a:xfrm>
            <a:custGeom>
              <a:rect b="b" l="l" r="r" t="t"/>
              <a:pathLst>
                <a:path extrusionOk="0" h="7394" w="16277">
                  <a:moveTo>
                    <a:pt x="2573" y="0"/>
                  </a:moveTo>
                  <a:cubicBezTo>
                    <a:pt x="1763" y="2107"/>
                    <a:pt x="894" y="4203"/>
                    <a:pt x="1" y="6298"/>
                  </a:cubicBezTo>
                  <a:cubicBezTo>
                    <a:pt x="644" y="5346"/>
                    <a:pt x="1203" y="4310"/>
                    <a:pt x="1668" y="3203"/>
                  </a:cubicBezTo>
                  <a:cubicBezTo>
                    <a:pt x="2120" y="2107"/>
                    <a:pt x="2775" y="1107"/>
                    <a:pt x="3335" y="60"/>
                  </a:cubicBezTo>
                  <a:lnTo>
                    <a:pt x="3597" y="191"/>
                  </a:lnTo>
                  <a:lnTo>
                    <a:pt x="60" y="7191"/>
                  </a:lnTo>
                  <a:cubicBezTo>
                    <a:pt x="120" y="7251"/>
                    <a:pt x="191" y="7322"/>
                    <a:pt x="263" y="7394"/>
                  </a:cubicBezTo>
                  <a:cubicBezTo>
                    <a:pt x="1656" y="6727"/>
                    <a:pt x="3097" y="6120"/>
                    <a:pt x="4454" y="5382"/>
                  </a:cubicBezTo>
                  <a:cubicBezTo>
                    <a:pt x="7347" y="3810"/>
                    <a:pt x="10431" y="2822"/>
                    <a:pt x="13634" y="2203"/>
                  </a:cubicBezTo>
                  <a:cubicBezTo>
                    <a:pt x="14205" y="2096"/>
                    <a:pt x="14705" y="1929"/>
                    <a:pt x="15158" y="1679"/>
                  </a:cubicBezTo>
                  <a:cubicBezTo>
                    <a:pt x="15527" y="1119"/>
                    <a:pt x="15908" y="548"/>
                    <a:pt x="16277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47"/>
            <p:cNvSpPr/>
            <p:nvPr/>
          </p:nvSpPr>
          <p:spPr>
            <a:xfrm>
              <a:off x="2925050" y="1151175"/>
              <a:ext cx="162250" cy="656050"/>
            </a:xfrm>
            <a:custGeom>
              <a:rect b="b" l="l" r="r" t="t"/>
              <a:pathLst>
                <a:path extrusionOk="0" h="26242" w="6490">
                  <a:moveTo>
                    <a:pt x="858" y="0"/>
                  </a:moveTo>
                  <a:cubicBezTo>
                    <a:pt x="48" y="6751"/>
                    <a:pt x="1" y="13573"/>
                    <a:pt x="691" y="20300"/>
                  </a:cubicBezTo>
                  <a:cubicBezTo>
                    <a:pt x="929" y="16502"/>
                    <a:pt x="1560" y="12692"/>
                    <a:pt x="2561" y="8894"/>
                  </a:cubicBezTo>
                  <a:lnTo>
                    <a:pt x="2561" y="8894"/>
                  </a:lnTo>
                  <a:cubicBezTo>
                    <a:pt x="2561" y="9716"/>
                    <a:pt x="2668" y="10549"/>
                    <a:pt x="2549" y="11347"/>
                  </a:cubicBezTo>
                  <a:cubicBezTo>
                    <a:pt x="1799" y="16288"/>
                    <a:pt x="1799" y="21253"/>
                    <a:pt x="2251" y="26206"/>
                  </a:cubicBezTo>
                  <a:lnTo>
                    <a:pt x="2537" y="26241"/>
                  </a:lnTo>
                  <a:cubicBezTo>
                    <a:pt x="2811" y="23217"/>
                    <a:pt x="3025" y="20181"/>
                    <a:pt x="3394" y="17169"/>
                  </a:cubicBezTo>
                  <a:cubicBezTo>
                    <a:pt x="3763" y="14085"/>
                    <a:pt x="4204" y="11001"/>
                    <a:pt x="4763" y="7953"/>
                  </a:cubicBezTo>
                  <a:cubicBezTo>
                    <a:pt x="5263" y="5286"/>
                    <a:pt x="5894" y="2643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47"/>
            <p:cNvSpPr/>
            <p:nvPr/>
          </p:nvSpPr>
          <p:spPr>
            <a:xfrm>
              <a:off x="4104975" y="1151175"/>
              <a:ext cx="28600" cy="32150"/>
            </a:xfrm>
            <a:custGeom>
              <a:rect b="b" l="l" r="r" t="t"/>
              <a:pathLst>
                <a:path extrusionOk="0" h="1286" w="1144">
                  <a:moveTo>
                    <a:pt x="357" y="0"/>
                  </a:moveTo>
                  <a:cubicBezTo>
                    <a:pt x="131" y="405"/>
                    <a:pt x="0" y="822"/>
                    <a:pt x="36" y="1286"/>
                  </a:cubicBezTo>
                  <a:cubicBezTo>
                    <a:pt x="417" y="857"/>
                    <a:pt x="786" y="429"/>
                    <a:pt x="1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47"/>
            <p:cNvSpPr/>
            <p:nvPr/>
          </p:nvSpPr>
          <p:spPr>
            <a:xfrm>
              <a:off x="4484775" y="1151175"/>
              <a:ext cx="19375" cy="27700"/>
            </a:xfrm>
            <a:custGeom>
              <a:rect b="b" l="l" r="r" t="t"/>
              <a:pathLst>
                <a:path extrusionOk="0" h="1108" w="775">
                  <a:moveTo>
                    <a:pt x="0" y="0"/>
                  </a:moveTo>
                  <a:cubicBezTo>
                    <a:pt x="12" y="393"/>
                    <a:pt x="36" y="774"/>
                    <a:pt x="60" y="1107"/>
                  </a:cubicBezTo>
                  <a:cubicBezTo>
                    <a:pt x="298" y="738"/>
                    <a:pt x="536" y="369"/>
                    <a:pt x="774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47"/>
            <p:cNvSpPr/>
            <p:nvPr/>
          </p:nvSpPr>
          <p:spPr>
            <a:xfrm>
              <a:off x="4044550" y="1151175"/>
              <a:ext cx="403350" cy="573900"/>
            </a:xfrm>
            <a:custGeom>
              <a:rect b="b" l="l" r="r" t="t"/>
              <a:pathLst>
                <a:path extrusionOk="0" h="22956" w="16134">
                  <a:moveTo>
                    <a:pt x="15240" y="0"/>
                  </a:moveTo>
                  <a:cubicBezTo>
                    <a:pt x="15193" y="107"/>
                    <a:pt x="15133" y="214"/>
                    <a:pt x="15073" y="333"/>
                  </a:cubicBezTo>
                  <a:cubicBezTo>
                    <a:pt x="14407" y="1703"/>
                    <a:pt x="13418" y="3667"/>
                    <a:pt x="12109" y="5989"/>
                  </a:cubicBezTo>
                  <a:cubicBezTo>
                    <a:pt x="10799" y="8323"/>
                    <a:pt x="9192" y="11025"/>
                    <a:pt x="7287" y="13871"/>
                  </a:cubicBezTo>
                  <a:cubicBezTo>
                    <a:pt x="6334" y="15300"/>
                    <a:pt x="5310" y="16752"/>
                    <a:pt x="4227" y="18228"/>
                  </a:cubicBezTo>
                  <a:cubicBezTo>
                    <a:pt x="3679" y="18967"/>
                    <a:pt x="3096" y="19705"/>
                    <a:pt x="2429" y="20360"/>
                  </a:cubicBezTo>
                  <a:cubicBezTo>
                    <a:pt x="1834" y="20955"/>
                    <a:pt x="1155" y="21479"/>
                    <a:pt x="393" y="21848"/>
                  </a:cubicBezTo>
                  <a:cubicBezTo>
                    <a:pt x="143" y="22550"/>
                    <a:pt x="0" y="22955"/>
                    <a:pt x="0" y="22955"/>
                  </a:cubicBezTo>
                  <a:cubicBezTo>
                    <a:pt x="4870" y="19074"/>
                    <a:pt x="12764" y="6239"/>
                    <a:pt x="1613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47"/>
            <p:cNvSpPr/>
            <p:nvPr/>
          </p:nvSpPr>
          <p:spPr>
            <a:xfrm>
              <a:off x="4054650" y="1150875"/>
              <a:ext cx="366450" cy="545925"/>
            </a:xfrm>
            <a:custGeom>
              <a:rect b="b" l="l" r="r" t="t"/>
              <a:pathLst>
                <a:path extrusionOk="0" h="21837" w="14658">
                  <a:moveTo>
                    <a:pt x="7764" y="0"/>
                  </a:moveTo>
                  <a:cubicBezTo>
                    <a:pt x="5811" y="5929"/>
                    <a:pt x="3763" y="11811"/>
                    <a:pt x="1489" y="17621"/>
                  </a:cubicBezTo>
                  <a:cubicBezTo>
                    <a:pt x="846" y="19443"/>
                    <a:pt x="334" y="20896"/>
                    <a:pt x="1" y="21836"/>
                  </a:cubicBezTo>
                  <a:cubicBezTo>
                    <a:pt x="60" y="21789"/>
                    <a:pt x="144" y="21741"/>
                    <a:pt x="227" y="21693"/>
                  </a:cubicBezTo>
                  <a:cubicBezTo>
                    <a:pt x="549" y="21467"/>
                    <a:pt x="1001" y="21122"/>
                    <a:pt x="1513" y="20586"/>
                  </a:cubicBezTo>
                  <a:cubicBezTo>
                    <a:pt x="2549" y="19550"/>
                    <a:pt x="3668" y="17740"/>
                    <a:pt x="5109" y="15538"/>
                  </a:cubicBezTo>
                  <a:cubicBezTo>
                    <a:pt x="7728" y="11525"/>
                    <a:pt x="11109" y="6096"/>
                    <a:pt x="14658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47"/>
            <p:cNvSpPr/>
            <p:nvPr/>
          </p:nvSpPr>
          <p:spPr>
            <a:xfrm>
              <a:off x="4486275" y="1151175"/>
              <a:ext cx="26500" cy="53900"/>
            </a:xfrm>
            <a:custGeom>
              <a:rect b="b" l="l" r="r" t="t"/>
              <a:pathLst>
                <a:path extrusionOk="0" h="2156" w="1060">
                  <a:moveTo>
                    <a:pt x="1024" y="0"/>
                  </a:moveTo>
                  <a:cubicBezTo>
                    <a:pt x="691" y="405"/>
                    <a:pt x="357" y="810"/>
                    <a:pt x="0" y="1203"/>
                  </a:cubicBezTo>
                  <a:cubicBezTo>
                    <a:pt x="36" y="1774"/>
                    <a:pt x="60" y="2155"/>
                    <a:pt x="60" y="2155"/>
                  </a:cubicBezTo>
                  <a:cubicBezTo>
                    <a:pt x="250" y="1965"/>
                    <a:pt x="441" y="1786"/>
                    <a:pt x="619" y="1607"/>
                  </a:cubicBezTo>
                  <a:cubicBezTo>
                    <a:pt x="774" y="1238"/>
                    <a:pt x="917" y="881"/>
                    <a:pt x="1060" y="524"/>
                  </a:cubicBezTo>
                  <a:lnTo>
                    <a:pt x="1060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47"/>
            <p:cNvSpPr/>
            <p:nvPr/>
          </p:nvSpPr>
          <p:spPr>
            <a:xfrm>
              <a:off x="2676800" y="2183425"/>
              <a:ext cx="155400" cy="261675"/>
            </a:xfrm>
            <a:custGeom>
              <a:rect b="b" l="l" r="r" t="t"/>
              <a:pathLst>
                <a:path extrusionOk="0" h="10467" w="6216">
                  <a:moveTo>
                    <a:pt x="1" y="1"/>
                  </a:moveTo>
                  <a:lnTo>
                    <a:pt x="1" y="5109"/>
                  </a:lnTo>
                  <a:cubicBezTo>
                    <a:pt x="1525" y="7168"/>
                    <a:pt x="3537" y="8966"/>
                    <a:pt x="6109" y="10466"/>
                  </a:cubicBezTo>
                  <a:cubicBezTo>
                    <a:pt x="6145" y="10455"/>
                    <a:pt x="6180" y="10431"/>
                    <a:pt x="6216" y="10419"/>
                  </a:cubicBezTo>
                  <a:cubicBezTo>
                    <a:pt x="5740" y="9871"/>
                    <a:pt x="5240" y="9335"/>
                    <a:pt x="4787" y="8788"/>
                  </a:cubicBezTo>
                  <a:cubicBezTo>
                    <a:pt x="2620" y="6216"/>
                    <a:pt x="1180" y="316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47"/>
            <p:cNvSpPr/>
            <p:nvPr/>
          </p:nvSpPr>
          <p:spPr>
            <a:xfrm>
              <a:off x="2969400" y="1150875"/>
              <a:ext cx="1543375" cy="2317050"/>
            </a:xfrm>
            <a:custGeom>
              <a:rect b="b" l="l" r="r" t="t"/>
              <a:pathLst>
                <a:path extrusionOk="0" h="92682" w="61735">
                  <a:moveTo>
                    <a:pt x="25742" y="42527"/>
                  </a:moveTo>
                  <a:cubicBezTo>
                    <a:pt x="25742" y="42527"/>
                    <a:pt x="25742" y="42528"/>
                    <a:pt x="25742" y="42529"/>
                  </a:cubicBezTo>
                  <a:cubicBezTo>
                    <a:pt x="25754" y="42565"/>
                    <a:pt x="25742" y="42589"/>
                    <a:pt x="25706" y="42589"/>
                  </a:cubicBezTo>
                  <a:cubicBezTo>
                    <a:pt x="25737" y="42558"/>
                    <a:pt x="25741" y="42527"/>
                    <a:pt x="25742" y="42527"/>
                  </a:cubicBezTo>
                  <a:close/>
                  <a:moveTo>
                    <a:pt x="32398" y="39076"/>
                  </a:moveTo>
                  <a:cubicBezTo>
                    <a:pt x="32398" y="39076"/>
                    <a:pt x="31612" y="39707"/>
                    <a:pt x="30278" y="40446"/>
                  </a:cubicBezTo>
                  <a:cubicBezTo>
                    <a:pt x="29612" y="40803"/>
                    <a:pt x="28814" y="41196"/>
                    <a:pt x="27897" y="41553"/>
                  </a:cubicBezTo>
                  <a:cubicBezTo>
                    <a:pt x="27445" y="41731"/>
                    <a:pt x="26968" y="41898"/>
                    <a:pt x="26468" y="42041"/>
                  </a:cubicBezTo>
                  <a:cubicBezTo>
                    <a:pt x="26218" y="42112"/>
                    <a:pt x="25933" y="42184"/>
                    <a:pt x="25718" y="42243"/>
                  </a:cubicBezTo>
                  <a:cubicBezTo>
                    <a:pt x="25623" y="42279"/>
                    <a:pt x="25516" y="42351"/>
                    <a:pt x="25528" y="42470"/>
                  </a:cubicBezTo>
                  <a:cubicBezTo>
                    <a:pt x="25540" y="42517"/>
                    <a:pt x="25575" y="42553"/>
                    <a:pt x="25635" y="42577"/>
                  </a:cubicBezTo>
                  <a:cubicBezTo>
                    <a:pt x="25652" y="42585"/>
                    <a:pt x="25669" y="42594"/>
                    <a:pt x="25685" y="42594"/>
                  </a:cubicBezTo>
                  <a:cubicBezTo>
                    <a:pt x="25692" y="42594"/>
                    <a:pt x="25699" y="42592"/>
                    <a:pt x="25706" y="42589"/>
                  </a:cubicBezTo>
                  <a:lnTo>
                    <a:pt x="25706" y="42589"/>
                  </a:lnTo>
                  <a:cubicBezTo>
                    <a:pt x="25687" y="42608"/>
                    <a:pt x="25660" y="42628"/>
                    <a:pt x="25618" y="42628"/>
                  </a:cubicBezTo>
                  <a:cubicBezTo>
                    <a:pt x="25608" y="42628"/>
                    <a:pt x="25598" y="42627"/>
                    <a:pt x="25587" y="42624"/>
                  </a:cubicBezTo>
                  <a:cubicBezTo>
                    <a:pt x="25516" y="42613"/>
                    <a:pt x="25433" y="42565"/>
                    <a:pt x="25373" y="42482"/>
                  </a:cubicBezTo>
                  <a:cubicBezTo>
                    <a:pt x="25325" y="42386"/>
                    <a:pt x="25337" y="42243"/>
                    <a:pt x="25409" y="42124"/>
                  </a:cubicBezTo>
                  <a:cubicBezTo>
                    <a:pt x="25492" y="42005"/>
                    <a:pt x="25611" y="41922"/>
                    <a:pt x="25730" y="41851"/>
                  </a:cubicBezTo>
                  <a:cubicBezTo>
                    <a:pt x="25837" y="41779"/>
                    <a:pt x="25956" y="41708"/>
                    <a:pt x="26087" y="41624"/>
                  </a:cubicBezTo>
                  <a:cubicBezTo>
                    <a:pt x="26349" y="41470"/>
                    <a:pt x="26647" y="41303"/>
                    <a:pt x="26968" y="41124"/>
                  </a:cubicBezTo>
                  <a:cubicBezTo>
                    <a:pt x="28290" y="40410"/>
                    <a:pt x="30171" y="39576"/>
                    <a:pt x="32398" y="39076"/>
                  </a:cubicBezTo>
                  <a:close/>
                  <a:moveTo>
                    <a:pt x="37208" y="39422"/>
                  </a:moveTo>
                  <a:lnTo>
                    <a:pt x="37208" y="39422"/>
                  </a:lnTo>
                  <a:cubicBezTo>
                    <a:pt x="37208" y="39422"/>
                    <a:pt x="34410" y="41874"/>
                    <a:pt x="30409" y="42636"/>
                  </a:cubicBezTo>
                  <a:cubicBezTo>
                    <a:pt x="30409" y="42636"/>
                    <a:pt x="33124" y="40350"/>
                    <a:pt x="37208" y="39422"/>
                  </a:cubicBezTo>
                  <a:close/>
                  <a:moveTo>
                    <a:pt x="26242" y="38422"/>
                  </a:moveTo>
                  <a:cubicBezTo>
                    <a:pt x="26242" y="38422"/>
                    <a:pt x="23182" y="41422"/>
                    <a:pt x="18705" y="42886"/>
                  </a:cubicBezTo>
                  <a:cubicBezTo>
                    <a:pt x="18705" y="42886"/>
                    <a:pt x="21682" y="40065"/>
                    <a:pt x="26242" y="38422"/>
                  </a:cubicBezTo>
                  <a:close/>
                  <a:moveTo>
                    <a:pt x="49245" y="66866"/>
                  </a:moveTo>
                  <a:cubicBezTo>
                    <a:pt x="51162" y="67092"/>
                    <a:pt x="53079" y="67330"/>
                    <a:pt x="55055" y="67556"/>
                  </a:cubicBezTo>
                  <a:cubicBezTo>
                    <a:pt x="54838" y="68270"/>
                    <a:pt x="54448" y="68487"/>
                    <a:pt x="54012" y="68487"/>
                  </a:cubicBezTo>
                  <a:cubicBezTo>
                    <a:pt x="53852" y="68487"/>
                    <a:pt x="53686" y="68458"/>
                    <a:pt x="53519" y="68413"/>
                  </a:cubicBezTo>
                  <a:cubicBezTo>
                    <a:pt x="52067" y="68020"/>
                    <a:pt x="50626" y="67556"/>
                    <a:pt x="49174" y="67127"/>
                  </a:cubicBezTo>
                  <a:lnTo>
                    <a:pt x="49245" y="66866"/>
                  </a:lnTo>
                  <a:close/>
                  <a:moveTo>
                    <a:pt x="60711" y="72092"/>
                  </a:moveTo>
                  <a:lnTo>
                    <a:pt x="60711" y="72092"/>
                  </a:lnTo>
                  <a:cubicBezTo>
                    <a:pt x="60754" y="74089"/>
                    <a:pt x="58878" y="75859"/>
                    <a:pt x="56923" y="75859"/>
                  </a:cubicBezTo>
                  <a:cubicBezTo>
                    <a:pt x="56733" y="75859"/>
                    <a:pt x="56543" y="75842"/>
                    <a:pt x="56353" y="75807"/>
                  </a:cubicBezTo>
                  <a:cubicBezTo>
                    <a:pt x="56332" y="74078"/>
                    <a:pt x="57982" y="72573"/>
                    <a:pt x="59682" y="72573"/>
                  </a:cubicBezTo>
                  <a:cubicBezTo>
                    <a:pt x="59902" y="72573"/>
                    <a:pt x="60123" y="72599"/>
                    <a:pt x="60342" y="72652"/>
                  </a:cubicBezTo>
                  <a:lnTo>
                    <a:pt x="60711" y="72092"/>
                  </a:lnTo>
                  <a:close/>
                  <a:moveTo>
                    <a:pt x="46566" y="0"/>
                  </a:moveTo>
                  <a:cubicBezTo>
                    <a:pt x="46209" y="429"/>
                    <a:pt x="45840" y="869"/>
                    <a:pt x="45459" y="1298"/>
                  </a:cubicBezTo>
                  <a:cubicBezTo>
                    <a:pt x="45471" y="1477"/>
                    <a:pt x="45506" y="1655"/>
                    <a:pt x="45566" y="1846"/>
                  </a:cubicBezTo>
                  <a:cubicBezTo>
                    <a:pt x="45876" y="2870"/>
                    <a:pt x="45804" y="3893"/>
                    <a:pt x="45054" y="4929"/>
                  </a:cubicBezTo>
                  <a:cubicBezTo>
                    <a:pt x="44363" y="4036"/>
                    <a:pt x="44768" y="3120"/>
                    <a:pt x="44733" y="2131"/>
                  </a:cubicBezTo>
                  <a:lnTo>
                    <a:pt x="44733" y="2131"/>
                  </a:lnTo>
                  <a:cubicBezTo>
                    <a:pt x="44471" y="2417"/>
                    <a:pt x="44209" y="2703"/>
                    <a:pt x="43947" y="2989"/>
                  </a:cubicBezTo>
                  <a:cubicBezTo>
                    <a:pt x="43828" y="3620"/>
                    <a:pt x="43804" y="4298"/>
                    <a:pt x="43578" y="5001"/>
                  </a:cubicBezTo>
                  <a:cubicBezTo>
                    <a:pt x="42947" y="5191"/>
                    <a:pt x="42161" y="5406"/>
                    <a:pt x="41363" y="5644"/>
                  </a:cubicBezTo>
                  <a:cubicBezTo>
                    <a:pt x="41339" y="5656"/>
                    <a:pt x="41315" y="5679"/>
                    <a:pt x="41292" y="5703"/>
                  </a:cubicBezTo>
                  <a:cubicBezTo>
                    <a:pt x="41339" y="5727"/>
                    <a:pt x="41375" y="5751"/>
                    <a:pt x="41411" y="5775"/>
                  </a:cubicBezTo>
                  <a:cubicBezTo>
                    <a:pt x="39946" y="7061"/>
                    <a:pt x="38482" y="8358"/>
                    <a:pt x="36863" y="9775"/>
                  </a:cubicBezTo>
                  <a:cubicBezTo>
                    <a:pt x="37648" y="10406"/>
                    <a:pt x="38303" y="10930"/>
                    <a:pt x="38958" y="11454"/>
                  </a:cubicBezTo>
                  <a:cubicBezTo>
                    <a:pt x="38875" y="11537"/>
                    <a:pt x="38803" y="11633"/>
                    <a:pt x="38720" y="11728"/>
                  </a:cubicBezTo>
                  <a:cubicBezTo>
                    <a:pt x="37946" y="11323"/>
                    <a:pt x="37172" y="10930"/>
                    <a:pt x="36303" y="10490"/>
                  </a:cubicBezTo>
                  <a:cubicBezTo>
                    <a:pt x="35672" y="11025"/>
                    <a:pt x="35100" y="11502"/>
                    <a:pt x="34374" y="12109"/>
                  </a:cubicBezTo>
                  <a:cubicBezTo>
                    <a:pt x="37220" y="13573"/>
                    <a:pt x="39780" y="15109"/>
                    <a:pt x="40542" y="18276"/>
                  </a:cubicBezTo>
                  <a:cubicBezTo>
                    <a:pt x="40530" y="18276"/>
                    <a:pt x="40518" y="18288"/>
                    <a:pt x="40518" y="18300"/>
                  </a:cubicBezTo>
                  <a:cubicBezTo>
                    <a:pt x="40958" y="19574"/>
                    <a:pt x="41137" y="20812"/>
                    <a:pt x="41232" y="21717"/>
                  </a:cubicBezTo>
                  <a:cubicBezTo>
                    <a:pt x="41554" y="25182"/>
                    <a:pt x="41720" y="37731"/>
                    <a:pt x="29671" y="38052"/>
                  </a:cubicBezTo>
                  <a:cubicBezTo>
                    <a:pt x="29370" y="38061"/>
                    <a:pt x="29076" y="38065"/>
                    <a:pt x="28789" y="38065"/>
                  </a:cubicBezTo>
                  <a:cubicBezTo>
                    <a:pt x="20600" y="38065"/>
                    <a:pt x="18102" y="34692"/>
                    <a:pt x="17193" y="32242"/>
                  </a:cubicBezTo>
                  <a:cubicBezTo>
                    <a:pt x="17074" y="32040"/>
                    <a:pt x="16931" y="31826"/>
                    <a:pt x="16800" y="31587"/>
                  </a:cubicBezTo>
                  <a:lnTo>
                    <a:pt x="16800" y="31587"/>
                  </a:lnTo>
                  <a:cubicBezTo>
                    <a:pt x="16848" y="32349"/>
                    <a:pt x="16872" y="32790"/>
                    <a:pt x="16908" y="33219"/>
                  </a:cubicBezTo>
                  <a:lnTo>
                    <a:pt x="16753" y="33242"/>
                  </a:lnTo>
                  <a:cubicBezTo>
                    <a:pt x="16360" y="32254"/>
                    <a:pt x="15967" y="31278"/>
                    <a:pt x="15384" y="29801"/>
                  </a:cubicBezTo>
                  <a:lnTo>
                    <a:pt x="15384" y="26622"/>
                  </a:lnTo>
                  <a:cubicBezTo>
                    <a:pt x="15300" y="26575"/>
                    <a:pt x="15229" y="26515"/>
                    <a:pt x="15157" y="26456"/>
                  </a:cubicBezTo>
                  <a:cubicBezTo>
                    <a:pt x="14776" y="26884"/>
                    <a:pt x="14384" y="27313"/>
                    <a:pt x="14014" y="27754"/>
                  </a:cubicBezTo>
                  <a:cubicBezTo>
                    <a:pt x="13645" y="28182"/>
                    <a:pt x="13276" y="28611"/>
                    <a:pt x="12705" y="29289"/>
                  </a:cubicBezTo>
                  <a:cubicBezTo>
                    <a:pt x="12776" y="28813"/>
                    <a:pt x="12824" y="28349"/>
                    <a:pt x="12871" y="27896"/>
                  </a:cubicBezTo>
                  <a:lnTo>
                    <a:pt x="12871" y="27896"/>
                  </a:lnTo>
                  <a:cubicBezTo>
                    <a:pt x="12836" y="27932"/>
                    <a:pt x="12812" y="27968"/>
                    <a:pt x="12776" y="28004"/>
                  </a:cubicBezTo>
                  <a:lnTo>
                    <a:pt x="12883" y="27861"/>
                  </a:lnTo>
                  <a:cubicBezTo>
                    <a:pt x="13038" y="26503"/>
                    <a:pt x="13205" y="25241"/>
                    <a:pt x="13717" y="24063"/>
                  </a:cubicBezTo>
                  <a:lnTo>
                    <a:pt x="13717" y="24063"/>
                  </a:lnTo>
                  <a:cubicBezTo>
                    <a:pt x="13217" y="24229"/>
                    <a:pt x="12717" y="24384"/>
                    <a:pt x="12193" y="24503"/>
                  </a:cubicBezTo>
                  <a:cubicBezTo>
                    <a:pt x="11645" y="25015"/>
                    <a:pt x="11097" y="25515"/>
                    <a:pt x="10550" y="26003"/>
                  </a:cubicBezTo>
                  <a:cubicBezTo>
                    <a:pt x="9073" y="28468"/>
                    <a:pt x="7609" y="30944"/>
                    <a:pt x="6180" y="33445"/>
                  </a:cubicBezTo>
                  <a:cubicBezTo>
                    <a:pt x="5216" y="35124"/>
                    <a:pt x="4430" y="36909"/>
                    <a:pt x="3573" y="38660"/>
                  </a:cubicBezTo>
                  <a:cubicBezTo>
                    <a:pt x="3525" y="38993"/>
                    <a:pt x="3489" y="39326"/>
                    <a:pt x="3442" y="39660"/>
                  </a:cubicBezTo>
                  <a:lnTo>
                    <a:pt x="3108" y="39612"/>
                  </a:lnTo>
                  <a:lnTo>
                    <a:pt x="3108" y="39612"/>
                  </a:lnTo>
                  <a:cubicBezTo>
                    <a:pt x="2799" y="40327"/>
                    <a:pt x="2858" y="40958"/>
                    <a:pt x="3251" y="41636"/>
                  </a:cubicBezTo>
                  <a:cubicBezTo>
                    <a:pt x="4680" y="44137"/>
                    <a:pt x="6656" y="46053"/>
                    <a:pt x="9395" y="46994"/>
                  </a:cubicBezTo>
                  <a:cubicBezTo>
                    <a:pt x="11621" y="47756"/>
                    <a:pt x="13931" y="48316"/>
                    <a:pt x="16146" y="48947"/>
                  </a:cubicBezTo>
                  <a:cubicBezTo>
                    <a:pt x="15527" y="49340"/>
                    <a:pt x="14860" y="49673"/>
                    <a:pt x="14169" y="49935"/>
                  </a:cubicBezTo>
                  <a:cubicBezTo>
                    <a:pt x="14026" y="50113"/>
                    <a:pt x="13693" y="50387"/>
                    <a:pt x="12931" y="50756"/>
                  </a:cubicBezTo>
                  <a:cubicBezTo>
                    <a:pt x="13264" y="50697"/>
                    <a:pt x="13586" y="50637"/>
                    <a:pt x="13919" y="50578"/>
                  </a:cubicBezTo>
                  <a:lnTo>
                    <a:pt x="13919" y="50578"/>
                  </a:lnTo>
                  <a:cubicBezTo>
                    <a:pt x="12943" y="51453"/>
                    <a:pt x="10557" y="52192"/>
                    <a:pt x="8037" y="52192"/>
                  </a:cubicBezTo>
                  <a:cubicBezTo>
                    <a:pt x="7575" y="52192"/>
                    <a:pt x="7108" y="52167"/>
                    <a:pt x="6644" y="52114"/>
                  </a:cubicBezTo>
                  <a:cubicBezTo>
                    <a:pt x="5037" y="51923"/>
                    <a:pt x="3442" y="51530"/>
                    <a:pt x="1858" y="51125"/>
                  </a:cubicBezTo>
                  <a:lnTo>
                    <a:pt x="1" y="51066"/>
                  </a:lnTo>
                  <a:lnTo>
                    <a:pt x="1" y="51066"/>
                  </a:lnTo>
                  <a:cubicBezTo>
                    <a:pt x="275" y="51292"/>
                    <a:pt x="560" y="51542"/>
                    <a:pt x="858" y="51804"/>
                  </a:cubicBezTo>
                  <a:cubicBezTo>
                    <a:pt x="632" y="51864"/>
                    <a:pt x="429" y="51923"/>
                    <a:pt x="215" y="51983"/>
                  </a:cubicBezTo>
                  <a:cubicBezTo>
                    <a:pt x="1411" y="53026"/>
                    <a:pt x="3387" y="53704"/>
                    <a:pt x="6399" y="53704"/>
                  </a:cubicBezTo>
                  <a:cubicBezTo>
                    <a:pt x="8336" y="53704"/>
                    <a:pt x="10701" y="53424"/>
                    <a:pt x="13562" y="52780"/>
                  </a:cubicBezTo>
                  <a:cubicBezTo>
                    <a:pt x="13962" y="53245"/>
                    <a:pt x="14402" y="53355"/>
                    <a:pt x="14862" y="53355"/>
                  </a:cubicBezTo>
                  <a:cubicBezTo>
                    <a:pt x="15274" y="53355"/>
                    <a:pt x="15702" y="53267"/>
                    <a:pt x="16135" y="53267"/>
                  </a:cubicBezTo>
                  <a:cubicBezTo>
                    <a:pt x="16384" y="53267"/>
                    <a:pt x="16634" y="53296"/>
                    <a:pt x="16884" y="53388"/>
                  </a:cubicBezTo>
                  <a:cubicBezTo>
                    <a:pt x="14967" y="54054"/>
                    <a:pt x="13050" y="54721"/>
                    <a:pt x="11121" y="55388"/>
                  </a:cubicBezTo>
                  <a:cubicBezTo>
                    <a:pt x="11121" y="55459"/>
                    <a:pt x="11121" y="55531"/>
                    <a:pt x="11109" y="55614"/>
                  </a:cubicBezTo>
                  <a:lnTo>
                    <a:pt x="14467" y="55614"/>
                  </a:lnTo>
                  <a:cubicBezTo>
                    <a:pt x="14491" y="55757"/>
                    <a:pt x="14514" y="55900"/>
                    <a:pt x="14538" y="56043"/>
                  </a:cubicBezTo>
                  <a:cubicBezTo>
                    <a:pt x="13550" y="56364"/>
                    <a:pt x="12562" y="56698"/>
                    <a:pt x="11574" y="57019"/>
                  </a:cubicBezTo>
                  <a:cubicBezTo>
                    <a:pt x="11562" y="57114"/>
                    <a:pt x="11562" y="57198"/>
                    <a:pt x="11550" y="57281"/>
                  </a:cubicBezTo>
                  <a:cubicBezTo>
                    <a:pt x="13193" y="57436"/>
                    <a:pt x="14824" y="57591"/>
                    <a:pt x="16467" y="57733"/>
                  </a:cubicBezTo>
                  <a:cubicBezTo>
                    <a:pt x="16467" y="57853"/>
                    <a:pt x="16467" y="57972"/>
                    <a:pt x="16455" y="58079"/>
                  </a:cubicBezTo>
                  <a:cubicBezTo>
                    <a:pt x="15550" y="58138"/>
                    <a:pt x="14645" y="58186"/>
                    <a:pt x="13741" y="58234"/>
                  </a:cubicBezTo>
                  <a:cubicBezTo>
                    <a:pt x="13741" y="58317"/>
                    <a:pt x="13741" y="58400"/>
                    <a:pt x="13729" y="58484"/>
                  </a:cubicBezTo>
                  <a:cubicBezTo>
                    <a:pt x="15134" y="58674"/>
                    <a:pt x="16527" y="58865"/>
                    <a:pt x="18170" y="59079"/>
                  </a:cubicBezTo>
                  <a:cubicBezTo>
                    <a:pt x="17253" y="59507"/>
                    <a:pt x="16527" y="59853"/>
                    <a:pt x="15634" y="60258"/>
                  </a:cubicBezTo>
                  <a:cubicBezTo>
                    <a:pt x="16241" y="60639"/>
                    <a:pt x="16693" y="60924"/>
                    <a:pt x="17158" y="61210"/>
                  </a:cubicBezTo>
                  <a:cubicBezTo>
                    <a:pt x="17134" y="61270"/>
                    <a:pt x="17122" y="61341"/>
                    <a:pt x="17098" y="61412"/>
                  </a:cubicBezTo>
                  <a:cubicBezTo>
                    <a:pt x="15265" y="60710"/>
                    <a:pt x="13419" y="60019"/>
                    <a:pt x="11586" y="59329"/>
                  </a:cubicBezTo>
                  <a:cubicBezTo>
                    <a:pt x="11526" y="59436"/>
                    <a:pt x="11466" y="59543"/>
                    <a:pt x="11395" y="59650"/>
                  </a:cubicBezTo>
                  <a:cubicBezTo>
                    <a:pt x="14038" y="61436"/>
                    <a:pt x="16681" y="63222"/>
                    <a:pt x="19325" y="65008"/>
                  </a:cubicBezTo>
                  <a:cubicBezTo>
                    <a:pt x="19265" y="65103"/>
                    <a:pt x="19206" y="65199"/>
                    <a:pt x="19146" y="65294"/>
                  </a:cubicBezTo>
                  <a:cubicBezTo>
                    <a:pt x="17491" y="64353"/>
                    <a:pt x="15836" y="63425"/>
                    <a:pt x="13907" y="62317"/>
                  </a:cubicBezTo>
                  <a:lnTo>
                    <a:pt x="13907" y="62317"/>
                  </a:lnTo>
                  <a:cubicBezTo>
                    <a:pt x="14074" y="62805"/>
                    <a:pt x="14098" y="63020"/>
                    <a:pt x="14217" y="63175"/>
                  </a:cubicBezTo>
                  <a:cubicBezTo>
                    <a:pt x="16681" y="66461"/>
                    <a:pt x="19063" y="69818"/>
                    <a:pt x="21670" y="73009"/>
                  </a:cubicBezTo>
                  <a:cubicBezTo>
                    <a:pt x="25385" y="77569"/>
                    <a:pt x="29778" y="81355"/>
                    <a:pt x="35029" y="84130"/>
                  </a:cubicBezTo>
                  <a:cubicBezTo>
                    <a:pt x="40946" y="87273"/>
                    <a:pt x="46888" y="90345"/>
                    <a:pt x="53293" y="92416"/>
                  </a:cubicBezTo>
                  <a:cubicBezTo>
                    <a:pt x="53686" y="92541"/>
                    <a:pt x="54134" y="92681"/>
                    <a:pt x="54542" y="92681"/>
                  </a:cubicBezTo>
                  <a:cubicBezTo>
                    <a:pt x="54640" y="92681"/>
                    <a:pt x="54736" y="92673"/>
                    <a:pt x="54829" y="92654"/>
                  </a:cubicBezTo>
                  <a:cubicBezTo>
                    <a:pt x="56579" y="92321"/>
                    <a:pt x="58282" y="92000"/>
                    <a:pt x="59818" y="90821"/>
                  </a:cubicBezTo>
                  <a:cubicBezTo>
                    <a:pt x="60461" y="90333"/>
                    <a:pt x="61104" y="89845"/>
                    <a:pt x="61735" y="89368"/>
                  </a:cubicBezTo>
                  <a:lnTo>
                    <a:pt x="61735" y="68806"/>
                  </a:lnTo>
                  <a:cubicBezTo>
                    <a:pt x="61381" y="68858"/>
                    <a:pt x="61033" y="68885"/>
                    <a:pt x="60703" y="68885"/>
                  </a:cubicBezTo>
                  <a:cubicBezTo>
                    <a:pt x="60355" y="68885"/>
                    <a:pt x="60028" y="68855"/>
                    <a:pt x="59734" y="68794"/>
                  </a:cubicBezTo>
                  <a:cubicBezTo>
                    <a:pt x="59961" y="68139"/>
                    <a:pt x="60044" y="67949"/>
                    <a:pt x="61735" y="67854"/>
                  </a:cubicBezTo>
                  <a:lnTo>
                    <a:pt x="61735" y="52733"/>
                  </a:lnTo>
                  <a:cubicBezTo>
                    <a:pt x="61663" y="52709"/>
                    <a:pt x="61604" y="52661"/>
                    <a:pt x="61556" y="52602"/>
                  </a:cubicBezTo>
                  <a:cubicBezTo>
                    <a:pt x="61401" y="52399"/>
                    <a:pt x="61473" y="52114"/>
                    <a:pt x="61556" y="51876"/>
                  </a:cubicBezTo>
                  <a:cubicBezTo>
                    <a:pt x="61616" y="51721"/>
                    <a:pt x="61675" y="51554"/>
                    <a:pt x="61735" y="51399"/>
                  </a:cubicBezTo>
                  <a:lnTo>
                    <a:pt x="61735" y="9799"/>
                  </a:lnTo>
                  <a:cubicBezTo>
                    <a:pt x="61687" y="9859"/>
                    <a:pt x="61639" y="9930"/>
                    <a:pt x="61580" y="9989"/>
                  </a:cubicBezTo>
                  <a:cubicBezTo>
                    <a:pt x="61628" y="9882"/>
                    <a:pt x="61687" y="9787"/>
                    <a:pt x="61735" y="9692"/>
                  </a:cubicBezTo>
                  <a:lnTo>
                    <a:pt x="61735" y="1167"/>
                  </a:lnTo>
                  <a:cubicBezTo>
                    <a:pt x="61592" y="1310"/>
                    <a:pt x="61449" y="1465"/>
                    <a:pt x="61294" y="1619"/>
                  </a:cubicBezTo>
                  <a:cubicBezTo>
                    <a:pt x="61116" y="1798"/>
                    <a:pt x="60925" y="1977"/>
                    <a:pt x="60735" y="2167"/>
                  </a:cubicBezTo>
                  <a:cubicBezTo>
                    <a:pt x="60735" y="2167"/>
                    <a:pt x="60711" y="1786"/>
                    <a:pt x="60675" y="1215"/>
                  </a:cubicBezTo>
                  <a:cubicBezTo>
                    <a:pt x="60592" y="1310"/>
                    <a:pt x="60508" y="1405"/>
                    <a:pt x="60425" y="1500"/>
                  </a:cubicBezTo>
                  <a:cubicBezTo>
                    <a:pt x="60508" y="1369"/>
                    <a:pt x="60592" y="1250"/>
                    <a:pt x="60675" y="1119"/>
                  </a:cubicBezTo>
                  <a:cubicBezTo>
                    <a:pt x="60651" y="798"/>
                    <a:pt x="60627" y="405"/>
                    <a:pt x="60615" y="12"/>
                  </a:cubicBezTo>
                  <a:lnTo>
                    <a:pt x="59139" y="12"/>
                  </a:lnTo>
                  <a:cubicBezTo>
                    <a:pt x="55770" y="6251"/>
                    <a:pt x="47876" y="19086"/>
                    <a:pt x="43006" y="22955"/>
                  </a:cubicBezTo>
                  <a:cubicBezTo>
                    <a:pt x="43006" y="22955"/>
                    <a:pt x="43149" y="22562"/>
                    <a:pt x="43399" y="21860"/>
                  </a:cubicBezTo>
                  <a:lnTo>
                    <a:pt x="43399" y="21860"/>
                  </a:lnTo>
                  <a:cubicBezTo>
                    <a:pt x="43316" y="21908"/>
                    <a:pt x="43232" y="21955"/>
                    <a:pt x="43149" y="21991"/>
                  </a:cubicBezTo>
                  <a:cubicBezTo>
                    <a:pt x="43137" y="22003"/>
                    <a:pt x="43137" y="22003"/>
                    <a:pt x="43137" y="22015"/>
                  </a:cubicBezTo>
                  <a:cubicBezTo>
                    <a:pt x="42923" y="22527"/>
                    <a:pt x="42637" y="23027"/>
                    <a:pt x="42173" y="23455"/>
                  </a:cubicBezTo>
                  <a:cubicBezTo>
                    <a:pt x="42327" y="22979"/>
                    <a:pt x="42447" y="22503"/>
                    <a:pt x="42649" y="22050"/>
                  </a:cubicBezTo>
                  <a:cubicBezTo>
                    <a:pt x="43685" y="19776"/>
                    <a:pt x="43816" y="17240"/>
                    <a:pt x="44602" y="14919"/>
                  </a:cubicBezTo>
                  <a:cubicBezTo>
                    <a:pt x="46292" y="9918"/>
                    <a:pt x="48173" y="4977"/>
                    <a:pt x="49959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47"/>
            <p:cNvSpPr/>
            <p:nvPr/>
          </p:nvSpPr>
          <p:spPr>
            <a:xfrm>
              <a:off x="3655200" y="1369050"/>
              <a:ext cx="6275" cy="7475"/>
            </a:xfrm>
            <a:custGeom>
              <a:rect b="b" l="l" r="r" t="t"/>
              <a:pathLst>
                <a:path extrusionOk="0" h="299" w="251">
                  <a:moveTo>
                    <a:pt x="251" y="0"/>
                  </a:moveTo>
                  <a:cubicBezTo>
                    <a:pt x="167" y="108"/>
                    <a:pt x="84" y="191"/>
                    <a:pt x="1" y="298"/>
                  </a:cubicBezTo>
                  <a:lnTo>
                    <a:pt x="96" y="298"/>
                  </a:lnTo>
                  <a:cubicBezTo>
                    <a:pt x="144" y="191"/>
                    <a:pt x="203" y="96"/>
                    <a:pt x="251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47"/>
            <p:cNvSpPr/>
            <p:nvPr/>
          </p:nvSpPr>
          <p:spPr>
            <a:xfrm>
              <a:off x="3326600" y="1797075"/>
              <a:ext cx="13425" cy="14900"/>
            </a:xfrm>
            <a:custGeom>
              <a:rect b="b" l="l" r="r" t="t"/>
              <a:pathLst>
                <a:path extrusionOk="0" h="596" w="537">
                  <a:moveTo>
                    <a:pt x="536" y="1"/>
                  </a:moveTo>
                  <a:cubicBezTo>
                    <a:pt x="357" y="203"/>
                    <a:pt x="179" y="393"/>
                    <a:pt x="0" y="596"/>
                  </a:cubicBezTo>
                  <a:cubicBezTo>
                    <a:pt x="215" y="382"/>
                    <a:pt x="393" y="179"/>
                    <a:pt x="536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47"/>
            <p:cNvSpPr/>
            <p:nvPr/>
          </p:nvSpPr>
          <p:spPr>
            <a:xfrm>
              <a:off x="4048125" y="1591400"/>
              <a:ext cx="43775" cy="109250"/>
            </a:xfrm>
            <a:custGeom>
              <a:rect b="b" l="l" r="r" t="t"/>
              <a:pathLst>
                <a:path extrusionOk="0" h="4370" w="1751">
                  <a:moveTo>
                    <a:pt x="1750" y="0"/>
                  </a:moveTo>
                  <a:lnTo>
                    <a:pt x="1750" y="0"/>
                  </a:lnTo>
                  <a:cubicBezTo>
                    <a:pt x="1179" y="1465"/>
                    <a:pt x="595" y="2917"/>
                    <a:pt x="0" y="4370"/>
                  </a:cubicBezTo>
                  <a:cubicBezTo>
                    <a:pt x="12" y="4358"/>
                    <a:pt x="48" y="4346"/>
                    <a:pt x="107" y="4299"/>
                  </a:cubicBezTo>
                  <a:cubicBezTo>
                    <a:pt x="155" y="4275"/>
                    <a:pt x="202" y="4251"/>
                    <a:pt x="262" y="4215"/>
                  </a:cubicBezTo>
                  <a:cubicBezTo>
                    <a:pt x="595" y="3275"/>
                    <a:pt x="1119" y="1822"/>
                    <a:pt x="17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47"/>
            <p:cNvSpPr/>
            <p:nvPr/>
          </p:nvSpPr>
          <p:spPr>
            <a:xfrm>
              <a:off x="3310225" y="1746475"/>
              <a:ext cx="43175" cy="77725"/>
            </a:xfrm>
            <a:custGeom>
              <a:rect b="b" l="l" r="r" t="t"/>
              <a:pathLst>
                <a:path extrusionOk="0" h="3109" w="1727">
                  <a:moveTo>
                    <a:pt x="1667" y="1"/>
                  </a:moveTo>
                  <a:cubicBezTo>
                    <a:pt x="1048" y="1144"/>
                    <a:pt x="512" y="2132"/>
                    <a:pt x="0" y="3108"/>
                  </a:cubicBezTo>
                  <a:cubicBezTo>
                    <a:pt x="560" y="2406"/>
                    <a:pt x="1120" y="1703"/>
                    <a:pt x="1679" y="1013"/>
                  </a:cubicBezTo>
                  <a:cubicBezTo>
                    <a:pt x="1727" y="703"/>
                    <a:pt x="1715" y="382"/>
                    <a:pt x="1667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47"/>
            <p:cNvSpPr/>
            <p:nvPr/>
          </p:nvSpPr>
          <p:spPr>
            <a:xfrm>
              <a:off x="3587925" y="1425300"/>
              <a:ext cx="42900" cy="46175"/>
            </a:xfrm>
            <a:custGeom>
              <a:rect b="b" l="l" r="r" t="t"/>
              <a:pathLst>
                <a:path extrusionOk="0" h="1847" w="1716">
                  <a:moveTo>
                    <a:pt x="1715" y="1"/>
                  </a:moveTo>
                  <a:lnTo>
                    <a:pt x="1715" y="1"/>
                  </a:lnTo>
                  <a:cubicBezTo>
                    <a:pt x="1644" y="36"/>
                    <a:pt x="1573" y="60"/>
                    <a:pt x="1501" y="96"/>
                  </a:cubicBezTo>
                  <a:cubicBezTo>
                    <a:pt x="906" y="406"/>
                    <a:pt x="501" y="1084"/>
                    <a:pt x="1" y="1596"/>
                  </a:cubicBezTo>
                  <a:lnTo>
                    <a:pt x="346" y="1549"/>
                  </a:lnTo>
                  <a:lnTo>
                    <a:pt x="346" y="1549"/>
                  </a:lnTo>
                  <a:cubicBezTo>
                    <a:pt x="287" y="1620"/>
                    <a:pt x="227" y="1679"/>
                    <a:pt x="180" y="1751"/>
                  </a:cubicBezTo>
                  <a:cubicBezTo>
                    <a:pt x="322" y="1787"/>
                    <a:pt x="465" y="1822"/>
                    <a:pt x="620" y="1846"/>
                  </a:cubicBezTo>
                  <a:cubicBezTo>
                    <a:pt x="656" y="1822"/>
                    <a:pt x="692" y="1810"/>
                    <a:pt x="739" y="1799"/>
                  </a:cubicBezTo>
                  <a:cubicBezTo>
                    <a:pt x="1049" y="1227"/>
                    <a:pt x="1382" y="620"/>
                    <a:pt x="17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47"/>
            <p:cNvSpPr/>
            <p:nvPr/>
          </p:nvSpPr>
          <p:spPr>
            <a:xfrm>
              <a:off x="3280750" y="2383150"/>
              <a:ext cx="19675" cy="3300"/>
            </a:xfrm>
            <a:custGeom>
              <a:rect b="b" l="l" r="r" t="t"/>
              <a:pathLst>
                <a:path extrusionOk="0" h="132" w="787">
                  <a:moveTo>
                    <a:pt x="1" y="1"/>
                  </a:moveTo>
                  <a:lnTo>
                    <a:pt x="1" y="1"/>
                  </a:lnTo>
                  <a:cubicBezTo>
                    <a:pt x="167" y="49"/>
                    <a:pt x="346" y="96"/>
                    <a:pt x="525" y="132"/>
                  </a:cubicBezTo>
                  <a:cubicBezTo>
                    <a:pt x="620" y="120"/>
                    <a:pt x="703" y="108"/>
                    <a:pt x="787" y="84"/>
                  </a:cubicBezTo>
                  <a:cubicBezTo>
                    <a:pt x="525" y="60"/>
                    <a:pt x="263" y="37"/>
                    <a:pt x="1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47"/>
            <p:cNvSpPr/>
            <p:nvPr/>
          </p:nvSpPr>
          <p:spPr>
            <a:xfrm>
              <a:off x="3590025" y="1468475"/>
              <a:ext cx="2400" cy="1800"/>
            </a:xfrm>
            <a:custGeom>
              <a:rect b="b" l="l" r="r" t="t"/>
              <a:pathLst>
                <a:path extrusionOk="0" h="72" w="96">
                  <a:moveTo>
                    <a:pt x="0" y="0"/>
                  </a:moveTo>
                  <a:cubicBezTo>
                    <a:pt x="24" y="24"/>
                    <a:pt x="36" y="48"/>
                    <a:pt x="48" y="72"/>
                  </a:cubicBezTo>
                  <a:cubicBezTo>
                    <a:pt x="72" y="60"/>
                    <a:pt x="84" y="36"/>
                    <a:pt x="96" y="24"/>
                  </a:cubicBezTo>
                  <a:cubicBezTo>
                    <a:pt x="60" y="12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47"/>
            <p:cNvSpPr/>
            <p:nvPr/>
          </p:nvSpPr>
          <p:spPr>
            <a:xfrm>
              <a:off x="4377675" y="2953175"/>
              <a:ext cx="110600" cy="94175"/>
            </a:xfrm>
            <a:custGeom>
              <a:rect b="b" l="l" r="r" t="t"/>
              <a:pathLst>
                <a:path extrusionOk="0" h="3767" w="4424">
                  <a:moveTo>
                    <a:pt x="4380" y="0"/>
                  </a:moveTo>
                  <a:lnTo>
                    <a:pt x="4011" y="560"/>
                  </a:lnTo>
                  <a:cubicBezTo>
                    <a:pt x="3792" y="507"/>
                    <a:pt x="3571" y="481"/>
                    <a:pt x="3351" y="481"/>
                  </a:cubicBezTo>
                  <a:cubicBezTo>
                    <a:pt x="1651" y="481"/>
                    <a:pt x="1" y="1986"/>
                    <a:pt x="22" y="3715"/>
                  </a:cubicBezTo>
                  <a:cubicBezTo>
                    <a:pt x="212" y="3750"/>
                    <a:pt x="402" y="3767"/>
                    <a:pt x="592" y="3767"/>
                  </a:cubicBezTo>
                  <a:cubicBezTo>
                    <a:pt x="2547" y="3767"/>
                    <a:pt x="4423" y="1997"/>
                    <a:pt x="43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47"/>
            <p:cNvSpPr/>
            <p:nvPr/>
          </p:nvSpPr>
          <p:spPr>
            <a:xfrm>
              <a:off x="4504425" y="2435850"/>
              <a:ext cx="8350" cy="33350"/>
            </a:xfrm>
            <a:custGeom>
              <a:rect b="b" l="l" r="r" t="t"/>
              <a:pathLst>
                <a:path extrusionOk="0" h="1334" w="334">
                  <a:moveTo>
                    <a:pt x="334" y="0"/>
                  </a:moveTo>
                  <a:cubicBezTo>
                    <a:pt x="274" y="155"/>
                    <a:pt x="215" y="322"/>
                    <a:pt x="155" y="477"/>
                  </a:cubicBezTo>
                  <a:cubicBezTo>
                    <a:pt x="72" y="715"/>
                    <a:pt x="0" y="1000"/>
                    <a:pt x="155" y="1203"/>
                  </a:cubicBezTo>
                  <a:cubicBezTo>
                    <a:pt x="203" y="1262"/>
                    <a:pt x="262" y="1310"/>
                    <a:pt x="334" y="1334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47"/>
            <p:cNvSpPr/>
            <p:nvPr/>
          </p:nvSpPr>
          <p:spPr>
            <a:xfrm>
              <a:off x="3399225" y="1507900"/>
              <a:ext cx="613200" cy="594625"/>
            </a:xfrm>
            <a:custGeom>
              <a:rect b="b" l="l" r="r" t="t"/>
              <a:pathLst>
                <a:path extrusionOk="0" h="23785" w="24528">
                  <a:moveTo>
                    <a:pt x="16051" y="1"/>
                  </a:moveTo>
                  <a:cubicBezTo>
                    <a:pt x="15733" y="1"/>
                    <a:pt x="15403" y="26"/>
                    <a:pt x="15062" y="78"/>
                  </a:cubicBezTo>
                  <a:cubicBezTo>
                    <a:pt x="16991" y="852"/>
                    <a:pt x="18384" y="2031"/>
                    <a:pt x="19360" y="3590"/>
                  </a:cubicBezTo>
                  <a:lnTo>
                    <a:pt x="18479" y="3590"/>
                  </a:lnTo>
                  <a:cubicBezTo>
                    <a:pt x="20134" y="5614"/>
                    <a:pt x="21063" y="8531"/>
                    <a:pt x="21063" y="11544"/>
                  </a:cubicBezTo>
                  <a:cubicBezTo>
                    <a:pt x="21063" y="17199"/>
                    <a:pt x="17264" y="21819"/>
                    <a:pt x="12490" y="22128"/>
                  </a:cubicBezTo>
                  <a:cubicBezTo>
                    <a:pt x="11749" y="22375"/>
                    <a:pt x="10988" y="22557"/>
                    <a:pt x="10171" y="22557"/>
                  </a:cubicBezTo>
                  <a:cubicBezTo>
                    <a:pt x="9728" y="22557"/>
                    <a:pt x="9268" y="22504"/>
                    <a:pt x="8787" y="22378"/>
                  </a:cubicBezTo>
                  <a:cubicBezTo>
                    <a:pt x="6001" y="21664"/>
                    <a:pt x="4537" y="19819"/>
                    <a:pt x="3608" y="17318"/>
                  </a:cubicBezTo>
                  <a:cubicBezTo>
                    <a:pt x="2775" y="15068"/>
                    <a:pt x="2632" y="12830"/>
                    <a:pt x="2941" y="10603"/>
                  </a:cubicBezTo>
                  <a:cubicBezTo>
                    <a:pt x="3036" y="9436"/>
                    <a:pt x="3287" y="8365"/>
                    <a:pt x="3679" y="7377"/>
                  </a:cubicBezTo>
                  <a:cubicBezTo>
                    <a:pt x="3691" y="7353"/>
                    <a:pt x="3691" y="7341"/>
                    <a:pt x="3703" y="7317"/>
                  </a:cubicBezTo>
                  <a:cubicBezTo>
                    <a:pt x="3846" y="6841"/>
                    <a:pt x="3965" y="6353"/>
                    <a:pt x="4096" y="5864"/>
                  </a:cubicBezTo>
                  <a:cubicBezTo>
                    <a:pt x="3977" y="5793"/>
                    <a:pt x="3858" y="5710"/>
                    <a:pt x="3739" y="5638"/>
                  </a:cubicBezTo>
                  <a:cubicBezTo>
                    <a:pt x="3251" y="6162"/>
                    <a:pt x="2655" y="6626"/>
                    <a:pt x="2274" y="7222"/>
                  </a:cubicBezTo>
                  <a:cubicBezTo>
                    <a:pt x="393" y="10163"/>
                    <a:pt x="274" y="13449"/>
                    <a:pt x="548" y="16783"/>
                  </a:cubicBezTo>
                  <a:cubicBezTo>
                    <a:pt x="631" y="17806"/>
                    <a:pt x="989" y="18807"/>
                    <a:pt x="1262" y="20033"/>
                  </a:cubicBezTo>
                  <a:cubicBezTo>
                    <a:pt x="834" y="19319"/>
                    <a:pt x="453" y="18699"/>
                    <a:pt x="0" y="17961"/>
                  </a:cubicBezTo>
                  <a:lnTo>
                    <a:pt x="0" y="17961"/>
                  </a:lnTo>
                  <a:cubicBezTo>
                    <a:pt x="909" y="20411"/>
                    <a:pt x="3407" y="23784"/>
                    <a:pt x="11596" y="23784"/>
                  </a:cubicBezTo>
                  <a:cubicBezTo>
                    <a:pt x="11883" y="23784"/>
                    <a:pt x="12177" y="23780"/>
                    <a:pt x="12478" y="23771"/>
                  </a:cubicBezTo>
                  <a:cubicBezTo>
                    <a:pt x="24527" y="23438"/>
                    <a:pt x="24361" y="10901"/>
                    <a:pt x="24039" y="7436"/>
                  </a:cubicBezTo>
                  <a:cubicBezTo>
                    <a:pt x="23944" y="6531"/>
                    <a:pt x="23753" y="5293"/>
                    <a:pt x="23325" y="4019"/>
                  </a:cubicBezTo>
                  <a:cubicBezTo>
                    <a:pt x="23241" y="4090"/>
                    <a:pt x="23158" y="4174"/>
                    <a:pt x="23087" y="4257"/>
                  </a:cubicBezTo>
                  <a:cubicBezTo>
                    <a:pt x="22146" y="3412"/>
                    <a:pt x="21205" y="2566"/>
                    <a:pt x="20265" y="1733"/>
                  </a:cubicBezTo>
                  <a:cubicBezTo>
                    <a:pt x="19049" y="667"/>
                    <a:pt x="17691" y="1"/>
                    <a:pt x="160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47"/>
            <p:cNvSpPr/>
            <p:nvPr/>
          </p:nvSpPr>
          <p:spPr>
            <a:xfrm>
              <a:off x="3609975" y="1527700"/>
              <a:ext cx="78300" cy="32475"/>
            </a:xfrm>
            <a:custGeom>
              <a:rect b="b" l="l" r="r" t="t"/>
              <a:pathLst>
                <a:path extrusionOk="0" h="1299" w="3132">
                  <a:moveTo>
                    <a:pt x="3000" y="0"/>
                  </a:moveTo>
                  <a:cubicBezTo>
                    <a:pt x="1905" y="262"/>
                    <a:pt x="881" y="667"/>
                    <a:pt x="0" y="1298"/>
                  </a:cubicBezTo>
                  <a:cubicBezTo>
                    <a:pt x="964" y="774"/>
                    <a:pt x="2024" y="417"/>
                    <a:pt x="3131" y="227"/>
                  </a:cubicBezTo>
                  <a:cubicBezTo>
                    <a:pt x="3096" y="155"/>
                    <a:pt x="3048" y="72"/>
                    <a:pt x="3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47"/>
            <p:cNvSpPr/>
            <p:nvPr/>
          </p:nvSpPr>
          <p:spPr>
            <a:xfrm>
              <a:off x="3485850" y="1532800"/>
              <a:ext cx="439950" cy="528325"/>
            </a:xfrm>
            <a:custGeom>
              <a:rect b="b" l="l" r="r" t="t"/>
              <a:pathLst>
                <a:path extrusionOk="0" h="21133" w="17598">
                  <a:moveTo>
                    <a:pt x="4310" y="4190"/>
                  </a:moveTo>
                  <a:cubicBezTo>
                    <a:pt x="5489" y="4190"/>
                    <a:pt x="6441" y="5142"/>
                    <a:pt x="6441" y="6309"/>
                  </a:cubicBezTo>
                  <a:cubicBezTo>
                    <a:pt x="6441" y="6523"/>
                    <a:pt x="6394" y="6726"/>
                    <a:pt x="6334" y="6928"/>
                  </a:cubicBezTo>
                  <a:cubicBezTo>
                    <a:pt x="6977" y="6535"/>
                    <a:pt x="7715" y="6309"/>
                    <a:pt x="8525" y="6309"/>
                  </a:cubicBezTo>
                  <a:cubicBezTo>
                    <a:pt x="10847" y="6309"/>
                    <a:pt x="12728" y="8190"/>
                    <a:pt x="12728" y="10524"/>
                  </a:cubicBezTo>
                  <a:cubicBezTo>
                    <a:pt x="12728" y="12846"/>
                    <a:pt x="10847" y="14727"/>
                    <a:pt x="8525" y="14727"/>
                  </a:cubicBezTo>
                  <a:cubicBezTo>
                    <a:pt x="6191" y="14727"/>
                    <a:pt x="4310" y="12846"/>
                    <a:pt x="4310" y="10524"/>
                  </a:cubicBezTo>
                  <a:cubicBezTo>
                    <a:pt x="4310" y="9714"/>
                    <a:pt x="4536" y="8976"/>
                    <a:pt x="4929" y="8333"/>
                  </a:cubicBezTo>
                  <a:lnTo>
                    <a:pt x="4929" y="8333"/>
                  </a:lnTo>
                  <a:cubicBezTo>
                    <a:pt x="4727" y="8393"/>
                    <a:pt x="4524" y="8440"/>
                    <a:pt x="4310" y="8440"/>
                  </a:cubicBezTo>
                  <a:cubicBezTo>
                    <a:pt x="3131" y="8440"/>
                    <a:pt x="2179" y="7488"/>
                    <a:pt x="2179" y="6309"/>
                  </a:cubicBezTo>
                  <a:cubicBezTo>
                    <a:pt x="2179" y="5142"/>
                    <a:pt x="3131" y="4190"/>
                    <a:pt x="4310" y="4190"/>
                  </a:cubicBezTo>
                  <a:close/>
                  <a:moveTo>
                    <a:pt x="14490" y="12608"/>
                  </a:moveTo>
                  <a:cubicBezTo>
                    <a:pt x="15454" y="12608"/>
                    <a:pt x="16240" y="13393"/>
                    <a:pt x="16240" y="14358"/>
                  </a:cubicBezTo>
                  <a:cubicBezTo>
                    <a:pt x="16240" y="15334"/>
                    <a:pt x="15454" y="16120"/>
                    <a:pt x="14490" y="16120"/>
                  </a:cubicBezTo>
                  <a:cubicBezTo>
                    <a:pt x="13514" y="16120"/>
                    <a:pt x="12728" y="15334"/>
                    <a:pt x="12728" y="14358"/>
                  </a:cubicBezTo>
                  <a:cubicBezTo>
                    <a:pt x="12728" y="13393"/>
                    <a:pt x="13514" y="12608"/>
                    <a:pt x="14490" y="12608"/>
                  </a:cubicBezTo>
                  <a:close/>
                  <a:moveTo>
                    <a:pt x="10254" y="0"/>
                  </a:moveTo>
                  <a:cubicBezTo>
                    <a:pt x="9835" y="0"/>
                    <a:pt x="9436" y="128"/>
                    <a:pt x="9013" y="380"/>
                  </a:cubicBezTo>
                  <a:cubicBezTo>
                    <a:pt x="7215" y="1463"/>
                    <a:pt x="5346" y="2440"/>
                    <a:pt x="3536" y="3511"/>
                  </a:cubicBezTo>
                  <a:cubicBezTo>
                    <a:pt x="3072" y="3785"/>
                    <a:pt x="2572" y="4202"/>
                    <a:pt x="2358" y="4678"/>
                  </a:cubicBezTo>
                  <a:cubicBezTo>
                    <a:pt x="714" y="8250"/>
                    <a:pt x="0" y="11929"/>
                    <a:pt x="1179" y="15822"/>
                  </a:cubicBezTo>
                  <a:cubicBezTo>
                    <a:pt x="2069" y="18784"/>
                    <a:pt x="5059" y="20782"/>
                    <a:pt x="8079" y="20782"/>
                  </a:cubicBezTo>
                  <a:cubicBezTo>
                    <a:pt x="8531" y="20782"/>
                    <a:pt x="8983" y="20737"/>
                    <a:pt x="9430" y="20644"/>
                  </a:cubicBezTo>
                  <a:lnTo>
                    <a:pt x="9430" y="20918"/>
                  </a:lnTo>
                  <a:lnTo>
                    <a:pt x="9632" y="20918"/>
                  </a:lnTo>
                  <a:cubicBezTo>
                    <a:pt x="9430" y="21001"/>
                    <a:pt x="9227" y="21073"/>
                    <a:pt x="9025" y="21132"/>
                  </a:cubicBezTo>
                  <a:cubicBezTo>
                    <a:pt x="13799" y="20823"/>
                    <a:pt x="17598" y="16203"/>
                    <a:pt x="17598" y="10560"/>
                  </a:cubicBezTo>
                  <a:cubicBezTo>
                    <a:pt x="17598" y="7535"/>
                    <a:pt x="16669" y="4618"/>
                    <a:pt x="15014" y="2606"/>
                  </a:cubicBezTo>
                  <a:lnTo>
                    <a:pt x="14585" y="2606"/>
                  </a:lnTo>
                  <a:cubicBezTo>
                    <a:pt x="13704" y="1475"/>
                    <a:pt x="12537" y="654"/>
                    <a:pt x="11049" y="142"/>
                  </a:cubicBezTo>
                  <a:cubicBezTo>
                    <a:pt x="10770" y="47"/>
                    <a:pt x="10509" y="0"/>
                    <a:pt x="10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47"/>
            <p:cNvSpPr/>
            <p:nvPr/>
          </p:nvSpPr>
          <p:spPr>
            <a:xfrm>
              <a:off x="3579600" y="1533350"/>
              <a:ext cx="111050" cy="65525"/>
            </a:xfrm>
            <a:custGeom>
              <a:rect b="b" l="l" r="r" t="t"/>
              <a:pathLst>
                <a:path extrusionOk="0" h="2621" w="4442">
                  <a:moveTo>
                    <a:pt x="4346" y="1"/>
                  </a:moveTo>
                  <a:cubicBezTo>
                    <a:pt x="3239" y="191"/>
                    <a:pt x="2179" y="548"/>
                    <a:pt x="1215" y="1072"/>
                  </a:cubicBezTo>
                  <a:cubicBezTo>
                    <a:pt x="774" y="1382"/>
                    <a:pt x="358" y="1739"/>
                    <a:pt x="1" y="2180"/>
                  </a:cubicBezTo>
                  <a:cubicBezTo>
                    <a:pt x="96" y="2334"/>
                    <a:pt x="191" y="2477"/>
                    <a:pt x="286" y="2620"/>
                  </a:cubicBezTo>
                  <a:cubicBezTo>
                    <a:pt x="1679" y="1799"/>
                    <a:pt x="3060" y="977"/>
                    <a:pt x="4442" y="155"/>
                  </a:cubicBezTo>
                  <a:cubicBezTo>
                    <a:pt x="4418" y="96"/>
                    <a:pt x="4382" y="48"/>
                    <a:pt x="43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47"/>
            <p:cNvSpPr/>
            <p:nvPr/>
          </p:nvSpPr>
          <p:spPr>
            <a:xfrm>
              <a:off x="3472750" y="1692300"/>
              <a:ext cx="18475" cy="80700"/>
            </a:xfrm>
            <a:custGeom>
              <a:rect b="b" l="l" r="r" t="t"/>
              <a:pathLst>
                <a:path extrusionOk="0" h="3228" w="739">
                  <a:moveTo>
                    <a:pt x="738" y="1"/>
                  </a:moveTo>
                  <a:lnTo>
                    <a:pt x="738" y="1"/>
                  </a:lnTo>
                  <a:cubicBezTo>
                    <a:pt x="346" y="989"/>
                    <a:pt x="95" y="2072"/>
                    <a:pt x="0" y="3227"/>
                  </a:cubicBezTo>
                  <a:cubicBezTo>
                    <a:pt x="155" y="2156"/>
                    <a:pt x="405" y="1072"/>
                    <a:pt x="738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47"/>
            <p:cNvSpPr/>
            <p:nvPr/>
          </p:nvSpPr>
          <p:spPr>
            <a:xfrm>
              <a:off x="3593600" y="1690525"/>
              <a:ext cx="210450" cy="210450"/>
            </a:xfrm>
            <a:custGeom>
              <a:rect b="b" l="l" r="r" t="t"/>
              <a:pathLst>
                <a:path extrusionOk="0" h="8418" w="8418">
                  <a:moveTo>
                    <a:pt x="4215" y="0"/>
                  </a:moveTo>
                  <a:cubicBezTo>
                    <a:pt x="3405" y="0"/>
                    <a:pt x="2667" y="226"/>
                    <a:pt x="2024" y="619"/>
                  </a:cubicBezTo>
                  <a:cubicBezTo>
                    <a:pt x="1822" y="1298"/>
                    <a:pt x="1298" y="1822"/>
                    <a:pt x="619" y="2024"/>
                  </a:cubicBezTo>
                  <a:cubicBezTo>
                    <a:pt x="226" y="2667"/>
                    <a:pt x="0" y="3405"/>
                    <a:pt x="0" y="4215"/>
                  </a:cubicBezTo>
                  <a:cubicBezTo>
                    <a:pt x="0" y="6537"/>
                    <a:pt x="1881" y="8418"/>
                    <a:pt x="4215" y="8418"/>
                  </a:cubicBezTo>
                  <a:cubicBezTo>
                    <a:pt x="6537" y="8418"/>
                    <a:pt x="8418" y="6537"/>
                    <a:pt x="8418" y="4215"/>
                  </a:cubicBezTo>
                  <a:cubicBezTo>
                    <a:pt x="8418" y="1881"/>
                    <a:pt x="6537" y="0"/>
                    <a:pt x="4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47"/>
            <p:cNvSpPr/>
            <p:nvPr/>
          </p:nvSpPr>
          <p:spPr>
            <a:xfrm>
              <a:off x="3540300" y="1637525"/>
              <a:ext cx="106600" cy="106300"/>
            </a:xfrm>
            <a:custGeom>
              <a:rect b="b" l="l" r="r" t="t"/>
              <a:pathLst>
                <a:path extrusionOk="0" h="4252" w="4264">
                  <a:moveTo>
                    <a:pt x="2132" y="1"/>
                  </a:moveTo>
                  <a:cubicBezTo>
                    <a:pt x="953" y="1"/>
                    <a:pt x="1" y="953"/>
                    <a:pt x="1" y="2120"/>
                  </a:cubicBezTo>
                  <a:cubicBezTo>
                    <a:pt x="1" y="3299"/>
                    <a:pt x="953" y="4251"/>
                    <a:pt x="2132" y="4251"/>
                  </a:cubicBezTo>
                  <a:cubicBezTo>
                    <a:pt x="2346" y="4251"/>
                    <a:pt x="2549" y="4204"/>
                    <a:pt x="2751" y="4144"/>
                  </a:cubicBezTo>
                  <a:cubicBezTo>
                    <a:pt x="3430" y="3942"/>
                    <a:pt x="3954" y="3418"/>
                    <a:pt x="4156" y="2739"/>
                  </a:cubicBezTo>
                  <a:cubicBezTo>
                    <a:pt x="4216" y="2537"/>
                    <a:pt x="4263" y="2334"/>
                    <a:pt x="4263" y="2120"/>
                  </a:cubicBezTo>
                  <a:cubicBezTo>
                    <a:pt x="4263" y="953"/>
                    <a:pt x="3311" y="1"/>
                    <a:pt x="21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47"/>
            <p:cNvSpPr/>
            <p:nvPr/>
          </p:nvSpPr>
          <p:spPr>
            <a:xfrm>
              <a:off x="3804025" y="1847975"/>
              <a:ext cx="87850" cy="87825"/>
            </a:xfrm>
            <a:custGeom>
              <a:rect b="b" l="l" r="r" t="t"/>
              <a:pathLst>
                <a:path extrusionOk="0" h="3513" w="3514">
                  <a:moveTo>
                    <a:pt x="1763" y="1"/>
                  </a:moveTo>
                  <a:cubicBezTo>
                    <a:pt x="787" y="1"/>
                    <a:pt x="1" y="786"/>
                    <a:pt x="1" y="1751"/>
                  </a:cubicBezTo>
                  <a:cubicBezTo>
                    <a:pt x="1" y="2727"/>
                    <a:pt x="787" y="3513"/>
                    <a:pt x="1763" y="3513"/>
                  </a:cubicBezTo>
                  <a:cubicBezTo>
                    <a:pt x="2727" y="3513"/>
                    <a:pt x="3513" y="2727"/>
                    <a:pt x="3513" y="1751"/>
                  </a:cubicBezTo>
                  <a:cubicBezTo>
                    <a:pt x="3513" y="786"/>
                    <a:pt x="2727" y="1"/>
                    <a:pt x="17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47"/>
            <p:cNvSpPr/>
            <p:nvPr/>
          </p:nvSpPr>
          <p:spPr>
            <a:xfrm>
              <a:off x="3999000" y="4384600"/>
              <a:ext cx="122075" cy="78000"/>
            </a:xfrm>
            <a:custGeom>
              <a:rect b="b" l="l" r="r" t="t"/>
              <a:pathLst>
                <a:path extrusionOk="0" h="3120" w="4883">
                  <a:moveTo>
                    <a:pt x="0" y="0"/>
                  </a:moveTo>
                  <a:lnTo>
                    <a:pt x="0" y="0"/>
                  </a:lnTo>
                  <a:cubicBezTo>
                    <a:pt x="1632" y="1048"/>
                    <a:pt x="3299" y="2108"/>
                    <a:pt x="4882" y="3120"/>
                  </a:cubicBezTo>
                  <a:cubicBezTo>
                    <a:pt x="3715" y="2334"/>
                    <a:pt x="2548" y="1560"/>
                    <a:pt x="1346" y="834"/>
                  </a:cubicBezTo>
                  <a:cubicBezTo>
                    <a:pt x="893" y="560"/>
                    <a:pt x="453" y="286"/>
                    <a:pt x="0" y="0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47"/>
            <p:cNvSpPr/>
            <p:nvPr/>
          </p:nvSpPr>
          <p:spPr>
            <a:xfrm>
              <a:off x="3575125" y="3609800"/>
              <a:ext cx="937950" cy="948050"/>
            </a:xfrm>
            <a:custGeom>
              <a:rect b="b" l="l" r="r" t="t"/>
              <a:pathLst>
                <a:path extrusionOk="0" h="37922" w="37518">
                  <a:moveTo>
                    <a:pt x="30588" y="0"/>
                  </a:moveTo>
                  <a:cubicBezTo>
                    <a:pt x="28302" y="108"/>
                    <a:pt x="26659" y="1358"/>
                    <a:pt x="24706" y="2537"/>
                  </a:cubicBezTo>
                  <a:cubicBezTo>
                    <a:pt x="24897" y="2167"/>
                    <a:pt x="25004" y="1941"/>
                    <a:pt x="25099" y="1751"/>
                  </a:cubicBezTo>
                  <a:lnTo>
                    <a:pt x="25099" y="1751"/>
                  </a:lnTo>
                  <a:cubicBezTo>
                    <a:pt x="21837" y="3810"/>
                    <a:pt x="18241" y="6085"/>
                    <a:pt x="14479" y="8454"/>
                  </a:cubicBezTo>
                  <a:cubicBezTo>
                    <a:pt x="14479" y="8454"/>
                    <a:pt x="15205" y="7871"/>
                    <a:pt x="16503" y="6870"/>
                  </a:cubicBezTo>
                  <a:cubicBezTo>
                    <a:pt x="17539" y="6073"/>
                    <a:pt x="18956" y="5013"/>
                    <a:pt x="20670" y="3787"/>
                  </a:cubicBezTo>
                  <a:lnTo>
                    <a:pt x="20670" y="3787"/>
                  </a:lnTo>
                  <a:cubicBezTo>
                    <a:pt x="20265" y="4013"/>
                    <a:pt x="19873" y="4227"/>
                    <a:pt x="19468" y="4442"/>
                  </a:cubicBezTo>
                  <a:cubicBezTo>
                    <a:pt x="19432" y="4382"/>
                    <a:pt x="19384" y="4322"/>
                    <a:pt x="19349" y="4263"/>
                  </a:cubicBezTo>
                  <a:cubicBezTo>
                    <a:pt x="20242" y="3560"/>
                    <a:pt x="21123" y="2858"/>
                    <a:pt x="22004" y="2167"/>
                  </a:cubicBezTo>
                  <a:cubicBezTo>
                    <a:pt x="21956" y="2084"/>
                    <a:pt x="21908" y="1989"/>
                    <a:pt x="21861" y="1905"/>
                  </a:cubicBezTo>
                  <a:cubicBezTo>
                    <a:pt x="17503" y="3477"/>
                    <a:pt x="13610" y="5954"/>
                    <a:pt x="9407" y="8418"/>
                  </a:cubicBezTo>
                  <a:cubicBezTo>
                    <a:pt x="11705" y="13824"/>
                    <a:pt x="13943" y="19134"/>
                    <a:pt x="16193" y="24456"/>
                  </a:cubicBezTo>
                  <a:cubicBezTo>
                    <a:pt x="13134" y="19586"/>
                    <a:pt x="11098" y="14240"/>
                    <a:pt x="8871" y="8704"/>
                  </a:cubicBezTo>
                  <a:cubicBezTo>
                    <a:pt x="5871" y="10466"/>
                    <a:pt x="3013" y="12133"/>
                    <a:pt x="1" y="13895"/>
                  </a:cubicBezTo>
                  <a:cubicBezTo>
                    <a:pt x="1501" y="15538"/>
                    <a:pt x="2882" y="17110"/>
                    <a:pt x="4323" y="18610"/>
                  </a:cubicBezTo>
                  <a:cubicBezTo>
                    <a:pt x="10014" y="24551"/>
                    <a:pt x="16408" y="29635"/>
                    <a:pt x="23218" y="34231"/>
                  </a:cubicBezTo>
                  <a:cubicBezTo>
                    <a:pt x="24992" y="35433"/>
                    <a:pt x="26754" y="36672"/>
                    <a:pt x="28505" y="37922"/>
                  </a:cubicBezTo>
                  <a:lnTo>
                    <a:pt x="37518" y="37922"/>
                  </a:lnTo>
                  <a:lnTo>
                    <a:pt x="37518" y="33028"/>
                  </a:lnTo>
                  <a:cubicBezTo>
                    <a:pt x="36529" y="32147"/>
                    <a:pt x="35660" y="31159"/>
                    <a:pt x="35077" y="29980"/>
                  </a:cubicBezTo>
                  <a:cubicBezTo>
                    <a:pt x="34136" y="28075"/>
                    <a:pt x="34065" y="25873"/>
                    <a:pt x="34041" y="23753"/>
                  </a:cubicBezTo>
                  <a:cubicBezTo>
                    <a:pt x="33934" y="16550"/>
                    <a:pt x="34100" y="9347"/>
                    <a:pt x="34553" y="2156"/>
                  </a:cubicBezTo>
                  <a:lnTo>
                    <a:pt x="34553" y="2156"/>
                  </a:lnTo>
                  <a:cubicBezTo>
                    <a:pt x="32184" y="3620"/>
                    <a:pt x="29124" y="5465"/>
                    <a:pt x="25730" y="7335"/>
                  </a:cubicBezTo>
                  <a:cubicBezTo>
                    <a:pt x="25730" y="7335"/>
                    <a:pt x="26076" y="7013"/>
                    <a:pt x="26731" y="6477"/>
                  </a:cubicBezTo>
                  <a:cubicBezTo>
                    <a:pt x="27385" y="5930"/>
                    <a:pt x="28350" y="5180"/>
                    <a:pt x="29552" y="4322"/>
                  </a:cubicBezTo>
                  <a:cubicBezTo>
                    <a:pt x="30576" y="3608"/>
                    <a:pt x="31791" y="2822"/>
                    <a:pt x="33136" y="2036"/>
                  </a:cubicBezTo>
                  <a:lnTo>
                    <a:pt x="33136" y="2036"/>
                  </a:lnTo>
                  <a:cubicBezTo>
                    <a:pt x="30874" y="3001"/>
                    <a:pt x="28624" y="3953"/>
                    <a:pt x="26361" y="4918"/>
                  </a:cubicBezTo>
                  <a:cubicBezTo>
                    <a:pt x="24933" y="5704"/>
                    <a:pt x="23456" y="6501"/>
                    <a:pt x="21932" y="7311"/>
                  </a:cubicBezTo>
                  <a:cubicBezTo>
                    <a:pt x="21932" y="7311"/>
                    <a:pt x="22563" y="6835"/>
                    <a:pt x="23683" y="6049"/>
                  </a:cubicBezTo>
                  <a:lnTo>
                    <a:pt x="23683" y="6049"/>
                  </a:lnTo>
                  <a:cubicBezTo>
                    <a:pt x="23290" y="6227"/>
                    <a:pt x="22885" y="6394"/>
                    <a:pt x="22492" y="6561"/>
                  </a:cubicBezTo>
                  <a:cubicBezTo>
                    <a:pt x="23837" y="5573"/>
                    <a:pt x="25183" y="4572"/>
                    <a:pt x="26528" y="3572"/>
                  </a:cubicBezTo>
                  <a:lnTo>
                    <a:pt x="26528" y="3572"/>
                  </a:lnTo>
                  <a:cubicBezTo>
                    <a:pt x="23611" y="5394"/>
                    <a:pt x="20444" y="7335"/>
                    <a:pt x="17098" y="9311"/>
                  </a:cubicBezTo>
                  <a:cubicBezTo>
                    <a:pt x="17098" y="9311"/>
                    <a:pt x="19968" y="7073"/>
                    <a:pt x="24635" y="3906"/>
                  </a:cubicBezTo>
                  <a:cubicBezTo>
                    <a:pt x="26385" y="2715"/>
                    <a:pt x="28385" y="1382"/>
                    <a:pt x="30588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47"/>
            <p:cNvSpPr/>
            <p:nvPr/>
          </p:nvSpPr>
          <p:spPr>
            <a:xfrm>
              <a:off x="3985300" y="4375675"/>
              <a:ext cx="10150" cy="6575"/>
            </a:xfrm>
            <a:custGeom>
              <a:rect b="b" l="l" r="r" t="t"/>
              <a:pathLst>
                <a:path extrusionOk="0" h="263" w="406">
                  <a:moveTo>
                    <a:pt x="1" y="0"/>
                  </a:moveTo>
                  <a:cubicBezTo>
                    <a:pt x="24" y="16"/>
                    <a:pt x="47" y="31"/>
                    <a:pt x="74" y="47"/>
                  </a:cubicBezTo>
                  <a:lnTo>
                    <a:pt x="74" y="47"/>
                  </a:lnTo>
                  <a:cubicBezTo>
                    <a:pt x="49" y="31"/>
                    <a:pt x="25" y="16"/>
                    <a:pt x="1" y="0"/>
                  </a:cubicBezTo>
                  <a:close/>
                  <a:moveTo>
                    <a:pt x="74" y="47"/>
                  </a:moveTo>
                  <a:lnTo>
                    <a:pt x="74" y="47"/>
                  </a:lnTo>
                  <a:cubicBezTo>
                    <a:pt x="181" y="115"/>
                    <a:pt x="289" y="185"/>
                    <a:pt x="406" y="262"/>
                  </a:cubicBezTo>
                  <a:cubicBezTo>
                    <a:pt x="310" y="191"/>
                    <a:pt x="215" y="131"/>
                    <a:pt x="120" y="72"/>
                  </a:cubicBezTo>
                  <a:cubicBezTo>
                    <a:pt x="103" y="63"/>
                    <a:pt x="88" y="55"/>
                    <a:pt x="74" y="47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47"/>
            <p:cNvSpPr/>
            <p:nvPr/>
          </p:nvSpPr>
          <p:spPr>
            <a:xfrm>
              <a:off x="3526025" y="3935725"/>
              <a:ext cx="18175" cy="21750"/>
            </a:xfrm>
            <a:custGeom>
              <a:rect b="b" l="l" r="r" t="t"/>
              <a:pathLst>
                <a:path extrusionOk="0" h="870" w="727">
                  <a:moveTo>
                    <a:pt x="0" y="1"/>
                  </a:moveTo>
                  <a:lnTo>
                    <a:pt x="0" y="1"/>
                  </a:lnTo>
                  <a:cubicBezTo>
                    <a:pt x="143" y="179"/>
                    <a:pt x="393" y="489"/>
                    <a:pt x="727" y="870"/>
                  </a:cubicBezTo>
                  <a:cubicBezTo>
                    <a:pt x="501" y="560"/>
                    <a:pt x="274" y="263"/>
                    <a:pt x="0" y="1"/>
                  </a:cubicBezTo>
                  <a:close/>
                </a:path>
              </a:pathLst>
            </a:custGeom>
            <a:solidFill>
              <a:srgbClr val="FF2D00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47"/>
            <p:cNvSpPr/>
            <p:nvPr/>
          </p:nvSpPr>
          <p:spPr>
            <a:xfrm>
              <a:off x="4234150" y="3569025"/>
              <a:ext cx="278625" cy="163725"/>
            </a:xfrm>
            <a:custGeom>
              <a:rect b="b" l="l" r="r" t="t"/>
              <a:pathLst>
                <a:path extrusionOk="0" h="6549" w="11145">
                  <a:moveTo>
                    <a:pt x="11145" y="0"/>
                  </a:moveTo>
                  <a:cubicBezTo>
                    <a:pt x="10907" y="143"/>
                    <a:pt x="10657" y="298"/>
                    <a:pt x="10406" y="453"/>
                  </a:cubicBezTo>
                  <a:cubicBezTo>
                    <a:pt x="7632" y="2167"/>
                    <a:pt x="4049" y="4310"/>
                    <a:pt x="0" y="6549"/>
                  </a:cubicBezTo>
                  <a:cubicBezTo>
                    <a:pt x="2263" y="5584"/>
                    <a:pt x="4513" y="4632"/>
                    <a:pt x="6775" y="3667"/>
                  </a:cubicBezTo>
                  <a:cubicBezTo>
                    <a:pt x="8109" y="2905"/>
                    <a:pt x="9573" y="2143"/>
                    <a:pt x="11145" y="1465"/>
                  </a:cubicBezTo>
                  <a:lnTo>
                    <a:pt x="1114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47"/>
            <p:cNvSpPr/>
            <p:nvPr/>
          </p:nvSpPr>
          <p:spPr>
            <a:xfrm>
              <a:off x="4137100" y="3522575"/>
              <a:ext cx="375675" cy="251250"/>
            </a:xfrm>
            <a:custGeom>
              <a:rect b="b" l="l" r="r" t="t"/>
              <a:pathLst>
                <a:path extrusionOk="0" h="10050" w="15027">
                  <a:moveTo>
                    <a:pt x="15027" y="1"/>
                  </a:moveTo>
                  <a:cubicBezTo>
                    <a:pt x="14360" y="453"/>
                    <a:pt x="13634" y="930"/>
                    <a:pt x="12860" y="1430"/>
                  </a:cubicBezTo>
                  <a:cubicBezTo>
                    <a:pt x="10383" y="3061"/>
                    <a:pt x="7383" y="4978"/>
                    <a:pt x="4049" y="7061"/>
                  </a:cubicBezTo>
                  <a:cubicBezTo>
                    <a:pt x="2704" y="8073"/>
                    <a:pt x="1358" y="9062"/>
                    <a:pt x="1" y="10050"/>
                  </a:cubicBezTo>
                  <a:cubicBezTo>
                    <a:pt x="406" y="9883"/>
                    <a:pt x="799" y="9716"/>
                    <a:pt x="1204" y="9538"/>
                  </a:cubicBezTo>
                  <a:cubicBezTo>
                    <a:pt x="2251" y="8812"/>
                    <a:pt x="3728" y="7811"/>
                    <a:pt x="5549" y="6645"/>
                  </a:cubicBezTo>
                  <a:cubicBezTo>
                    <a:pt x="7276" y="5537"/>
                    <a:pt x="9300" y="4287"/>
                    <a:pt x="11550" y="3001"/>
                  </a:cubicBezTo>
                  <a:cubicBezTo>
                    <a:pt x="12669" y="2156"/>
                    <a:pt x="13836" y="1370"/>
                    <a:pt x="15027" y="608"/>
                  </a:cubicBezTo>
                  <a:lnTo>
                    <a:pt x="15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47"/>
            <p:cNvSpPr/>
            <p:nvPr/>
          </p:nvSpPr>
          <p:spPr>
            <a:xfrm>
              <a:off x="4423450" y="3617250"/>
              <a:ext cx="89325" cy="818575"/>
            </a:xfrm>
            <a:custGeom>
              <a:rect b="b" l="l" r="r" t="t"/>
              <a:pathLst>
                <a:path extrusionOk="0" h="32743" w="3573">
                  <a:moveTo>
                    <a:pt x="3573" y="0"/>
                  </a:moveTo>
                  <a:cubicBezTo>
                    <a:pt x="2989" y="381"/>
                    <a:pt x="2287" y="822"/>
                    <a:pt x="1477" y="1322"/>
                  </a:cubicBezTo>
                  <a:cubicBezTo>
                    <a:pt x="1203" y="1500"/>
                    <a:pt x="918" y="1679"/>
                    <a:pt x="620" y="1858"/>
                  </a:cubicBezTo>
                  <a:cubicBezTo>
                    <a:pt x="167" y="9049"/>
                    <a:pt x="1" y="16252"/>
                    <a:pt x="108" y="23455"/>
                  </a:cubicBezTo>
                  <a:cubicBezTo>
                    <a:pt x="132" y="25575"/>
                    <a:pt x="203" y="27777"/>
                    <a:pt x="1144" y="29682"/>
                  </a:cubicBezTo>
                  <a:cubicBezTo>
                    <a:pt x="1727" y="30861"/>
                    <a:pt x="2596" y="31849"/>
                    <a:pt x="3573" y="32742"/>
                  </a:cubicBezTo>
                  <a:lnTo>
                    <a:pt x="357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47"/>
            <p:cNvSpPr/>
            <p:nvPr/>
          </p:nvSpPr>
          <p:spPr>
            <a:xfrm>
              <a:off x="3566500" y="4285825"/>
              <a:ext cx="691175" cy="272025"/>
            </a:xfrm>
            <a:custGeom>
              <a:rect b="b" l="l" r="r" t="t"/>
              <a:pathLst>
                <a:path extrusionOk="0" h="10881" w="27647">
                  <a:moveTo>
                    <a:pt x="11304" y="0"/>
                  </a:moveTo>
                  <a:cubicBezTo>
                    <a:pt x="8841" y="0"/>
                    <a:pt x="6285" y="1129"/>
                    <a:pt x="4489" y="2880"/>
                  </a:cubicBezTo>
                  <a:cubicBezTo>
                    <a:pt x="2275" y="5047"/>
                    <a:pt x="965" y="7916"/>
                    <a:pt x="1" y="10881"/>
                  </a:cubicBezTo>
                  <a:lnTo>
                    <a:pt x="27647" y="10881"/>
                  </a:lnTo>
                  <a:cubicBezTo>
                    <a:pt x="25837" y="9595"/>
                    <a:pt x="24028" y="8309"/>
                    <a:pt x="22182" y="7071"/>
                  </a:cubicBezTo>
                  <a:cubicBezTo>
                    <a:pt x="20599" y="6059"/>
                    <a:pt x="18932" y="4999"/>
                    <a:pt x="17300" y="3951"/>
                  </a:cubicBezTo>
                  <a:cubicBezTo>
                    <a:pt x="17253" y="3916"/>
                    <a:pt x="17205" y="3880"/>
                    <a:pt x="17146" y="3856"/>
                  </a:cubicBezTo>
                  <a:cubicBezTo>
                    <a:pt x="17050" y="3785"/>
                    <a:pt x="16955" y="3725"/>
                    <a:pt x="16860" y="3666"/>
                  </a:cubicBezTo>
                  <a:cubicBezTo>
                    <a:pt x="16824" y="3642"/>
                    <a:pt x="16789" y="3618"/>
                    <a:pt x="16753" y="3594"/>
                  </a:cubicBezTo>
                  <a:cubicBezTo>
                    <a:pt x="15014" y="2463"/>
                    <a:pt x="13324" y="1272"/>
                    <a:pt x="11705" y="10"/>
                  </a:cubicBezTo>
                  <a:cubicBezTo>
                    <a:pt x="11571" y="4"/>
                    <a:pt x="11438" y="0"/>
                    <a:pt x="1130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47"/>
            <p:cNvSpPr/>
            <p:nvPr/>
          </p:nvSpPr>
          <p:spPr>
            <a:xfrm>
              <a:off x="2680975" y="4226550"/>
              <a:ext cx="543550" cy="331300"/>
            </a:xfrm>
            <a:custGeom>
              <a:rect b="b" l="l" r="r" t="t"/>
              <a:pathLst>
                <a:path extrusionOk="0" h="13252" w="21742">
                  <a:moveTo>
                    <a:pt x="17491" y="0"/>
                  </a:moveTo>
                  <a:cubicBezTo>
                    <a:pt x="16896" y="357"/>
                    <a:pt x="16312" y="679"/>
                    <a:pt x="15764" y="1048"/>
                  </a:cubicBezTo>
                  <a:cubicBezTo>
                    <a:pt x="10157" y="4667"/>
                    <a:pt x="5085" y="8966"/>
                    <a:pt x="1" y="13252"/>
                  </a:cubicBezTo>
                  <a:lnTo>
                    <a:pt x="3275" y="13252"/>
                  </a:lnTo>
                  <a:cubicBezTo>
                    <a:pt x="6716" y="10394"/>
                    <a:pt x="10335" y="7751"/>
                    <a:pt x="13955" y="5120"/>
                  </a:cubicBezTo>
                  <a:cubicBezTo>
                    <a:pt x="14014" y="5191"/>
                    <a:pt x="14074" y="5263"/>
                    <a:pt x="14133" y="5334"/>
                  </a:cubicBezTo>
                  <a:cubicBezTo>
                    <a:pt x="10835" y="7977"/>
                    <a:pt x="7525" y="10621"/>
                    <a:pt x="4227" y="13252"/>
                  </a:cubicBezTo>
                  <a:lnTo>
                    <a:pt x="21741" y="13252"/>
                  </a:lnTo>
                  <a:cubicBezTo>
                    <a:pt x="20134" y="9442"/>
                    <a:pt x="18884" y="5560"/>
                    <a:pt x="19717" y="1274"/>
                  </a:cubicBezTo>
                  <a:cubicBezTo>
                    <a:pt x="18955" y="834"/>
                    <a:pt x="18265" y="441"/>
                    <a:pt x="1749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47"/>
            <p:cNvSpPr/>
            <p:nvPr/>
          </p:nvSpPr>
          <p:spPr>
            <a:xfrm>
              <a:off x="3185800" y="3662775"/>
              <a:ext cx="673325" cy="895075"/>
            </a:xfrm>
            <a:custGeom>
              <a:rect b="b" l="l" r="r" t="t"/>
              <a:pathLst>
                <a:path extrusionOk="0" h="35803" w="26933">
                  <a:moveTo>
                    <a:pt x="6085" y="9180"/>
                  </a:moveTo>
                  <a:cubicBezTo>
                    <a:pt x="4620" y="14562"/>
                    <a:pt x="3156" y="19944"/>
                    <a:pt x="1679" y="25325"/>
                  </a:cubicBezTo>
                  <a:cubicBezTo>
                    <a:pt x="2513" y="19741"/>
                    <a:pt x="3811" y="14276"/>
                    <a:pt x="6085" y="9180"/>
                  </a:cubicBezTo>
                  <a:close/>
                  <a:moveTo>
                    <a:pt x="9811" y="1"/>
                  </a:moveTo>
                  <a:cubicBezTo>
                    <a:pt x="9323" y="346"/>
                    <a:pt x="8930" y="489"/>
                    <a:pt x="8776" y="763"/>
                  </a:cubicBezTo>
                  <a:cubicBezTo>
                    <a:pt x="7633" y="2799"/>
                    <a:pt x="6251" y="4763"/>
                    <a:pt x="5477" y="6930"/>
                  </a:cubicBezTo>
                  <a:cubicBezTo>
                    <a:pt x="3525" y="12431"/>
                    <a:pt x="1560" y="17932"/>
                    <a:pt x="477" y="23694"/>
                  </a:cubicBezTo>
                  <a:cubicBezTo>
                    <a:pt x="1" y="26183"/>
                    <a:pt x="48" y="28623"/>
                    <a:pt x="751" y="31076"/>
                  </a:cubicBezTo>
                  <a:cubicBezTo>
                    <a:pt x="1227" y="32707"/>
                    <a:pt x="1810" y="34279"/>
                    <a:pt x="2489" y="35803"/>
                  </a:cubicBezTo>
                  <a:lnTo>
                    <a:pt x="15229" y="35803"/>
                  </a:lnTo>
                  <a:cubicBezTo>
                    <a:pt x="16193" y="32838"/>
                    <a:pt x="17503" y="29969"/>
                    <a:pt x="19705" y="27802"/>
                  </a:cubicBezTo>
                  <a:cubicBezTo>
                    <a:pt x="21512" y="26051"/>
                    <a:pt x="24069" y="24922"/>
                    <a:pt x="26532" y="24922"/>
                  </a:cubicBezTo>
                  <a:cubicBezTo>
                    <a:pt x="26666" y="24922"/>
                    <a:pt x="26799" y="24926"/>
                    <a:pt x="26933" y="24932"/>
                  </a:cubicBezTo>
                  <a:cubicBezTo>
                    <a:pt x="22396" y="21408"/>
                    <a:pt x="18360" y="17348"/>
                    <a:pt x="14919" y="12609"/>
                  </a:cubicBezTo>
                  <a:cubicBezTo>
                    <a:pt x="14729" y="12348"/>
                    <a:pt x="14538" y="12062"/>
                    <a:pt x="14336" y="11788"/>
                  </a:cubicBezTo>
                  <a:cubicBezTo>
                    <a:pt x="14002" y="11407"/>
                    <a:pt x="13740" y="11097"/>
                    <a:pt x="13609" y="10919"/>
                  </a:cubicBezTo>
                  <a:cubicBezTo>
                    <a:pt x="10990" y="8383"/>
                    <a:pt x="10907" y="4942"/>
                    <a:pt x="10216" y="1715"/>
                  </a:cubicBezTo>
                  <a:cubicBezTo>
                    <a:pt x="10109" y="1227"/>
                    <a:pt x="9990" y="739"/>
                    <a:pt x="9811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47"/>
            <p:cNvSpPr/>
            <p:nvPr/>
          </p:nvSpPr>
          <p:spPr>
            <a:xfrm>
              <a:off x="2676525" y="2141175"/>
              <a:ext cx="1836250" cy="2416675"/>
            </a:xfrm>
            <a:custGeom>
              <a:rect b="b" l="l" r="r" t="t"/>
              <a:pathLst>
                <a:path extrusionOk="0" h="96667" w="73450">
                  <a:moveTo>
                    <a:pt x="1786" y="0"/>
                  </a:moveTo>
                  <a:cubicBezTo>
                    <a:pt x="2369" y="3286"/>
                    <a:pt x="3024" y="6525"/>
                    <a:pt x="5084" y="9287"/>
                  </a:cubicBezTo>
                  <a:cubicBezTo>
                    <a:pt x="5679" y="10097"/>
                    <a:pt x="6084" y="11037"/>
                    <a:pt x="6584" y="11918"/>
                  </a:cubicBezTo>
                  <a:cubicBezTo>
                    <a:pt x="6465" y="11978"/>
                    <a:pt x="6346" y="12037"/>
                    <a:pt x="6227" y="12109"/>
                  </a:cubicBezTo>
                  <a:cubicBezTo>
                    <a:pt x="6191" y="12121"/>
                    <a:pt x="6156" y="12145"/>
                    <a:pt x="6120" y="12156"/>
                  </a:cubicBezTo>
                  <a:cubicBezTo>
                    <a:pt x="3548" y="10656"/>
                    <a:pt x="1536" y="8858"/>
                    <a:pt x="0" y="6787"/>
                  </a:cubicBezTo>
                  <a:lnTo>
                    <a:pt x="0" y="13669"/>
                  </a:lnTo>
                  <a:cubicBezTo>
                    <a:pt x="1607" y="15824"/>
                    <a:pt x="3548" y="17657"/>
                    <a:pt x="5953" y="19074"/>
                  </a:cubicBezTo>
                  <a:cubicBezTo>
                    <a:pt x="7430" y="19943"/>
                    <a:pt x="8846" y="20943"/>
                    <a:pt x="10263" y="21920"/>
                  </a:cubicBezTo>
                  <a:cubicBezTo>
                    <a:pt x="11847" y="23015"/>
                    <a:pt x="13299" y="24253"/>
                    <a:pt x="13859" y="26230"/>
                  </a:cubicBezTo>
                  <a:cubicBezTo>
                    <a:pt x="13871" y="26253"/>
                    <a:pt x="14002" y="26253"/>
                    <a:pt x="14395" y="26313"/>
                  </a:cubicBezTo>
                  <a:cubicBezTo>
                    <a:pt x="14049" y="24372"/>
                    <a:pt x="13728" y="22527"/>
                    <a:pt x="13383" y="20538"/>
                  </a:cubicBezTo>
                  <a:lnTo>
                    <a:pt x="13383" y="20538"/>
                  </a:lnTo>
                  <a:cubicBezTo>
                    <a:pt x="16014" y="22515"/>
                    <a:pt x="18383" y="24825"/>
                    <a:pt x="22050" y="25063"/>
                  </a:cubicBezTo>
                  <a:cubicBezTo>
                    <a:pt x="20717" y="23277"/>
                    <a:pt x="19538" y="21693"/>
                    <a:pt x="18217" y="19919"/>
                  </a:cubicBezTo>
                  <a:lnTo>
                    <a:pt x="18217" y="19919"/>
                  </a:lnTo>
                  <a:cubicBezTo>
                    <a:pt x="18645" y="19979"/>
                    <a:pt x="18800" y="19955"/>
                    <a:pt x="18895" y="20026"/>
                  </a:cubicBezTo>
                  <a:cubicBezTo>
                    <a:pt x="21324" y="21693"/>
                    <a:pt x="24003" y="23086"/>
                    <a:pt x="25503" y="25825"/>
                  </a:cubicBezTo>
                  <a:cubicBezTo>
                    <a:pt x="25658" y="26111"/>
                    <a:pt x="25872" y="26396"/>
                    <a:pt x="26110" y="26622"/>
                  </a:cubicBezTo>
                  <a:cubicBezTo>
                    <a:pt x="27718" y="28194"/>
                    <a:pt x="28134" y="30194"/>
                    <a:pt x="28277" y="32349"/>
                  </a:cubicBezTo>
                  <a:cubicBezTo>
                    <a:pt x="28825" y="40612"/>
                    <a:pt x="29420" y="48863"/>
                    <a:pt x="30004" y="57114"/>
                  </a:cubicBezTo>
                  <a:cubicBezTo>
                    <a:pt x="30087" y="58150"/>
                    <a:pt x="30182" y="59186"/>
                    <a:pt x="30278" y="60174"/>
                  </a:cubicBezTo>
                  <a:cubicBezTo>
                    <a:pt x="28539" y="60817"/>
                    <a:pt x="28325" y="60996"/>
                    <a:pt x="27468" y="62603"/>
                  </a:cubicBezTo>
                  <a:cubicBezTo>
                    <a:pt x="27242" y="63020"/>
                    <a:pt x="27027" y="63448"/>
                    <a:pt x="26837" y="63889"/>
                  </a:cubicBezTo>
                  <a:cubicBezTo>
                    <a:pt x="24265" y="69771"/>
                    <a:pt x="21967" y="75748"/>
                    <a:pt x="20467" y="82010"/>
                  </a:cubicBezTo>
                  <a:cubicBezTo>
                    <a:pt x="20360" y="82451"/>
                    <a:pt x="20205" y="82879"/>
                    <a:pt x="20062" y="83368"/>
                  </a:cubicBezTo>
                  <a:cubicBezTo>
                    <a:pt x="19824" y="83260"/>
                    <a:pt x="19669" y="83225"/>
                    <a:pt x="19574" y="83153"/>
                  </a:cubicBezTo>
                  <a:cubicBezTo>
                    <a:pt x="18701" y="82460"/>
                    <a:pt x="18176" y="82117"/>
                    <a:pt x="17635" y="82117"/>
                  </a:cubicBezTo>
                  <a:cubicBezTo>
                    <a:pt x="17136" y="82117"/>
                    <a:pt x="16623" y="82409"/>
                    <a:pt x="15812" y="82987"/>
                  </a:cubicBezTo>
                  <a:cubicBezTo>
                    <a:pt x="14085" y="84201"/>
                    <a:pt x="12359" y="85404"/>
                    <a:pt x="10704" y="86701"/>
                  </a:cubicBezTo>
                  <a:cubicBezTo>
                    <a:pt x="7096" y="89523"/>
                    <a:pt x="3524" y="92381"/>
                    <a:pt x="12" y="95298"/>
                  </a:cubicBezTo>
                  <a:lnTo>
                    <a:pt x="12" y="96667"/>
                  </a:lnTo>
                  <a:lnTo>
                    <a:pt x="179" y="96667"/>
                  </a:lnTo>
                  <a:cubicBezTo>
                    <a:pt x="5263" y="92381"/>
                    <a:pt x="10335" y="88082"/>
                    <a:pt x="15942" y="84451"/>
                  </a:cubicBezTo>
                  <a:cubicBezTo>
                    <a:pt x="16490" y="84094"/>
                    <a:pt x="17074" y="83772"/>
                    <a:pt x="17669" y="83415"/>
                  </a:cubicBezTo>
                  <a:cubicBezTo>
                    <a:pt x="18443" y="83856"/>
                    <a:pt x="19133" y="84249"/>
                    <a:pt x="19895" y="84677"/>
                  </a:cubicBezTo>
                  <a:cubicBezTo>
                    <a:pt x="19062" y="88975"/>
                    <a:pt x="20312" y="92857"/>
                    <a:pt x="21919" y="96667"/>
                  </a:cubicBezTo>
                  <a:lnTo>
                    <a:pt x="22860" y="96667"/>
                  </a:lnTo>
                  <a:cubicBezTo>
                    <a:pt x="22181" y="95131"/>
                    <a:pt x="21598" y="93571"/>
                    <a:pt x="21134" y="91940"/>
                  </a:cubicBezTo>
                  <a:cubicBezTo>
                    <a:pt x="20431" y="89487"/>
                    <a:pt x="20372" y="87047"/>
                    <a:pt x="20848" y="84558"/>
                  </a:cubicBezTo>
                  <a:cubicBezTo>
                    <a:pt x="21931" y="78796"/>
                    <a:pt x="23896" y="73295"/>
                    <a:pt x="25848" y="67794"/>
                  </a:cubicBezTo>
                  <a:cubicBezTo>
                    <a:pt x="26622" y="65627"/>
                    <a:pt x="28004" y="63663"/>
                    <a:pt x="29147" y="61615"/>
                  </a:cubicBezTo>
                  <a:cubicBezTo>
                    <a:pt x="29301" y="61353"/>
                    <a:pt x="29694" y="61210"/>
                    <a:pt x="30182" y="60865"/>
                  </a:cubicBezTo>
                  <a:cubicBezTo>
                    <a:pt x="30361" y="61603"/>
                    <a:pt x="30480" y="62091"/>
                    <a:pt x="30587" y="62579"/>
                  </a:cubicBezTo>
                  <a:cubicBezTo>
                    <a:pt x="31290" y="65806"/>
                    <a:pt x="31361" y="69247"/>
                    <a:pt x="33980" y="71783"/>
                  </a:cubicBezTo>
                  <a:cubicBezTo>
                    <a:pt x="34254" y="72045"/>
                    <a:pt x="34481" y="72342"/>
                    <a:pt x="34707" y="72652"/>
                  </a:cubicBezTo>
                  <a:cubicBezTo>
                    <a:pt x="34909" y="72926"/>
                    <a:pt x="35100" y="73212"/>
                    <a:pt x="35290" y="73473"/>
                  </a:cubicBezTo>
                  <a:cubicBezTo>
                    <a:pt x="38731" y="78212"/>
                    <a:pt x="42779" y="82260"/>
                    <a:pt x="47304" y="85785"/>
                  </a:cubicBezTo>
                  <a:cubicBezTo>
                    <a:pt x="48923" y="87047"/>
                    <a:pt x="50613" y="88249"/>
                    <a:pt x="52352" y="89380"/>
                  </a:cubicBezTo>
                  <a:cubicBezTo>
                    <a:pt x="52483" y="89464"/>
                    <a:pt x="52614" y="89547"/>
                    <a:pt x="52757" y="89630"/>
                  </a:cubicBezTo>
                  <a:cubicBezTo>
                    <a:pt x="52804" y="89666"/>
                    <a:pt x="52852" y="89702"/>
                    <a:pt x="52911" y="89737"/>
                  </a:cubicBezTo>
                  <a:cubicBezTo>
                    <a:pt x="53352" y="90011"/>
                    <a:pt x="53792" y="90297"/>
                    <a:pt x="54245" y="90571"/>
                  </a:cubicBezTo>
                  <a:cubicBezTo>
                    <a:pt x="55447" y="91297"/>
                    <a:pt x="56614" y="92059"/>
                    <a:pt x="57781" y="92845"/>
                  </a:cubicBezTo>
                  <a:cubicBezTo>
                    <a:pt x="59627" y="94095"/>
                    <a:pt x="61436" y="95381"/>
                    <a:pt x="63246" y="96667"/>
                  </a:cubicBezTo>
                  <a:lnTo>
                    <a:pt x="64449" y="96667"/>
                  </a:lnTo>
                  <a:cubicBezTo>
                    <a:pt x="62698" y="95417"/>
                    <a:pt x="60936" y="94178"/>
                    <a:pt x="59150" y="92976"/>
                  </a:cubicBezTo>
                  <a:cubicBezTo>
                    <a:pt x="52352" y="88380"/>
                    <a:pt x="45958" y="83296"/>
                    <a:pt x="40267" y="77355"/>
                  </a:cubicBezTo>
                  <a:cubicBezTo>
                    <a:pt x="38814" y="75855"/>
                    <a:pt x="37445" y="74283"/>
                    <a:pt x="35945" y="72640"/>
                  </a:cubicBezTo>
                  <a:cubicBezTo>
                    <a:pt x="38957" y="70878"/>
                    <a:pt x="41815" y="69211"/>
                    <a:pt x="44815" y="67449"/>
                  </a:cubicBezTo>
                  <a:cubicBezTo>
                    <a:pt x="47042" y="72985"/>
                    <a:pt x="49078" y="78331"/>
                    <a:pt x="52137" y="83201"/>
                  </a:cubicBezTo>
                  <a:cubicBezTo>
                    <a:pt x="49887" y="77891"/>
                    <a:pt x="47637" y="72569"/>
                    <a:pt x="45351" y="67163"/>
                  </a:cubicBezTo>
                  <a:cubicBezTo>
                    <a:pt x="49542" y="64699"/>
                    <a:pt x="53435" y="62222"/>
                    <a:pt x="57805" y="60650"/>
                  </a:cubicBezTo>
                  <a:cubicBezTo>
                    <a:pt x="57852" y="60734"/>
                    <a:pt x="57900" y="60829"/>
                    <a:pt x="57948" y="60912"/>
                  </a:cubicBezTo>
                  <a:cubicBezTo>
                    <a:pt x="57055" y="61615"/>
                    <a:pt x="56174" y="62305"/>
                    <a:pt x="55293" y="63008"/>
                  </a:cubicBezTo>
                  <a:cubicBezTo>
                    <a:pt x="55328" y="63067"/>
                    <a:pt x="55364" y="63127"/>
                    <a:pt x="55400" y="63187"/>
                  </a:cubicBezTo>
                  <a:cubicBezTo>
                    <a:pt x="55805" y="62972"/>
                    <a:pt x="56209" y="62758"/>
                    <a:pt x="56614" y="62532"/>
                  </a:cubicBezTo>
                  <a:lnTo>
                    <a:pt x="56614" y="62532"/>
                  </a:lnTo>
                  <a:cubicBezTo>
                    <a:pt x="54888" y="63758"/>
                    <a:pt x="53483" y="64818"/>
                    <a:pt x="52447" y="65615"/>
                  </a:cubicBezTo>
                  <a:cubicBezTo>
                    <a:pt x="51137" y="66616"/>
                    <a:pt x="50423" y="67199"/>
                    <a:pt x="50423" y="67199"/>
                  </a:cubicBezTo>
                  <a:cubicBezTo>
                    <a:pt x="54185" y="64830"/>
                    <a:pt x="57781" y="62555"/>
                    <a:pt x="61043" y="60496"/>
                  </a:cubicBezTo>
                  <a:lnTo>
                    <a:pt x="61043" y="60496"/>
                  </a:lnTo>
                  <a:cubicBezTo>
                    <a:pt x="60948" y="60686"/>
                    <a:pt x="60829" y="60912"/>
                    <a:pt x="60639" y="61282"/>
                  </a:cubicBezTo>
                  <a:cubicBezTo>
                    <a:pt x="62591" y="60103"/>
                    <a:pt x="64246" y="58853"/>
                    <a:pt x="66532" y="58745"/>
                  </a:cubicBezTo>
                  <a:lnTo>
                    <a:pt x="66532" y="58745"/>
                  </a:lnTo>
                  <a:cubicBezTo>
                    <a:pt x="64329" y="60127"/>
                    <a:pt x="62317" y="61460"/>
                    <a:pt x="60567" y="62651"/>
                  </a:cubicBezTo>
                  <a:cubicBezTo>
                    <a:pt x="55912" y="65818"/>
                    <a:pt x="53042" y="68056"/>
                    <a:pt x="53042" y="68056"/>
                  </a:cubicBezTo>
                  <a:cubicBezTo>
                    <a:pt x="56376" y="66080"/>
                    <a:pt x="59555" y="64139"/>
                    <a:pt x="62472" y="62317"/>
                  </a:cubicBezTo>
                  <a:cubicBezTo>
                    <a:pt x="65806" y="60234"/>
                    <a:pt x="68794" y="58305"/>
                    <a:pt x="71283" y="56686"/>
                  </a:cubicBezTo>
                  <a:cubicBezTo>
                    <a:pt x="72057" y="56186"/>
                    <a:pt x="72771" y="55709"/>
                    <a:pt x="73450" y="55257"/>
                  </a:cubicBezTo>
                  <a:lnTo>
                    <a:pt x="73450" y="49744"/>
                  </a:lnTo>
                  <a:cubicBezTo>
                    <a:pt x="72807" y="50233"/>
                    <a:pt x="72164" y="50709"/>
                    <a:pt x="71533" y="51197"/>
                  </a:cubicBezTo>
                  <a:cubicBezTo>
                    <a:pt x="69985" y="52376"/>
                    <a:pt x="68294" y="52709"/>
                    <a:pt x="66532" y="53042"/>
                  </a:cubicBezTo>
                  <a:cubicBezTo>
                    <a:pt x="66448" y="53057"/>
                    <a:pt x="66362" y="53064"/>
                    <a:pt x="66274" y="53064"/>
                  </a:cubicBezTo>
                  <a:cubicBezTo>
                    <a:pt x="65861" y="53064"/>
                    <a:pt x="65410" y="52920"/>
                    <a:pt x="65008" y="52792"/>
                  </a:cubicBezTo>
                  <a:cubicBezTo>
                    <a:pt x="58603" y="50733"/>
                    <a:pt x="52661" y="47649"/>
                    <a:pt x="46732" y="44518"/>
                  </a:cubicBezTo>
                  <a:cubicBezTo>
                    <a:pt x="41481" y="41743"/>
                    <a:pt x="37100" y="37945"/>
                    <a:pt x="33373" y="33385"/>
                  </a:cubicBezTo>
                  <a:cubicBezTo>
                    <a:pt x="30778" y="30206"/>
                    <a:pt x="28396" y="26849"/>
                    <a:pt x="25932" y="23551"/>
                  </a:cubicBezTo>
                  <a:cubicBezTo>
                    <a:pt x="25813" y="23408"/>
                    <a:pt x="25789" y="23182"/>
                    <a:pt x="25610" y="22705"/>
                  </a:cubicBezTo>
                  <a:lnTo>
                    <a:pt x="25610" y="22705"/>
                  </a:lnTo>
                  <a:cubicBezTo>
                    <a:pt x="27551" y="23801"/>
                    <a:pt x="29206" y="24741"/>
                    <a:pt x="30861" y="25682"/>
                  </a:cubicBezTo>
                  <a:cubicBezTo>
                    <a:pt x="30921" y="25587"/>
                    <a:pt x="30968" y="25491"/>
                    <a:pt x="31028" y="25396"/>
                  </a:cubicBezTo>
                  <a:cubicBezTo>
                    <a:pt x="28396" y="23610"/>
                    <a:pt x="25753" y="21824"/>
                    <a:pt x="23110" y="20038"/>
                  </a:cubicBezTo>
                  <a:cubicBezTo>
                    <a:pt x="23170" y="19931"/>
                    <a:pt x="23241" y="19824"/>
                    <a:pt x="23301" y="19717"/>
                  </a:cubicBezTo>
                  <a:cubicBezTo>
                    <a:pt x="25134" y="20407"/>
                    <a:pt x="26968" y="21098"/>
                    <a:pt x="28801" y="21789"/>
                  </a:cubicBezTo>
                  <a:cubicBezTo>
                    <a:pt x="28825" y="21729"/>
                    <a:pt x="28849" y="21658"/>
                    <a:pt x="28873" y="21586"/>
                  </a:cubicBezTo>
                  <a:cubicBezTo>
                    <a:pt x="28408" y="21300"/>
                    <a:pt x="27944" y="21015"/>
                    <a:pt x="27349" y="20646"/>
                  </a:cubicBezTo>
                  <a:cubicBezTo>
                    <a:pt x="28230" y="20229"/>
                    <a:pt x="28956" y="19895"/>
                    <a:pt x="29885" y="19467"/>
                  </a:cubicBezTo>
                  <a:cubicBezTo>
                    <a:pt x="28242" y="19241"/>
                    <a:pt x="26837" y="19062"/>
                    <a:pt x="25444" y="18872"/>
                  </a:cubicBezTo>
                  <a:cubicBezTo>
                    <a:pt x="25444" y="18788"/>
                    <a:pt x="25456" y="18693"/>
                    <a:pt x="25456" y="18610"/>
                  </a:cubicBezTo>
                  <a:cubicBezTo>
                    <a:pt x="26360" y="18562"/>
                    <a:pt x="27265" y="18514"/>
                    <a:pt x="28170" y="18467"/>
                  </a:cubicBezTo>
                  <a:cubicBezTo>
                    <a:pt x="28170" y="18348"/>
                    <a:pt x="28182" y="18241"/>
                    <a:pt x="28182" y="18121"/>
                  </a:cubicBezTo>
                  <a:cubicBezTo>
                    <a:pt x="26539" y="17967"/>
                    <a:pt x="24896" y="17824"/>
                    <a:pt x="23265" y="17669"/>
                  </a:cubicBezTo>
                  <a:cubicBezTo>
                    <a:pt x="23265" y="17586"/>
                    <a:pt x="23277" y="17490"/>
                    <a:pt x="23277" y="17407"/>
                  </a:cubicBezTo>
                  <a:cubicBezTo>
                    <a:pt x="24265" y="17074"/>
                    <a:pt x="25253" y="16752"/>
                    <a:pt x="26241" y="16419"/>
                  </a:cubicBezTo>
                  <a:cubicBezTo>
                    <a:pt x="26218" y="16276"/>
                    <a:pt x="26194" y="16133"/>
                    <a:pt x="26170" y="15990"/>
                  </a:cubicBezTo>
                  <a:lnTo>
                    <a:pt x="22824" y="15990"/>
                  </a:lnTo>
                  <a:cubicBezTo>
                    <a:pt x="22824" y="15919"/>
                    <a:pt x="22836" y="15847"/>
                    <a:pt x="22836" y="15776"/>
                  </a:cubicBezTo>
                  <a:cubicBezTo>
                    <a:pt x="24753" y="15109"/>
                    <a:pt x="26682" y="14442"/>
                    <a:pt x="28599" y="13776"/>
                  </a:cubicBezTo>
                  <a:cubicBezTo>
                    <a:pt x="28349" y="13684"/>
                    <a:pt x="28099" y="13655"/>
                    <a:pt x="27850" y="13655"/>
                  </a:cubicBezTo>
                  <a:cubicBezTo>
                    <a:pt x="27417" y="13655"/>
                    <a:pt x="26988" y="13743"/>
                    <a:pt x="26575" y="13743"/>
                  </a:cubicBezTo>
                  <a:cubicBezTo>
                    <a:pt x="26113" y="13743"/>
                    <a:pt x="25670" y="13633"/>
                    <a:pt x="25265" y="13168"/>
                  </a:cubicBezTo>
                  <a:cubicBezTo>
                    <a:pt x="22410" y="13807"/>
                    <a:pt x="20046" y="14086"/>
                    <a:pt x="18110" y="14086"/>
                  </a:cubicBezTo>
                  <a:cubicBezTo>
                    <a:pt x="15097" y="14086"/>
                    <a:pt x="13119" y="13410"/>
                    <a:pt x="11930" y="12359"/>
                  </a:cubicBezTo>
                  <a:cubicBezTo>
                    <a:pt x="12144" y="12299"/>
                    <a:pt x="12347" y="12252"/>
                    <a:pt x="12573" y="12180"/>
                  </a:cubicBezTo>
                  <a:cubicBezTo>
                    <a:pt x="12275" y="11930"/>
                    <a:pt x="11990" y="11680"/>
                    <a:pt x="11716" y="11442"/>
                  </a:cubicBezTo>
                  <a:cubicBezTo>
                    <a:pt x="11490" y="11252"/>
                    <a:pt x="11263" y="11061"/>
                    <a:pt x="11073" y="10894"/>
                  </a:cubicBezTo>
                  <a:lnTo>
                    <a:pt x="11073" y="10894"/>
                  </a:lnTo>
                  <a:cubicBezTo>
                    <a:pt x="11906" y="11073"/>
                    <a:pt x="12728" y="11299"/>
                    <a:pt x="13561" y="11502"/>
                  </a:cubicBezTo>
                  <a:cubicBezTo>
                    <a:pt x="15145" y="11906"/>
                    <a:pt x="16740" y="12299"/>
                    <a:pt x="18359" y="12502"/>
                  </a:cubicBezTo>
                  <a:cubicBezTo>
                    <a:pt x="18821" y="12555"/>
                    <a:pt x="19287" y="12580"/>
                    <a:pt x="19748" y="12580"/>
                  </a:cubicBezTo>
                  <a:cubicBezTo>
                    <a:pt x="22260" y="12580"/>
                    <a:pt x="24648" y="11841"/>
                    <a:pt x="25634" y="10966"/>
                  </a:cubicBezTo>
                  <a:lnTo>
                    <a:pt x="25634" y="10966"/>
                  </a:lnTo>
                  <a:cubicBezTo>
                    <a:pt x="25301" y="11025"/>
                    <a:pt x="24967" y="11085"/>
                    <a:pt x="24646" y="11144"/>
                  </a:cubicBezTo>
                  <a:cubicBezTo>
                    <a:pt x="24360" y="11192"/>
                    <a:pt x="24063" y="11240"/>
                    <a:pt x="23777" y="11299"/>
                  </a:cubicBezTo>
                  <a:cubicBezTo>
                    <a:pt x="22405" y="11534"/>
                    <a:pt x="21045" y="11661"/>
                    <a:pt x="19703" y="11661"/>
                  </a:cubicBezTo>
                  <a:cubicBezTo>
                    <a:pt x="16629" y="11661"/>
                    <a:pt x="13645" y="10999"/>
                    <a:pt x="10811" y="9466"/>
                  </a:cubicBezTo>
                  <a:cubicBezTo>
                    <a:pt x="8084" y="7977"/>
                    <a:pt x="5453" y="6287"/>
                    <a:pt x="4310" y="3429"/>
                  </a:cubicBezTo>
                  <a:cubicBezTo>
                    <a:pt x="3929" y="3108"/>
                    <a:pt x="3643" y="2953"/>
                    <a:pt x="3489" y="2715"/>
                  </a:cubicBezTo>
                  <a:cubicBezTo>
                    <a:pt x="2905" y="1822"/>
                    <a:pt x="2357" y="905"/>
                    <a:pt x="178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47"/>
            <p:cNvSpPr/>
            <p:nvPr/>
          </p:nvSpPr>
          <p:spPr>
            <a:xfrm>
              <a:off x="2720275" y="2138500"/>
              <a:ext cx="900" cy="2700"/>
            </a:xfrm>
            <a:custGeom>
              <a:rect b="b" l="l" r="r" t="t"/>
              <a:pathLst>
                <a:path extrusionOk="0" h="108" w="36">
                  <a:moveTo>
                    <a:pt x="12" y="0"/>
                  </a:moveTo>
                  <a:cubicBezTo>
                    <a:pt x="12" y="12"/>
                    <a:pt x="12" y="36"/>
                    <a:pt x="0" y="48"/>
                  </a:cubicBezTo>
                  <a:lnTo>
                    <a:pt x="36" y="107"/>
                  </a:lnTo>
                  <a:cubicBezTo>
                    <a:pt x="36" y="83"/>
                    <a:pt x="36" y="60"/>
                    <a:pt x="24" y="24"/>
                  </a:cubicBezTo>
                  <a:cubicBezTo>
                    <a:pt x="24" y="24"/>
                    <a:pt x="24" y="12"/>
                    <a:pt x="12" y="0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47"/>
            <p:cNvSpPr/>
            <p:nvPr/>
          </p:nvSpPr>
          <p:spPr>
            <a:xfrm>
              <a:off x="3365000" y="1531575"/>
              <a:ext cx="67575" cy="103600"/>
            </a:xfrm>
            <a:custGeom>
              <a:rect b="b" l="l" r="r" t="t"/>
              <a:pathLst>
                <a:path extrusionOk="0" h="4144" w="2703">
                  <a:moveTo>
                    <a:pt x="2703" y="0"/>
                  </a:moveTo>
                  <a:lnTo>
                    <a:pt x="2703" y="0"/>
                  </a:lnTo>
                  <a:cubicBezTo>
                    <a:pt x="1798" y="1381"/>
                    <a:pt x="893" y="2751"/>
                    <a:pt x="0" y="4144"/>
                  </a:cubicBezTo>
                  <a:cubicBezTo>
                    <a:pt x="274" y="4025"/>
                    <a:pt x="536" y="3917"/>
                    <a:pt x="810" y="3786"/>
                  </a:cubicBezTo>
                  <a:cubicBezTo>
                    <a:pt x="1000" y="3453"/>
                    <a:pt x="1179" y="3120"/>
                    <a:pt x="1357" y="2774"/>
                  </a:cubicBezTo>
                  <a:cubicBezTo>
                    <a:pt x="1810" y="1846"/>
                    <a:pt x="2262" y="917"/>
                    <a:pt x="27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47"/>
            <p:cNvSpPr/>
            <p:nvPr/>
          </p:nvSpPr>
          <p:spPr>
            <a:xfrm>
              <a:off x="2676800" y="1150875"/>
              <a:ext cx="1439500" cy="1267825"/>
            </a:xfrm>
            <a:custGeom>
              <a:rect b="b" l="l" r="r" t="t"/>
              <a:pathLst>
                <a:path extrusionOk="0" h="50713" w="57580">
                  <a:moveTo>
                    <a:pt x="50293" y="5739"/>
                  </a:moveTo>
                  <a:cubicBezTo>
                    <a:pt x="49281" y="6811"/>
                    <a:pt x="48376" y="7775"/>
                    <a:pt x="47554" y="8656"/>
                  </a:cubicBezTo>
                  <a:cubicBezTo>
                    <a:pt x="47435" y="8775"/>
                    <a:pt x="47316" y="8906"/>
                    <a:pt x="47209" y="9025"/>
                  </a:cubicBezTo>
                  <a:lnTo>
                    <a:pt x="39137" y="9025"/>
                  </a:lnTo>
                  <a:cubicBezTo>
                    <a:pt x="39220" y="8918"/>
                    <a:pt x="39303" y="8823"/>
                    <a:pt x="39387" y="8727"/>
                  </a:cubicBezTo>
                  <a:cubicBezTo>
                    <a:pt x="40232" y="7763"/>
                    <a:pt x="41030" y="6846"/>
                    <a:pt x="42006" y="5739"/>
                  </a:cubicBezTo>
                  <a:close/>
                  <a:moveTo>
                    <a:pt x="40327" y="15073"/>
                  </a:moveTo>
                  <a:cubicBezTo>
                    <a:pt x="40375" y="15145"/>
                    <a:pt x="40423" y="15228"/>
                    <a:pt x="40458" y="15300"/>
                  </a:cubicBezTo>
                  <a:cubicBezTo>
                    <a:pt x="40494" y="15347"/>
                    <a:pt x="40518" y="15395"/>
                    <a:pt x="40554" y="15454"/>
                  </a:cubicBezTo>
                  <a:cubicBezTo>
                    <a:pt x="39172" y="16276"/>
                    <a:pt x="37791" y="17098"/>
                    <a:pt x="36398" y="17919"/>
                  </a:cubicBezTo>
                  <a:cubicBezTo>
                    <a:pt x="36303" y="17776"/>
                    <a:pt x="36208" y="17633"/>
                    <a:pt x="36113" y="17479"/>
                  </a:cubicBezTo>
                  <a:cubicBezTo>
                    <a:pt x="36470" y="17038"/>
                    <a:pt x="36886" y="16681"/>
                    <a:pt x="37327" y="16371"/>
                  </a:cubicBezTo>
                  <a:cubicBezTo>
                    <a:pt x="38208" y="15740"/>
                    <a:pt x="39232" y="15335"/>
                    <a:pt x="40327" y="15073"/>
                  </a:cubicBezTo>
                  <a:close/>
                  <a:moveTo>
                    <a:pt x="10562" y="0"/>
                  </a:moveTo>
                  <a:cubicBezTo>
                    <a:pt x="8573" y="11549"/>
                    <a:pt x="8776" y="23527"/>
                    <a:pt x="11217" y="35112"/>
                  </a:cubicBezTo>
                  <a:cubicBezTo>
                    <a:pt x="9204" y="30349"/>
                    <a:pt x="6549" y="20765"/>
                    <a:pt x="5359" y="13823"/>
                  </a:cubicBezTo>
                  <a:cubicBezTo>
                    <a:pt x="5299" y="14228"/>
                    <a:pt x="5228" y="14633"/>
                    <a:pt x="5168" y="15038"/>
                  </a:cubicBezTo>
                  <a:cubicBezTo>
                    <a:pt x="4835" y="13407"/>
                    <a:pt x="4668" y="11787"/>
                    <a:pt x="4632" y="10168"/>
                  </a:cubicBezTo>
                  <a:cubicBezTo>
                    <a:pt x="4549" y="6763"/>
                    <a:pt x="4763" y="3382"/>
                    <a:pt x="5121" y="12"/>
                  </a:cubicBezTo>
                  <a:lnTo>
                    <a:pt x="4752" y="12"/>
                  </a:lnTo>
                  <a:cubicBezTo>
                    <a:pt x="4537" y="1727"/>
                    <a:pt x="4347" y="3453"/>
                    <a:pt x="4228" y="5179"/>
                  </a:cubicBezTo>
                  <a:cubicBezTo>
                    <a:pt x="3954" y="3465"/>
                    <a:pt x="3775" y="1762"/>
                    <a:pt x="3680" y="107"/>
                  </a:cubicBezTo>
                  <a:cubicBezTo>
                    <a:pt x="3680" y="72"/>
                    <a:pt x="3680" y="36"/>
                    <a:pt x="3680" y="12"/>
                  </a:cubicBezTo>
                  <a:lnTo>
                    <a:pt x="3120" y="12"/>
                  </a:lnTo>
                  <a:cubicBezTo>
                    <a:pt x="3287" y="1715"/>
                    <a:pt x="3549" y="3167"/>
                    <a:pt x="3823" y="4286"/>
                  </a:cubicBezTo>
                  <a:cubicBezTo>
                    <a:pt x="3870" y="4525"/>
                    <a:pt x="3918" y="4739"/>
                    <a:pt x="3954" y="4941"/>
                  </a:cubicBezTo>
                  <a:cubicBezTo>
                    <a:pt x="4013" y="5156"/>
                    <a:pt x="4061" y="5346"/>
                    <a:pt x="4109" y="5513"/>
                  </a:cubicBezTo>
                  <a:cubicBezTo>
                    <a:pt x="4144" y="5608"/>
                    <a:pt x="4156" y="5691"/>
                    <a:pt x="4180" y="5775"/>
                  </a:cubicBezTo>
                  <a:cubicBezTo>
                    <a:pt x="4013" y="8346"/>
                    <a:pt x="3978" y="10942"/>
                    <a:pt x="4180" y="13549"/>
                  </a:cubicBezTo>
                  <a:cubicBezTo>
                    <a:pt x="4216" y="14109"/>
                    <a:pt x="4180" y="14669"/>
                    <a:pt x="4180" y="15204"/>
                  </a:cubicBezTo>
                  <a:cubicBezTo>
                    <a:pt x="2204" y="15645"/>
                    <a:pt x="787" y="16633"/>
                    <a:pt x="1" y="18026"/>
                  </a:cubicBezTo>
                  <a:lnTo>
                    <a:pt x="1" y="20491"/>
                  </a:lnTo>
                  <a:cubicBezTo>
                    <a:pt x="168" y="19705"/>
                    <a:pt x="358" y="18931"/>
                    <a:pt x="727" y="18252"/>
                  </a:cubicBezTo>
                  <a:cubicBezTo>
                    <a:pt x="1310" y="17168"/>
                    <a:pt x="2290" y="16623"/>
                    <a:pt x="3308" y="16623"/>
                  </a:cubicBezTo>
                  <a:cubicBezTo>
                    <a:pt x="3643" y="16623"/>
                    <a:pt x="3981" y="16682"/>
                    <a:pt x="4311" y="16800"/>
                  </a:cubicBezTo>
                  <a:cubicBezTo>
                    <a:pt x="4882" y="19645"/>
                    <a:pt x="5454" y="22479"/>
                    <a:pt x="6025" y="25313"/>
                  </a:cubicBezTo>
                  <a:cubicBezTo>
                    <a:pt x="3478" y="26670"/>
                    <a:pt x="2680" y="28980"/>
                    <a:pt x="4001" y="31087"/>
                  </a:cubicBezTo>
                  <a:cubicBezTo>
                    <a:pt x="4073" y="27765"/>
                    <a:pt x="4668" y="26361"/>
                    <a:pt x="6252" y="25884"/>
                  </a:cubicBezTo>
                  <a:cubicBezTo>
                    <a:pt x="7919" y="31123"/>
                    <a:pt x="9454" y="36421"/>
                    <a:pt x="12229" y="41636"/>
                  </a:cubicBezTo>
                  <a:cubicBezTo>
                    <a:pt x="11074" y="41553"/>
                    <a:pt x="10264" y="41589"/>
                    <a:pt x="9502" y="41422"/>
                  </a:cubicBezTo>
                  <a:cubicBezTo>
                    <a:pt x="5240" y="40446"/>
                    <a:pt x="2085" y="38148"/>
                    <a:pt x="1" y="34385"/>
                  </a:cubicBezTo>
                  <a:lnTo>
                    <a:pt x="1" y="36016"/>
                  </a:lnTo>
                  <a:cubicBezTo>
                    <a:pt x="144" y="36255"/>
                    <a:pt x="299" y="36493"/>
                    <a:pt x="453" y="36731"/>
                  </a:cubicBezTo>
                  <a:cubicBezTo>
                    <a:pt x="1013" y="37564"/>
                    <a:pt x="1323" y="38564"/>
                    <a:pt x="1751" y="39505"/>
                  </a:cubicBezTo>
                  <a:lnTo>
                    <a:pt x="1882" y="38553"/>
                  </a:lnTo>
                  <a:cubicBezTo>
                    <a:pt x="2751" y="39481"/>
                    <a:pt x="3442" y="40338"/>
                    <a:pt x="4251" y="41065"/>
                  </a:cubicBezTo>
                  <a:cubicBezTo>
                    <a:pt x="6657" y="43220"/>
                    <a:pt x="9466" y="44351"/>
                    <a:pt x="12741" y="44351"/>
                  </a:cubicBezTo>
                  <a:cubicBezTo>
                    <a:pt x="13610" y="44351"/>
                    <a:pt x="14562" y="44541"/>
                    <a:pt x="15312" y="44946"/>
                  </a:cubicBezTo>
                  <a:cubicBezTo>
                    <a:pt x="16586" y="45661"/>
                    <a:pt x="17706" y="46661"/>
                    <a:pt x="18956" y="47435"/>
                  </a:cubicBezTo>
                  <a:cubicBezTo>
                    <a:pt x="20551" y="48423"/>
                    <a:pt x="22301" y="49042"/>
                    <a:pt x="24159" y="49292"/>
                  </a:cubicBezTo>
                  <a:cubicBezTo>
                    <a:pt x="24421" y="49328"/>
                    <a:pt x="24683" y="49351"/>
                    <a:pt x="24956" y="49375"/>
                  </a:cubicBezTo>
                  <a:cubicBezTo>
                    <a:pt x="24861" y="49399"/>
                    <a:pt x="24778" y="49411"/>
                    <a:pt x="24694" y="49423"/>
                  </a:cubicBezTo>
                  <a:cubicBezTo>
                    <a:pt x="23582" y="49642"/>
                    <a:pt x="22488" y="49752"/>
                    <a:pt x="21411" y="49752"/>
                  </a:cubicBezTo>
                  <a:cubicBezTo>
                    <a:pt x="18744" y="49752"/>
                    <a:pt x="16185" y="49078"/>
                    <a:pt x="13717" y="47720"/>
                  </a:cubicBezTo>
                  <a:lnTo>
                    <a:pt x="13717" y="47720"/>
                  </a:lnTo>
                  <a:cubicBezTo>
                    <a:pt x="15837" y="49707"/>
                    <a:pt x="18714" y="50712"/>
                    <a:pt x="21588" y="50712"/>
                  </a:cubicBezTo>
                  <a:cubicBezTo>
                    <a:pt x="23055" y="50712"/>
                    <a:pt x="24521" y="50450"/>
                    <a:pt x="25885" y="49923"/>
                  </a:cubicBezTo>
                  <a:cubicBezTo>
                    <a:pt x="26564" y="49661"/>
                    <a:pt x="27231" y="49340"/>
                    <a:pt x="27850" y="48935"/>
                  </a:cubicBezTo>
                  <a:cubicBezTo>
                    <a:pt x="25635" y="48304"/>
                    <a:pt x="23325" y="47756"/>
                    <a:pt x="21099" y="46982"/>
                  </a:cubicBezTo>
                  <a:cubicBezTo>
                    <a:pt x="18360" y="46053"/>
                    <a:pt x="16396" y="44137"/>
                    <a:pt x="14955" y="41636"/>
                  </a:cubicBezTo>
                  <a:cubicBezTo>
                    <a:pt x="14562" y="40946"/>
                    <a:pt x="14503" y="40315"/>
                    <a:pt x="14812" y="39612"/>
                  </a:cubicBezTo>
                  <a:lnTo>
                    <a:pt x="14812" y="39612"/>
                  </a:lnTo>
                  <a:lnTo>
                    <a:pt x="15146" y="39660"/>
                  </a:lnTo>
                  <a:cubicBezTo>
                    <a:pt x="15181" y="39326"/>
                    <a:pt x="15229" y="38981"/>
                    <a:pt x="15277" y="38648"/>
                  </a:cubicBezTo>
                  <a:cubicBezTo>
                    <a:pt x="16134" y="36909"/>
                    <a:pt x="16920" y="35124"/>
                    <a:pt x="17884" y="33445"/>
                  </a:cubicBezTo>
                  <a:cubicBezTo>
                    <a:pt x="19313" y="30944"/>
                    <a:pt x="20777" y="28468"/>
                    <a:pt x="22254" y="25991"/>
                  </a:cubicBezTo>
                  <a:cubicBezTo>
                    <a:pt x="22504" y="25551"/>
                    <a:pt x="22766" y="25122"/>
                    <a:pt x="23028" y="24682"/>
                  </a:cubicBezTo>
                  <a:lnTo>
                    <a:pt x="23028" y="24682"/>
                  </a:lnTo>
                  <a:cubicBezTo>
                    <a:pt x="22444" y="24801"/>
                    <a:pt x="21849" y="24884"/>
                    <a:pt x="21254" y="24932"/>
                  </a:cubicBezTo>
                  <a:cubicBezTo>
                    <a:pt x="20646" y="25956"/>
                    <a:pt x="20027" y="26980"/>
                    <a:pt x="19420" y="28004"/>
                  </a:cubicBezTo>
                  <a:cubicBezTo>
                    <a:pt x="18360" y="29790"/>
                    <a:pt x="17229" y="31552"/>
                    <a:pt x="16229" y="33373"/>
                  </a:cubicBezTo>
                  <a:cubicBezTo>
                    <a:pt x="16634" y="31599"/>
                    <a:pt x="17110" y="29837"/>
                    <a:pt x="17646" y="28087"/>
                  </a:cubicBezTo>
                  <a:cubicBezTo>
                    <a:pt x="18825" y="24289"/>
                    <a:pt x="20253" y="20550"/>
                    <a:pt x="21789" y="16859"/>
                  </a:cubicBezTo>
                  <a:cubicBezTo>
                    <a:pt x="22551" y="15014"/>
                    <a:pt x="23349" y="13168"/>
                    <a:pt x="24135" y="11335"/>
                  </a:cubicBezTo>
                  <a:cubicBezTo>
                    <a:pt x="24587" y="10704"/>
                    <a:pt x="25135" y="10251"/>
                    <a:pt x="25909" y="9989"/>
                  </a:cubicBezTo>
                  <a:cubicBezTo>
                    <a:pt x="28993" y="8977"/>
                    <a:pt x="32076" y="7930"/>
                    <a:pt x="35172" y="6965"/>
                  </a:cubicBezTo>
                  <a:cubicBezTo>
                    <a:pt x="36196" y="6644"/>
                    <a:pt x="37279" y="6513"/>
                    <a:pt x="38339" y="6287"/>
                  </a:cubicBezTo>
                  <a:cubicBezTo>
                    <a:pt x="38422" y="6394"/>
                    <a:pt x="38494" y="6501"/>
                    <a:pt x="38565" y="6608"/>
                  </a:cubicBezTo>
                  <a:cubicBezTo>
                    <a:pt x="37768" y="7751"/>
                    <a:pt x="37196" y="9263"/>
                    <a:pt x="36101" y="9978"/>
                  </a:cubicBezTo>
                  <a:cubicBezTo>
                    <a:pt x="34136" y="11275"/>
                    <a:pt x="31850" y="12085"/>
                    <a:pt x="29243" y="13311"/>
                  </a:cubicBezTo>
                  <a:cubicBezTo>
                    <a:pt x="27338" y="14990"/>
                    <a:pt x="25016" y="17014"/>
                    <a:pt x="22694" y="19050"/>
                  </a:cubicBezTo>
                  <a:cubicBezTo>
                    <a:pt x="22766" y="19122"/>
                    <a:pt x="22825" y="19193"/>
                    <a:pt x="22885" y="19264"/>
                  </a:cubicBezTo>
                  <a:cubicBezTo>
                    <a:pt x="23563" y="18812"/>
                    <a:pt x="24230" y="18348"/>
                    <a:pt x="24909" y="17895"/>
                  </a:cubicBezTo>
                  <a:cubicBezTo>
                    <a:pt x="24980" y="17967"/>
                    <a:pt x="25064" y="18050"/>
                    <a:pt x="25147" y="18133"/>
                  </a:cubicBezTo>
                  <a:cubicBezTo>
                    <a:pt x="24933" y="18586"/>
                    <a:pt x="24754" y="19062"/>
                    <a:pt x="24492" y="19503"/>
                  </a:cubicBezTo>
                  <a:cubicBezTo>
                    <a:pt x="24302" y="19824"/>
                    <a:pt x="24099" y="20157"/>
                    <a:pt x="23909" y="20479"/>
                  </a:cubicBezTo>
                  <a:cubicBezTo>
                    <a:pt x="24552" y="20336"/>
                    <a:pt x="25195" y="20169"/>
                    <a:pt x="25837" y="19967"/>
                  </a:cubicBezTo>
                  <a:cubicBezTo>
                    <a:pt x="26623" y="18645"/>
                    <a:pt x="27385" y="17324"/>
                    <a:pt x="28243" y="16050"/>
                  </a:cubicBezTo>
                  <a:cubicBezTo>
                    <a:pt x="28671" y="15412"/>
                    <a:pt x="29142" y="14715"/>
                    <a:pt x="29975" y="14715"/>
                  </a:cubicBezTo>
                  <a:cubicBezTo>
                    <a:pt x="30137" y="14715"/>
                    <a:pt x="30313" y="14742"/>
                    <a:pt x="30505" y="14800"/>
                  </a:cubicBezTo>
                  <a:cubicBezTo>
                    <a:pt x="31314" y="13430"/>
                    <a:pt x="32838" y="13299"/>
                    <a:pt x="34100" y="12680"/>
                  </a:cubicBezTo>
                  <a:lnTo>
                    <a:pt x="34100" y="12680"/>
                  </a:lnTo>
                  <a:cubicBezTo>
                    <a:pt x="33112" y="15347"/>
                    <a:pt x="31017" y="17002"/>
                    <a:pt x="28981" y="18717"/>
                  </a:cubicBezTo>
                  <a:cubicBezTo>
                    <a:pt x="31898" y="17300"/>
                    <a:pt x="34517" y="15264"/>
                    <a:pt x="36589" y="12776"/>
                  </a:cubicBezTo>
                  <a:cubicBezTo>
                    <a:pt x="36565" y="12740"/>
                    <a:pt x="36553" y="12716"/>
                    <a:pt x="36529" y="12692"/>
                  </a:cubicBezTo>
                  <a:cubicBezTo>
                    <a:pt x="36422" y="12668"/>
                    <a:pt x="36315" y="12633"/>
                    <a:pt x="36220" y="12597"/>
                  </a:cubicBezTo>
                  <a:lnTo>
                    <a:pt x="36446" y="12573"/>
                  </a:lnTo>
                  <a:cubicBezTo>
                    <a:pt x="36946" y="12061"/>
                    <a:pt x="37351" y="11383"/>
                    <a:pt x="37946" y="11073"/>
                  </a:cubicBezTo>
                  <a:cubicBezTo>
                    <a:pt x="38018" y="11037"/>
                    <a:pt x="38089" y="11013"/>
                    <a:pt x="38160" y="10978"/>
                  </a:cubicBezTo>
                  <a:cubicBezTo>
                    <a:pt x="39426" y="10415"/>
                    <a:pt x="41657" y="10097"/>
                    <a:pt x="43525" y="10097"/>
                  </a:cubicBezTo>
                  <a:cubicBezTo>
                    <a:pt x="44030" y="10097"/>
                    <a:pt x="44509" y="10120"/>
                    <a:pt x="44935" y="10168"/>
                  </a:cubicBezTo>
                  <a:cubicBezTo>
                    <a:pt x="45138" y="10192"/>
                    <a:pt x="45328" y="10216"/>
                    <a:pt x="45495" y="10251"/>
                  </a:cubicBezTo>
                  <a:cubicBezTo>
                    <a:pt x="45530" y="10287"/>
                    <a:pt x="45566" y="10335"/>
                    <a:pt x="45602" y="10382"/>
                  </a:cubicBezTo>
                  <a:cubicBezTo>
                    <a:pt x="45661" y="10466"/>
                    <a:pt x="45721" y="10537"/>
                    <a:pt x="45780" y="10609"/>
                  </a:cubicBezTo>
                  <a:cubicBezTo>
                    <a:pt x="45328" y="10930"/>
                    <a:pt x="44876" y="11252"/>
                    <a:pt x="44221" y="11704"/>
                  </a:cubicBezTo>
                  <a:cubicBezTo>
                    <a:pt x="44173" y="11704"/>
                    <a:pt x="44125" y="11692"/>
                    <a:pt x="44066" y="11692"/>
                  </a:cubicBezTo>
                  <a:cubicBezTo>
                    <a:pt x="43983" y="11680"/>
                    <a:pt x="43899" y="11668"/>
                    <a:pt x="43804" y="11656"/>
                  </a:cubicBezTo>
                  <a:cubicBezTo>
                    <a:pt x="43509" y="11629"/>
                    <a:pt x="43212" y="11616"/>
                    <a:pt x="42915" y="11616"/>
                  </a:cubicBezTo>
                  <a:cubicBezTo>
                    <a:pt x="41028" y="11616"/>
                    <a:pt x="39097" y="12138"/>
                    <a:pt x="37184" y="12776"/>
                  </a:cubicBezTo>
                  <a:cubicBezTo>
                    <a:pt x="37148" y="12787"/>
                    <a:pt x="37101" y="12799"/>
                    <a:pt x="37065" y="12811"/>
                  </a:cubicBezTo>
                  <a:cubicBezTo>
                    <a:pt x="37312" y="12851"/>
                    <a:pt x="37558" y="12874"/>
                    <a:pt x="37805" y="12874"/>
                  </a:cubicBezTo>
                  <a:cubicBezTo>
                    <a:pt x="37856" y="12874"/>
                    <a:pt x="37907" y="12873"/>
                    <a:pt x="37958" y="12871"/>
                  </a:cubicBezTo>
                  <a:lnTo>
                    <a:pt x="37958" y="12871"/>
                  </a:lnTo>
                  <a:cubicBezTo>
                    <a:pt x="34410" y="16907"/>
                    <a:pt x="30862" y="20931"/>
                    <a:pt x="27302" y="24968"/>
                  </a:cubicBezTo>
                  <a:cubicBezTo>
                    <a:pt x="27052" y="25265"/>
                    <a:pt x="26790" y="25551"/>
                    <a:pt x="26528" y="25849"/>
                  </a:cubicBezTo>
                  <a:cubicBezTo>
                    <a:pt x="26385" y="26027"/>
                    <a:pt x="26207" y="26230"/>
                    <a:pt x="25992" y="26444"/>
                  </a:cubicBezTo>
                  <a:cubicBezTo>
                    <a:pt x="25528" y="26944"/>
                    <a:pt x="25064" y="27420"/>
                    <a:pt x="24575" y="27896"/>
                  </a:cubicBezTo>
                  <a:cubicBezTo>
                    <a:pt x="24528" y="28349"/>
                    <a:pt x="24480" y="28801"/>
                    <a:pt x="24409" y="29278"/>
                  </a:cubicBezTo>
                  <a:cubicBezTo>
                    <a:pt x="24980" y="28611"/>
                    <a:pt x="25349" y="28170"/>
                    <a:pt x="25718" y="27742"/>
                  </a:cubicBezTo>
                  <a:cubicBezTo>
                    <a:pt x="26088" y="27313"/>
                    <a:pt x="26480" y="26884"/>
                    <a:pt x="26861" y="26456"/>
                  </a:cubicBezTo>
                  <a:cubicBezTo>
                    <a:pt x="26933" y="26515"/>
                    <a:pt x="27004" y="26563"/>
                    <a:pt x="27088" y="26622"/>
                  </a:cubicBezTo>
                  <a:lnTo>
                    <a:pt x="27088" y="29801"/>
                  </a:lnTo>
                  <a:cubicBezTo>
                    <a:pt x="27671" y="31266"/>
                    <a:pt x="28064" y="32254"/>
                    <a:pt x="28457" y="33242"/>
                  </a:cubicBezTo>
                  <a:lnTo>
                    <a:pt x="28612" y="33219"/>
                  </a:lnTo>
                  <a:cubicBezTo>
                    <a:pt x="28576" y="32790"/>
                    <a:pt x="28552" y="32349"/>
                    <a:pt x="28504" y="31587"/>
                  </a:cubicBezTo>
                  <a:lnTo>
                    <a:pt x="28504" y="31587"/>
                  </a:lnTo>
                  <a:cubicBezTo>
                    <a:pt x="28635" y="31814"/>
                    <a:pt x="28766" y="32040"/>
                    <a:pt x="28897" y="32242"/>
                  </a:cubicBezTo>
                  <a:cubicBezTo>
                    <a:pt x="29350" y="32980"/>
                    <a:pt x="29731" y="33600"/>
                    <a:pt x="30159" y="34314"/>
                  </a:cubicBezTo>
                  <a:cubicBezTo>
                    <a:pt x="29886" y="33088"/>
                    <a:pt x="29528" y="32087"/>
                    <a:pt x="29445" y="31064"/>
                  </a:cubicBezTo>
                  <a:cubicBezTo>
                    <a:pt x="29171" y="27742"/>
                    <a:pt x="29302" y="24444"/>
                    <a:pt x="31183" y="21503"/>
                  </a:cubicBezTo>
                  <a:cubicBezTo>
                    <a:pt x="31564" y="20907"/>
                    <a:pt x="32148" y="20443"/>
                    <a:pt x="32636" y="19919"/>
                  </a:cubicBezTo>
                  <a:cubicBezTo>
                    <a:pt x="32755" y="19991"/>
                    <a:pt x="32874" y="20074"/>
                    <a:pt x="32993" y="20145"/>
                  </a:cubicBezTo>
                  <a:cubicBezTo>
                    <a:pt x="32862" y="20634"/>
                    <a:pt x="32743" y="21122"/>
                    <a:pt x="32600" y="21598"/>
                  </a:cubicBezTo>
                  <a:cubicBezTo>
                    <a:pt x="32588" y="21622"/>
                    <a:pt x="32588" y="21634"/>
                    <a:pt x="32576" y="21658"/>
                  </a:cubicBezTo>
                  <a:cubicBezTo>
                    <a:pt x="32243" y="22729"/>
                    <a:pt x="31993" y="23801"/>
                    <a:pt x="31850" y="24884"/>
                  </a:cubicBezTo>
                  <a:cubicBezTo>
                    <a:pt x="31529" y="27111"/>
                    <a:pt x="31672" y="29349"/>
                    <a:pt x="32505" y="31599"/>
                  </a:cubicBezTo>
                  <a:cubicBezTo>
                    <a:pt x="33434" y="34100"/>
                    <a:pt x="34898" y="35945"/>
                    <a:pt x="37684" y="36659"/>
                  </a:cubicBezTo>
                  <a:cubicBezTo>
                    <a:pt x="38165" y="36785"/>
                    <a:pt x="38625" y="36838"/>
                    <a:pt x="39068" y="36838"/>
                  </a:cubicBezTo>
                  <a:cubicBezTo>
                    <a:pt x="39885" y="36838"/>
                    <a:pt x="40646" y="36656"/>
                    <a:pt x="41387" y="36409"/>
                  </a:cubicBezTo>
                  <a:cubicBezTo>
                    <a:pt x="41589" y="36350"/>
                    <a:pt x="41792" y="36278"/>
                    <a:pt x="41994" y="36195"/>
                  </a:cubicBezTo>
                  <a:lnTo>
                    <a:pt x="41792" y="36195"/>
                  </a:lnTo>
                  <a:lnTo>
                    <a:pt x="41792" y="35921"/>
                  </a:lnTo>
                  <a:cubicBezTo>
                    <a:pt x="41345" y="36014"/>
                    <a:pt x="40893" y="36059"/>
                    <a:pt x="40441" y="36059"/>
                  </a:cubicBezTo>
                  <a:cubicBezTo>
                    <a:pt x="37421" y="36059"/>
                    <a:pt x="34431" y="34061"/>
                    <a:pt x="33541" y="31099"/>
                  </a:cubicBezTo>
                  <a:cubicBezTo>
                    <a:pt x="32362" y="27206"/>
                    <a:pt x="33076" y="23527"/>
                    <a:pt x="34720" y="19955"/>
                  </a:cubicBezTo>
                  <a:cubicBezTo>
                    <a:pt x="34934" y="19479"/>
                    <a:pt x="35434" y="19062"/>
                    <a:pt x="35910" y="18788"/>
                  </a:cubicBezTo>
                  <a:cubicBezTo>
                    <a:pt x="37708" y="17717"/>
                    <a:pt x="39577" y="16740"/>
                    <a:pt x="41375" y="15657"/>
                  </a:cubicBezTo>
                  <a:cubicBezTo>
                    <a:pt x="41805" y="15405"/>
                    <a:pt x="42203" y="15277"/>
                    <a:pt x="42619" y="15277"/>
                  </a:cubicBezTo>
                  <a:cubicBezTo>
                    <a:pt x="42872" y="15277"/>
                    <a:pt x="43132" y="15324"/>
                    <a:pt x="43411" y="15419"/>
                  </a:cubicBezTo>
                  <a:cubicBezTo>
                    <a:pt x="44899" y="15931"/>
                    <a:pt x="46078" y="16752"/>
                    <a:pt x="46947" y="17883"/>
                  </a:cubicBezTo>
                  <a:lnTo>
                    <a:pt x="48257" y="17883"/>
                  </a:lnTo>
                  <a:cubicBezTo>
                    <a:pt x="47293" y="16312"/>
                    <a:pt x="45888" y="15133"/>
                    <a:pt x="43959" y="14371"/>
                  </a:cubicBezTo>
                  <a:cubicBezTo>
                    <a:pt x="44309" y="14315"/>
                    <a:pt x="44647" y="14288"/>
                    <a:pt x="44974" y="14288"/>
                  </a:cubicBezTo>
                  <a:cubicBezTo>
                    <a:pt x="46602" y="14288"/>
                    <a:pt x="47952" y="14953"/>
                    <a:pt x="49162" y="16014"/>
                  </a:cubicBezTo>
                  <a:cubicBezTo>
                    <a:pt x="50114" y="16847"/>
                    <a:pt x="51043" y="17693"/>
                    <a:pt x="51984" y="18538"/>
                  </a:cubicBezTo>
                  <a:cubicBezTo>
                    <a:pt x="52055" y="18455"/>
                    <a:pt x="52138" y="18383"/>
                    <a:pt x="52222" y="18300"/>
                  </a:cubicBezTo>
                  <a:cubicBezTo>
                    <a:pt x="52222" y="18288"/>
                    <a:pt x="52234" y="18276"/>
                    <a:pt x="52246" y="18276"/>
                  </a:cubicBezTo>
                  <a:cubicBezTo>
                    <a:pt x="51484" y="15109"/>
                    <a:pt x="48924" y="13573"/>
                    <a:pt x="46078" y="12109"/>
                  </a:cubicBezTo>
                  <a:cubicBezTo>
                    <a:pt x="46804" y="11502"/>
                    <a:pt x="47376" y="11025"/>
                    <a:pt x="48007" y="10490"/>
                  </a:cubicBezTo>
                  <a:cubicBezTo>
                    <a:pt x="48876" y="10930"/>
                    <a:pt x="49650" y="11323"/>
                    <a:pt x="50424" y="11728"/>
                  </a:cubicBezTo>
                  <a:cubicBezTo>
                    <a:pt x="50507" y="11633"/>
                    <a:pt x="50579" y="11537"/>
                    <a:pt x="50662" y="11454"/>
                  </a:cubicBezTo>
                  <a:cubicBezTo>
                    <a:pt x="50007" y="10930"/>
                    <a:pt x="49352" y="10406"/>
                    <a:pt x="48567" y="9787"/>
                  </a:cubicBezTo>
                  <a:cubicBezTo>
                    <a:pt x="50186" y="8358"/>
                    <a:pt x="51650" y="7061"/>
                    <a:pt x="53115" y="5775"/>
                  </a:cubicBezTo>
                  <a:cubicBezTo>
                    <a:pt x="53079" y="5751"/>
                    <a:pt x="53043" y="5727"/>
                    <a:pt x="52996" y="5703"/>
                  </a:cubicBezTo>
                  <a:cubicBezTo>
                    <a:pt x="52984" y="5691"/>
                    <a:pt x="52960" y="5679"/>
                    <a:pt x="52948" y="5679"/>
                  </a:cubicBezTo>
                  <a:cubicBezTo>
                    <a:pt x="52984" y="5668"/>
                    <a:pt x="53031" y="5656"/>
                    <a:pt x="53067" y="5644"/>
                  </a:cubicBezTo>
                  <a:cubicBezTo>
                    <a:pt x="53865" y="5417"/>
                    <a:pt x="54651" y="5191"/>
                    <a:pt x="55282" y="5001"/>
                  </a:cubicBezTo>
                  <a:cubicBezTo>
                    <a:pt x="55508" y="4298"/>
                    <a:pt x="55532" y="3632"/>
                    <a:pt x="55651" y="2989"/>
                  </a:cubicBezTo>
                  <a:cubicBezTo>
                    <a:pt x="55746" y="2453"/>
                    <a:pt x="55913" y="1953"/>
                    <a:pt x="56341" y="1488"/>
                  </a:cubicBezTo>
                  <a:cubicBezTo>
                    <a:pt x="56401" y="1703"/>
                    <a:pt x="56425" y="1917"/>
                    <a:pt x="56437" y="2131"/>
                  </a:cubicBezTo>
                  <a:cubicBezTo>
                    <a:pt x="56472" y="3120"/>
                    <a:pt x="56067" y="4036"/>
                    <a:pt x="56758" y="4929"/>
                  </a:cubicBezTo>
                  <a:cubicBezTo>
                    <a:pt x="57508" y="3893"/>
                    <a:pt x="57580" y="2870"/>
                    <a:pt x="57270" y="1846"/>
                  </a:cubicBezTo>
                  <a:cubicBezTo>
                    <a:pt x="57210" y="1655"/>
                    <a:pt x="57187" y="1477"/>
                    <a:pt x="57163" y="1298"/>
                  </a:cubicBezTo>
                  <a:cubicBezTo>
                    <a:pt x="57127" y="834"/>
                    <a:pt x="57258" y="417"/>
                    <a:pt x="57496" y="12"/>
                  </a:cubicBezTo>
                  <a:lnTo>
                    <a:pt x="55889" y="12"/>
                  </a:lnTo>
                  <a:cubicBezTo>
                    <a:pt x="55425" y="512"/>
                    <a:pt x="54984" y="905"/>
                    <a:pt x="54567" y="1060"/>
                  </a:cubicBezTo>
                  <a:lnTo>
                    <a:pt x="45816" y="1060"/>
                  </a:lnTo>
                  <a:cubicBezTo>
                    <a:pt x="45995" y="703"/>
                    <a:pt x="46173" y="357"/>
                    <a:pt x="46352" y="12"/>
                  </a:cubicBezTo>
                  <a:lnTo>
                    <a:pt x="43113" y="12"/>
                  </a:lnTo>
                  <a:cubicBezTo>
                    <a:pt x="43078" y="60"/>
                    <a:pt x="43042" y="119"/>
                    <a:pt x="43006" y="167"/>
                  </a:cubicBezTo>
                  <a:cubicBezTo>
                    <a:pt x="42578" y="857"/>
                    <a:pt x="42066" y="1346"/>
                    <a:pt x="41435" y="1691"/>
                  </a:cubicBezTo>
                  <a:cubicBezTo>
                    <a:pt x="40994" y="1941"/>
                    <a:pt x="40494" y="2108"/>
                    <a:pt x="39923" y="2227"/>
                  </a:cubicBezTo>
                  <a:cubicBezTo>
                    <a:pt x="36720" y="2834"/>
                    <a:pt x="33636" y="3822"/>
                    <a:pt x="30743" y="5394"/>
                  </a:cubicBezTo>
                  <a:cubicBezTo>
                    <a:pt x="29386" y="6132"/>
                    <a:pt x="27945" y="6739"/>
                    <a:pt x="26540" y="7406"/>
                  </a:cubicBezTo>
                  <a:cubicBezTo>
                    <a:pt x="26480" y="7334"/>
                    <a:pt x="26409" y="7275"/>
                    <a:pt x="26349" y="7203"/>
                  </a:cubicBezTo>
                  <a:lnTo>
                    <a:pt x="29886" y="203"/>
                  </a:lnTo>
                  <a:lnTo>
                    <a:pt x="29612" y="72"/>
                  </a:lnTo>
                  <a:cubicBezTo>
                    <a:pt x="29052" y="1119"/>
                    <a:pt x="28409" y="2131"/>
                    <a:pt x="27957" y="3215"/>
                  </a:cubicBezTo>
                  <a:cubicBezTo>
                    <a:pt x="27492" y="4322"/>
                    <a:pt x="26933" y="5358"/>
                    <a:pt x="26290" y="6310"/>
                  </a:cubicBezTo>
                  <a:cubicBezTo>
                    <a:pt x="27183" y="4215"/>
                    <a:pt x="28040" y="2119"/>
                    <a:pt x="28862" y="12"/>
                  </a:cubicBezTo>
                  <a:lnTo>
                    <a:pt x="28564" y="12"/>
                  </a:lnTo>
                  <a:cubicBezTo>
                    <a:pt x="27326" y="2810"/>
                    <a:pt x="25992" y="5572"/>
                    <a:pt x="24659" y="8323"/>
                  </a:cubicBezTo>
                  <a:cubicBezTo>
                    <a:pt x="23575" y="9430"/>
                    <a:pt x="22313" y="10382"/>
                    <a:pt x="20849" y="11144"/>
                  </a:cubicBezTo>
                  <a:cubicBezTo>
                    <a:pt x="20468" y="11335"/>
                    <a:pt x="20134" y="11621"/>
                    <a:pt x="19801" y="11894"/>
                  </a:cubicBezTo>
                  <a:cubicBezTo>
                    <a:pt x="19646" y="12025"/>
                    <a:pt x="19539" y="12228"/>
                    <a:pt x="19408" y="12406"/>
                  </a:cubicBezTo>
                  <a:cubicBezTo>
                    <a:pt x="19456" y="12478"/>
                    <a:pt x="19503" y="12561"/>
                    <a:pt x="19551" y="12645"/>
                  </a:cubicBezTo>
                  <a:lnTo>
                    <a:pt x="23147" y="11359"/>
                  </a:lnTo>
                  <a:lnTo>
                    <a:pt x="23147" y="11359"/>
                  </a:lnTo>
                  <a:cubicBezTo>
                    <a:pt x="23028" y="11621"/>
                    <a:pt x="22909" y="11871"/>
                    <a:pt x="22789" y="12133"/>
                  </a:cubicBezTo>
                  <a:cubicBezTo>
                    <a:pt x="22099" y="13549"/>
                    <a:pt x="21420" y="14966"/>
                    <a:pt x="20742" y="16395"/>
                  </a:cubicBezTo>
                  <a:cubicBezTo>
                    <a:pt x="19027" y="20038"/>
                    <a:pt x="17396" y="23729"/>
                    <a:pt x="16027" y="27551"/>
                  </a:cubicBezTo>
                  <a:cubicBezTo>
                    <a:pt x="15050" y="30254"/>
                    <a:pt x="14217" y="33028"/>
                    <a:pt x="13574" y="35850"/>
                  </a:cubicBezTo>
                  <a:cubicBezTo>
                    <a:pt x="13479" y="35493"/>
                    <a:pt x="13384" y="35135"/>
                    <a:pt x="13288" y="34790"/>
                  </a:cubicBezTo>
                  <a:cubicBezTo>
                    <a:pt x="13122" y="33576"/>
                    <a:pt x="12931" y="32349"/>
                    <a:pt x="12919" y="31135"/>
                  </a:cubicBezTo>
                  <a:cubicBezTo>
                    <a:pt x="12764" y="22908"/>
                    <a:pt x="13931" y="14812"/>
                    <a:pt x="15372" y="6751"/>
                  </a:cubicBezTo>
                  <a:cubicBezTo>
                    <a:pt x="15777" y="4501"/>
                    <a:pt x="16265" y="2250"/>
                    <a:pt x="16741" y="12"/>
                  </a:cubicBezTo>
                  <a:lnTo>
                    <a:pt x="16420" y="12"/>
                  </a:lnTo>
                  <a:cubicBezTo>
                    <a:pt x="15812" y="2655"/>
                    <a:pt x="15181" y="5298"/>
                    <a:pt x="14693" y="7954"/>
                  </a:cubicBezTo>
                  <a:cubicBezTo>
                    <a:pt x="14134" y="11013"/>
                    <a:pt x="13693" y="14097"/>
                    <a:pt x="13324" y="17181"/>
                  </a:cubicBezTo>
                  <a:cubicBezTo>
                    <a:pt x="12955" y="20193"/>
                    <a:pt x="12741" y="23229"/>
                    <a:pt x="12467" y="26253"/>
                  </a:cubicBezTo>
                  <a:lnTo>
                    <a:pt x="12169" y="26218"/>
                  </a:lnTo>
                  <a:cubicBezTo>
                    <a:pt x="11729" y="21253"/>
                    <a:pt x="11717" y="16300"/>
                    <a:pt x="12479" y="11359"/>
                  </a:cubicBezTo>
                  <a:cubicBezTo>
                    <a:pt x="12598" y="10561"/>
                    <a:pt x="12491" y="9728"/>
                    <a:pt x="12491" y="8906"/>
                  </a:cubicBezTo>
                  <a:lnTo>
                    <a:pt x="12491" y="8906"/>
                  </a:lnTo>
                  <a:cubicBezTo>
                    <a:pt x="11479" y="12704"/>
                    <a:pt x="10859" y="16502"/>
                    <a:pt x="10621" y="20312"/>
                  </a:cubicBezTo>
                  <a:cubicBezTo>
                    <a:pt x="9931" y="13585"/>
                    <a:pt x="9978" y="6763"/>
                    <a:pt x="1077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47"/>
            <p:cNvSpPr/>
            <p:nvPr/>
          </p:nvSpPr>
          <p:spPr>
            <a:xfrm>
              <a:off x="2676800" y="1318600"/>
              <a:ext cx="80100" cy="39150"/>
            </a:xfrm>
            <a:custGeom>
              <a:rect b="b" l="l" r="r" t="t"/>
              <a:pathLst>
                <a:path extrusionOk="0" h="1566" w="3204">
                  <a:moveTo>
                    <a:pt x="2324" y="0"/>
                  </a:moveTo>
                  <a:cubicBezTo>
                    <a:pt x="1450" y="0"/>
                    <a:pt x="695" y="276"/>
                    <a:pt x="1" y="709"/>
                  </a:cubicBezTo>
                  <a:lnTo>
                    <a:pt x="1" y="1566"/>
                  </a:lnTo>
                  <a:cubicBezTo>
                    <a:pt x="787" y="971"/>
                    <a:pt x="1751" y="578"/>
                    <a:pt x="2930" y="447"/>
                  </a:cubicBezTo>
                  <a:cubicBezTo>
                    <a:pt x="2989" y="435"/>
                    <a:pt x="3037" y="316"/>
                    <a:pt x="3204" y="90"/>
                  </a:cubicBezTo>
                  <a:cubicBezTo>
                    <a:pt x="2897" y="29"/>
                    <a:pt x="2604" y="0"/>
                    <a:pt x="23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47"/>
            <p:cNvSpPr/>
            <p:nvPr/>
          </p:nvSpPr>
          <p:spPr>
            <a:xfrm>
              <a:off x="3215275" y="1666400"/>
              <a:ext cx="97650" cy="96175"/>
            </a:xfrm>
            <a:custGeom>
              <a:rect b="b" l="l" r="r" t="t"/>
              <a:pathLst>
                <a:path extrusionOk="0" h="3847" w="3906">
                  <a:moveTo>
                    <a:pt x="3906" y="1"/>
                  </a:moveTo>
                  <a:cubicBezTo>
                    <a:pt x="3346" y="72"/>
                    <a:pt x="2786" y="108"/>
                    <a:pt x="2215" y="120"/>
                  </a:cubicBezTo>
                  <a:cubicBezTo>
                    <a:pt x="1477" y="1358"/>
                    <a:pt x="739" y="2608"/>
                    <a:pt x="0" y="3846"/>
                  </a:cubicBezTo>
                  <a:cubicBezTo>
                    <a:pt x="750" y="3549"/>
                    <a:pt x="1489" y="3215"/>
                    <a:pt x="2215" y="2858"/>
                  </a:cubicBezTo>
                  <a:cubicBezTo>
                    <a:pt x="2774" y="1906"/>
                    <a:pt x="3346" y="953"/>
                    <a:pt x="3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47"/>
            <p:cNvSpPr/>
            <p:nvPr/>
          </p:nvSpPr>
          <p:spPr>
            <a:xfrm>
              <a:off x="3335225" y="1642600"/>
              <a:ext cx="80100" cy="58650"/>
            </a:xfrm>
            <a:custGeom>
              <a:rect b="b" l="l" r="r" t="t"/>
              <a:pathLst>
                <a:path extrusionOk="0" h="2346" w="3204">
                  <a:moveTo>
                    <a:pt x="3203" y="0"/>
                  </a:moveTo>
                  <a:cubicBezTo>
                    <a:pt x="2322" y="322"/>
                    <a:pt x="1429" y="560"/>
                    <a:pt x="513" y="738"/>
                  </a:cubicBezTo>
                  <a:cubicBezTo>
                    <a:pt x="501" y="762"/>
                    <a:pt x="489" y="774"/>
                    <a:pt x="477" y="798"/>
                  </a:cubicBezTo>
                  <a:cubicBezTo>
                    <a:pt x="322" y="1048"/>
                    <a:pt x="322" y="1405"/>
                    <a:pt x="251" y="1703"/>
                  </a:cubicBezTo>
                  <a:cubicBezTo>
                    <a:pt x="155" y="1917"/>
                    <a:pt x="84" y="2131"/>
                    <a:pt x="1" y="2346"/>
                  </a:cubicBezTo>
                  <a:cubicBezTo>
                    <a:pt x="1120" y="1643"/>
                    <a:pt x="2191" y="857"/>
                    <a:pt x="3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47"/>
            <p:cNvSpPr/>
            <p:nvPr/>
          </p:nvSpPr>
          <p:spPr>
            <a:xfrm>
              <a:off x="3291475" y="1708675"/>
              <a:ext cx="111350" cy="138725"/>
            </a:xfrm>
            <a:custGeom>
              <a:rect b="b" l="l" r="r" t="t"/>
              <a:pathLst>
                <a:path extrusionOk="0" h="5549" w="4454">
                  <a:moveTo>
                    <a:pt x="4453" y="0"/>
                  </a:moveTo>
                  <a:lnTo>
                    <a:pt x="4453" y="0"/>
                  </a:lnTo>
                  <a:cubicBezTo>
                    <a:pt x="3322" y="727"/>
                    <a:pt x="2096" y="1310"/>
                    <a:pt x="834" y="1739"/>
                  </a:cubicBezTo>
                  <a:cubicBezTo>
                    <a:pt x="322" y="2929"/>
                    <a:pt x="155" y="4191"/>
                    <a:pt x="0" y="5549"/>
                  </a:cubicBezTo>
                  <a:cubicBezTo>
                    <a:pt x="250" y="5239"/>
                    <a:pt x="500" y="4930"/>
                    <a:pt x="750" y="4620"/>
                  </a:cubicBezTo>
                  <a:cubicBezTo>
                    <a:pt x="1274" y="3644"/>
                    <a:pt x="1798" y="2656"/>
                    <a:pt x="2417" y="1513"/>
                  </a:cubicBezTo>
                  <a:cubicBezTo>
                    <a:pt x="2465" y="1894"/>
                    <a:pt x="2477" y="2215"/>
                    <a:pt x="2429" y="2525"/>
                  </a:cubicBezTo>
                  <a:cubicBezTo>
                    <a:pt x="3108" y="1679"/>
                    <a:pt x="3775" y="834"/>
                    <a:pt x="4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47"/>
            <p:cNvSpPr/>
            <p:nvPr/>
          </p:nvSpPr>
          <p:spPr>
            <a:xfrm>
              <a:off x="3179850" y="1469050"/>
              <a:ext cx="445925" cy="381625"/>
            </a:xfrm>
            <a:custGeom>
              <a:rect b="b" l="l" r="r" t="t"/>
              <a:pathLst>
                <a:path extrusionOk="0" h="15265" w="17837">
                  <a:moveTo>
                    <a:pt x="16503" y="1"/>
                  </a:moveTo>
                  <a:cubicBezTo>
                    <a:pt x="16491" y="13"/>
                    <a:pt x="16479" y="25"/>
                    <a:pt x="16467" y="49"/>
                  </a:cubicBezTo>
                  <a:cubicBezTo>
                    <a:pt x="14395" y="2537"/>
                    <a:pt x="11776" y="4573"/>
                    <a:pt x="8859" y="5990"/>
                  </a:cubicBezTo>
                  <a:cubicBezTo>
                    <a:pt x="8644" y="6097"/>
                    <a:pt x="8430" y="6192"/>
                    <a:pt x="8216" y="6287"/>
                  </a:cubicBezTo>
                  <a:cubicBezTo>
                    <a:pt x="7954" y="6418"/>
                    <a:pt x="7680" y="6526"/>
                    <a:pt x="7406" y="6645"/>
                  </a:cubicBezTo>
                  <a:cubicBezTo>
                    <a:pt x="6847" y="6859"/>
                    <a:pt x="6287" y="7073"/>
                    <a:pt x="5715" y="7240"/>
                  </a:cubicBezTo>
                  <a:cubicBezTo>
                    <a:pt x="5084" y="7442"/>
                    <a:pt x="4442" y="7621"/>
                    <a:pt x="3787" y="7752"/>
                  </a:cubicBezTo>
                  <a:cubicBezTo>
                    <a:pt x="3358" y="7847"/>
                    <a:pt x="2941" y="7930"/>
                    <a:pt x="2513" y="8002"/>
                  </a:cubicBezTo>
                  <a:cubicBezTo>
                    <a:pt x="2882" y="8014"/>
                    <a:pt x="3263" y="8014"/>
                    <a:pt x="3632" y="8014"/>
                  </a:cubicBezTo>
                  <a:cubicBezTo>
                    <a:pt x="4203" y="8002"/>
                    <a:pt x="4763" y="7966"/>
                    <a:pt x="5323" y="7895"/>
                  </a:cubicBezTo>
                  <a:cubicBezTo>
                    <a:pt x="5799" y="7847"/>
                    <a:pt x="6263" y="7776"/>
                    <a:pt x="6728" y="7680"/>
                  </a:cubicBezTo>
                  <a:cubicBezTo>
                    <a:pt x="7644" y="7502"/>
                    <a:pt x="8549" y="7264"/>
                    <a:pt x="9418" y="6942"/>
                  </a:cubicBezTo>
                  <a:lnTo>
                    <a:pt x="9418" y="6942"/>
                  </a:lnTo>
                  <a:cubicBezTo>
                    <a:pt x="8406" y="7799"/>
                    <a:pt x="7335" y="8573"/>
                    <a:pt x="6216" y="9288"/>
                  </a:cubicBezTo>
                  <a:cubicBezTo>
                    <a:pt x="5382" y="9812"/>
                    <a:pt x="4513" y="10300"/>
                    <a:pt x="3632" y="10740"/>
                  </a:cubicBezTo>
                  <a:cubicBezTo>
                    <a:pt x="2906" y="11109"/>
                    <a:pt x="2167" y="11431"/>
                    <a:pt x="1417" y="11740"/>
                  </a:cubicBezTo>
                  <a:cubicBezTo>
                    <a:pt x="941" y="11919"/>
                    <a:pt x="477" y="12098"/>
                    <a:pt x="0" y="12264"/>
                  </a:cubicBezTo>
                  <a:cubicBezTo>
                    <a:pt x="370" y="12252"/>
                    <a:pt x="751" y="12241"/>
                    <a:pt x="1132" y="12205"/>
                  </a:cubicBezTo>
                  <a:cubicBezTo>
                    <a:pt x="1727" y="12157"/>
                    <a:pt x="2322" y="12074"/>
                    <a:pt x="2906" y="11967"/>
                  </a:cubicBezTo>
                  <a:cubicBezTo>
                    <a:pt x="3191" y="11907"/>
                    <a:pt x="3489" y="11848"/>
                    <a:pt x="3775" y="11776"/>
                  </a:cubicBezTo>
                  <a:cubicBezTo>
                    <a:pt x="4287" y="11657"/>
                    <a:pt x="4799" y="11502"/>
                    <a:pt x="5299" y="11324"/>
                  </a:cubicBezTo>
                  <a:cubicBezTo>
                    <a:pt x="6561" y="10883"/>
                    <a:pt x="7787" y="10312"/>
                    <a:pt x="8918" y="9585"/>
                  </a:cubicBezTo>
                  <a:lnTo>
                    <a:pt x="8918" y="9585"/>
                  </a:lnTo>
                  <a:cubicBezTo>
                    <a:pt x="8240" y="10419"/>
                    <a:pt x="7573" y="11264"/>
                    <a:pt x="6894" y="12110"/>
                  </a:cubicBezTo>
                  <a:cubicBezTo>
                    <a:pt x="6335" y="12800"/>
                    <a:pt x="5775" y="13503"/>
                    <a:pt x="5215" y="14205"/>
                  </a:cubicBezTo>
                  <a:cubicBezTo>
                    <a:pt x="4965" y="14515"/>
                    <a:pt x="4715" y="14824"/>
                    <a:pt x="4465" y="15134"/>
                  </a:cubicBezTo>
                  <a:lnTo>
                    <a:pt x="4358" y="15265"/>
                  </a:lnTo>
                  <a:cubicBezTo>
                    <a:pt x="4394" y="15229"/>
                    <a:pt x="4418" y="15193"/>
                    <a:pt x="4453" y="15169"/>
                  </a:cubicBezTo>
                  <a:cubicBezTo>
                    <a:pt x="4942" y="14693"/>
                    <a:pt x="5406" y="14217"/>
                    <a:pt x="5870" y="13717"/>
                  </a:cubicBezTo>
                  <a:cubicBezTo>
                    <a:pt x="6049" y="13514"/>
                    <a:pt x="6227" y="13324"/>
                    <a:pt x="6406" y="13122"/>
                  </a:cubicBezTo>
                  <a:cubicBezTo>
                    <a:pt x="6668" y="12824"/>
                    <a:pt x="6930" y="12526"/>
                    <a:pt x="7180" y="12241"/>
                  </a:cubicBezTo>
                  <a:cubicBezTo>
                    <a:pt x="10728" y="8204"/>
                    <a:pt x="14276" y="4168"/>
                    <a:pt x="17836" y="144"/>
                  </a:cubicBezTo>
                  <a:lnTo>
                    <a:pt x="17836" y="144"/>
                  </a:lnTo>
                  <a:cubicBezTo>
                    <a:pt x="17785" y="146"/>
                    <a:pt x="17734" y="147"/>
                    <a:pt x="17683" y="147"/>
                  </a:cubicBezTo>
                  <a:cubicBezTo>
                    <a:pt x="17436" y="147"/>
                    <a:pt x="17190" y="124"/>
                    <a:pt x="16943" y="84"/>
                  </a:cubicBezTo>
                  <a:cubicBezTo>
                    <a:pt x="16800" y="60"/>
                    <a:pt x="16645" y="37"/>
                    <a:pt x="1650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47"/>
            <p:cNvSpPr/>
            <p:nvPr/>
          </p:nvSpPr>
          <p:spPr>
            <a:xfrm>
              <a:off x="3582275" y="1464000"/>
              <a:ext cx="14325" cy="5075"/>
            </a:xfrm>
            <a:custGeom>
              <a:rect b="b" l="l" r="r" t="t"/>
              <a:pathLst>
                <a:path extrusionOk="0" h="203" w="573">
                  <a:moveTo>
                    <a:pt x="572" y="1"/>
                  </a:moveTo>
                  <a:lnTo>
                    <a:pt x="227" y="48"/>
                  </a:lnTo>
                  <a:lnTo>
                    <a:pt x="1" y="72"/>
                  </a:lnTo>
                  <a:cubicBezTo>
                    <a:pt x="96" y="108"/>
                    <a:pt x="203" y="143"/>
                    <a:pt x="310" y="179"/>
                  </a:cubicBezTo>
                  <a:cubicBezTo>
                    <a:pt x="346" y="179"/>
                    <a:pt x="370" y="191"/>
                    <a:pt x="406" y="203"/>
                  </a:cubicBezTo>
                  <a:cubicBezTo>
                    <a:pt x="453" y="131"/>
                    <a:pt x="513" y="72"/>
                    <a:pt x="572" y="1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47"/>
            <p:cNvSpPr/>
            <p:nvPr/>
          </p:nvSpPr>
          <p:spPr>
            <a:xfrm>
              <a:off x="4023700" y="1151175"/>
              <a:ext cx="402175" cy="586100"/>
            </a:xfrm>
            <a:custGeom>
              <a:rect b="b" l="l" r="r" t="t"/>
              <a:pathLst>
                <a:path extrusionOk="0" h="23444" w="16087">
                  <a:moveTo>
                    <a:pt x="15896" y="0"/>
                  </a:moveTo>
                  <a:cubicBezTo>
                    <a:pt x="12347" y="6084"/>
                    <a:pt x="8966" y="11513"/>
                    <a:pt x="6347" y="15526"/>
                  </a:cubicBezTo>
                  <a:cubicBezTo>
                    <a:pt x="4906" y="17728"/>
                    <a:pt x="3787" y="19538"/>
                    <a:pt x="2751" y="20586"/>
                  </a:cubicBezTo>
                  <a:cubicBezTo>
                    <a:pt x="2239" y="21110"/>
                    <a:pt x="1787" y="21455"/>
                    <a:pt x="1465" y="21681"/>
                  </a:cubicBezTo>
                  <a:cubicBezTo>
                    <a:pt x="1382" y="21729"/>
                    <a:pt x="1298" y="21777"/>
                    <a:pt x="1239" y="21824"/>
                  </a:cubicBezTo>
                  <a:cubicBezTo>
                    <a:pt x="1179" y="21860"/>
                    <a:pt x="1132" y="21884"/>
                    <a:pt x="1084" y="21908"/>
                  </a:cubicBezTo>
                  <a:cubicBezTo>
                    <a:pt x="1025" y="21955"/>
                    <a:pt x="989" y="21967"/>
                    <a:pt x="977" y="21979"/>
                  </a:cubicBezTo>
                  <a:cubicBezTo>
                    <a:pt x="1060" y="21943"/>
                    <a:pt x="1144" y="21896"/>
                    <a:pt x="1227" y="21848"/>
                  </a:cubicBezTo>
                  <a:cubicBezTo>
                    <a:pt x="1989" y="21479"/>
                    <a:pt x="2668" y="20955"/>
                    <a:pt x="3263" y="20360"/>
                  </a:cubicBezTo>
                  <a:cubicBezTo>
                    <a:pt x="3930" y="19693"/>
                    <a:pt x="4513" y="18967"/>
                    <a:pt x="5061" y="18228"/>
                  </a:cubicBezTo>
                  <a:cubicBezTo>
                    <a:pt x="6144" y="16752"/>
                    <a:pt x="7168" y="15288"/>
                    <a:pt x="8121" y="13871"/>
                  </a:cubicBezTo>
                  <a:cubicBezTo>
                    <a:pt x="10026" y="11025"/>
                    <a:pt x="11633" y="8323"/>
                    <a:pt x="12943" y="5989"/>
                  </a:cubicBezTo>
                  <a:cubicBezTo>
                    <a:pt x="14252" y="3667"/>
                    <a:pt x="15241" y="1703"/>
                    <a:pt x="15919" y="333"/>
                  </a:cubicBezTo>
                  <a:cubicBezTo>
                    <a:pt x="15979" y="214"/>
                    <a:pt x="16027" y="107"/>
                    <a:pt x="16086" y="0"/>
                  </a:cubicBezTo>
                  <a:close/>
                  <a:moveTo>
                    <a:pt x="7787" y="0"/>
                  </a:moveTo>
                  <a:cubicBezTo>
                    <a:pt x="6001" y="4965"/>
                    <a:pt x="4120" y="9906"/>
                    <a:pt x="2430" y="14907"/>
                  </a:cubicBezTo>
                  <a:cubicBezTo>
                    <a:pt x="1644" y="17228"/>
                    <a:pt x="1513" y="19764"/>
                    <a:pt x="477" y="22038"/>
                  </a:cubicBezTo>
                  <a:cubicBezTo>
                    <a:pt x="275" y="22491"/>
                    <a:pt x="155" y="22979"/>
                    <a:pt x="1" y="23443"/>
                  </a:cubicBezTo>
                  <a:cubicBezTo>
                    <a:pt x="465" y="23015"/>
                    <a:pt x="751" y="22527"/>
                    <a:pt x="965" y="22003"/>
                  </a:cubicBezTo>
                  <a:cubicBezTo>
                    <a:pt x="965" y="21991"/>
                    <a:pt x="965" y="21991"/>
                    <a:pt x="977" y="21979"/>
                  </a:cubicBezTo>
                  <a:cubicBezTo>
                    <a:pt x="1572" y="20526"/>
                    <a:pt x="2156" y="19074"/>
                    <a:pt x="2727" y="17609"/>
                  </a:cubicBezTo>
                  <a:cubicBezTo>
                    <a:pt x="4989" y="11799"/>
                    <a:pt x="7037" y="5917"/>
                    <a:pt x="900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47"/>
            <p:cNvSpPr/>
            <p:nvPr/>
          </p:nvSpPr>
          <p:spPr>
            <a:xfrm>
              <a:off x="2762825" y="4354525"/>
              <a:ext cx="271500" cy="203325"/>
            </a:xfrm>
            <a:custGeom>
              <a:rect b="b" l="l" r="r" t="t"/>
              <a:pathLst>
                <a:path extrusionOk="0" h="8133" w="10860">
                  <a:moveTo>
                    <a:pt x="10681" y="1"/>
                  </a:moveTo>
                  <a:cubicBezTo>
                    <a:pt x="7061" y="2632"/>
                    <a:pt x="3442" y="5275"/>
                    <a:pt x="1" y="8133"/>
                  </a:cubicBezTo>
                  <a:lnTo>
                    <a:pt x="953" y="8133"/>
                  </a:lnTo>
                  <a:cubicBezTo>
                    <a:pt x="4263" y="5490"/>
                    <a:pt x="7561" y="2858"/>
                    <a:pt x="10859" y="215"/>
                  </a:cubicBezTo>
                  <a:cubicBezTo>
                    <a:pt x="10800" y="144"/>
                    <a:pt x="10740" y="72"/>
                    <a:pt x="1068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47"/>
            <p:cNvSpPr/>
            <p:nvPr/>
          </p:nvSpPr>
          <p:spPr>
            <a:xfrm>
              <a:off x="4123425" y="3537775"/>
              <a:ext cx="389350" cy="254800"/>
            </a:xfrm>
            <a:custGeom>
              <a:rect b="b" l="l" r="r" t="t"/>
              <a:pathLst>
                <a:path extrusionOk="0" h="10192" w="15574">
                  <a:moveTo>
                    <a:pt x="15574" y="0"/>
                  </a:moveTo>
                  <a:cubicBezTo>
                    <a:pt x="14395" y="762"/>
                    <a:pt x="13228" y="1548"/>
                    <a:pt x="12097" y="2393"/>
                  </a:cubicBezTo>
                  <a:cubicBezTo>
                    <a:pt x="9847" y="3679"/>
                    <a:pt x="7823" y="4929"/>
                    <a:pt x="6096" y="6037"/>
                  </a:cubicBezTo>
                  <a:cubicBezTo>
                    <a:pt x="4275" y="7203"/>
                    <a:pt x="2798" y="8204"/>
                    <a:pt x="1751" y="8930"/>
                  </a:cubicBezTo>
                  <a:cubicBezTo>
                    <a:pt x="631" y="9716"/>
                    <a:pt x="0" y="10192"/>
                    <a:pt x="0" y="10192"/>
                  </a:cubicBezTo>
                  <a:cubicBezTo>
                    <a:pt x="1524" y="9382"/>
                    <a:pt x="3013" y="8585"/>
                    <a:pt x="4429" y="7799"/>
                  </a:cubicBezTo>
                  <a:cubicBezTo>
                    <a:pt x="8478" y="5548"/>
                    <a:pt x="12061" y="3417"/>
                    <a:pt x="14847" y="1703"/>
                  </a:cubicBezTo>
                  <a:cubicBezTo>
                    <a:pt x="15097" y="1548"/>
                    <a:pt x="15336" y="1393"/>
                    <a:pt x="15574" y="1250"/>
                  </a:cubicBezTo>
                  <a:lnTo>
                    <a:pt x="15574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47"/>
            <p:cNvSpPr/>
            <p:nvPr/>
          </p:nvSpPr>
          <p:spPr>
            <a:xfrm>
              <a:off x="3227775" y="3892275"/>
              <a:ext cx="110150" cy="403650"/>
            </a:xfrm>
            <a:custGeom>
              <a:rect b="b" l="l" r="r" t="t"/>
              <a:pathLst>
                <a:path extrusionOk="0" h="16146" w="4406">
                  <a:moveTo>
                    <a:pt x="4406" y="0"/>
                  </a:moveTo>
                  <a:lnTo>
                    <a:pt x="4406" y="0"/>
                  </a:lnTo>
                  <a:cubicBezTo>
                    <a:pt x="2132" y="5096"/>
                    <a:pt x="834" y="10561"/>
                    <a:pt x="0" y="16145"/>
                  </a:cubicBezTo>
                  <a:cubicBezTo>
                    <a:pt x="1477" y="10764"/>
                    <a:pt x="2941" y="5382"/>
                    <a:pt x="44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47"/>
            <p:cNvSpPr/>
            <p:nvPr/>
          </p:nvSpPr>
          <p:spPr>
            <a:xfrm>
              <a:off x="4198725" y="2822500"/>
              <a:ext cx="147075" cy="40575"/>
            </a:xfrm>
            <a:custGeom>
              <a:rect b="b" l="l" r="r" t="t"/>
              <a:pathLst>
                <a:path extrusionOk="0" h="1623" w="5883">
                  <a:moveTo>
                    <a:pt x="72" y="1"/>
                  </a:moveTo>
                  <a:cubicBezTo>
                    <a:pt x="48" y="84"/>
                    <a:pt x="24" y="167"/>
                    <a:pt x="1" y="262"/>
                  </a:cubicBezTo>
                  <a:cubicBezTo>
                    <a:pt x="1453" y="691"/>
                    <a:pt x="2894" y="1155"/>
                    <a:pt x="4346" y="1548"/>
                  </a:cubicBezTo>
                  <a:cubicBezTo>
                    <a:pt x="4513" y="1593"/>
                    <a:pt x="4679" y="1622"/>
                    <a:pt x="4839" y="1622"/>
                  </a:cubicBezTo>
                  <a:cubicBezTo>
                    <a:pt x="5275" y="1622"/>
                    <a:pt x="5665" y="1405"/>
                    <a:pt x="5882" y="691"/>
                  </a:cubicBezTo>
                  <a:cubicBezTo>
                    <a:pt x="3906" y="453"/>
                    <a:pt x="1989" y="227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47"/>
            <p:cNvSpPr/>
            <p:nvPr/>
          </p:nvSpPr>
          <p:spPr>
            <a:xfrm>
              <a:off x="4462750" y="2847200"/>
              <a:ext cx="50025" cy="25825"/>
            </a:xfrm>
            <a:custGeom>
              <a:rect b="b" l="l" r="r" t="t"/>
              <a:pathLst>
                <a:path extrusionOk="0" h="1033" w="2001">
                  <a:moveTo>
                    <a:pt x="2001" y="1"/>
                  </a:moveTo>
                  <a:cubicBezTo>
                    <a:pt x="310" y="96"/>
                    <a:pt x="227" y="286"/>
                    <a:pt x="0" y="941"/>
                  </a:cubicBezTo>
                  <a:cubicBezTo>
                    <a:pt x="294" y="1002"/>
                    <a:pt x="621" y="1032"/>
                    <a:pt x="969" y="1032"/>
                  </a:cubicBezTo>
                  <a:cubicBezTo>
                    <a:pt x="1299" y="1032"/>
                    <a:pt x="1647" y="1005"/>
                    <a:pt x="2001" y="953"/>
                  </a:cubicBezTo>
                  <a:lnTo>
                    <a:pt x="2001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47"/>
            <p:cNvSpPr/>
            <p:nvPr/>
          </p:nvSpPr>
          <p:spPr>
            <a:xfrm>
              <a:off x="4480000" y="1151175"/>
              <a:ext cx="31875" cy="37225"/>
            </a:xfrm>
            <a:custGeom>
              <a:rect b="b" l="l" r="r" t="t"/>
              <a:pathLst>
                <a:path extrusionOk="0" h="1489" w="1275">
                  <a:moveTo>
                    <a:pt x="965" y="0"/>
                  </a:moveTo>
                  <a:cubicBezTo>
                    <a:pt x="727" y="369"/>
                    <a:pt x="489" y="738"/>
                    <a:pt x="251" y="1107"/>
                  </a:cubicBezTo>
                  <a:cubicBezTo>
                    <a:pt x="168" y="1238"/>
                    <a:pt x="84" y="1357"/>
                    <a:pt x="1" y="1488"/>
                  </a:cubicBezTo>
                  <a:cubicBezTo>
                    <a:pt x="84" y="1393"/>
                    <a:pt x="168" y="1298"/>
                    <a:pt x="251" y="1203"/>
                  </a:cubicBezTo>
                  <a:cubicBezTo>
                    <a:pt x="608" y="810"/>
                    <a:pt x="942" y="405"/>
                    <a:pt x="127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47"/>
            <p:cNvSpPr/>
            <p:nvPr/>
          </p:nvSpPr>
          <p:spPr>
            <a:xfrm>
              <a:off x="4508875" y="1393150"/>
              <a:ext cx="3900" cy="7475"/>
            </a:xfrm>
            <a:custGeom>
              <a:rect b="b" l="l" r="r" t="t"/>
              <a:pathLst>
                <a:path extrusionOk="0" h="299" w="156">
                  <a:moveTo>
                    <a:pt x="156" y="1"/>
                  </a:moveTo>
                  <a:cubicBezTo>
                    <a:pt x="108" y="96"/>
                    <a:pt x="49" y="191"/>
                    <a:pt x="1" y="298"/>
                  </a:cubicBezTo>
                  <a:cubicBezTo>
                    <a:pt x="60" y="239"/>
                    <a:pt x="108" y="168"/>
                    <a:pt x="156" y="108"/>
                  </a:cubicBezTo>
                  <a:lnTo>
                    <a:pt x="156" y="1"/>
                  </a:ln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47"/>
            <p:cNvSpPr/>
            <p:nvPr/>
          </p:nvSpPr>
          <p:spPr>
            <a:xfrm>
              <a:off x="4218375" y="3605625"/>
              <a:ext cx="294400" cy="187550"/>
            </a:xfrm>
            <a:custGeom>
              <a:rect b="b" l="l" r="r" t="t"/>
              <a:pathLst>
                <a:path extrusionOk="0" h="7502" w="11776">
                  <a:moveTo>
                    <a:pt x="11776" y="1"/>
                  </a:moveTo>
                  <a:cubicBezTo>
                    <a:pt x="10204" y="679"/>
                    <a:pt x="8740" y="1441"/>
                    <a:pt x="7406" y="2203"/>
                  </a:cubicBezTo>
                  <a:cubicBezTo>
                    <a:pt x="6061" y="2989"/>
                    <a:pt x="4846" y="3775"/>
                    <a:pt x="3822" y="4489"/>
                  </a:cubicBezTo>
                  <a:cubicBezTo>
                    <a:pt x="2620" y="5347"/>
                    <a:pt x="1655" y="6097"/>
                    <a:pt x="1001" y="6644"/>
                  </a:cubicBezTo>
                  <a:cubicBezTo>
                    <a:pt x="346" y="7180"/>
                    <a:pt x="0" y="7502"/>
                    <a:pt x="0" y="7502"/>
                  </a:cubicBezTo>
                  <a:cubicBezTo>
                    <a:pt x="3394" y="5632"/>
                    <a:pt x="6454" y="3787"/>
                    <a:pt x="8823" y="2323"/>
                  </a:cubicBezTo>
                  <a:cubicBezTo>
                    <a:pt x="9121" y="2144"/>
                    <a:pt x="9406" y="1965"/>
                    <a:pt x="9680" y="1787"/>
                  </a:cubicBezTo>
                  <a:cubicBezTo>
                    <a:pt x="10490" y="1287"/>
                    <a:pt x="11192" y="846"/>
                    <a:pt x="11776" y="465"/>
                  </a:cubicBezTo>
                  <a:lnTo>
                    <a:pt x="11776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47"/>
            <p:cNvSpPr/>
            <p:nvPr/>
          </p:nvSpPr>
          <p:spPr>
            <a:xfrm>
              <a:off x="3437025" y="2111400"/>
              <a:ext cx="188450" cy="111650"/>
            </a:xfrm>
            <a:custGeom>
              <a:rect b="b" l="l" r="r" t="t"/>
              <a:pathLst>
                <a:path extrusionOk="0" h="4466" w="7538">
                  <a:moveTo>
                    <a:pt x="7537" y="1"/>
                  </a:moveTo>
                  <a:cubicBezTo>
                    <a:pt x="2977" y="1644"/>
                    <a:pt x="0" y="4465"/>
                    <a:pt x="0" y="4465"/>
                  </a:cubicBezTo>
                  <a:cubicBezTo>
                    <a:pt x="4477" y="3001"/>
                    <a:pt x="7537" y="1"/>
                    <a:pt x="75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47"/>
            <p:cNvSpPr/>
            <p:nvPr/>
          </p:nvSpPr>
          <p:spPr>
            <a:xfrm>
              <a:off x="3612050" y="2214025"/>
              <a:ext cx="1200" cy="1575"/>
            </a:xfrm>
            <a:custGeom>
              <a:rect b="b" l="l" r="r" t="t"/>
              <a:pathLst>
                <a:path extrusionOk="0" h="63" w="48">
                  <a:moveTo>
                    <a:pt x="35" y="1"/>
                  </a:moveTo>
                  <a:cubicBezTo>
                    <a:pt x="33" y="1"/>
                    <a:pt x="21" y="32"/>
                    <a:pt x="0" y="63"/>
                  </a:cubicBezTo>
                  <a:cubicBezTo>
                    <a:pt x="36" y="63"/>
                    <a:pt x="48" y="39"/>
                    <a:pt x="36" y="3"/>
                  </a:cubicBezTo>
                  <a:cubicBezTo>
                    <a:pt x="36" y="2"/>
                    <a:pt x="36" y="1"/>
                    <a:pt x="35" y="1"/>
                  </a:cubicBezTo>
                  <a:close/>
                </a:path>
              </a:pathLst>
            </a:custGeom>
            <a:solidFill>
              <a:srgbClr val="030017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47"/>
            <p:cNvSpPr/>
            <p:nvPr/>
          </p:nvSpPr>
          <p:spPr>
            <a:xfrm>
              <a:off x="3602525" y="2127775"/>
              <a:ext cx="176825" cy="88800"/>
            </a:xfrm>
            <a:custGeom>
              <a:rect b="b" l="l" r="r" t="t"/>
              <a:pathLst>
                <a:path extrusionOk="0" h="3552" w="7073">
                  <a:moveTo>
                    <a:pt x="7073" y="0"/>
                  </a:moveTo>
                  <a:cubicBezTo>
                    <a:pt x="4846" y="489"/>
                    <a:pt x="2977" y="1334"/>
                    <a:pt x="1655" y="2036"/>
                  </a:cubicBezTo>
                  <a:cubicBezTo>
                    <a:pt x="1322" y="2215"/>
                    <a:pt x="1024" y="2394"/>
                    <a:pt x="762" y="2548"/>
                  </a:cubicBezTo>
                  <a:cubicBezTo>
                    <a:pt x="643" y="2620"/>
                    <a:pt x="524" y="2703"/>
                    <a:pt x="405" y="2763"/>
                  </a:cubicBezTo>
                  <a:cubicBezTo>
                    <a:pt x="286" y="2846"/>
                    <a:pt x="167" y="2929"/>
                    <a:pt x="84" y="3048"/>
                  </a:cubicBezTo>
                  <a:cubicBezTo>
                    <a:pt x="12" y="3167"/>
                    <a:pt x="0" y="3310"/>
                    <a:pt x="48" y="3406"/>
                  </a:cubicBezTo>
                  <a:cubicBezTo>
                    <a:pt x="108" y="3489"/>
                    <a:pt x="191" y="3537"/>
                    <a:pt x="262" y="3548"/>
                  </a:cubicBezTo>
                  <a:cubicBezTo>
                    <a:pt x="273" y="3551"/>
                    <a:pt x="283" y="3552"/>
                    <a:pt x="293" y="3552"/>
                  </a:cubicBezTo>
                  <a:cubicBezTo>
                    <a:pt x="335" y="3552"/>
                    <a:pt x="362" y="3532"/>
                    <a:pt x="381" y="3513"/>
                  </a:cubicBezTo>
                  <a:cubicBezTo>
                    <a:pt x="358" y="3513"/>
                    <a:pt x="334" y="3513"/>
                    <a:pt x="310" y="3501"/>
                  </a:cubicBezTo>
                  <a:cubicBezTo>
                    <a:pt x="250" y="3477"/>
                    <a:pt x="215" y="3441"/>
                    <a:pt x="203" y="3382"/>
                  </a:cubicBezTo>
                  <a:cubicBezTo>
                    <a:pt x="191" y="3275"/>
                    <a:pt x="298" y="3203"/>
                    <a:pt x="393" y="3167"/>
                  </a:cubicBezTo>
                  <a:cubicBezTo>
                    <a:pt x="608" y="3108"/>
                    <a:pt x="893" y="3036"/>
                    <a:pt x="1143" y="2965"/>
                  </a:cubicBezTo>
                  <a:cubicBezTo>
                    <a:pt x="1643" y="2810"/>
                    <a:pt x="2120" y="2644"/>
                    <a:pt x="2572" y="2477"/>
                  </a:cubicBezTo>
                  <a:cubicBezTo>
                    <a:pt x="3489" y="2120"/>
                    <a:pt x="4287" y="1727"/>
                    <a:pt x="4953" y="1358"/>
                  </a:cubicBezTo>
                  <a:cubicBezTo>
                    <a:pt x="6287" y="631"/>
                    <a:pt x="7073" y="0"/>
                    <a:pt x="70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47"/>
            <p:cNvSpPr/>
            <p:nvPr/>
          </p:nvSpPr>
          <p:spPr>
            <a:xfrm>
              <a:off x="3729625" y="2136400"/>
              <a:ext cx="169975" cy="80400"/>
            </a:xfrm>
            <a:custGeom>
              <a:rect b="b" l="l" r="r" t="t"/>
              <a:pathLst>
                <a:path extrusionOk="0" h="3216" w="6799">
                  <a:moveTo>
                    <a:pt x="6799" y="1"/>
                  </a:moveTo>
                  <a:cubicBezTo>
                    <a:pt x="2715" y="929"/>
                    <a:pt x="0" y="3215"/>
                    <a:pt x="0" y="3215"/>
                  </a:cubicBezTo>
                  <a:cubicBezTo>
                    <a:pt x="4001" y="2453"/>
                    <a:pt x="6799" y="1"/>
                    <a:pt x="6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1800" lIns="131800" spcFirstLastPara="1" rIns="131800" wrap="square" tIns="13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42" name="Google Shape;2542;p47"/>
          <p:cNvSpPr/>
          <p:nvPr/>
        </p:nvSpPr>
        <p:spPr>
          <a:xfrm>
            <a:off x="-748950" y="-259300"/>
            <a:ext cx="1734900" cy="34557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gant Anime Illustrator Portfolio by Slidesgo">
  <a:themeElements>
    <a:clrScheme name="Simple Light">
      <a:dk1>
        <a:srgbClr val="000000"/>
      </a:dk1>
      <a:lt1>
        <a:srgbClr val="FFFFFF"/>
      </a:lt1>
      <a:dk2>
        <a:srgbClr val="3C3C3D"/>
      </a:dk2>
      <a:lt2>
        <a:srgbClr val="922F2A"/>
      </a:lt2>
      <a:accent1>
        <a:srgbClr val="BE403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